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9.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4.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37.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49.xml" ContentType="application/vnd.openxmlformats-officedocument.presentationml.tags+xml"/>
  <Override PartName="/ppt/notesSlides/notesSlide52.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53.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4"/>
  </p:notesMasterIdLst>
  <p:sldIdLst>
    <p:sldId id="797" r:id="rId2"/>
    <p:sldId id="257" r:id="rId3"/>
    <p:sldId id="846" r:id="rId4"/>
    <p:sldId id="330" r:id="rId5"/>
    <p:sldId id="416" r:id="rId6"/>
    <p:sldId id="845" r:id="rId7"/>
    <p:sldId id="393" r:id="rId8"/>
    <p:sldId id="429" r:id="rId9"/>
    <p:sldId id="432" r:id="rId10"/>
    <p:sldId id="275" r:id="rId11"/>
    <p:sldId id="440" r:id="rId12"/>
    <p:sldId id="442" r:id="rId13"/>
    <p:sldId id="398" r:id="rId14"/>
    <p:sldId id="1001" r:id="rId15"/>
    <p:sldId id="425" r:id="rId16"/>
    <p:sldId id="424" r:id="rId17"/>
    <p:sldId id="850" r:id="rId18"/>
    <p:sldId id="849" r:id="rId19"/>
    <p:sldId id="1020" r:id="rId20"/>
    <p:sldId id="743" r:id="rId21"/>
    <p:sldId id="438" r:id="rId22"/>
    <p:sldId id="439" r:id="rId23"/>
    <p:sldId id="1007" r:id="rId24"/>
    <p:sldId id="443" r:id="rId25"/>
    <p:sldId id="898" r:id="rId26"/>
    <p:sldId id="909" r:id="rId27"/>
    <p:sldId id="910" r:id="rId28"/>
    <p:sldId id="911" r:id="rId29"/>
    <p:sldId id="744" r:id="rId30"/>
    <p:sldId id="851" r:id="rId31"/>
    <p:sldId id="466" r:id="rId32"/>
    <p:sldId id="852" r:id="rId33"/>
    <p:sldId id="899" r:id="rId34"/>
    <p:sldId id="1002" r:id="rId35"/>
    <p:sldId id="403" r:id="rId36"/>
    <p:sldId id="434" r:id="rId37"/>
    <p:sldId id="902" r:id="rId38"/>
    <p:sldId id="409" r:id="rId39"/>
    <p:sldId id="428" r:id="rId40"/>
    <p:sldId id="1009" r:id="rId41"/>
    <p:sldId id="1010" r:id="rId42"/>
    <p:sldId id="1008" r:id="rId43"/>
    <p:sldId id="435" r:id="rId44"/>
    <p:sldId id="901" r:id="rId45"/>
    <p:sldId id="905" r:id="rId46"/>
    <p:sldId id="906" r:id="rId47"/>
    <p:sldId id="1011" r:id="rId48"/>
    <p:sldId id="1012" r:id="rId49"/>
    <p:sldId id="900" r:id="rId50"/>
    <p:sldId id="907" r:id="rId51"/>
    <p:sldId id="661" r:id="rId52"/>
    <p:sldId id="647" r:id="rId53"/>
    <p:sldId id="649" r:id="rId54"/>
    <p:sldId id="662" r:id="rId55"/>
    <p:sldId id="448" r:id="rId56"/>
    <p:sldId id="451" r:id="rId57"/>
    <p:sldId id="1017" r:id="rId58"/>
    <p:sldId id="1003" r:id="rId59"/>
    <p:sldId id="1013" r:id="rId60"/>
    <p:sldId id="915" r:id="rId61"/>
    <p:sldId id="446" r:id="rId62"/>
    <p:sldId id="912" r:id="rId63"/>
    <p:sldId id="1014" r:id="rId64"/>
    <p:sldId id="913" r:id="rId65"/>
    <p:sldId id="914" r:id="rId66"/>
    <p:sldId id="921" r:id="rId67"/>
    <p:sldId id="916" r:id="rId68"/>
    <p:sldId id="454" r:id="rId69"/>
    <p:sldId id="456" r:id="rId70"/>
    <p:sldId id="457" r:id="rId71"/>
    <p:sldId id="458" r:id="rId72"/>
    <p:sldId id="732" r:id="rId73"/>
    <p:sldId id="459" r:id="rId74"/>
    <p:sldId id="460" r:id="rId75"/>
    <p:sldId id="461" r:id="rId76"/>
    <p:sldId id="917" r:id="rId77"/>
    <p:sldId id="699" r:id="rId78"/>
    <p:sldId id="733" r:id="rId79"/>
    <p:sldId id="735" r:id="rId80"/>
    <p:sldId id="734" r:id="rId81"/>
    <p:sldId id="1015" r:id="rId82"/>
    <p:sldId id="470" r:id="rId83"/>
    <p:sldId id="471" r:id="rId84"/>
    <p:sldId id="472" r:id="rId85"/>
    <p:sldId id="473" r:id="rId86"/>
    <p:sldId id="922" r:id="rId87"/>
    <p:sldId id="923" r:id="rId88"/>
    <p:sldId id="924" r:id="rId89"/>
    <p:sldId id="925" r:id="rId90"/>
    <p:sldId id="926" r:id="rId91"/>
    <p:sldId id="927" r:id="rId92"/>
    <p:sldId id="930" r:id="rId93"/>
    <p:sldId id="1004" r:id="rId94"/>
    <p:sldId id="419" r:id="rId95"/>
    <p:sldId id="1021" r:id="rId96"/>
    <p:sldId id="931" r:id="rId97"/>
    <p:sldId id="935" r:id="rId98"/>
    <p:sldId id="933" r:id="rId99"/>
    <p:sldId id="609" r:id="rId100"/>
    <p:sldId id="453" r:id="rId101"/>
    <p:sldId id="488" r:id="rId102"/>
    <p:sldId id="489" r:id="rId103"/>
    <p:sldId id="491" r:id="rId104"/>
    <p:sldId id="492" r:id="rId105"/>
    <p:sldId id="507" r:id="rId106"/>
    <p:sldId id="526" r:id="rId107"/>
    <p:sldId id="494" r:id="rId108"/>
    <p:sldId id="495" r:id="rId109"/>
    <p:sldId id="496" r:id="rId110"/>
    <p:sldId id="498" r:id="rId111"/>
    <p:sldId id="499" r:id="rId112"/>
    <p:sldId id="500" r:id="rId113"/>
    <p:sldId id="1016" r:id="rId114"/>
    <p:sldId id="501" r:id="rId115"/>
    <p:sldId id="502" r:id="rId116"/>
    <p:sldId id="504" r:id="rId117"/>
    <p:sldId id="505" r:id="rId118"/>
    <p:sldId id="506" r:id="rId119"/>
    <p:sldId id="528" r:id="rId120"/>
    <p:sldId id="746" r:id="rId121"/>
    <p:sldId id="1005" r:id="rId122"/>
    <p:sldId id="516" r:id="rId123"/>
    <p:sldId id="574" r:id="rId124"/>
    <p:sldId id="651" r:id="rId125"/>
    <p:sldId id="519" r:id="rId126"/>
    <p:sldId id="523" r:id="rId127"/>
    <p:sldId id="522" r:id="rId128"/>
    <p:sldId id="576" r:id="rId129"/>
    <p:sldId id="485" r:id="rId130"/>
    <p:sldId id="633" r:id="rId131"/>
    <p:sldId id="630" r:id="rId132"/>
    <p:sldId id="632" r:id="rId133"/>
    <p:sldId id="1018" r:id="rId134"/>
    <p:sldId id="1006" r:id="rId135"/>
    <p:sldId id="546" r:id="rId136"/>
    <p:sldId id="547" r:id="rId137"/>
    <p:sldId id="557" r:id="rId138"/>
    <p:sldId id="558" r:id="rId139"/>
    <p:sldId id="559" r:id="rId140"/>
    <p:sldId id="560" r:id="rId141"/>
    <p:sldId id="561" r:id="rId142"/>
    <p:sldId id="564" r:id="rId143"/>
    <p:sldId id="567" r:id="rId144"/>
    <p:sldId id="511" r:id="rId145"/>
    <p:sldId id="512" r:id="rId146"/>
    <p:sldId id="513" r:id="rId147"/>
    <p:sldId id="514" r:id="rId148"/>
    <p:sldId id="515" r:id="rId149"/>
    <p:sldId id="570" r:id="rId150"/>
    <p:sldId id="1022" r:id="rId151"/>
    <p:sldId id="520" r:id="rId152"/>
    <p:sldId id="521" r:id="rId153"/>
    <p:sldId id="1023" r:id="rId154"/>
    <p:sldId id="1024" r:id="rId155"/>
    <p:sldId id="747" r:id="rId156"/>
    <p:sldId id="583" r:id="rId157"/>
    <p:sldId id="587" r:id="rId158"/>
    <p:sldId id="588" r:id="rId159"/>
    <p:sldId id="589" r:id="rId160"/>
    <p:sldId id="590" r:id="rId161"/>
    <p:sldId id="591" r:id="rId162"/>
    <p:sldId id="592" r:id="rId163"/>
    <p:sldId id="262" r:id="rId164"/>
    <p:sldId id="283" r:id="rId165"/>
    <p:sldId id="285" r:id="rId166"/>
    <p:sldId id="303" r:id="rId167"/>
    <p:sldId id="304" r:id="rId168"/>
    <p:sldId id="305" r:id="rId169"/>
    <p:sldId id="635" r:id="rId170"/>
    <p:sldId id="943" r:id="rId171"/>
    <p:sldId id="941" r:id="rId172"/>
    <p:sldId id="942" r:id="rId173"/>
    <p:sldId id="944" r:id="rId174"/>
    <p:sldId id="945" r:id="rId175"/>
    <p:sldId id="946" r:id="rId176"/>
    <p:sldId id="947" r:id="rId177"/>
    <p:sldId id="938" r:id="rId178"/>
    <p:sldId id="939" r:id="rId179"/>
    <p:sldId id="940" r:id="rId180"/>
    <p:sldId id="948" r:id="rId181"/>
    <p:sldId id="318" r:id="rId182"/>
    <p:sldId id="319" r:id="rId183"/>
    <p:sldId id="322" r:id="rId184"/>
    <p:sldId id="328" r:id="rId185"/>
    <p:sldId id="1025" r:id="rId186"/>
    <p:sldId id="636" r:id="rId187"/>
    <p:sldId id="637" r:id="rId188"/>
    <p:sldId id="333" r:id="rId189"/>
    <p:sldId id="384" r:id="rId190"/>
    <p:sldId id="638" r:id="rId191"/>
    <p:sldId id="949" r:id="rId192"/>
    <p:sldId id="950" r:id="rId193"/>
    <p:sldId id="954" r:id="rId194"/>
    <p:sldId id="951" r:id="rId195"/>
    <p:sldId id="953" r:id="rId196"/>
    <p:sldId id="957" r:id="rId197"/>
    <p:sldId id="955" r:id="rId198"/>
    <p:sldId id="956" r:id="rId199"/>
    <p:sldId id="958" r:id="rId200"/>
    <p:sldId id="959" r:id="rId201"/>
    <p:sldId id="960" r:id="rId202"/>
    <p:sldId id="961" r:id="rId203"/>
    <p:sldId id="653" r:id="rId204"/>
    <p:sldId id="741" r:id="rId205"/>
    <p:sldId id="742" r:id="rId206"/>
    <p:sldId id="345" r:id="rId207"/>
    <p:sldId id="658" r:id="rId208"/>
    <p:sldId id="965" r:id="rId209"/>
    <p:sldId id="263" r:id="rId210"/>
    <p:sldId id="964" r:id="rId211"/>
    <p:sldId id="966" r:id="rId212"/>
    <p:sldId id="967" r:id="rId213"/>
    <p:sldId id="968" r:id="rId214"/>
    <p:sldId id="969" r:id="rId215"/>
    <p:sldId id="970" r:id="rId216"/>
    <p:sldId id="971" r:id="rId217"/>
    <p:sldId id="348" r:id="rId218"/>
    <p:sldId id="972" r:id="rId219"/>
    <p:sldId id="973" r:id="rId220"/>
    <p:sldId id="974" r:id="rId221"/>
    <p:sldId id="358" r:id="rId222"/>
    <p:sldId id="360" r:id="rId223"/>
    <p:sldId id="361" r:id="rId224"/>
    <p:sldId id="976" r:id="rId225"/>
    <p:sldId id="975" r:id="rId226"/>
    <p:sldId id="977" r:id="rId227"/>
    <p:sldId id="1019" r:id="rId228"/>
    <p:sldId id="477" r:id="rId229"/>
    <p:sldId id="478" r:id="rId230"/>
    <p:sldId id="1030" r:id="rId231"/>
    <p:sldId id="1031" r:id="rId232"/>
    <p:sldId id="666" r:id="rId233"/>
    <p:sldId id="980" r:id="rId234"/>
    <p:sldId id="978" r:id="rId235"/>
    <p:sldId id="979" r:id="rId236"/>
    <p:sldId id="464" r:id="rId237"/>
    <p:sldId id="467" r:id="rId238"/>
    <p:sldId id="981" r:id="rId239"/>
    <p:sldId id="982" r:id="rId240"/>
    <p:sldId id="749" r:id="rId241"/>
    <p:sldId id="789" r:id="rId242"/>
    <p:sldId id="788" r:id="rId243"/>
    <p:sldId id="577" r:id="rId244"/>
    <p:sldId id="554" r:id="rId245"/>
    <p:sldId id="555" r:id="rId246"/>
    <p:sldId id="556" r:id="rId247"/>
    <p:sldId id="1026" r:id="rId248"/>
    <p:sldId id="1027" r:id="rId249"/>
    <p:sldId id="748" r:id="rId250"/>
    <p:sldId id="569" r:id="rId251"/>
    <p:sldId id="787" r:id="rId252"/>
    <p:sldId id="571" r:id="rId253"/>
    <p:sldId id="572" r:id="rId254"/>
    <p:sldId id="573" r:id="rId255"/>
    <p:sldId id="1028" r:id="rId256"/>
    <p:sldId id="575" r:id="rId257"/>
    <p:sldId id="1029" r:id="rId258"/>
    <p:sldId id="791" r:id="rId259"/>
    <p:sldId id="790" r:id="rId260"/>
    <p:sldId id="371" r:id="rId261"/>
    <p:sldId id="792" r:id="rId262"/>
    <p:sldId id="276" r:id="rId263"/>
    <p:sldId id="983" r:id="rId264"/>
    <p:sldId id="984" r:id="rId265"/>
    <p:sldId id="985" r:id="rId266"/>
    <p:sldId id="986" r:id="rId267"/>
    <p:sldId id="987" r:id="rId268"/>
    <p:sldId id="992" r:id="rId269"/>
    <p:sldId id="988" r:id="rId270"/>
    <p:sldId id="989" r:id="rId271"/>
    <p:sldId id="990" r:id="rId272"/>
    <p:sldId id="991" r:id="rId273"/>
    <p:sldId id="993" r:id="rId274"/>
    <p:sldId id="994" r:id="rId275"/>
    <p:sldId id="995" r:id="rId276"/>
    <p:sldId id="1000" r:id="rId277"/>
    <p:sldId id="793" r:id="rId278"/>
    <p:sldId id="295" r:id="rId279"/>
    <p:sldId id="296" r:id="rId280"/>
    <p:sldId id="297" r:id="rId281"/>
    <p:sldId id="996" r:id="rId282"/>
    <p:sldId id="628" r:id="rId283"/>
  </p:sldIdLst>
  <p:sldSz cx="9144000" cy="6858000" type="screen4x3"/>
  <p:notesSz cx="6858000" cy="9144000"/>
  <p:custDataLst>
    <p:tags r:id="rId28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FF"/>
    <a:srgbClr val="FF0000"/>
    <a:srgbClr val="3333CC"/>
    <a:srgbClr val="4472C4"/>
    <a:srgbClr val="F4B183"/>
    <a:srgbClr val="D4F414"/>
    <a:srgbClr val="D0CECE"/>
    <a:srgbClr val="F8CBAD"/>
    <a:srgbClr val="B4C7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71" autoAdjust="0"/>
    <p:restoredTop sz="96774" autoAdjust="0"/>
  </p:normalViewPr>
  <p:slideViewPr>
    <p:cSldViewPr snapToGrid="0">
      <p:cViewPr varScale="1">
        <p:scale>
          <a:sx n="60" d="100"/>
          <a:sy n="60" d="100"/>
        </p:scale>
        <p:origin x="56" y="10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notesMaster" Target="notesMasters/notes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tags" Target="tags/tag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presProps" Target="presProps.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theme" Target="theme/theme1.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tableStyles" Target="tableStyles.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2732C8-B0FC-48A8-A46E-089B9699B25B}" type="datetimeFigureOut">
              <a:rPr lang="zh-CN" altLang="en-US" smtClean="0"/>
              <a:t>2024/8/17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CAE23C-9D4D-4035-A057-2079C9DCAE9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电阻电路、暂态电路、正弦稳态电路、复杂电路</a:t>
            </a:r>
          </a:p>
        </p:txBody>
      </p:sp>
      <p:sp>
        <p:nvSpPr>
          <p:cNvPr id="4" name="灯片编号占位符 3"/>
          <p:cNvSpPr>
            <a:spLocks noGrp="1"/>
          </p:cNvSpPr>
          <p:nvPr>
            <p:ph type="sldNum" sz="quarter" idx="5"/>
          </p:nvPr>
        </p:nvSpPr>
        <p:spPr/>
        <p:txBody>
          <a:bodyPr/>
          <a:lstStyle/>
          <a:p>
            <a:fld id="{98CAE23C-9D4D-4035-A057-2079C9DCAE97}"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zh-CN"/>
              <a:t>清华大学电路原理教学组</a:t>
            </a:r>
          </a:p>
        </p:txBody>
      </p:sp>
      <p:sp>
        <p:nvSpPr>
          <p:cNvPr id="7" name="Rectangle 7"/>
          <p:cNvSpPr>
            <a:spLocks noGrp="1" noChangeArrowheads="1"/>
          </p:cNvSpPr>
          <p:nvPr>
            <p:ph type="sldNum" sz="quarter" idx="5"/>
          </p:nvPr>
        </p:nvSpPr>
        <p:spPr>
          <a:ln/>
        </p:spPr>
        <p:txBody>
          <a:bodyPr/>
          <a:lstStyle/>
          <a:p>
            <a:fld id="{DD5F333D-EE21-4F3E-910F-54164E8578D1}" type="slidenum">
              <a:rPr lang="en-US" altLang="zh-CN"/>
              <a:pPr/>
              <a:t>5</a:t>
            </a:fld>
            <a:endParaRPr lang="en-US" altLang="zh-CN"/>
          </a:p>
        </p:txBody>
      </p:sp>
      <p:sp>
        <p:nvSpPr>
          <p:cNvPr id="389122" name="Rectangle 2"/>
          <p:cNvSpPr>
            <a:spLocks noGrp="1" noRot="1" noChangeAspect="1" noChangeArrowheads="1" noTextEdit="1"/>
          </p:cNvSpPr>
          <p:nvPr>
            <p:ph type="sldImg"/>
          </p:nvPr>
        </p:nvSpPr>
        <p:spPr>
          <a:ln/>
        </p:spPr>
      </p:sp>
      <p:sp>
        <p:nvSpPr>
          <p:cNvPr id="38912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47109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59E65A-E333-4184-BEBF-D2D7F8EBD702}" type="slidenum">
              <a:rPr lang="en-US" altLang="zh-CN"/>
              <a:pPr/>
              <a:t>8</a:t>
            </a:fld>
            <a:endParaRPr lang="en-US" altLang="zh-CN"/>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953875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285D51-427B-4D47-9DBE-4EA5DD8B39D4}" type="slidenum">
              <a:rPr lang="en-US" altLang="zh-CN"/>
              <a:pPr/>
              <a:t>9</a:t>
            </a:fld>
            <a:endParaRPr lang="en-US" altLang="zh-CN"/>
          </a:p>
        </p:txBody>
      </p:sp>
      <p:sp>
        <p:nvSpPr>
          <p:cNvPr id="393218" name="Rectangle 2"/>
          <p:cNvSpPr>
            <a:spLocks noGrp="1" noRot="1" noChangeAspect="1" noChangeArrowheads="1" noTextEdit="1"/>
          </p:cNvSpPr>
          <p:nvPr>
            <p:ph type="sldImg"/>
          </p:nvPr>
        </p:nvSpPr>
        <p:spPr>
          <a:ln/>
        </p:spPr>
      </p:sp>
      <p:sp>
        <p:nvSpPr>
          <p:cNvPr id="3932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81948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3058D1-0DC0-49B4-A6B7-C3EEA59563C3}" type="slidenum">
              <a:rPr lang="en-US" altLang="zh-CN"/>
              <a:pPr/>
              <a:t>11</a:t>
            </a:fld>
            <a:endParaRPr lang="en-US" altLang="zh-CN"/>
          </a:p>
        </p:txBody>
      </p:sp>
      <p:sp>
        <p:nvSpPr>
          <p:cNvPr id="428034" name="Rectangle 2"/>
          <p:cNvSpPr>
            <a:spLocks noGrp="1" noRot="1" noChangeAspect="1" noChangeArrowheads="1" noTextEdit="1"/>
          </p:cNvSpPr>
          <p:nvPr>
            <p:ph type="sldImg"/>
          </p:nvPr>
        </p:nvSpPr>
        <p:spPr>
          <a:ln/>
        </p:spPr>
      </p:sp>
      <p:sp>
        <p:nvSpPr>
          <p:cNvPr id="42803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210163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331BFD-6B59-4EB5-86C0-CFDB3C6472D3}" type="slidenum">
              <a:rPr lang="en-US" altLang="zh-CN"/>
              <a:pPr/>
              <a:t>12</a:t>
            </a:fld>
            <a:endParaRPr lang="en-US" altLang="zh-CN"/>
          </a:p>
        </p:txBody>
      </p:sp>
      <p:sp>
        <p:nvSpPr>
          <p:cNvPr id="432130" name="Rectangle 2"/>
          <p:cNvSpPr>
            <a:spLocks noGrp="1" noRot="1" noChangeAspect="1" noChangeArrowheads="1" noTextEdit="1"/>
          </p:cNvSpPr>
          <p:nvPr>
            <p:ph type="sldImg"/>
          </p:nvPr>
        </p:nvSpPr>
        <p:spPr>
          <a:ln/>
        </p:spPr>
      </p:sp>
      <p:sp>
        <p:nvSpPr>
          <p:cNvPr id="4321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944964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rgbClr val="CC3300"/>
                </a:solidFill>
                <a:ea typeface="宋体" panose="02010600030101010101" pitchFamily="2" charset="-122"/>
              </a:rPr>
              <a:t>夹臂电阻（导）之积</a:t>
            </a:r>
            <a:r>
              <a:rPr lang="en-US" altLang="zh-CN" b="1" dirty="0">
                <a:solidFill>
                  <a:srgbClr val="CC3300"/>
                </a:solidFill>
                <a:ea typeface="宋体" panose="02010600030101010101" pitchFamily="2" charset="-122"/>
              </a:rPr>
              <a:t>/</a:t>
            </a:r>
            <a:r>
              <a:rPr lang="zh-CN" altLang="en-US" b="1" dirty="0">
                <a:solidFill>
                  <a:srgbClr val="CC3300"/>
                </a:solidFill>
                <a:ea typeface="宋体" panose="02010600030101010101" pitchFamily="2" charset="-122"/>
              </a:rPr>
              <a:t>三个臂的电阻（导）之和</a:t>
            </a:r>
          </a:p>
          <a:p>
            <a:endParaRPr lang="zh-CN" altLang="en-US" dirty="0"/>
          </a:p>
        </p:txBody>
      </p:sp>
      <p:sp>
        <p:nvSpPr>
          <p:cNvPr id="4" name="灯片编号占位符 3"/>
          <p:cNvSpPr>
            <a:spLocks noGrp="1"/>
          </p:cNvSpPr>
          <p:nvPr>
            <p:ph type="sldNum" sz="quarter" idx="5"/>
          </p:nvPr>
        </p:nvSpPr>
        <p:spPr/>
        <p:txBody>
          <a:bodyPr/>
          <a:lstStyle/>
          <a:p>
            <a:fld id="{98CAE23C-9D4D-4035-A057-2079C9DCAE97}" type="slidenum">
              <a:rPr lang="zh-CN" altLang="en-US" smtClean="0"/>
              <a:t>26</a:t>
            </a:fld>
            <a:endParaRPr lang="zh-CN" altLang="en-US"/>
          </a:p>
        </p:txBody>
      </p:sp>
    </p:spTree>
    <p:extLst>
      <p:ext uri="{BB962C8B-B14F-4D97-AF65-F5344CB8AC3E}">
        <p14:creationId xmlns:p14="http://schemas.microsoft.com/office/powerpoint/2010/main" val="890533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defTabSz="876300">
              <a:defRPr kumimoji="1">
                <a:solidFill>
                  <a:schemeClr val="tx1"/>
                </a:solidFill>
                <a:latin typeface="幼圆" panose="02010509060101010101" pitchFamily="49" charset="-122"/>
                <a:ea typeface="幼圆" panose="02010509060101010101" pitchFamily="49" charset="-122"/>
              </a:defRPr>
            </a:lvl1pPr>
            <a:lvl2pPr marL="742950" indent="-285750" defTabSz="876300">
              <a:defRPr kumimoji="1">
                <a:solidFill>
                  <a:schemeClr val="tx1"/>
                </a:solidFill>
                <a:latin typeface="幼圆" panose="02010509060101010101" pitchFamily="49" charset="-122"/>
                <a:ea typeface="幼圆" panose="02010509060101010101" pitchFamily="49" charset="-122"/>
              </a:defRPr>
            </a:lvl2pPr>
            <a:lvl3pPr marL="1143000" indent="-228600" defTabSz="876300">
              <a:defRPr kumimoji="1">
                <a:solidFill>
                  <a:schemeClr val="tx1"/>
                </a:solidFill>
                <a:latin typeface="幼圆" panose="02010509060101010101" pitchFamily="49" charset="-122"/>
                <a:ea typeface="幼圆" panose="02010509060101010101" pitchFamily="49" charset="-122"/>
              </a:defRPr>
            </a:lvl3pPr>
            <a:lvl4pPr marL="1600200" indent="-228600" defTabSz="876300">
              <a:defRPr kumimoji="1">
                <a:solidFill>
                  <a:schemeClr val="tx1"/>
                </a:solidFill>
                <a:latin typeface="幼圆" panose="02010509060101010101" pitchFamily="49" charset="-122"/>
                <a:ea typeface="幼圆" panose="02010509060101010101" pitchFamily="49" charset="-122"/>
              </a:defRPr>
            </a:lvl4pPr>
            <a:lvl5pPr marL="2057400" indent="-228600" defTabSz="876300">
              <a:defRPr kumimoji="1">
                <a:solidFill>
                  <a:schemeClr val="tx1"/>
                </a:solidFill>
                <a:latin typeface="幼圆" panose="02010509060101010101" pitchFamily="49" charset="-122"/>
                <a:ea typeface="幼圆" panose="02010509060101010101" pitchFamily="49" charset="-122"/>
              </a:defRPr>
            </a:lvl5pPr>
            <a:lvl6pPr marL="2514600" indent="-228600" defTabSz="8763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6pPr>
            <a:lvl7pPr marL="2971800" indent="-228600" defTabSz="8763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7pPr>
            <a:lvl8pPr marL="3429000" indent="-228600" defTabSz="8763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8pPr>
            <a:lvl9pPr marL="3886200" indent="-228600" defTabSz="8763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9pPr>
          </a:lstStyle>
          <a:p>
            <a:fld id="{D9DC7C5F-9EB1-483D-BD34-515660EAAAE6}" type="slidenum">
              <a:rPr lang="en-US" altLang="zh-CN" smtClean="0">
                <a:latin typeface="Times New Roman" panose="02020603050405020304" pitchFamily="18" charset="0"/>
                <a:ea typeface="宋体" panose="02010600030101010101" pitchFamily="2" charset="-122"/>
              </a:rPr>
              <a:pPr/>
              <a:t>39</a:t>
            </a:fld>
            <a:endParaRPr lang="en-US" altLang="zh-CN">
              <a:latin typeface="Times New Roman" panose="02020603050405020304" pitchFamily="18" charset="0"/>
              <a:ea typeface="宋体" panose="02010600030101010101" pitchFamily="2" charset="-122"/>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r>
              <a:rPr lang="en-US" altLang="zh-CN"/>
              <a:t>Super mesh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defTabSz="876300">
              <a:defRPr kumimoji="1">
                <a:solidFill>
                  <a:schemeClr val="tx1"/>
                </a:solidFill>
                <a:latin typeface="幼圆" panose="02010509060101010101" pitchFamily="49" charset="-122"/>
                <a:ea typeface="幼圆" panose="02010509060101010101" pitchFamily="49" charset="-122"/>
              </a:defRPr>
            </a:lvl1pPr>
            <a:lvl2pPr marL="742950" indent="-285750" defTabSz="876300">
              <a:defRPr kumimoji="1">
                <a:solidFill>
                  <a:schemeClr val="tx1"/>
                </a:solidFill>
                <a:latin typeface="幼圆" panose="02010509060101010101" pitchFamily="49" charset="-122"/>
                <a:ea typeface="幼圆" panose="02010509060101010101" pitchFamily="49" charset="-122"/>
              </a:defRPr>
            </a:lvl2pPr>
            <a:lvl3pPr marL="1143000" indent="-228600" defTabSz="876300">
              <a:defRPr kumimoji="1">
                <a:solidFill>
                  <a:schemeClr val="tx1"/>
                </a:solidFill>
                <a:latin typeface="幼圆" panose="02010509060101010101" pitchFamily="49" charset="-122"/>
                <a:ea typeface="幼圆" panose="02010509060101010101" pitchFamily="49" charset="-122"/>
              </a:defRPr>
            </a:lvl3pPr>
            <a:lvl4pPr marL="1600200" indent="-228600" defTabSz="876300">
              <a:defRPr kumimoji="1">
                <a:solidFill>
                  <a:schemeClr val="tx1"/>
                </a:solidFill>
                <a:latin typeface="幼圆" panose="02010509060101010101" pitchFamily="49" charset="-122"/>
                <a:ea typeface="幼圆" panose="02010509060101010101" pitchFamily="49" charset="-122"/>
              </a:defRPr>
            </a:lvl4pPr>
            <a:lvl5pPr marL="2057400" indent="-228600" defTabSz="876300">
              <a:defRPr kumimoji="1">
                <a:solidFill>
                  <a:schemeClr val="tx1"/>
                </a:solidFill>
                <a:latin typeface="幼圆" panose="02010509060101010101" pitchFamily="49" charset="-122"/>
                <a:ea typeface="幼圆" panose="02010509060101010101" pitchFamily="49" charset="-122"/>
              </a:defRPr>
            </a:lvl5pPr>
            <a:lvl6pPr marL="2514600" indent="-228600" defTabSz="8763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6pPr>
            <a:lvl7pPr marL="2971800" indent="-228600" defTabSz="8763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7pPr>
            <a:lvl8pPr marL="3429000" indent="-228600" defTabSz="8763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8pPr>
            <a:lvl9pPr marL="3886200" indent="-228600" defTabSz="8763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9pPr>
          </a:lstStyle>
          <a:p>
            <a:fld id="{D9DC7C5F-9EB1-483D-BD34-515660EAAAE6}" type="slidenum">
              <a:rPr lang="en-US" altLang="zh-CN" smtClean="0">
                <a:latin typeface="Times New Roman" panose="02020603050405020304" pitchFamily="18" charset="0"/>
                <a:ea typeface="宋体" panose="02010600030101010101" pitchFamily="2" charset="-122"/>
              </a:rPr>
              <a:pPr/>
              <a:t>48</a:t>
            </a:fld>
            <a:endParaRPr lang="en-US" altLang="zh-CN">
              <a:latin typeface="Times New Roman" panose="02020603050405020304" pitchFamily="18" charset="0"/>
              <a:ea typeface="宋体" panose="02010600030101010101" pitchFamily="2" charset="-122"/>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r>
              <a:rPr lang="en-US" altLang="zh-CN"/>
              <a:t>Super mesh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如果采用第二章的办法</a:t>
            </a:r>
          </a:p>
        </p:txBody>
      </p:sp>
      <p:sp>
        <p:nvSpPr>
          <p:cNvPr id="4" name="灯片编号占位符 3"/>
          <p:cNvSpPr>
            <a:spLocks noGrp="1"/>
          </p:cNvSpPr>
          <p:nvPr>
            <p:ph type="sldNum" sz="quarter" idx="5"/>
          </p:nvPr>
        </p:nvSpPr>
        <p:spPr/>
        <p:txBody>
          <a:bodyPr/>
          <a:lstStyle/>
          <a:p>
            <a:pPr>
              <a:defRPr/>
            </a:pPr>
            <a:fld id="{99CC1A8D-5C7C-493F-891C-DA61051D5A4F}" type="slidenum">
              <a:rPr lang="en-US" altLang="zh-CN" smtClean="0"/>
              <a:t>77</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如果采用第二章的办法</a:t>
            </a:r>
          </a:p>
        </p:txBody>
      </p:sp>
      <p:sp>
        <p:nvSpPr>
          <p:cNvPr id="4" name="灯片编号占位符 3"/>
          <p:cNvSpPr>
            <a:spLocks noGrp="1"/>
          </p:cNvSpPr>
          <p:nvPr>
            <p:ph type="sldNum" sz="quarter" idx="5"/>
          </p:nvPr>
        </p:nvSpPr>
        <p:spPr/>
        <p:txBody>
          <a:bodyPr/>
          <a:lstStyle/>
          <a:p>
            <a:pPr>
              <a:defRPr/>
            </a:pPr>
            <a:fld id="{99CC1A8D-5C7C-493F-891C-DA61051D5A4F}" type="slidenum">
              <a:rPr lang="en-US" altLang="zh-CN" smtClean="0"/>
              <a:t>78</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如果采用第二章的办法</a:t>
            </a:r>
          </a:p>
        </p:txBody>
      </p:sp>
      <p:sp>
        <p:nvSpPr>
          <p:cNvPr id="4" name="灯片编号占位符 3"/>
          <p:cNvSpPr>
            <a:spLocks noGrp="1"/>
          </p:cNvSpPr>
          <p:nvPr>
            <p:ph type="sldNum" sz="quarter" idx="5"/>
          </p:nvPr>
        </p:nvSpPr>
        <p:spPr/>
        <p:txBody>
          <a:bodyPr/>
          <a:lstStyle/>
          <a:p>
            <a:pPr>
              <a:defRPr/>
            </a:pPr>
            <a:fld id="{99CC1A8D-5C7C-493F-891C-DA61051D5A4F}" type="slidenum">
              <a:rPr lang="en-US" altLang="zh-CN" smtClean="0"/>
              <a:t>79</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如果采用第二章的办法</a:t>
            </a:r>
          </a:p>
        </p:txBody>
      </p:sp>
      <p:sp>
        <p:nvSpPr>
          <p:cNvPr id="4" name="灯片编号占位符 3"/>
          <p:cNvSpPr>
            <a:spLocks noGrp="1"/>
          </p:cNvSpPr>
          <p:nvPr>
            <p:ph type="sldNum" sz="quarter" idx="5"/>
          </p:nvPr>
        </p:nvSpPr>
        <p:spPr/>
        <p:txBody>
          <a:bodyPr/>
          <a:lstStyle/>
          <a:p>
            <a:pPr>
              <a:defRPr/>
            </a:pPr>
            <a:fld id="{99CC1A8D-5C7C-493F-891C-DA61051D5A4F}" type="slidenum">
              <a:rPr lang="en-US" altLang="zh-CN" smtClean="0"/>
              <a:t>80</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E0C373-F252-4CF2-A4CD-FEF695006013}" type="slidenum">
              <a:rPr lang="en-US" altLang="zh-CN"/>
              <a:pPr/>
              <a:t>94</a:t>
            </a:fld>
            <a:endParaRPr lang="en-US" altLang="zh-CN"/>
          </a:p>
        </p:txBody>
      </p:sp>
      <p:sp>
        <p:nvSpPr>
          <p:cNvPr id="520194" name="Rectangle 2"/>
          <p:cNvSpPr>
            <a:spLocks noGrp="1" noRot="1" noChangeAspect="1" noChangeArrowheads="1" noTextEdit="1"/>
          </p:cNvSpPr>
          <p:nvPr>
            <p:ph type="sldImg"/>
          </p:nvPr>
        </p:nvSpPr>
        <p:spPr>
          <a:ln/>
        </p:spPr>
      </p:sp>
      <p:sp>
        <p:nvSpPr>
          <p:cNvPr id="52019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25387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根据虚短、虚断特性，列</a:t>
            </a:r>
            <a:r>
              <a:rPr lang="en-US" altLang="zh-CN" dirty="0"/>
              <a:t>KCL</a:t>
            </a:r>
            <a:r>
              <a:rPr lang="zh-CN" altLang="en-US" dirty="0"/>
              <a:t>方程即可</a:t>
            </a:r>
          </a:p>
        </p:txBody>
      </p:sp>
      <p:sp>
        <p:nvSpPr>
          <p:cNvPr id="4" name="灯片编号占位符 3"/>
          <p:cNvSpPr>
            <a:spLocks noGrp="1"/>
          </p:cNvSpPr>
          <p:nvPr>
            <p:ph type="sldNum" sz="quarter" idx="5"/>
          </p:nvPr>
        </p:nvSpPr>
        <p:spPr/>
        <p:txBody>
          <a:bodyPr/>
          <a:lstStyle/>
          <a:p>
            <a:fld id="{98CAE23C-9D4D-4035-A057-2079C9DCAE97}" type="slidenum">
              <a:rPr lang="zh-CN" altLang="en-US" smtClean="0"/>
              <a:t>99</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D65B27-BF80-4209-ADF9-3A842BF3FEA6}" type="slidenum">
              <a:rPr lang="en-US" altLang="zh-CN"/>
              <a:pPr/>
              <a:t>101</a:t>
            </a:fld>
            <a:endParaRPr lang="en-US" altLang="zh-CN"/>
          </a:p>
        </p:txBody>
      </p:sp>
      <p:sp>
        <p:nvSpPr>
          <p:cNvPr id="195586" name="Rectangle 2"/>
          <p:cNvSpPr>
            <a:spLocks noGrp="1" noRot="1" noChangeAspect="1" noChangeArrowheads="1" noTextEdit="1"/>
          </p:cNvSpPr>
          <p:nvPr>
            <p:ph type="sldImg"/>
          </p:nvPr>
        </p:nvSpPr>
        <p:spPr>
          <a:ln/>
        </p:spPr>
      </p:sp>
      <p:sp>
        <p:nvSpPr>
          <p:cNvPr id="19558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8216811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583FF5-7A14-44E7-95E6-513A186A60C9}" type="slidenum">
              <a:rPr lang="en-US" altLang="zh-CN"/>
              <a:pPr/>
              <a:t>102</a:t>
            </a:fld>
            <a:endParaRPr lang="en-US" altLang="zh-CN"/>
          </a:p>
        </p:txBody>
      </p:sp>
      <p:sp>
        <p:nvSpPr>
          <p:cNvPr id="197634" name="Rectangle 2"/>
          <p:cNvSpPr>
            <a:spLocks noGrp="1" noRot="1" noChangeAspect="1" noChangeArrowheads="1" noTextEdit="1"/>
          </p:cNvSpPr>
          <p:nvPr>
            <p:ph type="sldImg"/>
          </p:nvPr>
        </p:nvSpPr>
        <p:spPr>
          <a:ln/>
        </p:spPr>
      </p:sp>
      <p:sp>
        <p:nvSpPr>
          <p:cNvPr id="197635"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2192979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435714-530B-4BF5-B433-571BC7A359DF}" type="slidenum">
              <a:rPr lang="en-US" altLang="zh-CN"/>
              <a:pPr/>
              <a:t>103</a:t>
            </a:fld>
            <a:endParaRPr lang="en-US" altLang="zh-CN"/>
          </a:p>
        </p:txBody>
      </p:sp>
      <p:sp>
        <p:nvSpPr>
          <p:cNvPr id="216066" name="Rectangle 2"/>
          <p:cNvSpPr>
            <a:spLocks noGrp="1" noRot="1" noChangeAspect="1" noChangeArrowheads="1" noTextEdit="1"/>
          </p:cNvSpPr>
          <p:nvPr>
            <p:ph type="sldImg"/>
          </p:nvPr>
        </p:nvSpPr>
        <p:spPr>
          <a:ln/>
        </p:spPr>
      </p:sp>
      <p:sp>
        <p:nvSpPr>
          <p:cNvPr id="21606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994830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8B78BB-E741-49B9-A631-5197EC771BA9}" type="slidenum">
              <a:rPr lang="en-US" altLang="zh-CN"/>
              <a:pPr/>
              <a:t>104</a:t>
            </a:fld>
            <a:endParaRPr lang="en-US" altLang="zh-CN"/>
          </a:p>
        </p:txBody>
      </p:sp>
      <p:sp>
        <p:nvSpPr>
          <p:cNvPr id="222210" name="Rectangle 2"/>
          <p:cNvSpPr>
            <a:spLocks noGrp="1" noRot="1" noChangeAspect="1" noChangeArrowheads="1" noTextEdit="1"/>
          </p:cNvSpPr>
          <p:nvPr>
            <p:ph type="sldImg"/>
          </p:nvPr>
        </p:nvSpPr>
        <p:spPr>
          <a:ln/>
        </p:spPr>
      </p:sp>
      <p:sp>
        <p:nvSpPr>
          <p:cNvPr id="22221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29529906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E55A35-B120-429F-8EAD-88B891F1E65F}" type="slidenum">
              <a:rPr lang="en-US" altLang="zh-CN"/>
              <a:pPr/>
              <a:t>107</a:t>
            </a:fld>
            <a:endParaRPr lang="en-US" altLang="zh-CN"/>
          </a:p>
        </p:txBody>
      </p:sp>
      <p:sp>
        <p:nvSpPr>
          <p:cNvPr id="19458" name="Rectangle 2"/>
          <p:cNvSpPr>
            <a:spLocks noGrp="1" noRot="1" noChangeAspect="1" noChangeArrowheads="1" noTextEdit="1"/>
          </p:cNvSpPr>
          <p:nvPr>
            <p:ph type="sldImg"/>
          </p:nvPr>
        </p:nvSpPr>
        <p:spPr>
          <a:xfrm>
            <a:off x="1150938" y="692150"/>
            <a:ext cx="4556125" cy="3416300"/>
          </a:xfrm>
          <a:ln/>
        </p:spPr>
      </p:sp>
      <p:sp>
        <p:nvSpPr>
          <p:cNvPr id="1945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0784713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4393D5-0446-4D36-A352-F99F9C9F16B6}" type="slidenum">
              <a:rPr lang="en-US" altLang="zh-CN"/>
              <a:pPr/>
              <a:t>108</a:t>
            </a:fld>
            <a:endParaRPr lang="en-US" altLang="zh-CN"/>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7299114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862454-4DAB-4A8B-8085-18CEFCF877EF}" type="slidenum">
              <a:rPr lang="en-US" altLang="zh-CN"/>
              <a:pPr/>
              <a:t>109</a:t>
            </a:fld>
            <a:endParaRPr lang="en-US" altLang="zh-CN"/>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153752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57A0E3-5585-4DCA-A589-DA0B37AC4DBA}" type="slidenum">
              <a:rPr lang="en-US" altLang="zh-CN"/>
              <a:pPr/>
              <a:t>110</a:t>
            </a:fld>
            <a:endParaRPr lang="en-US" altLang="zh-CN"/>
          </a:p>
        </p:txBody>
      </p:sp>
      <p:sp>
        <p:nvSpPr>
          <p:cNvPr id="350210" name="Rectangle 2"/>
          <p:cNvSpPr>
            <a:spLocks noGrp="1" noRot="1" noChangeAspect="1" noChangeArrowheads="1" noTextEdit="1"/>
          </p:cNvSpPr>
          <p:nvPr>
            <p:ph type="sldImg"/>
          </p:nvPr>
        </p:nvSpPr>
        <p:spPr>
          <a:ln/>
        </p:spPr>
      </p:sp>
      <p:sp>
        <p:nvSpPr>
          <p:cNvPr id="35021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0739313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A352C0-278A-4F55-8E24-8A50ECCCB792}" type="slidenum">
              <a:rPr lang="en-US" altLang="zh-CN"/>
              <a:pPr/>
              <a:t>111</a:t>
            </a:fld>
            <a:endParaRPr lang="en-US" altLang="zh-CN"/>
          </a:p>
        </p:txBody>
      </p:sp>
      <p:sp>
        <p:nvSpPr>
          <p:cNvPr id="351234" name="Rectangle 2"/>
          <p:cNvSpPr>
            <a:spLocks noGrp="1" noRot="1" noChangeAspect="1" noChangeArrowheads="1" noTextEdit="1"/>
          </p:cNvSpPr>
          <p:nvPr>
            <p:ph type="sldImg"/>
          </p:nvPr>
        </p:nvSpPr>
        <p:spPr>
          <a:ln/>
        </p:spPr>
      </p:sp>
      <p:sp>
        <p:nvSpPr>
          <p:cNvPr id="35123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5696489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50210A-3AF3-4421-9D95-613A037983FB}" type="slidenum">
              <a:rPr lang="en-US" altLang="zh-CN"/>
              <a:pPr/>
              <a:t>112</a:t>
            </a:fld>
            <a:endParaRPr lang="en-US" altLang="zh-CN"/>
          </a:p>
        </p:txBody>
      </p:sp>
      <p:sp>
        <p:nvSpPr>
          <p:cNvPr id="352258" name="Rectangle 2"/>
          <p:cNvSpPr>
            <a:spLocks noGrp="1" noRot="1" noChangeAspect="1" noChangeArrowheads="1" noTextEdit="1"/>
          </p:cNvSpPr>
          <p:nvPr>
            <p:ph type="sldImg"/>
          </p:nvPr>
        </p:nvSpPr>
        <p:spPr>
          <a:ln/>
        </p:spPr>
      </p:sp>
      <p:sp>
        <p:nvSpPr>
          <p:cNvPr id="35225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5059701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D234E7-35F8-47E4-88A4-D3F15FBBA2A8}" type="slidenum">
              <a:rPr lang="en-US" altLang="zh-CN"/>
              <a:pPr/>
              <a:t>114</a:t>
            </a:fld>
            <a:endParaRPr lang="en-US" altLang="zh-CN"/>
          </a:p>
        </p:txBody>
      </p:sp>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9204547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DD702D-CB5A-4BAD-808F-0673C84936F1}" type="slidenum">
              <a:rPr lang="en-US" altLang="zh-CN"/>
              <a:pPr/>
              <a:t>115</a:t>
            </a:fld>
            <a:endParaRPr lang="en-US" altLang="zh-CN"/>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5494485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E82C18-5C24-4290-AF9B-36FD7BEA4027}" type="slidenum">
              <a:rPr lang="en-US" altLang="zh-CN"/>
              <a:pPr/>
              <a:t>116</a:t>
            </a:fld>
            <a:endParaRPr lang="en-US" altLang="zh-CN"/>
          </a:p>
        </p:txBody>
      </p:sp>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3858806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B53BB8-3AF4-4D4B-A107-89DCBD1E8DFE}" type="slidenum">
              <a:rPr lang="en-US" altLang="zh-CN"/>
              <a:pPr/>
              <a:t>117</a:t>
            </a:fld>
            <a:endParaRPr lang="en-US" altLang="zh-CN"/>
          </a:p>
        </p:txBody>
      </p:sp>
      <p:sp>
        <p:nvSpPr>
          <p:cNvPr id="348162" name="Rectangle 2"/>
          <p:cNvSpPr>
            <a:spLocks noGrp="1" noRot="1" noChangeAspect="1" noChangeArrowheads="1" noTextEdit="1"/>
          </p:cNvSpPr>
          <p:nvPr>
            <p:ph type="sldImg"/>
          </p:nvPr>
        </p:nvSpPr>
        <p:spPr>
          <a:ln/>
        </p:spPr>
      </p:sp>
      <p:sp>
        <p:nvSpPr>
          <p:cNvPr id="34816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45397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35829B-2E75-432A-8C13-3F5C5968A6EF}" type="slidenum">
              <a:rPr lang="en-US" altLang="zh-CN"/>
              <a:pPr/>
              <a:t>118</a:t>
            </a:fld>
            <a:endParaRPr lang="en-US" altLang="zh-CN"/>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7410260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CAE23C-9D4D-4035-A057-2079C9DCAE97}" type="slidenum">
              <a:rPr lang="zh-CN" altLang="en-US" smtClean="0"/>
              <a:t>120</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5E2F70-FFD3-4780-86AC-711BD30CC19B}" type="slidenum">
              <a:rPr lang="en-US" altLang="zh-CN"/>
              <a:pPr/>
              <a:t>127</a:t>
            </a:fld>
            <a:endParaRPr lang="en-US" altLang="zh-CN"/>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790564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Uc</a:t>
            </a:r>
            <a:r>
              <a:rPr lang="en-US" altLang="zh-CN" dirty="0"/>
              <a:t>=0</a:t>
            </a:r>
            <a:r>
              <a:rPr lang="zh-CN" altLang="en-US" dirty="0"/>
              <a:t>，开关闭合前处于零状态</a:t>
            </a:r>
          </a:p>
        </p:txBody>
      </p:sp>
      <p:sp>
        <p:nvSpPr>
          <p:cNvPr id="4" name="灯片编号占位符 3"/>
          <p:cNvSpPr>
            <a:spLocks noGrp="1"/>
          </p:cNvSpPr>
          <p:nvPr>
            <p:ph type="sldNum" sz="quarter" idx="5"/>
          </p:nvPr>
        </p:nvSpPr>
        <p:spPr/>
        <p:txBody>
          <a:bodyPr/>
          <a:lstStyle/>
          <a:p>
            <a:fld id="{98CAE23C-9D4D-4035-A057-2079C9DCAE97}" type="slidenum">
              <a:rPr lang="zh-CN" altLang="en-US" smtClean="0"/>
              <a:t>131</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A89AC3-9BA0-42D3-B78D-27E6DB8BFED8}" type="slidenum">
              <a:rPr lang="en-US" altLang="zh-CN"/>
              <a:pPr/>
              <a:t>137</a:t>
            </a:fld>
            <a:endParaRPr lang="en-US" altLang="zh-CN"/>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21334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9589CD-F36D-488B-B07A-065DFA0E62D1}" type="slidenum">
              <a:rPr lang="en-US" altLang="zh-CN"/>
              <a:pPr/>
              <a:t>138</a:t>
            </a:fld>
            <a:endParaRPr lang="en-US" altLang="zh-CN"/>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1483662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A0F41F-D3EB-4B28-9F16-B2C10459028F}" type="slidenum">
              <a:rPr lang="en-US" altLang="zh-CN"/>
              <a:pPr/>
              <a:t>143</a:t>
            </a:fld>
            <a:endParaRPr lang="en-US" altLang="zh-CN"/>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5731594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57E939-05DB-43F6-A508-1686D8442E61}" type="slidenum">
              <a:rPr lang="en-US" altLang="zh-CN"/>
              <a:pPr/>
              <a:t>144</a:t>
            </a:fld>
            <a:endParaRPr lang="en-US" altLang="zh-CN"/>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107020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6264B2-DA1B-40D9-BC1E-742CC84673A9}" type="slidenum">
              <a:rPr lang="en-US" altLang="zh-CN"/>
              <a:pPr/>
              <a:t>145</a:t>
            </a:fld>
            <a:endParaRPr lang="en-US" altLang="zh-CN"/>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xfrm>
            <a:off x="914400" y="4343400"/>
            <a:ext cx="5029200" cy="4114800"/>
          </a:xfrm>
        </p:spPr>
        <p:txBody>
          <a:bodyPr/>
          <a:lstStyle/>
          <a:p>
            <a:endParaRPr lang="zh-CN" altLang="zh-CN" dirty="0"/>
          </a:p>
        </p:txBody>
      </p:sp>
    </p:spTree>
    <p:extLst>
      <p:ext uri="{BB962C8B-B14F-4D97-AF65-F5344CB8AC3E}">
        <p14:creationId xmlns:p14="http://schemas.microsoft.com/office/powerpoint/2010/main" val="9471284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47A00B-1DC4-4881-81B6-7014C2D79FB1}" type="slidenum">
              <a:rPr lang="en-US" altLang="zh-CN"/>
              <a:pPr/>
              <a:t>146</a:t>
            </a:fld>
            <a:endParaRPr lang="en-US" altLang="zh-CN"/>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xfrm>
            <a:off x="914400" y="4343400"/>
            <a:ext cx="5029200" cy="4114800"/>
          </a:xfrm>
        </p:spPr>
        <p:txBody>
          <a:bodyPr/>
          <a:lstStyle/>
          <a:p>
            <a:endParaRPr lang="zh-CN" altLang="zh-CN" dirty="0"/>
          </a:p>
        </p:txBody>
      </p:sp>
    </p:spTree>
    <p:extLst>
      <p:ext uri="{BB962C8B-B14F-4D97-AF65-F5344CB8AC3E}">
        <p14:creationId xmlns:p14="http://schemas.microsoft.com/office/powerpoint/2010/main" val="2589675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B6FFFC-18D4-41F1-8510-694E8664936D}" type="slidenum">
              <a:rPr lang="en-US" altLang="zh-CN"/>
              <a:pPr/>
              <a:t>147</a:t>
            </a:fld>
            <a:endParaRPr lang="en-US" altLang="zh-CN"/>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7312656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1E33B8-154A-4B26-819F-809A36EE244E}" type="slidenum">
              <a:rPr lang="en-US" altLang="zh-CN"/>
              <a:pPr/>
              <a:t>148</a:t>
            </a:fld>
            <a:endParaRPr lang="en-US" altLang="zh-CN"/>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090828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CD87CA-02CB-46B9-B30E-7CC06F3D85A7}" type="slidenum">
              <a:rPr lang="en-US" altLang="zh-CN"/>
              <a:pPr/>
              <a:t>150</a:t>
            </a:fld>
            <a:endParaRPr lang="en-US" altLang="zh-CN"/>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9561829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F7942E-9428-445D-A14C-9561BF063D39}" type="slidenum">
              <a:rPr lang="en-US" altLang="zh-CN"/>
              <a:pPr/>
              <a:t>151</a:t>
            </a:fld>
            <a:endParaRPr lang="en-US" altLang="zh-CN"/>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23759136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A22127-BA01-4025-9984-27C3B289246D}" type="slidenum">
              <a:rPr lang="en-US" altLang="zh-CN"/>
              <a:pPr/>
              <a:t>152</a:t>
            </a:fld>
            <a:endParaRPr lang="en-US" altLang="zh-CN"/>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29633407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BC49C5-EC99-4185-B0EE-1D6E985C6FAA}" type="slidenum">
              <a:rPr lang="en-US" altLang="zh-CN"/>
              <a:pPr/>
              <a:t>153</a:t>
            </a:fld>
            <a:endParaRPr lang="en-US" altLang="zh-CN"/>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303777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6F6F710-2DBD-42C2-B1DC-88F4C9209862}" type="slidenum">
              <a:rPr lang="en-US" altLang="zh-CN" smtClean="0"/>
              <a:pPr>
                <a:defRPr/>
              </a:pPr>
              <a:t>154</a:t>
            </a:fld>
            <a:endParaRPr lang="en-US" altLang="zh-CN"/>
          </a:p>
        </p:txBody>
      </p:sp>
    </p:spTree>
    <p:extLst>
      <p:ext uri="{BB962C8B-B14F-4D97-AF65-F5344CB8AC3E}">
        <p14:creationId xmlns:p14="http://schemas.microsoft.com/office/powerpoint/2010/main" val="2088100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4DF775-03B7-44E5-BFA6-786CA4FD8CE0}" type="slidenum">
              <a:rPr lang="en-US" altLang="zh-CN"/>
              <a:pPr/>
              <a:t>164</a:t>
            </a:fld>
            <a:endParaRPr lang="en-US" altLang="zh-CN"/>
          </a:p>
        </p:txBody>
      </p:sp>
      <p:sp>
        <p:nvSpPr>
          <p:cNvPr id="549890" name="Rectangle 2"/>
          <p:cNvSpPr>
            <a:spLocks noGrp="1" noRot="1" noChangeAspect="1" noChangeArrowheads="1" noTextEdit="1"/>
          </p:cNvSpPr>
          <p:nvPr>
            <p:ph type="sldImg"/>
          </p:nvPr>
        </p:nvSpPr>
        <p:spPr>
          <a:ln/>
        </p:spPr>
      </p:sp>
      <p:sp>
        <p:nvSpPr>
          <p:cNvPr id="54989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4082046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67AC0E-AE1D-4758-9DBD-95DB3C5009EF}" type="slidenum">
              <a:rPr lang="en-US" altLang="zh-CN"/>
              <a:pPr/>
              <a:t>165</a:t>
            </a:fld>
            <a:endParaRPr lang="en-US" altLang="zh-CN"/>
          </a:p>
        </p:txBody>
      </p:sp>
      <p:sp>
        <p:nvSpPr>
          <p:cNvPr id="553986" name="Rectangle 2"/>
          <p:cNvSpPr>
            <a:spLocks noGrp="1" noRot="1" noChangeAspect="1" noChangeArrowheads="1" noTextEdit="1"/>
          </p:cNvSpPr>
          <p:nvPr>
            <p:ph type="sldImg"/>
          </p:nvPr>
        </p:nvSpPr>
        <p:spPr>
          <a:ln/>
        </p:spPr>
      </p:sp>
      <p:sp>
        <p:nvSpPr>
          <p:cNvPr id="55398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3664140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rgbClr val="FF0000"/>
                </a:solidFill>
                <a:latin typeface="Times New Roman" panose="02020603050405020304" pitchFamily="18" charset="0"/>
                <a:ea typeface="楷体" panose="02010609060101010101" charset="-122"/>
              </a:rPr>
              <a:t>无功：反映电源与负载之间交换能量的速率</a:t>
            </a:r>
          </a:p>
          <a:p>
            <a:endParaRPr lang="zh-CN" altLang="en-US" dirty="0"/>
          </a:p>
        </p:txBody>
      </p:sp>
      <p:sp>
        <p:nvSpPr>
          <p:cNvPr id="4" name="灯片编号占位符 3"/>
          <p:cNvSpPr>
            <a:spLocks noGrp="1"/>
          </p:cNvSpPr>
          <p:nvPr>
            <p:ph type="sldNum" sz="quarter" idx="5"/>
          </p:nvPr>
        </p:nvSpPr>
        <p:spPr/>
        <p:txBody>
          <a:bodyPr/>
          <a:lstStyle/>
          <a:p>
            <a:fld id="{98CAE23C-9D4D-4035-A057-2079C9DCAE97}" type="slidenum">
              <a:rPr lang="zh-CN" altLang="en-US" smtClean="0"/>
              <a:t>169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角频率未知</a:t>
            </a:r>
          </a:p>
        </p:txBody>
      </p:sp>
      <p:sp>
        <p:nvSpPr>
          <p:cNvPr id="4" name="灯片编号占位符 3"/>
          <p:cNvSpPr>
            <a:spLocks noGrp="1"/>
          </p:cNvSpPr>
          <p:nvPr>
            <p:ph type="sldNum" sz="quarter" idx="5"/>
          </p:nvPr>
        </p:nvSpPr>
        <p:spPr/>
        <p:txBody>
          <a:bodyPr/>
          <a:lstStyle/>
          <a:p>
            <a:fld id="{98CAE23C-9D4D-4035-A057-2079C9DCAE97}" type="slidenum">
              <a:rPr lang="zh-CN" altLang="en-US" smtClean="0"/>
              <a:t>186</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CAE23C-9D4D-4035-A057-2079C9DCAE97}" type="slidenum">
              <a:rPr lang="zh-CN" altLang="en-US" smtClean="0"/>
              <a:t>188</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a:t>
            </a:r>
            <a:r>
              <a:rPr lang="zh-CN" altLang="en-US" dirty="0"/>
              <a:t>接：线电流</a:t>
            </a:r>
            <a:r>
              <a:rPr lang="en-US" altLang="zh-CN" dirty="0"/>
              <a:t>=</a:t>
            </a:r>
            <a:r>
              <a:rPr lang="zh-CN" altLang="en-US" dirty="0"/>
              <a:t>相电流、线电压是相电压的根号</a:t>
            </a:r>
            <a:r>
              <a:rPr lang="en-US" altLang="zh-CN" dirty="0"/>
              <a:t>3</a:t>
            </a:r>
            <a:r>
              <a:rPr lang="zh-CN" altLang="en-US" dirty="0"/>
              <a:t>倍；</a:t>
            </a:r>
            <a:endParaRPr lang="en-US" altLang="zh-CN" dirty="0"/>
          </a:p>
          <a:p>
            <a:r>
              <a:rPr lang="zh-CN" altLang="en-US" dirty="0"/>
              <a:t>分相计算法：另外两相无需计算</a:t>
            </a:r>
            <a:endParaRPr lang="en-US" altLang="zh-CN" dirty="0"/>
          </a:p>
          <a:p>
            <a:r>
              <a:rPr lang="zh-CN" altLang="en-US" dirty="0"/>
              <a:t>相位角是相电压</a:t>
            </a:r>
            <a:r>
              <a:rPr lang="en-US" altLang="zh-CN" dirty="0"/>
              <a:t>-</a:t>
            </a:r>
            <a:r>
              <a:rPr lang="zh-CN" altLang="en-US" dirty="0"/>
              <a:t>相电流</a:t>
            </a:r>
          </a:p>
        </p:txBody>
      </p:sp>
      <p:sp>
        <p:nvSpPr>
          <p:cNvPr id="4" name="灯片编号占位符 3"/>
          <p:cNvSpPr>
            <a:spLocks noGrp="1"/>
          </p:cNvSpPr>
          <p:nvPr>
            <p:ph type="sldNum" sz="quarter" idx="5"/>
          </p:nvPr>
        </p:nvSpPr>
        <p:spPr/>
        <p:txBody>
          <a:bodyPr/>
          <a:lstStyle/>
          <a:p>
            <a:fld id="{98CAE23C-9D4D-4035-A057-2079C9DCAE97}" type="slidenum">
              <a:rPr lang="zh-CN" altLang="en-US" smtClean="0"/>
              <a:t>190</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CAE23C-9D4D-4035-A057-2079C9DCAE97}" type="slidenum">
              <a:rPr lang="zh-CN" altLang="en-US" smtClean="0"/>
              <a:t>207</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1FB957-99CC-4EB7-BEDF-C9E8E6A4DF69}" type="slidenum">
              <a:rPr lang="en-US" altLang="zh-CN"/>
              <a:pPr/>
              <a:t>221</a:t>
            </a:fld>
            <a:endParaRPr lang="en-US" altLang="zh-CN"/>
          </a:p>
        </p:txBody>
      </p:sp>
      <p:sp>
        <p:nvSpPr>
          <p:cNvPr id="751618" name="Rectangle 2"/>
          <p:cNvSpPr>
            <a:spLocks noGrp="1" noRot="1" noChangeAspect="1" noChangeArrowheads="1" noTextEdit="1"/>
          </p:cNvSpPr>
          <p:nvPr>
            <p:ph type="sldImg"/>
          </p:nvPr>
        </p:nvSpPr>
        <p:spPr>
          <a:ln/>
        </p:spPr>
      </p:sp>
      <p:sp>
        <p:nvSpPr>
          <p:cNvPr id="75161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7126235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232626-DFE2-4875-9756-7ABFF4B7AAE9}" type="slidenum">
              <a:rPr lang="en-US" altLang="zh-CN"/>
              <a:pPr/>
              <a:t>222</a:t>
            </a:fld>
            <a:endParaRPr lang="en-US" altLang="zh-CN"/>
          </a:p>
        </p:txBody>
      </p:sp>
      <p:sp>
        <p:nvSpPr>
          <p:cNvPr id="755714" name="Rectangle 2"/>
          <p:cNvSpPr>
            <a:spLocks noGrp="1" noRot="1" noChangeAspect="1" noChangeArrowheads="1" noTextEdit="1"/>
          </p:cNvSpPr>
          <p:nvPr>
            <p:ph type="sldImg"/>
          </p:nvPr>
        </p:nvSpPr>
        <p:spPr>
          <a:ln/>
        </p:spPr>
      </p:sp>
      <p:sp>
        <p:nvSpPr>
          <p:cNvPr id="755715"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25329183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837AF9-C739-4200-84BB-61BCF3435F80}" type="slidenum">
              <a:rPr lang="en-US" altLang="zh-CN"/>
              <a:pPr/>
              <a:t>223</a:t>
            </a:fld>
            <a:endParaRPr lang="en-US" altLang="zh-CN"/>
          </a:p>
        </p:txBody>
      </p:sp>
      <p:sp>
        <p:nvSpPr>
          <p:cNvPr id="757762" name="Rectangle 2"/>
          <p:cNvSpPr>
            <a:spLocks noGrp="1" noRot="1" noChangeAspect="1" noChangeArrowheads="1" noTextEdit="1"/>
          </p:cNvSpPr>
          <p:nvPr>
            <p:ph type="sldImg"/>
          </p:nvPr>
        </p:nvSpPr>
        <p:spPr>
          <a:ln/>
        </p:spPr>
      </p:sp>
      <p:sp>
        <p:nvSpPr>
          <p:cNvPr id="75776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7148895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EF5045-7B53-412A-AFA2-BBC980B948B4}" type="slidenum">
              <a:rPr lang="en-US" altLang="zh-CN"/>
              <a:pPr/>
              <a:t>230</a:t>
            </a:fld>
            <a:endParaRPr lang="en-US" altLang="zh-CN"/>
          </a:p>
        </p:txBody>
      </p:sp>
      <p:sp>
        <p:nvSpPr>
          <p:cNvPr id="377858" name="Rectangle 2"/>
          <p:cNvSpPr>
            <a:spLocks noGrp="1" noRot="1" noChangeAspect="1" noChangeArrowheads="1" noTextEdit="1"/>
          </p:cNvSpPr>
          <p:nvPr>
            <p:ph type="sldImg"/>
          </p:nvPr>
        </p:nvSpPr>
        <p:spPr>
          <a:ln/>
        </p:spPr>
      </p:sp>
      <p:sp>
        <p:nvSpPr>
          <p:cNvPr id="37785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376988-D798-4195-865F-807C320D07EE}" type="slidenum">
              <a:rPr lang="en-US" altLang="zh-CN"/>
              <a:pPr/>
              <a:t>231</a:t>
            </a:fld>
            <a:endParaRPr lang="en-US" altLang="zh-CN"/>
          </a:p>
        </p:txBody>
      </p:sp>
      <p:sp>
        <p:nvSpPr>
          <p:cNvPr id="379906" name="Rectangle 2"/>
          <p:cNvSpPr>
            <a:spLocks noGrp="1" noRot="1" noChangeAspect="1" noChangeArrowheads="1" noTextEdit="1"/>
          </p:cNvSpPr>
          <p:nvPr>
            <p:ph type="sldImg"/>
          </p:nvPr>
        </p:nvSpPr>
        <p:spPr>
          <a:ln/>
        </p:spPr>
      </p:sp>
      <p:sp>
        <p:nvSpPr>
          <p:cNvPr id="37990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BEDB30-A722-4A8D-B353-F8E97D4F00B2}" type="slidenum">
              <a:rPr lang="en-US" altLang="zh-CN"/>
              <a:pPr/>
              <a:t>236</a:t>
            </a:fld>
            <a:endParaRPr lang="en-US" altLang="zh-CN"/>
          </a:p>
        </p:txBody>
      </p:sp>
      <p:sp>
        <p:nvSpPr>
          <p:cNvPr id="428034" name="Rectangle 2"/>
          <p:cNvSpPr>
            <a:spLocks noGrp="1" noRot="1" noChangeAspect="1" noChangeArrowheads="1" noTextEdit="1"/>
          </p:cNvSpPr>
          <p:nvPr>
            <p:ph type="sldImg"/>
          </p:nvPr>
        </p:nvSpPr>
        <p:spPr>
          <a:ln/>
        </p:spPr>
      </p:sp>
      <p:sp>
        <p:nvSpPr>
          <p:cNvPr id="4280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333F28-7059-4E85-A628-28BDDD9BD649}" type="slidenum">
              <a:rPr lang="en-US" altLang="zh-CN"/>
              <a:pPr/>
              <a:t>237</a:t>
            </a:fld>
            <a:endParaRPr lang="en-US" altLang="zh-CN"/>
          </a:p>
        </p:txBody>
      </p:sp>
      <p:sp>
        <p:nvSpPr>
          <p:cNvPr id="434178" name="Rectangle 2"/>
          <p:cNvSpPr>
            <a:spLocks noGrp="1" noRot="1" noChangeAspect="1" noChangeArrowheads="1" noTextEdit="1"/>
          </p:cNvSpPr>
          <p:nvPr>
            <p:ph type="sldImg"/>
          </p:nvPr>
        </p:nvSpPr>
        <p:spPr>
          <a:ln/>
        </p:spPr>
      </p:sp>
      <p:sp>
        <p:nvSpPr>
          <p:cNvPr id="4341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660551-E879-420A-9FB3-545441C06E07}"/>
              </a:ext>
            </a:extLst>
          </p:cNvPr>
          <p:cNvSpPr>
            <a:spLocks noGrp="1" noChangeArrowheads="1"/>
          </p:cNvSpPr>
          <p:nvPr>
            <p:ph type="sldNum" sz="quarter" idx="5"/>
          </p:nvPr>
        </p:nvSpPr>
        <p:spPr>
          <a:ln/>
        </p:spPr>
        <p:txBody>
          <a:bodyPr/>
          <a:lstStyle/>
          <a:p>
            <a:fld id="{BB04244B-35EC-45B4-9BF0-82E41671F494}" type="slidenum">
              <a:rPr lang="en-US" altLang="zh-CN"/>
              <a:pPr/>
              <a:t>244</a:t>
            </a:fld>
            <a:endParaRPr lang="en-US" altLang="zh-CN"/>
          </a:p>
        </p:txBody>
      </p:sp>
      <p:sp>
        <p:nvSpPr>
          <p:cNvPr id="657410" name="Rectangle 2">
            <a:extLst>
              <a:ext uri="{FF2B5EF4-FFF2-40B4-BE49-F238E27FC236}">
                <a16:creationId xmlns:a16="http://schemas.microsoft.com/office/drawing/2014/main" id="{90E3A2F9-A7BD-4DE3-9D92-40FACCA2C76E}"/>
              </a:ext>
            </a:extLst>
          </p:cNvPr>
          <p:cNvSpPr>
            <a:spLocks noGrp="1" noRot="1" noChangeAspect="1" noChangeArrowheads="1" noTextEdit="1"/>
          </p:cNvSpPr>
          <p:nvPr>
            <p:ph type="sldImg"/>
          </p:nvPr>
        </p:nvSpPr>
        <p:spPr>
          <a:ln/>
        </p:spPr>
      </p:sp>
      <p:sp>
        <p:nvSpPr>
          <p:cNvPr id="657411" name="Rectangle 3">
            <a:extLst>
              <a:ext uri="{FF2B5EF4-FFF2-40B4-BE49-F238E27FC236}">
                <a16:creationId xmlns:a16="http://schemas.microsoft.com/office/drawing/2014/main" id="{6E6D1CE0-1DD3-4CB0-8FA0-6D454228D56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02FFFD-42B3-4B25-9A6B-855576B89944}"/>
              </a:ext>
            </a:extLst>
          </p:cNvPr>
          <p:cNvSpPr>
            <a:spLocks noGrp="1" noChangeArrowheads="1"/>
          </p:cNvSpPr>
          <p:nvPr>
            <p:ph type="sldNum" sz="quarter" idx="5"/>
          </p:nvPr>
        </p:nvSpPr>
        <p:spPr>
          <a:ln/>
        </p:spPr>
        <p:txBody>
          <a:bodyPr/>
          <a:lstStyle/>
          <a:p>
            <a:fld id="{98373FE8-35F0-4C0E-985A-E6790C37871C}" type="slidenum">
              <a:rPr lang="en-US" altLang="zh-CN"/>
              <a:pPr/>
              <a:t>245</a:t>
            </a:fld>
            <a:endParaRPr lang="en-US" altLang="zh-CN"/>
          </a:p>
        </p:txBody>
      </p:sp>
      <p:sp>
        <p:nvSpPr>
          <p:cNvPr id="658434" name="Rectangle 2">
            <a:extLst>
              <a:ext uri="{FF2B5EF4-FFF2-40B4-BE49-F238E27FC236}">
                <a16:creationId xmlns:a16="http://schemas.microsoft.com/office/drawing/2014/main" id="{21DD8768-18B1-4F10-9B48-5AF8F22ACF66}"/>
              </a:ext>
            </a:extLst>
          </p:cNvPr>
          <p:cNvSpPr>
            <a:spLocks noGrp="1" noRot="1" noChangeAspect="1" noChangeArrowheads="1" noTextEdit="1"/>
          </p:cNvSpPr>
          <p:nvPr>
            <p:ph type="sldImg"/>
          </p:nvPr>
        </p:nvSpPr>
        <p:spPr>
          <a:ln/>
        </p:spPr>
      </p:sp>
      <p:sp>
        <p:nvSpPr>
          <p:cNvPr id="658435" name="Rectangle 3">
            <a:extLst>
              <a:ext uri="{FF2B5EF4-FFF2-40B4-BE49-F238E27FC236}">
                <a16:creationId xmlns:a16="http://schemas.microsoft.com/office/drawing/2014/main" id="{4903F84E-5A31-4CE1-913B-4947EB07A621}"/>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ED30A80-318D-4F4C-A5E9-FD40A6620C70}"/>
              </a:ext>
            </a:extLst>
          </p:cNvPr>
          <p:cNvSpPr>
            <a:spLocks noGrp="1" noChangeArrowheads="1"/>
          </p:cNvSpPr>
          <p:nvPr>
            <p:ph type="sldNum" sz="quarter" idx="5"/>
          </p:nvPr>
        </p:nvSpPr>
        <p:spPr>
          <a:ln/>
        </p:spPr>
        <p:txBody>
          <a:bodyPr/>
          <a:lstStyle/>
          <a:p>
            <a:fld id="{AC4B4DDC-B507-4126-8F32-8BA176AEF506}" type="slidenum">
              <a:rPr lang="en-US" altLang="zh-CN"/>
              <a:pPr/>
              <a:t>246</a:t>
            </a:fld>
            <a:endParaRPr lang="en-US" altLang="zh-CN"/>
          </a:p>
        </p:txBody>
      </p:sp>
      <p:sp>
        <p:nvSpPr>
          <p:cNvPr id="631810" name="Rectangle 2">
            <a:extLst>
              <a:ext uri="{FF2B5EF4-FFF2-40B4-BE49-F238E27FC236}">
                <a16:creationId xmlns:a16="http://schemas.microsoft.com/office/drawing/2014/main" id="{4DD80914-E71F-48B5-B553-C3A17EBB6F71}"/>
              </a:ext>
            </a:extLst>
          </p:cNvPr>
          <p:cNvSpPr>
            <a:spLocks noGrp="1" noRot="1" noChangeAspect="1" noChangeArrowheads="1" noTextEdit="1"/>
          </p:cNvSpPr>
          <p:nvPr>
            <p:ph type="sldImg"/>
          </p:nvPr>
        </p:nvSpPr>
        <p:spPr>
          <a:ln/>
        </p:spPr>
      </p:sp>
      <p:sp>
        <p:nvSpPr>
          <p:cNvPr id="631811" name="Rectangle 3">
            <a:extLst>
              <a:ext uri="{FF2B5EF4-FFF2-40B4-BE49-F238E27FC236}">
                <a16:creationId xmlns:a16="http://schemas.microsoft.com/office/drawing/2014/main" id="{53E31B4A-9930-40E1-A38E-20088136F729}"/>
              </a:ext>
            </a:extLst>
          </p:cNvPr>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C524597-4C92-439A-A517-08D030D729EF}"/>
              </a:ext>
            </a:extLst>
          </p:cNvPr>
          <p:cNvSpPr>
            <a:spLocks noGrp="1" noChangeArrowheads="1"/>
          </p:cNvSpPr>
          <p:nvPr>
            <p:ph type="sldNum" sz="quarter" idx="5"/>
          </p:nvPr>
        </p:nvSpPr>
        <p:spPr>
          <a:ln/>
        </p:spPr>
        <p:txBody>
          <a:bodyPr/>
          <a:lstStyle/>
          <a:p>
            <a:fld id="{3F85687D-5726-4152-BC23-8E2752CBEE0B}" type="slidenum">
              <a:rPr lang="en-US" altLang="zh-CN"/>
              <a:pPr/>
              <a:t>247</a:t>
            </a:fld>
            <a:endParaRPr lang="en-US" altLang="zh-CN"/>
          </a:p>
        </p:txBody>
      </p:sp>
      <p:sp>
        <p:nvSpPr>
          <p:cNvPr id="659458" name="Rectangle 2">
            <a:extLst>
              <a:ext uri="{FF2B5EF4-FFF2-40B4-BE49-F238E27FC236}">
                <a16:creationId xmlns:a16="http://schemas.microsoft.com/office/drawing/2014/main" id="{825C309D-F7A4-408C-88C9-CAB113040BFA}"/>
              </a:ext>
            </a:extLst>
          </p:cNvPr>
          <p:cNvSpPr>
            <a:spLocks noGrp="1" noRot="1" noChangeAspect="1" noChangeArrowheads="1" noTextEdit="1"/>
          </p:cNvSpPr>
          <p:nvPr>
            <p:ph type="sldImg"/>
          </p:nvPr>
        </p:nvSpPr>
        <p:spPr>
          <a:ln/>
        </p:spPr>
      </p:sp>
      <p:sp>
        <p:nvSpPr>
          <p:cNvPr id="659459" name="Rectangle 3">
            <a:extLst>
              <a:ext uri="{FF2B5EF4-FFF2-40B4-BE49-F238E27FC236}">
                <a16:creationId xmlns:a16="http://schemas.microsoft.com/office/drawing/2014/main" id="{9F5C5729-0715-4C50-B721-529B117A87B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99ED8E0-C800-4CE6-8D2D-2211304A5C9D}"/>
              </a:ext>
            </a:extLst>
          </p:cNvPr>
          <p:cNvSpPr>
            <a:spLocks noGrp="1" noChangeArrowheads="1"/>
          </p:cNvSpPr>
          <p:nvPr>
            <p:ph type="sldNum" sz="quarter" idx="5"/>
          </p:nvPr>
        </p:nvSpPr>
        <p:spPr>
          <a:ln/>
        </p:spPr>
        <p:txBody>
          <a:bodyPr/>
          <a:lstStyle/>
          <a:p>
            <a:fld id="{6A89BED2-4D4A-49AE-83F0-3086AE72B6B3}" type="slidenum">
              <a:rPr lang="en-US" altLang="zh-CN"/>
              <a:pPr/>
              <a:t>248</a:t>
            </a:fld>
            <a:endParaRPr lang="en-US" altLang="zh-CN"/>
          </a:p>
        </p:txBody>
      </p:sp>
      <p:sp>
        <p:nvSpPr>
          <p:cNvPr id="660482" name="Rectangle 2">
            <a:extLst>
              <a:ext uri="{FF2B5EF4-FFF2-40B4-BE49-F238E27FC236}">
                <a16:creationId xmlns:a16="http://schemas.microsoft.com/office/drawing/2014/main" id="{B0E5FF7E-B33F-4DA8-8E8F-959611C9FC1C}"/>
              </a:ext>
            </a:extLst>
          </p:cNvPr>
          <p:cNvSpPr>
            <a:spLocks noGrp="1" noRot="1" noChangeAspect="1" noChangeArrowheads="1" noTextEdit="1"/>
          </p:cNvSpPr>
          <p:nvPr>
            <p:ph type="sldImg"/>
          </p:nvPr>
        </p:nvSpPr>
        <p:spPr>
          <a:ln/>
        </p:spPr>
      </p:sp>
      <p:sp>
        <p:nvSpPr>
          <p:cNvPr id="660483" name="Rectangle 3">
            <a:extLst>
              <a:ext uri="{FF2B5EF4-FFF2-40B4-BE49-F238E27FC236}">
                <a16:creationId xmlns:a16="http://schemas.microsoft.com/office/drawing/2014/main" id="{B1306239-8A8A-4C58-81C2-AA4FFDB73669}"/>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4B9D750-0D14-4ADB-BA1C-333F3B0533AB}"/>
              </a:ext>
            </a:extLst>
          </p:cNvPr>
          <p:cNvSpPr>
            <a:spLocks noGrp="1" noChangeArrowheads="1"/>
          </p:cNvSpPr>
          <p:nvPr>
            <p:ph type="sldNum" sz="quarter" idx="5"/>
          </p:nvPr>
        </p:nvSpPr>
        <p:spPr>
          <a:ln/>
        </p:spPr>
        <p:txBody>
          <a:bodyPr/>
          <a:lstStyle/>
          <a:p>
            <a:fld id="{E035EC74-3AA8-4C44-BEFF-4D4D01CC364C}" type="slidenum">
              <a:rPr lang="en-US" altLang="zh-CN"/>
              <a:pPr/>
              <a:t>250</a:t>
            </a:fld>
            <a:endParaRPr lang="en-US" altLang="zh-CN"/>
          </a:p>
        </p:txBody>
      </p:sp>
      <p:sp>
        <p:nvSpPr>
          <p:cNvPr id="671746" name="Rectangle 2">
            <a:extLst>
              <a:ext uri="{FF2B5EF4-FFF2-40B4-BE49-F238E27FC236}">
                <a16:creationId xmlns:a16="http://schemas.microsoft.com/office/drawing/2014/main" id="{B8E03F54-8F28-4944-86E9-3DAEB0738FE8}"/>
              </a:ext>
            </a:extLst>
          </p:cNvPr>
          <p:cNvSpPr>
            <a:spLocks noGrp="1" noRot="1" noChangeAspect="1" noChangeArrowheads="1" noTextEdit="1"/>
          </p:cNvSpPr>
          <p:nvPr>
            <p:ph type="sldImg"/>
          </p:nvPr>
        </p:nvSpPr>
        <p:spPr>
          <a:ln/>
        </p:spPr>
      </p:sp>
      <p:sp>
        <p:nvSpPr>
          <p:cNvPr id="671747" name="Rectangle 3">
            <a:extLst>
              <a:ext uri="{FF2B5EF4-FFF2-40B4-BE49-F238E27FC236}">
                <a16:creationId xmlns:a16="http://schemas.microsoft.com/office/drawing/2014/main" id="{DC866C59-9BAF-4092-859D-5EFADAC0B92B}"/>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3F9FE6B-01A9-4F63-8165-97BD203E4C3F}"/>
              </a:ext>
            </a:extLst>
          </p:cNvPr>
          <p:cNvSpPr>
            <a:spLocks noGrp="1" noChangeArrowheads="1"/>
          </p:cNvSpPr>
          <p:nvPr>
            <p:ph type="sldNum" sz="quarter" idx="5"/>
          </p:nvPr>
        </p:nvSpPr>
        <p:spPr>
          <a:ln/>
        </p:spPr>
        <p:txBody>
          <a:bodyPr/>
          <a:lstStyle/>
          <a:p>
            <a:fld id="{340A7341-A19A-4FC3-AF34-984CEC9D92D6}" type="slidenum">
              <a:rPr lang="en-US" altLang="zh-CN"/>
              <a:pPr/>
              <a:t>252</a:t>
            </a:fld>
            <a:endParaRPr lang="en-US" altLang="zh-CN"/>
          </a:p>
        </p:txBody>
      </p:sp>
      <p:sp>
        <p:nvSpPr>
          <p:cNvPr id="672770" name="Rectangle 2">
            <a:extLst>
              <a:ext uri="{FF2B5EF4-FFF2-40B4-BE49-F238E27FC236}">
                <a16:creationId xmlns:a16="http://schemas.microsoft.com/office/drawing/2014/main" id="{ACA8429E-4E40-40A3-A720-41C5B460BF3D}"/>
              </a:ext>
            </a:extLst>
          </p:cNvPr>
          <p:cNvSpPr>
            <a:spLocks noGrp="1" noRot="1" noChangeAspect="1" noChangeArrowheads="1" noTextEdit="1"/>
          </p:cNvSpPr>
          <p:nvPr>
            <p:ph type="sldImg"/>
          </p:nvPr>
        </p:nvSpPr>
        <p:spPr>
          <a:ln/>
        </p:spPr>
      </p:sp>
      <p:sp>
        <p:nvSpPr>
          <p:cNvPr id="672771" name="Rectangle 3">
            <a:extLst>
              <a:ext uri="{FF2B5EF4-FFF2-40B4-BE49-F238E27FC236}">
                <a16:creationId xmlns:a16="http://schemas.microsoft.com/office/drawing/2014/main" id="{03A7BF58-6B42-4D5D-B043-B04C096C7624}"/>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B018092-478D-4983-8E67-BFC3202025DA}"/>
              </a:ext>
            </a:extLst>
          </p:cNvPr>
          <p:cNvSpPr>
            <a:spLocks noGrp="1" noChangeArrowheads="1"/>
          </p:cNvSpPr>
          <p:nvPr>
            <p:ph type="sldNum" sz="quarter" idx="5"/>
          </p:nvPr>
        </p:nvSpPr>
        <p:spPr>
          <a:ln/>
        </p:spPr>
        <p:txBody>
          <a:bodyPr/>
          <a:lstStyle/>
          <a:p>
            <a:fld id="{C2F371CD-F2A9-4637-A407-DCFCCDE7B56C}" type="slidenum">
              <a:rPr lang="en-US" altLang="zh-CN"/>
              <a:pPr/>
              <a:t>253</a:t>
            </a:fld>
            <a:endParaRPr lang="en-US" altLang="zh-CN"/>
          </a:p>
        </p:txBody>
      </p:sp>
      <p:sp>
        <p:nvSpPr>
          <p:cNvPr id="673794" name="Rectangle 2">
            <a:extLst>
              <a:ext uri="{FF2B5EF4-FFF2-40B4-BE49-F238E27FC236}">
                <a16:creationId xmlns:a16="http://schemas.microsoft.com/office/drawing/2014/main" id="{7A8B1C4C-6135-4D2B-B790-406BC40FC46F}"/>
              </a:ext>
            </a:extLst>
          </p:cNvPr>
          <p:cNvSpPr>
            <a:spLocks noGrp="1" noRot="1" noChangeAspect="1" noChangeArrowheads="1" noTextEdit="1"/>
          </p:cNvSpPr>
          <p:nvPr>
            <p:ph type="sldImg"/>
          </p:nvPr>
        </p:nvSpPr>
        <p:spPr>
          <a:ln/>
        </p:spPr>
      </p:sp>
      <p:sp>
        <p:nvSpPr>
          <p:cNvPr id="673795" name="Rectangle 3">
            <a:extLst>
              <a:ext uri="{FF2B5EF4-FFF2-40B4-BE49-F238E27FC236}">
                <a16:creationId xmlns:a16="http://schemas.microsoft.com/office/drawing/2014/main" id="{02461055-7BF3-49DB-A3A1-86D03C8DF878}"/>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C2B4F6-E444-41B7-807C-92818A7AABE1}"/>
              </a:ext>
            </a:extLst>
          </p:cNvPr>
          <p:cNvSpPr>
            <a:spLocks noGrp="1" noChangeArrowheads="1"/>
          </p:cNvSpPr>
          <p:nvPr>
            <p:ph type="sldNum" sz="quarter" idx="5"/>
          </p:nvPr>
        </p:nvSpPr>
        <p:spPr>
          <a:ln/>
        </p:spPr>
        <p:txBody>
          <a:bodyPr/>
          <a:lstStyle/>
          <a:p>
            <a:fld id="{1E1E8961-C978-4645-8DA2-54F836E5D4CC}" type="slidenum">
              <a:rPr lang="en-US" altLang="zh-CN"/>
              <a:pPr/>
              <a:t>254</a:t>
            </a:fld>
            <a:endParaRPr lang="en-US" altLang="zh-CN"/>
          </a:p>
        </p:txBody>
      </p:sp>
      <p:sp>
        <p:nvSpPr>
          <p:cNvPr id="674818" name="Rectangle 2">
            <a:extLst>
              <a:ext uri="{FF2B5EF4-FFF2-40B4-BE49-F238E27FC236}">
                <a16:creationId xmlns:a16="http://schemas.microsoft.com/office/drawing/2014/main" id="{5F6D94F0-5FD3-479B-A251-325F33C904CC}"/>
              </a:ext>
            </a:extLst>
          </p:cNvPr>
          <p:cNvSpPr>
            <a:spLocks noGrp="1" noRot="1" noChangeAspect="1" noChangeArrowheads="1" noTextEdit="1"/>
          </p:cNvSpPr>
          <p:nvPr>
            <p:ph type="sldImg"/>
          </p:nvPr>
        </p:nvSpPr>
        <p:spPr>
          <a:ln/>
        </p:spPr>
      </p:sp>
      <p:sp>
        <p:nvSpPr>
          <p:cNvPr id="674819" name="Rectangle 3">
            <a:extLst>
              <a:ext uri="{FF2B5EF4-FFF2-40B4-BE49-F238E27FC236}">
                <a16:creationId xmlns:a16="http://schemas.microsoft.com/office/drawing/2014/main" id="{01834A67-9D08-4C3F-8AEE-12E4F8830BDB}"/>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61CB23D-300C-4EFF-AF23-034206AD175C}"/>
              </a:ext>
            </a:extLst>
          </p:cNvPr>
          <p:cNvSpPr>
            <a:spLocks noGrp="1" noChangeArrowheads="1"/>
          </p:cNvSpPr>
          <p:nvPr>
            <p:ph type="sldNum" sz="quarter" idx="5"/>
          </p:nvPr>
        </p:nvSpPr>
        <p:spPr>
          <a:ln/>
        </p:spPr>
        <p:txBody>
          <a:bodyPr/>
          <a:lstStyle/>
          <a:p>
            <a:fld id="{C341424B-EDD3-4467-9BE9-6A13658EABDA}" type="slidenum">
              <a:rPr lang="en-US" altLang="zh-CN"/>
              <a:pPr/>
              <a:t>255</a:t>
            </a:fld>
            <a:endParaRPr lang="en-US" altLang="zh-CN"/>
          </a:p>
        </p:txBody>
      </p:sp>
      <p:sp>
        <p:nvSpPr>
          <p:cNvPr id="675842" name="Rectangle 2">
            <a:extLst>
              <a:ext uri="{FF2B5EF4-FFF2-40B4-BE49-F238E27FC236}">
                <a16:creationId xmlns:a16="http://schemas.microsoft.com/office/drawing/2014/main" id="{0BA5E007-EF56-4770-8FC9-7D2AC6D9A877}"/>
              </a:ext>
            </a:extLst>
          </p:cNvPr>
          <p:cNvSpPr>
            <a:spLocks noGrp="1" noRot="1" noChangeAspect="1" noChangeArrowheads="1" noTextEdit="1"/>
          </p:cNvSpPr>
          <p:nvPr>
            <p:ph type="sldImg"/>
          </p:nvPr>
        </p:nvSpPr>
        <p:spPr>
          <a:ln/>
        </p:spPr>
      </p:sp>
      <p:sp>
        <p:nvSpPr>
          <p:cNvPr id="675843" name="Rectangle 3">
            <a:extLst>
              <a:ext uri="{FF2B5EF4-FFF2-40B4-BE49-F238E27FC236}">
                <a16:creationId xmlns:a16="http://schemas.microsoft.com/office/drawing/2014/main" id="{40000419-4157-4407-82FA-69B3ADDD0CAC}"/>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CE59F0B-8880-476C-93C2-322B43C0B19A}"/>
              </a:ext>
            </a:extLst>
          </p:cNvPr>
          <p:cNvSpPr>
            <a:spLocks noGrp="1" noChangeArrowheads="1"/>
          </p:cNvSpPr>
          <p:nvPr>
            <p:ph type="sldNum" sz="quarter" idx="5"/>
          </p:nvPr>
        </p:nvSpPr>
        <p:spPr>
          <a:ln/>
        </p:spPr>
        <p:txBody>
          <a:bodyPr/>
          <a:lstStyle/>
          <a:p>
            <a:fld id="{305A36A5-F21F-4060-B696-20C888E5D5E4}" type="slidenum">
              <a:rPr lang="en-US" altLang="zh-CN"/>
              <a:pPr/>
              <a:t>256</a:t>
            </a:fld>
            <a:endParaRPr lang="en-US" altLang="zh-CN"/>
          </a:p>
        </p:txBody>
      </p:sp>
      <p:sp>
        <p:nvSpPr>
          <p:cNvPr id="676866" name="Rectangle 2">
            <a:extLst>
              <a:ext uri="{FF2B5EF4-FFF2-40B4-BE49-F238E27FC236}">
                <a16:creationId xmlns:a16="http://schemas.microsoft.com/office/drawing/2014/main" id="{2027424E-3363-4210-B6D3-4246441ED722}"/>
              </a:ext>
            </a:extLst>
          </p:cNvPr>
          <p:cNvSpPr>
            <a:spLocks noGrp="1" noRot="1" noChangeAspect="1" noChangeArrowheads="1" noTextEdit="1"/>
          </p:cNvSpPr>
          <p:nvPr>
            <p:ph type="sldImg"/>
          </p:nvPr>
        </p:nvSpPr>
        <p:spPr>
          <a:ln/>
        </p:spPr>
      </p:sp>
      <p:sp>
        <p:nvSpPr>
          <p:cNvPr id="676867" name="Rectangle 3">
            <a:extLst>
              <a:ext uri="{FF2B5EF4-FFF2-40B4-BE49-F238E27FC236}">
                <a16:creationId xmlns:a16="http://schemas.microsoft.com/office/drawing/2014/main" id="{C0A447DF-835A-490C-9A03-BF32FDBEADA9}"/>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4B8F82-8835-46AD-BC3A-8A327E5C5AD1}"/>
              </a:ext>
            </a:extLst>
          </p:cNvPr>
          <p:cNvSpPr>
            <a:spLocks noGrp="1" noChangeArrowheads="1"/>
          </p:cNvSpPr>
          <p:nvPr>
            <p:ph type="sldNum" sz="quarter" idx="5"/>
          </p:nvPr>
        </p:nvSpPr>
        <p:spPr>
          <a:ln/>
        </p:spPr>
        <p:txBody>
          <a:bodyPr/>
          <a:lstStyle/>
          <a:p>
            <a:fld id="{357BAC30-5A5F-4041-9F6A-5349CD950A60}" type="slidenum">
              <a:rPr lang="en-US" altLang="zh-CN"/>
              <a:pPr/>
              <a:t>257</a:t>
            </a:fld>
            <a:endParaRPr lang="en-US" altLang="zh-CN"/>
          </a:p>
        </p:txBody>
      </p:sp>
      <p:sp>
        <p:nvSpPr>
          <p:cNvPr id="677890" name="Rectangle 2">
            <a:extLst>
              <a:ext uri="{FF2B5EF4-FFF2-40B4-BE49-F238E27FC236}">
                <a16:creationId xmlns:a16="http://schemas.microsoft.com/office/drawing/2014/main" id="{15B0EE08-65E8-4F9F-9A75-F97BC6486061}"/>
              </a:ext>
            </a:extLst>
          </p:cNvPr>
          <p:cNvSpPr>
            <a:spLocks noGrp="1" noRot="1" noChangeAspect="1" noChangeArrowheads="1" noTextEdit="1"/>
          </p:cNvSpPr>
          <p:nvPr>
            <p:ph type="sldImg"/>
          </p:nvPr>
        </p:nvSpPr>
        <p:spPr>
          <a:ln/>
        </p:spPr>
      </p:sp>
      <p:sp>
        <p:nvSpPr>
          <p:cNvPr id="677891" name="Rectangle 3">
            <a:extLst>
              <a:ext uri="{FF2B5EF4-FFF2-40B4-BE49-F238E27FC236}">
                <a16:creationId xmlns:a16="http://schemas.microsoft.com/office/drawing/2014/main" id="{332E2D27-1A30-49B3-8D37-FEA7497EA50D}"/>
              </a:ext>
            </a:extLst>
          </p:cNvPr>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8153891-4012-407E-9A63-7B950CF77701}" type="datetimeFigureOut">
              <a:rPr lang="zh-CN" altLang="en-US" smtClean="0"/>
              <a:t>2024/8/17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FA8862C-2A8A-4C47-A4BB-DB4BBF53A2C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8153891-4012-407E-9A63-7B950CF77701}" type="datetimeFigureOut">
              <a:rPr lang="zh-CN" altLang="en-US" smtClean="0"/>
              <a:t>2024/8/17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FA8862C-2A8A-4C47-A4BB-DB4BBF53A2C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8153891-4012-407E-9A63-7B950CF77701}" type="datetimeFigureOut">
              <a:rPr lang="zh-CN" altLang="en-US" smtClean="0"/>
              <a:t>2024/8/17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FA8862C-2A8A-4C47-A4BB-DB4BBF53A2C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58153891-4012-407E-9A63-7B950CF77701}" type="datetimeFigureOut">
              <a:rPr lang="zh-CN" altLang="en-US" smtClean="0"/>
              <a:t>2024/8/17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FA8862C-2A8A-4C47-A4BB-DB4BBF53A2C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 name="日期占位符 1"/>
          <p:cNvSpPr>
            <a:spLocks noGrp="1"/>
          </p:cNvSpPr>
          <p:nvPr>
            <p:ph type="dt" sz="quarter" idx="10"/>
          </p:nvPr>
        </p:nvSpPr>
        <p:spPr>
          <a:xfrm>
            <a:off x="381000" y="6488430"/>
            <a:ext cx="19050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C8A28650-D7C0-4181-B2F1-4E844F437FE9}" type="datetime1">
              <a:rPr lang="zh-CN" altLang="en-US" sz="1400" smtClean="0">
                <a:solidFill>
                  <a:srgbClr val="FF9900"/>
                </a:solidFill>
                <a:ea typeface="宋体" panose="02010600030101010101" pitchFamily="2" charset="-122"/>
              </a:rPr>
              <a:t>2024/8/17</a:t>
            </a:fld>
            <a:endParaRPr lang="en-US" altLang="zh-CN" sz="1400">
              <a:solidFill>
                <a:srgbClr val="FF9900"/>
              </a:solidFill>
              <a:ea typeface="宋体" panose="02010600030101010101" pitchFamily="2" charset="-122"/>
            </a:endParaRPr>
          </a:p>
        </p:txBody>
      </p:sp>
      <p:sp>
        <p:nvSpPr>
          <p:cNvPr id="11" name="页脚占位符 2"/>
          <p:cNvSpPr>
            <a:spLocks noGrp="1"/>
          </p:cNvSpPr>
          <p:nvPr>
            <p:ph type="ftr" sz="quarter" idx="11"/>
          </p:nvPr>
        </p:nvSpPr>
        <p:spPr>
          <a:xfrm>
            <a:off x="3124200" y="6488430"/>
            <a:ext cx="28956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r>
              <a:rPr lang="zh-CN" altLang="en-US" sz="1400" dirty="0">
                <a:solidFill>
                  <a:srgbClr val="FF9900"/>
                </a:solidFill>
                <a:ea typeface="宋体" panose="02010600030101010101" pitchFamily="2" charset="-122"/>
              </a:rPr>
              <a:t>电路理论</a:t>
            </a:r>
            <a:endParaRPr lang="en-US" altLang="zh-CN" sz="1400" dirty="0">
              <a:solidFill>
                <a:srgbClr val="FF9900"/>
              </a:solidFill>
              <a:ea typeface="宋体" panose="02010600030101010101" pitchFamily="2" charset="-122"/>
            </a:endParaRPr>
          </a:p>
        </p:txBody>
      </p:sp>
      <p:sp>
        <p:nvSpPr>
          <p:cNvPr id="12" name="灯片编号占位符 3"/>
          <p:cNvSpPr>
            <a:spLocks noGrp="1"/>
          </p:cNvSpPr>
          <p:nvPr>
            <p:ph type="sldNum" sz="quarter" idx="12"/>
          </p:nvPr>
        </p:nvSpPr>
        <p:spPr>
          <a:xfrm>
            <a:off x="6858000" y="6488430"/>
            <a:ext cx="19050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2908376D-95D0-40D7-BB37-41041A43DA4D}" type="slidenum">
              <a:rPr lang="en-US" altLang="zh-CN" sz="1400" smtClean="0">
                <a:solidFill>
                  <a:srgbClr val="FF9900"/>
                </a:solidFill>
                <a:ea typeface="宋体" panose="02010600030101010101" pitchFamily="2" charset="-122"/>
              </a:rPr>
              <a:t>‹#›</a:t>
            </a:fld>
            <a:endParaRPr lang="en-US" altLang="zh-CN" sz="1400">
              <a:solidFill>
                <a:srgbClr val="FF9900"/>
              </a:solidFill>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6" name="日期占位符 1"/>
          <p:cNvSpPr>
            <a:spLocks noGrp="1"/>
          </p:cNvSpPr>
          <p:nvPr>
            <p:ph type="dt" sz="quarter" idx="10"/>
          </p:nvPr>
        </p:nvSpPr>
        <p:spPr>
          <a:xfrm>
            <a:off x="381000" y="6488430"/>
            <a:ext cx="19050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C8A28650-D7C0-4181-B2F1-4E844F437FE9}" type="datetime1">
              <a:rPr lang="zh-CN" altLang="en-US" sz="1400" smtClean="0">
                <a:solidFill>
                  <a:srgbClr val="FF9900"/>
                </a:solidFill>
                <a:ea typeface="宋体" panose="02010600030101010101" pitchFamily="2" charset="-122"/>
              </a:rPr>
              <a:t>2024/8/17</a:t>
            </a:fld>
            <a:endParaRPr lang="en-US" altLang="zh-CN" sz="1400">
              <a:solidFill>
                <a:srgbClr val="FF9900"/>
              </a:solidFill>
              <a:ea typeface="宋体" panose="02010600030101010101" pitchFamily="2" charset="-122"/>
            </a:endParaRPr>
          </a:p>
        </p:txBody>
      </p:sp>
      <p:sp>
        <p:nvSpPr>
          <p:cNvPr id="7" name="页脚占位符 2"/>
          <p:cNvSpPr>
            <a:spLocks noGrp="1"/>
          </p:cNvSpPr>
          <p:nvPr>
            <p:ph type="ftr" sz="quarter" idx="11"/>
          </p:nvPr>
        </p:nvSpPr>
        <p:spPr>
          <a:xfrm>
            <a:off x="3124200" y="6488430"/>
            <a:ext cx="28956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r>
              <a:rPr lang="zh-CN" altLang="en-US" sz="1400" dirty="0">
                <a:solidFill>
                  <a:srgbClr val="FF9900"/>
                </a:solidFill>
                <a:ea typeface="宋体" panose="02010600030101010101" pitchFamily="2" charset="-122"/>
              </a:rPr>
              <a:t>电路理论</a:t>
            </a:r>
            <a:endParaRPr lang="en-US" altLang="zh-CN" sz="1400" dirty="0">
              <a:solidFill>
                <a:srgbClr val="FF9900"/>
              </a:solidFill>
              <a:ea typeface="宋体" panose="02010600030101010101" pitchFamily="2" charset="-122"/>
            </a:endParaRPr>
          </a:p>
        </p:txBody>
      </p:sp>
      <p:sp>
        <p:nvSpPr>
          <p:cNvPr id="8" name="灯片编号占位符 3"/>
          <p:cNvSpPr>
            <a:spLocks noGrp="1"/>
          </p:cNvSpPr>
          <p:nvPr>
            <p:ph type="sldNum" sz="quarter" idx="12"/>
          </p:nvPr>
        </p:nvSpPr>
        <p:spPr>
          <a:xfrm>
            <a:off x="6858000" y="6488430"/>
            <a:ext cx="19050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2908376D-95D0-40D7-BB37-41041A43DA4D}" type="slidenum">
              <a:rPr lang="en-US" altLang="zh-CN" sz="1400" smtClean="0">
                <a:solidFill>
                  <a:srgbClr val="FF9900"/>
                </a:solidFill>
                <a:ea typeface="宋体" panose="02010600030101010101" pitchFamily="2" charset="-122"/>
              </a:rPr>
              <a:t>‹#›</a:t>
            </a:fld>
            <a:endParaRPr lang="en-US" altLang="zh-CN" sz="1400">
              <a:solidFill>
                <a:srgbClr val="FF9900"/>
              </a:solidFill>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1" name="日期占位符 1"/>
          <p:cNvSpPr>
            <a:spLocks noGrp="1"/>
          </p:cNvSpPr>
          <p:nvPr userDrawn="1"/>
        </p:nvSpPr>
        <p:spPr>
          <a:xfrm>
            <a:off x="628650" y="6478588"/>
            <a:ext cx="2057400" cy="365125"/>
          </a:xfrm>
          <a:prstGeom prst="rect">
            <a:avLst/>
          </a:prstGeom>
        </p:spPr>
        <p:txBody>
          <a:bodyPr vert="horz" lIns="91440" tIns="45720" rIns="91440" bIns="45720" rtlCol="0" anchor="ctr">
            <a:normAutofit/>
          </a:bodyPr>
          <a:lstStyle>
            <a:defPPr>
              <a:defRPr lang="zh-CN"/>
            </a:defPPr>
            <a:lvl1pPr algn="l" rtl="0" eaLnBrk="0" fontAlgn="base" hangingPunct="0">
              <a:spcBef>
                <a:spcPct val="0"/>
              </a:spcBef>
              <a:spcAft>
                <a:spcPct val="0"/>
              </a:spcAft>
              <a:defRPr kumimoji="1" sz="1600" u="none" strike="noStrike" kern="1200" cap="none" spc="0" normalizeH="0">
                <a:solidFill>
                  <a:schemeClr val="tx1">
                    <a:tint val="75000"/>
                  </a:schemeClr>
                </a:solidFill>
                <a:uFillTx/>
                <a:latin typeface="Arial" panose="020B0604020202020204" pitchFamily="34" charset="0"/>
                <a:ea typeface="楷体" panose="02010609060101010101"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fld id="{52CEC875-B239-473F-AA7E-67FF6E15E497}" type="datetime1">
              <a:rPr kumimoji="1" lang="zh-CN" altLang="en-US" sz="1600" b="0" i="0" u="none" strike="noStrike" kern="1200" cap="none" spc="0" normalizeH="0" baseline="0" noProof="0">
                <a:ln>
                  <a:noFill/>
                </a:ln>
                <a:solidFill>
                  <a:sysClr val="windowText" lastClr="000000">
                    <a:tint val="75000"/>
                  </a:sysClr>
                </a:solidFill>
                <a:effectLst/>
                <a:uLnTx/>
                <a:uFillTx/>
                <a:latin typeface="Arial" panose="020B0604020202020204" pitchFamily="34" charset="0"/>
                <a:ea typeface="楷体" panose="02010609060101010101" charset="-122"/>
                <a:cs typeface="+mn-cs"/>
              </a:rPr>
              <a:t>2024/8/17</a:t>
            </a:fld>
            <a:endParaRPr kumimoji="1" lang="zh-CN" altLang="en-US" sz="1600" b="0" i="0" u="none" strike="noStrike" kern="1200" cap="none" spc="0" normalizeH="0" baseline="0" noProof="0" dirty="0">
              <a:ln>
                <a:noFill/>
              </a:ln>
              <a:solidFill>
                <a:sysClr val="windowText" lastClr="000000">
                  <a:tint val="75000"/>
                </a:sysClr>
              </a:solidFill>
              <a:effectLst/>
              <a:uLnTx/>
              <a:uFillTx/>
              <a:latin typeface="Arial" panose="020B0604020202020204" pitchFamily="34" charset="0"/>
              <a:ea typeface="楷体" panose="02010609060101010101" charset="-122"/>
              <a:cs typeface="+mn-cs"/>
            </a:endParaRPr>
          </a:p>
        </p:txBody>
      </p:sp>
      <p:sp>
        <p:nvSpPr>
          <p:cNvPr id="12" name="页脚占位符 2"/>
          <p:cNvSpPr>
            <a:spLocks noGrp="1"/>
          </p:cNvSpPr>
          <p:nvPr userDrawn="1"/>
        </p:nvSpPr>
        <p:spPr>
          <a:xfrm>
            <a:off x="3028950" y="6478588"/>
            <a:ext cx="3086100" cy="365125"/>
          </a:xfrm>
          <a:prstGeom prst="rect">
            <a:avLst/>
          </a:prstGeom>
        </p:spPr>
        <p:txBody>
          <a:bodyPr vert="horz" lIns="91440" tIns="45720" rIns="91440" bIns="45720" rtlCol="0" anchor="ctr">
            <a:normAutofit/>
          </a:bodyPr>
          <a:lstStyle>
            <a:defPPr>
              <a:defRPr lang="zh-CN"/>
            </a:defPPr>
            <a:lvl1pPr algn="ctr" rtl="0" eaLnBrk="0" fontAlgn="base" hangingPunct="0">
              <a:spcBef>
                <a:spcPct val="0"/>
              </a:spcBef>
              <a:spcAft>
                <a:spcPct val="0"/>
              </a:spcAft>
              <a:defRPr kumimoji="1" sz="1600" b="1" u="none" strike="noStrike" kern="1200" cap="none" spc="0" normalizeH="0">
                <a:solidFill>
                  <a:schemeClr val="tx1">
                    <a:tint val="75000"/>
                  </a:schemeClr>
                </a:solidFill>
                <a:uFillTx/>
                <a:latin typeface="Arial" panose="020B0604020202020204" pitchFamily="34" charset="0"/>
                <a:ea typeface="楷体" panose="02010609060101010101"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b="1" i="0" u="none" strike="noStrike" kern="1200" cap="none" spc="0" normalizeH="0" baseline="0" noProof="0">
                <a:ln>
                  <a:noFill/>
                </a:ln>
                <a:solidFill>
                  <a:sysClr val="windowText" lastClr="000000">
                    <a:tint val="75000"/>
                  </a:sysClr>
                </a:solidFill>
                <a:effectLst/>
                <a:uLnTx/>
                <a:uFillTx/>
                <a:latin typeface="Arial" panose="020B0604020202020204" pitchFamily="34" charset="0"/>
                <a:ea typeface="楷体" panose="02010609060101010101" charset="-122"/>
                <a:cs typeface="+mn-cs"/>
              </a:rPr>
              <a:t>电路理论（64学时）</a:t>
            </a:r>
            <a:endParaRPr kumimoji="1" lang="en-US" altLang="zh-CN" sz="1600" b="1" i="0" u="none" strike="noStrike" kern="1200" cap="none" spc="0" normalizeH="0" baseline="0" noProof="0">
              <a:ln>
                <a:noFill/>
              </a:ln>
              <a:solidFill>
                <a:sysClr val="windowText" lastClr="000000">
                  <a:tint val="75000"/>
                </a:sysClr>
              </a:solidFill>
              <a:effectLst/>
              <a:uLnTx/>
              <a:uFillTx/>
              <a:latin typeface="Arial" panose="020B0604020202020204" pitchFamily="34" charset="0"/>
              <a:ea typeface="楷体" panose="02010609060101010101" charset="-122"/>
              <a:cs typeface="+mn-cs"/>
            </a:endParaRPr>
          </a:p>
        </p:txBody>
      </p:sp>
      <p:sp>
        <p:nvSpPr>
          <p:cNvPr id="13" name="灯片编号占位符 3"/>
          <p:cNvSpPr>
            <a:spLocks noGrp="1"/>
          </p:cNvSpPr>
          <p:nvPr userDrawn="1"/>
        </p:nvSpPr>
        <p:spPr>
          <a:xfrm>
            <a:off x="6457950" y="6478588"/>
            <a:ext cx="2057400" cy="365125"/>
          </a:xfrm>
          <a:prstGeom prst="rect">
            <a:avLst/>
          </a:prstGeom>
        </p:spPr>
        <p:txBody>
          <a:bodyPr vert="horz" lIns="91440" tIns="45720" rIns="91440" bIns="45720" rtlCol="0" anchor="ctr">
            <a:normAutofit/>
          </a:bodyPr>
          <a:lstStyle>
            <a:defPPr>
              <a:defRPr lang="zh-CN"/>
            </a:defPPr>
            <a:lvl1pPr algn="r" rtl="0" eaLnBrk="0" fontAlgn="base" hangingPunct="0">
              <a:spcBef>
                <a:spcPct val="0"/>
              </a:spcBef>
              <a:spcAft>
                <a:spcPct val="0"/>
              </a:spcAft>
              <a:defRPr kumimoji="1" sz="1600" u="none" strike="noStrike" kern="1200" cap="none" spc="0" normalizeH="0">
                <a:solidFill>
                  <a:schemeClr val="tx1">
                    <a:tint val="75000"/>
                  </a:schemeClr>
                </a:solidFill>
                <a:uFillTx/>
                <a:latin typeface="Arial" panose="020B0604020202020204" pitchFamily="34" charset="0"/>
                <a:ea typeface="楷体" panose="02010609060101010101"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fld id="{9FA8862C-2A8A-4C47-A4BB-DB4BBF53A2CE}"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_封面">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8153891-4012-407E-9A63-7B950CF77701}" type="datetimeFigureOut">
              <a:rPr lang="zh-CN" altLang="en-US" smtClean="0"/>
              <a:t>2024/8/17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FA8862C-2A8A-4C47-A4BB-DB4BBF53A2C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8153891-4012-407E-9A63-7B950CF77701}" type="datetimeFigureOut">
              <a:rPr lang="zh-CN" altLang="en-US" smtClean="0"/>
              <a:t>2024/8/17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FA8862C-2A8A-4C47-A4BB-DB4BBF53A2C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8153891-4012-407E-9A63-7B950CF77701}" type="datetimeFigureOut">
              <a:rPr lang="zh-CN" altLang="en-US" smtClean="0"/>
              <a:t>2024/8/17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FA8862C-2A8A-4C47-A4BB-DB4BBF53A2CE}"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8153891-4012-407E-9A63-7B950CF77701}" type="datetimeFigureOut">
              <a:rPr lang="zh-CN" altLang="en-US" smtClean="0"/>
              <a:t>2024/8/17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FA8862C-2A8A-4C47-A4BB-DB4BBF53A2CE}"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81000" y="234950"/>
            <a:ext cx="8458200" cy="58610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fld id="{E8B1EE9E-D627-4C2E-9833-9493423CBE08}" type="datetime1">
              <a:rPr lang="zh-CN" altLang="en-US"/>
              <a:pPr>
                <a:defRPr/>
              </a:pPr>
              <a:t>2024/8/17</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8A4F9ED-04EC-44D2-AA4A-E35A0BAC0562}" type="slidenum">
              <a:rPr lang="en-US" altLang="zh-CN"/>
              <a:pPr>
                <a:defRPr/>
              </a:pPr>
              <a:t>‹#›</a:t>
            </a:fld>
            <a:endParaRPr lang="en-US" altLang="zh-CN"/>
          </a:p>
        </p:txBody>
      </p:sp>
    </p:spTree>
    <p:extLst>
      <p:ext uri="{BB962C8B-B14F-4D97-AF65-F5344CB8AC3E}">
        <p14:creationId xmlns:p14="http://schemas.microsoft.com/office/powerpoint/2010/main" val="4066018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52400" y="0"/>
            <a:ext cx="87630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52400" y="1371600"/>
            <a:ext cx="4305300" cy="47244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371600"/>
            <a:ext cx="4305300" cy="22860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810000"/>
            <a:ext cx="4305300" cy="22860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152400" y="6248400"/>
            <a:ext cx="1905000" cy="457200"/>
          </a:xfrm>
        </p:spPr>
        <p:txBody>
          <a:bodyPr/>
          <a:lstStyle>
            <a:lvl1pPr>
              <a:defRPr/>
            </a:lvl1pPr>
          </a:lstStyle>
          <a:p>
            <a:endParaRPr lang="en-US" altLang="ko-KR"/>
          </a:p>
        </p:txBody>
      </p:sp>
      <p:sp>
        <p:nvSpPr>
          <p:cNvPr id="7" name="页脚占位符 6"/>
          <p:cNvSpPr>
            <a:spLocks noGrp="1"/>
          </p:cNvSpPr>
          <p:nvPr>
            <p:ph type="ftr" sz="quarter" idx="11"/>
          </p:nvPr>
        </p:nvSpPr>
        <p:spPr>
          <a:xfrm>
            <a:off x="3124200" y="6248400"/>
            <a:ext cx="2895600" cy="457200"/>
          </a:xfrm>
        </p:spPr>
        <p:txBody>
          <a:bodyPr/>
          <a:lstStyle>
            <a:lvl1pPr>
              <a:defRPr/>
            </a:lvl1pPr>
          </a:lstStyle>
          <a:p>
            <a:endParaRPr lang="en-US" altLang="ko-KR"/>
          </a:p>
        </p:txBody>
      </p:sp>
      <p:sp>
        <p:nvSpPr>
          <p:cNvPr id="8" name="灯片编号占位符 7"/>
          <p:cNvSpPr>
            <a:spLocks noGrp="1"/>
          </p:cNvSpPr>
          <p:nvPr>
            <p:ph type="sldNum" sz="quarter" idx="12"/>
          </p:nvPr>
        </p:nvSpPr>
        <p:spPr>
          <a:xfrm>
            <a:off x="7010400" y="6248400"/>
            <a:ext cx="1905000" cy="457200"/>
          </a:xfrm>
        </p:spPr>
        <p:txBody>
          <a:bodyPr/>
          <a:lstStyle>
            <a:lvl1pPr>
              <a:defRPr/>
            </a:lvl1pPr>
          </a:lstStyle>
          <a:p>
            <a:fld id="{4DD36117-DC0C-4CDB-99C4-43960C9B82F9}" type="slidenum">
              <a:rPr lang="ko-KR" altLang="en-US"/>
              <a:pPr/>
              <a:t>‹#›</a:t>
            </a:fld>
            <a:endParaRPr lang="en-US" altLang="ko-KR"/>
          </a:p>
        </p:txBody>
      </p:sp>
    </p:spTree>
    <p:extLst>
      <p:ext uri="{BB962C8B-B14F-4D97-AF65-F5344CB8AC3E}">
        <p14:creationId xmlns:p14="http://schemas.microsoft.com/office/powerpoint/2010/main" val="606735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153891-4012-407E-9A63-7B950CF77701}" type="datetimeFigureOut">
              <a:rPr lang="zh-CN" altLang="en-US" smtClean="0"/>
              <a:t>2024/8/17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A8862C-2A8A-4C47-A4BB-DB4BBF53A2C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5.wmf"/><Relationship Id="rId7"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6.wmf"/><Relationship Id="rId4" Type="http://schemas.openxmlformats.org/officeDocument/2006/relationships/oleObject" Target="../embeddings/oleObject2.bin"/><Relationship Id="rId9" Type="http://schemas.openxmlformats.org/officeDocument/2006/relationships/image" Target="../media/image8.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6.e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12.bin"/><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11" Type="http://schemas.openxmlformats.org/officeDocument/2006/relationships/image" Target="../media/image15.wmf"/><Relationship Id="rId5" Type="http://schemas.openxmlformats.org/officeDocument/2006/relationships/image" Target="../media/image12.emf"/><Relationship Id="rId15" Type="http://schemas.openxmlformats.org/officeDocument/2006/relationships/image" Target="../media/image17.e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4.wmf"/><Relationship Id="rId14"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8.wmf"/></Relationships>
</file>

<file path=ppt/slides/_rels/slide12.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wmf"/><Relationship Id="rId5" Type="http://schemas.openxmlformats.org/officeDocument/2006/relationships/oleObject" Target="../embeddings/oleObject16.bin"/><Relationship Id="rId4" Type="http://schemas.openxmlformats.org/officeDocument/2006/relationships/image" Target="../media/image19.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4.wmf"/><Relationship Id="rId12" Type="http://schemas.openxmlformats.org/officeDocument/2006/relationships/oleObject" Target="../embeddings/oleObject23.bin"/><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26.emf"/><Relationship Id="rId5" Type="http://schemas.openxmlformats.org/officeDocument/2006/relationships/image" Target="../media/image23.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5.emf"/></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33.wmf"/><Relationship Id="rId18" Type="http://schemas.openxmlformats.org/officeDocument/2006/relationships/oleObject" Target="../embeddings/oleObject32.bin"/><Relationship Id="rId3" Type="http://schemas.openxmlformats.org/officeDocument/2006/relationships/image" Target="../media/image28.emf"/><Relationship Id="rId7" Type="http://schemas.openxmlformats.org/officeDocument/2006/relationships/image" Target="../media/image30.emf"/><Relationship Id="rId12" Type="http://schemas.openxmlformats.org/officeDocument/2006/relationships/oleObject" Target="../embeddings/oleObject29.bin"/><Relationship Id="rId17" Type="http://schemas.openxmlformats.org/officeDocument/2006/relationships/image" Target="../media/image35.emf"/><Relationship Id="rId2" Type="http://schemas.openxmlformats.org/officeDocument/2006/relationships/oleObject" Target="../embeddings/oleObject24.bin"/><Relationship Id="rId16" Type="http://schemas.openxmlformats.org/officeDocument/2006/relationships/oleObject" Target="../embeddings/oleObject31.bin"/><Relationship Id="rId20" Type="http://schemas.openxmlformats.org/officeDocument/2006/relationships/image" Target="../media/image36.gif"/><Relationship Id="rId1" Type="http://schemas.openxmlformats.org/officeDocument/2006/relationships/slideLayout" Target="../slideLayouts/slideLayout2.xml"/><Relationship Id="rId6" Type="http://schemas.openxmlformats.org/officeDocument/2006/relationships/oleObject" Target="../embeddings/oleObject26.bin"/><Relationship Id="rId11" Type="http://schemas.openxmlformats.org/officeDocument/2006/relationships/image" Target="../media/image32.emf"/><Relationship Id="rId5" Type="http://schemas.openxmlformats.org/officeDocument/2006/relationships/image" Target="../media/image29.emf"/><Relationship Id="rId15" Type="http://schemas.openxmlformats.org/officeDocument/2006/relationships/image" Target="../media/image34.wmf"/><Relationship Id="rId10" Type="http://schemas.openxmlformats.org/officeDocument/2006/relationships/oleObject" Target="../embeddings/oleObject28.bin"/><Relationship Id="rId19" Type="http://schemas.openxmlformats.org/officeDocument/2006/relationships/oleObject" Target="../embeddings/oleObject33.bin"/><Relationship Id="rId4" Type="http://schemas.openxmlformats.org/officeDocument/2006/relationships/oleObject" Target="../embeddings/oleObject25.bin"/><Relationship Id="rId9" Type="http://schemas.openxmlformats.org/officeDocument/2006/relationships/image" Target="../media/image31.emf"/><Relationship Id="rId14" Type="http://schemas.openxmlformats.org/officeDocument/2006/relationships/oleObject" Target="../embeddings/oleObject30.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42.wmf"/><Relationship Id="rId18" Type="http://schemas.openxmlformats.org/officeDocument/2006/relationships/oleObject" Target="../embeddings/oleObject42.bin"/><Relationship Id="rId3" Type="http://schemas.openxmlformats.org/officeDocument/2006/relationships/image" Target="../media/image37.emf"/><Relationship Id="rId21" Type="http://schemas.openxmlformats.org/officeDocument/2006/relationships/image" Target="../media/image46.wmf"/><Relationship Id="rId7" Type="http://schemas.openxmlformats.org/officeDocument/2006/relationships/image" Target="../media/image39.emf"/><Relationship Id="rId12" Type="http://schemas.openxmlformats.org/officeDocument/2006/relationships/oleObject" Target="../embeddings/oleObject39.bin"/><Relationship Id="rId17" Type="http://schemas.openxmlformats.org/officeDocument/2006/relationships/image" Target="../media/image44.emf"/><Relationship Id="rId2" Type="http://schemas.openxmlformats.org/officeDocument/2006/relationships/oleObject" Target="../embeddings/oleObject34.bin"/><Relationship Id="rId16" Type="http://schemas.openxmlformats.org/officeDocument/2006/relationships/oleObject" Target="../embeddings/oleObject41.bin"/><Relationship Id="rId20"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36.bin"/><Relationship Id="rId11" Type="http://schemas.openxmlformats.org/officeDocument/2006/relationships/image" Target="../media/image41.emf"/><Relationship Id="rId5" Type="http://schemas.openxmlformats.org/officeDocument/2006/relationships/image" Target="../media/image38.emf"/><Relationship Id="rId15" Type="http://schemas.openxmlformats.org/officeDocument/2006/relationships/image" Target="../media/image43.wmf"/><Relationship Id="rId23" Type="http://schemas.openxmlformats.org/officeDocument/2006/relationships/image" Target="../media/image47.gif"/><Relationship Id="rId10" Type="http://schemas.openxmlformats.org/officeDocument/2006/relationships/oleObject" Target="../embeddings/oleObject38.bin"/><Relationship Id="rId19" Type="http://schemas.openxmlformats.org/officeDocument/2006/relationships/image" Target="../media/image45.emf"/><Relationship Id="rId4" Type="http://schemas.openxmlformats.org/officeDocument/2006/relationships/oleObject" Target="../embeddings/oleObject35.bin"/><Relationship Id="rId9" Type="http://schemas.openxmlformats.org/officeDocument/2006/relationships/image" Target="../media/image40.emf"/><Relationship Id="rId14" Type="http://schemas.openxmlformats.org/officeDocument/2006/relationships/oleObject" Target="../embeddings/oleObject40.bin"/><Relationship Id="rId22" Type="http://schemas.openxmlformats.org/officeDocument/2006/relationships/oleObject" Target="../embeddings/oleObject44.bin"/></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55.wmf"/><Relationship Id="rId18" Type="http://schemas.openxmlformats.org/officeDocument/2006/relationships/oleObject" Target="../embeddings/oleObject53.bin"/><Relationship Id="rId3" Type="http://schemas.openxmlformats.org/officeDocument/2006/relationships/image" Target="../media/image50.wmf"/><Relationship Id="rId21" Type="http://schemas.openxmlformats.org/officeDocument/2006/relationships/image" Target="../media/image59.wmf"/><Relationship Id="rId7" Type="http://schemas.openxmlformats.org/officeDocument/2006/relationships/image" Target="../media/image52.wmf"/><Relationship Id="rId12" Type="http://schemas.openxmlformats.org/officeDocument/2006/relationships/oleObject" Target="../embeddings/oleObject50.bin"/><Relationship Id="rId17" Type="http://schemas.openxmlformats.org/officeDocument/2006/relationships/image" Target="../media/image57.wmf"/><Relationship Id="rId25" Type="http://schemas.openxmlformats.org/officeDocument/2006/relationships/image" Target="../media/image61.wmf"/><Relationship Id="rId2" Type="http://schemas.openxmlformats.org/officeDocument/2006/relationships/oleObject" Target="../embeddings/oleObject45.bin"/><Relationship Id="rId16" Type="http://schemas.openxmlformats.org/officeDocument/2006/relationships/oleObject" Target="../embeddings/oleObject52.bin"/><Relationship Id="rId20"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oleObject" Target="../embeddings/oleObject47.bin"/><Relationship Id="rId11" Type="http://schemas.openxmlformats.org/officeDocument/2006/relationships/image" Target="../media/image54.wmf"/><Relationship Id="rId24" Type="http://schemas.openxmlformats.org/officeDocument/2006/relationships/oleObject" Target="../embeddings/oleObject56.bin"/><Relationship Id="rId5" Type="http://schemas.openxmlformats.org/officeDocument/2006/relationships/image" Target="../media/image51.wmf"/><Relationship Id="rId15" Type="http://schemas.openxmlformats.org/officeDocument/2006/relationships/image" Target="../media/image56.wmf"/><Relationship Id="rId23" Type="http://schemas.openxmlformats.org/officeDocument/2006/relationships/image" Target="../media/image60.wmf"/><Relationship Id="rId10" Type="http://schemas.openxmlformats.org/officeDocument/2006/relationships/oleObject" Target="../embeddings/oleObject49.bin"/><Relationship Id="rId19" Type="http://schemas.openxmlformats.org/officeDocument/2006/relationships/image" Target="../media/image58.wmf"/><Relationship Id="rId4" Type="http://schemas.openxmlformats.org/officeDocument/2006/relationships/oleObject" Target="../embeddings/oleObject46.bin"/><Relationship Id="rId9" Type="http://schemas.openxmlformats.org/officeDocument/2006/relationships/image" Target="../media/image53.wmf"/><Relationship Id="rId14" Type="http://schemas.openxmlformats.org/officeDocument/2006/relationships/oleObject" Target="../embeddings/oleObject51.bin"/><Relationship Id="rId22" Type="http://schemas.openxmlformats.org/officeDocument/2006/relationships/oleObject" Target="../embeddings/oleObject55.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67.wmf"/><Relationship Id="rId18" Type="http://schemas.openxmlformats.org/officeDocument/2006/relationships/oleObject" Target="../embeddings/oleObject65.bin"/><Relationship Id="rId3" Type="http://schemas.openxmlformats.org/officeDocument/2006/relationships/image" Target="../media/image62.wmf"/><Relationship Id="rId7" Type="http://schemas.openxmlformats.org/officeDocument/2006/relationships/image" Target="../media/image64.wmf"/><Relationship Id="rId12" Type="http://schemas.openxmlformats.org/officeDocument/2006/relationships/oleObject" Target="../embeddings/oleObject62.bin"/><Relationship Id="rId17" Type="http://schemas.openxmlformats.org/officeDocument/2006/relationships/image" Target="../media/image69.wmf"/><Relationship Id="rId2" Type="http://schemas.openxmlformats.org/officeDocument/2006/relationships/oleObject" Target="../embeddings/oleObject57.bin"/><Relationship Id="rId16"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59.bin"/><Relationship Id="rId11" Type="http://schemas.openxmlformats.org/officeDocument/2006/relationships/image" Target="../media/image66.wmf"/><Relationship Id="rId5" Type="http://schemas.openxmlformats.org/officeDocument/2006/relationships/image" Target="../media/image63.wmf"/><Relationship Id="rId15" Type="http://schemas.openxmlformats.org/officeDocument/2006/relationships/image" Target="../media/image68.wmf"/><Relationship Id="rId10" Type="http://schemas.openxmlformats.org/officeDocument/2006/relationships/oleObject" Target="../embeddings/oleObject61.bin"/><Relationship Id="rId19" Type="http://schemas.openxmlformats.org/officeDocument/2006/relationships/image" Target="../media/image70.wmf"/><Relationship Id="rId4" Type="http://schemas.openxmlformats.org/officeDocument/2006/relationships/oleObject" Target="../embeddings/oleObject58.bin"/><Relationship Id="rId9" Type="http://schemas.openxmlformats.org/officeDocument/2006/relationships/image" Target="../media/image65.wmf"/><Relationship Id="rId14" Type="http://schemas.openxmlformats.org/officeDocument/2006/relationships/oleObject" Target="../embeddings/oleObject63.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73.wmf"/><Relationship Id="rId18" Type="http://schemas.openxmlformats.org/officeDocument/2006/relationships/oleObject" Target="../embeddings/oleObject74.bin"/><Relationship Id="rId3" Type="http://schemas.openxmlformats.org/officeDocument/2006/relationships/image" Target="../media/image69.wmf"/><Relationship Id="rId7" Type="http://schemas.openxmlformats.org/officeDocument/2006/relationships/image" Target="../media/image70.wmf"/><Relationship Id="rId12" Type="http://schemas.openxmlformats.org/officeDocument/2006/relationships/oleObject" Target="../embeddings/oleObject71.bin"/><Relationship Id="rId17" Type="http://schemas.openxmlformats.org/officeDocument/2006/relationships/image" Target="../media/image75.wmf"/><Relationship Id="rId2" Type="http://schemas.openxmlformats.org/officeDocument/2006/relationships/oleObject" Target="../embeddings/oleObject66.bin"/><Relationship Id="rId16" Type="http://schemas.openxmlformats.org/officeDocument/2006/relationships/oleObject" Target="../embeddings/oleObject73.bin"/><Relationship Id="rId1" Type="http://schemas.openxmlformats.org/officeDocument/2006/relationships/slideLayout" Target="../slideLayouts/slideLayout7.xml"/><Relationship Id="rId6" Type="http://schemas.openxmlformats.org/officeDocument/2006/relationships/oleObject" Target="../embeddings/oleObject68.bin"/><Relationship Id="rId11" Type="http://schemas.openxmlformats.org/officeDocument/2006/relationships/image" Target="../media/image72.wmf"/><Relationship Id="rId5" Type="http://schemas.openxmlformats.org/officeDocument/2006/relationships/image" Target="../media/image68.wmf"/><Relationship Id="rId15" Type="http://schemas.openxmlformats.org/officeDocument/2006/relationships/image" Target="../media/image74.wmf"/><Relationship Id="rId10" Type="http://schemas.openxmlformats.org/officeDocument/2006/relationships/oleObject" Target="../embeddings/oleObject70.bin"/><Relationship Id="rId19" Type="http://schemas.openxmlformats.org/officeDocument/2006/relationships/image" Target="../media/image76.wmf"/><Relationship Id="rId4" Type="http://schemas.openxmlformats.org/officeDocument/2006/relationships/oleObject" Target="../embeddings/oleObject67.bin"/><Relationship Id="rId9" Type="http://schemas.openxmlformats.org/officeDocument/2006/relationships/image" Target="../media/image71.wmf"/><Relationship Id="rId14" Type="http://schemas.openxmlformats.org/officeDocument/2006/relationships/oleObject" Target="../embeddings/oleObject72.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image" Target="../media/image50.wmf"/><Relationship Id="rId18" Type="http://schemas.openxmlformats.org/officeDocument/2006/relationships/oleObject" Target="../embeddings/oleObject83.bin"/><Relationship Id="rId3" Type="http://schemas.openxmlformats.org/officeDocument/2006/relationships/image" Target="../media/image68.wmf"/><Relationship Id="rId21" Type="http://schemas.openxmlformats.org/officeDocument/2006/relationships/image" Target="../media/image83.wmf"/><Relationship Id="rId7" Type="http://schemas.openxmlformats.org/officeDocument/2006/relationships/image" Target="../media/image77.wmf"/><Relationship Id="rId12" Type="http://schemas.openxmlformats.org/officeDocument/2006/relationships/oleObject" Target="../embeddings/oleObject80.bin"/><Relationship Id="rId17" Type="http://schemas.openxmlformats.org/officeDocument/2006/relationships/image" Target="../media/image81.wmf"/><Relationship Id="rId2" Type="http://schemas.openxmlformats.org/officeDocument/2006/relationships/oleObject" Target="../embeddings/oleObject75.bin"/><Relationship Id="rId16" Type="http://schemas.openxmlformats.org/officeDocument/2006/relationships/oleObject" Target="../embeddings/oleObject82.bin"/><Relationship Id="rId20" Type="http://schemas.openxmlformats.org/officeDocument/2006/relationships/oleObject" Target="../embeddings/oleObject84.bin"/><Relationship Id="rId1" Type="http://schemas.openxmlformats.org/officeDocument/2006/relationships/slideLayout" Target="../slideLayouts/slideLayout13.xml"/><Relationship Id="rId6" Type="http://schemas.openxmlformats.org/officeDocument/2006/relationships/oleObject" Target="../embeddings/oleObject77.bin"/><Relationship Id="rId11" Type="http://schemas.openxmlformats.org/officeDocument/2006/relationships/image" Target="../media/image79.wmf"/><Relationship Id="rId5" Type="http://schemas.openxmlformats.org/officeDocument/2006/relationships/image" Target="../media/image69.wmf"/><Relationship Id="rId15" Type="http://schemas.openxmlformats.org/officeDocument/2006/relationships/image" Target="../media/image80.wmf"/><Relationship Id="rId23" Type="http://schemas.openxmlformats.org/officeDocument/2006/relationships/image" Target="../media/image84.wmf"/><Relationship Id="rId10" Type="http://schemas.openxmlformats.org/officeDocument/2006/relationships/oleObject" Target="../embeddings/oleObject79.bin"/><Relationship Id="rId19" Type="http://schemas.openxmlformats.org/officeDocument/2006/relationships/image" Target="../media/image82.wmf"/><Relationship Id="rId4" Type="http://schemas.openxmlformats.org/officeDocument/2006/relationships/oleObject" Target="../embeddings/oleObject76.bin"/><Relationship Id="rId9" Type="http://schemas.openxmlformats.org/officeDocument/2006/relationships/image" Target="../media/image78.wmf"/><Relationship Id="rId14" Type="http://schemas.openxmlformats.org/officeDocument/2006/relationships/oleObject" Target="../embeddings/oleObject81.bin"/><Relationship Id="rId22" Type="http://schemas.openxmlformats.org/officeDocument/2006/relationships/oleObject" Target="../embeddings/oleObject85.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89.bin"/><Relationship Id="rId13" Type="http://schemas.openxmlformats.org/officeDocument/2006/relationships/image" Target="../media/image53.wmf"/><Relationship Id="rId3" Type="http://schemas.openxmlformats.org/officeDocument/2006/relationships/image" Target="../media/image68.wmf"/><Relationship Id="rId7" Type="http://schemas.openxmlformats.org/officeDocument/2006/relationships/image" Target="../media/image50.wmf"/><Relationship Id="rId12" Type="http://schemas.openxmlformats.org/officeDocument/2006/relationships/oleObject" Target="../embeddings/oleObject91.bin"/><Relationship Id="rId2" Type="http://schemas.openxmlformats.org/officeDocument/2006/relationships/oleObject" Target="../embeddings/oleObject86.bin"/><Relationship Id="rId1" Type="http://schemas.openxmlformats.org/officeDocument/2006/relationships/slideLayout" Target="../slideLayouts/slideLayout7.xml"/><Relationship Id="rId6" Type="http://schemas.openxmlformats.org/officeDocument/2006/relationships/oleObject" Target="../embeddings/oleObject88.bin"/><Relationship Id="rId11" Type="http://schemas.openxmlformats.org/officeDocument/2006/relationships/image" Target="../media/image52.wmf"/><Relationship Id="rId5" Type="http://schemas.openxmlformats.org/officeDocument/2006/relationships/image" Target="../media/image69.wmf"/><Relationship Id="rId15" Type="http://schemas.openxmlformats.org/officeDocument/2006/relationships/image" Target="../media/image86.wmf"/><Relationship Id="rId10" Type="http://schemas.openxmlformats.org/officeDocument/2006/relationships/oleObject" Target="../embeddings/oleObject90.bin"/><Relationship Id="rId4" Type="http://schemas.openxmlformats.org/officeDocument/2006/relationships/oleObject" Target="../embeddings/oleObject87.bin"/><Relationship Id="rId9" Type="http://schemas.openxmlformats.org/officeDocument/2006/relationships/image" Target="../media/image85.wmf"/><Relationship Id="rId14" Type="http://schemas.openxmlformats.org/officeDocument/2006/relationships/oleObject" Target="../embeddings/oleObject92.bin"/></Relationships>
</file>

<file path=ppt/slides/_rels/slide25.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89.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92.emf"/><Relationship Id="rId3" Type="http://schemas.openxmlformats.org/officeDocument/2006/relationships/oleObject" Target="../embeddings/oleObject93.bin"/><Relationship Id="rId7" Type="http://schemas.openxmlformats.org/officeDocument/2006/relationships/oleObject" Target="../embeddings/oleObject95.bin"/><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1.emf"/><Relationship Id="rId5" Type="http://schemas.openxmlformats.org/officeDocument/2006/relationships/oleObject" Target="../embeddings/oleObject94.bin"/><Relationship Id="rId4" Type="http://schemas.openxmlformats.org/officeDocument/2006/relationships/image" Target="../media/image90.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98.wmf"/><Relationship Id="rId18" Type="http://schemas.openxmlformats.org/officeDocument/2006/relationships/oleObject" Target="../embeddings/oleObject104.bin"/><Relationship Id="rId3" Type="http://schemas.openxmlformats.org/officeDocument/2006/relationships/image" Target="../media/image93.emf"/><Relationship Id="rId21" Type="http://schemas.openxmlformats.org/officeDocument/2006/relationships/image" Target="../media/image92.emf"/><Relationship Id="rId7" Type="http://schemas.openxmlformats.org/officeDocument/2006/relationships/image" Target="../media/image95.wmf"/><Relationship Id="rId12" Type="http://schemas.openxmlformats.org/officeDocument/2006/relationships/oleObject" Target="../embeddings/oleObject101.bin"/><Relationship Id="rId17" Type="http://schemas.openxmlformats.org/officeDocument/2006/relationships/image" Target="../media/image100.wmf"/><Relationship Id="rId2" Type="http://schemas.openxmlformats.org/officeDocument/2006/relationships/oleObject" Target="../embeddings/oleObject96.bin"/><Relationship Id="rId16" Type="http://schemas.openxmlformats.org/officeDocument/2006/relationships/oleObject" Target="../embeddings/oleObject103.bin"/><Relationship Id="rId20" Type="http://schemas.openxmlformats.org/officeDocument/2006/relationships/oleObject" Target="../embeddings/oleObject105.bin"/><Relationship Id="rId1" Type="http://schemas.openxmlformats.org/officeDocument/2006/relationships/slideLayout" Target="../slideLayouts/slideLayout7.xml"/><Relationship Id="rId6" Type="http://schemas.openxmlformats.org/officeDocument/2006/relationships/oleObject" Target="../embeddings/oleObject98.bin"/><Relationship Id="rId11" Type="http://schemas.openxmlformats.org/officeDocument/2006/relationships/image" Target="../media/image97.wmf"/><Relationship Id="rId5" Type="http://schemas.openxmlformats.org/officeDocument/2006/relationships/image" Target="../media/image94.wmf"/><Relationship Id="rId15" Type="http://schemas.openxmlformats.org/officeDocument/2006/relationships/image" Target="../media/image99.wmf"/><Relationship Id="rId10" Type="http://schemas.openxmlformats.org/officeDocument/2006/relationships/oleObject" Target="../embeddings/oleObject100.bin"/><Relationship Id="rId19" Type="http://schemas.openxmlformats.org/officeDocument/2006/relationships/image" Target="../media/image101.wmf"/><Relationship Id="rId4" Type="http://schemas.openxmlformats.org/officeDocument/2006/relationships/oleObject" Target="../embeddings/oleObject97.bin"/><Relationship Id="rId9" Type="http://schemas.openxmlformats.org/officeDocument/2006/relationships/image" Target="../media/image96.wmf"/><Relationship Id="rId14" Type="http://schemas.openxmlformats.org/officeDocument/2006/relationships/oleObject" Target="../embeddings/oleObject102.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09.bin"/><Relationship Id="rId13" Type="http://schemas.openxmlformats.org/officeDocument/2006/relationships/image" Target="../media/image98.wmf"/><Relationship Id="rId18" Type="http://schemas.openxmlformats.org/officeDocument/2006/relationships/oleObject" Target="../embeddings/oleObject114.bin"/><Relationship Id="rId26" Type="http://schemas.openxmlformats.org/officeDocument/2006/relationships/oleObject" Target="../embeddings/oleObject118.bin"/><Relationship Id="rId3" Type="http://schemas.openxmlformats.org/officeDocument/2006/relationships/image" Target="../media/image102.emf"/><Relationship Id="rId21" Type="http://schemas.openxmlformats.org/officeDocument/2006/relationships/image" Target="../media/image107.wmf"/><Relationship Id="rId7" Type="http://schemas.openxmlformats.org/officeDocument/2006/relationships/image" Target="../media/image104.wmf"/><Relationship Id="rId12" Type="http://schemas.openxmlformats.org/officeDocument/2006/relationships/oleObject" Target="../embeddings/oleObject111.bin"/><Relationship Id="rId17" Type="http://schemas.openxmlformats.org/officeDocument/2006/relationships/image" Target="../media/image105.wmf"/><Relationship Id="rId25" Type="http://schemas.openxmlformats.org/officeDocument/2006/relationships/image" Target="../media/image109.wmf"/><Relationship Id="rId2" Type="http://schemas.openxmlformats.org/officeDocument/2006/relationships/oleObject" Target="../embeddings/oleObject106.bin"/><Relationship Id="rId16" Type="http://schemas.openxmlformats.org/officeDocument/2006/relationships/oleObject" Target="../embeddings/oleObject113.bin"/><Relationship Id="rId20" Type="http://schemas.openxmlformats.org/officeDocument/2006/relationships/oleObject" Target="../embeddings/oleObject115.bin"/><Relationship Id="rId29" Type="http://schemas.openxmlformats.org/officeDocument/2006/relationships/image" Target="../media/image111.wmf"/><Relationship Id="rId1" Type="http://schemas.openxmlformats.org/officeDocument/2006/relationships/slideLayout" Target="../slideLayouts/slideLayout7.xml"/><Relationship Id="rId6" Type="http://schemas.openxmlformats.org/officeDocument/2006/relationships/oleObject" Target="../embeddings/oleObject108.bin"/><Relationship Id="rId11" Type="http://schemas.openxmlformats.org/officeDocument/2006/relationships/image" Target="../media/image97.wmf"/><Relationship Id="rId24" Type="http://schemas.openxmlformats.org/officeDocument/2006/relationships/oleObject" Target="../embeddings/oleObject117.bin"/><Relationship Id="rId5" Type="http://schemas.openxmlformats.org/officeDocument/2006/relationships/image" Target="../media/image103.emf"/><Relationship Id="rId15" Type="http://schemas.openxmlformats.org/officeDocument/2006/relationships/image" Target="../media/image99.wmf"/><Relationship Id="rId23" Type="http://schemas.openxmlformats.org/officeDocument/2006/relationships/image" Target="../media/image108.wmf"/><Relationship Id="rId28" Type="http://schemas.openxmlformats.org/officeDocument/2006/relationships/oleObject" Target="../embeddings/oleObject119.bin"/><Relationship Id="rId10" Type="http://schemas.openxmlformats.org/officeDocument/2006/relationships/oleObject" Target="../embeddings/oleObject110.bin"/><Relationship Id="rId19" Type="http://schemas.openxmlformats.org/officeDocument/2006/relationships/image" Target="../media/image106.wmf"/><Relationship Id="rId4" Type="http://schemas.openxmlformats.org/officeDocument/2006/relationships/oleObject" Target="../embeddings/oleObject107.bin"/><Relationship Id="rId9" Type="http://schemas.openxmlformats.org/officeDocument/2006/relationships/image" Target="../media/image96.wmf"/><Relationship Id="rId14" Type="http://schemas.openxmlformats.org/officeDocument/2006/relationships/oleObject" Target="../embeddings/oleObject112.bin"/><Relationship Id="rId22" Type="http://schemas.openxmlformats.org/officeDocument/2006/relationships/oleObject" Target="../embeddings/oleObject116.bin"/><Relationship Id="rId27" Type="http://schemas.openxmlformats.org/officeDocument/2006/relationships/image" Target="../media/image110.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23.bin"/><Relationship Id="rId3" Type="http://schemas.openxmlformats.org/officeDocument/2006/relationships/image" Target="../media/image112.emf"/><Relationship Id="rId7" Type="http://schemas.openxmlformats.org/officeDocument/2006/relationships/image" Target="../media/image114.wmf"/><Relationship Id="rId2" Type="http://schemas.openxmlformats.org/officeDocument/2006/relationships/oleObject" Target="../embeddings/oleObject120.bin"/><Relationship Id="rId1" Type="http://schemas.openxmlformats.org/officeDocument/2006/relationships/slideLayout" Target="../slideLayouts/slideLayout7.xml"/><Relationship Id="rId6" Type="http://schemas.openxmlformats.org/officeDocument/2006/relationships/oleObject" Target="../embeddings/oleObject122.bin"/><Relationship Id="rId5" Type="http://schemas.openxmlformats.org/officeDocument/2006/relationships/image" Target="../media/image113.emf"/><Relationship Id="rId4" Type="http://schemas.openxmlformats.org/officeDocument/2006/relationships/oleObject" Target="../embeddings/oleObject121.bin"/><Relationship Id="rId9" Type="http://schemas.openxmlformats.org/officeDocument/2006/relationships/image" Target="../media/image115.wmf"/></Relationships>
</file>

<file path=ppt/slides/_rels/slide30.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27.bin"/><Relationship Id="rId3" Type="http://schemas.openxmlformats.org/officeDocument/2006/relationships/image" Target="../media/image117.emf"/><Relationship Id="rId7" Type="http://schemas.openxmlformats.org/officeDocument/2006/relationships/image" Target="../media/image119.emf"/><Relationship Id="rId2" Type="http://schemas.openxmlformats.org/officeDocument/2006/relationships/oleObject" Target="../embeddings/oleObject124.bin"/><Relationship Id="rId1" Type="http://schemas.openxmlformats.org/officeDocument/2006/relationships/slideLayout" Target="../slideLayouts/slideLayout14.xml"/><Relationship Id="rId6" Type="http://schemas.openxmlformats.org/officeDocument/2006/relationships/oleObject" Target="../embeddings/oleObject126.bin"/><Relationship Id="rId5" Type="http://schemas.openxmlformats.org/officeDocument/2006/relationships/image" Target="../media/image118.emf"/><Relationship Id="rId4" Type="http://schemas.openxmlformats.org/officeDocument/2006/relationships/oleObject" Target="../embeddings/oleObject125.bin"/><Relationship Id="rId9" Type="http://schemas.openxmlformats.org/officeDocument/2006/relationships/image" Target="../media/image120.emf"/></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22.png"/><Relationship Id="rId4" Type="http://schemas.openxmlformats.org/officeDocument/2006/relationships/image" Target="../media/image121.png"/></Relationships>
</file>

<file path=ppt/slides/_rels/slide3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7.xml"/><Relationship Id="rId5" Type="http://schemas.openxmlformats.org/officeDocument/2006/relationships/image" Target="../media/image126.png"/><Relationship Id="rId4" Type="http://schemas.openxmlformats.org/officeDocument/2006/relationships/image" Target="../media/image125.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image" Target="../media/image132.wmf"/><Relationship Id="rId18" Type="http://schemas.openxmlformats.org/officeDocument/2006/relationships/oleObject" Target="../embeddings/oleObject136.bin"/><Relationship Id="rId3" Type="http://schemas.openxmlformats.org/officeDocument/2006/relationships/image" Target="../media/image127.emf"/><Relationship Id="rId21" Type="http://schemas.openxmlformats.org/officeDocument/2006/relationships/image" Target="../media/image136.emf"/><Relationship Id="rId7" Type="http://schemas.openxmlformats.org/officeDocument/2006/relationships/image" Target="../media/image129.wmf"/><Relationship Id="rId12" Type="http://schemas.openxmlformats.org/officeDocument/2006/relationships/oleObject" Target="../embeddings/oleObject133.bin"/><Relationship Id="rId17" Type="http://schemas.openxmlformats.org/officeDocument/2006/relationships/image" Target="../media/image134.emf"/><Relationship Id="rId2" Type="http://schemas.openxmlformats.org/officeDocument/2006/relationships/oleObject" Target="../embeddings/oleObject128.bin"/><Relationship Id="rId16" Type="http://schemas.openxmlformats.org/officeDocument/2006/relationships/oleObject" Target="../embeddings/oleObject135.bin"/><Relationship Id="rId20" Type="http://schemas.openxmlformats.org/officeDocument/2006/relationships/oleObject" Target="../embeddings/oleObject137.bin"/><Relationship Id="rId1" Type="http://schemas.openxmlformats.org/officeDocument/2006/relationships/slideLayout" Target="../slideLayouts/slideLayout2.xml"/><Relationship Id="rId6" Type="http://schemas.openxmlformats.org/officeDocument/2006/relationships/oleObject" Target="../embeddings/oleObject130.bin"/><Relationship Id="rId11" Type="http://schemas.openxmlformats.org/officeDocument/2006/relationships/image" Target="../media/image131.wmf"/><Relationship Id="rId5" Type="http://schemas.openxmlformats.org/officeDocument/2006/relationships/image" Target="../media/image128.wmf"/><Relationship Id="rId15" Type="http://schemas.openxmlformats.org/officeDocument/2006/relationships/image" Target="../media/image133.emf"/><Relationship Id="rId23" Type="http://schemas.openxmlformats.org/officeDocument/2006/relationships/image" Target="../media/image137.wmf"/><Relationship Id="rId10" Type="http://schemas.openxmlformats.org/officeDocument/2006/relationships/oleObject" Target="../embeddings/oleObject132.bin"/><Relationship Id="rId19" Type="http://schemas.openxmlformats.org/officeDocument/2006/relationships/image" Target="../media/image135.emf"/><Relationship Id="rId4" Type="http://schemas.openxmlformats.org/officeDocument/2006/relationships/oleObject" Target="../embeddings/oleObject129.bin"/><Relationship Id="rId9" Type="http://schemas.openxmlformats.org/officeDocument/2006/relationships/image" Target="../media/image130.wmf"/><Relationship Id="rId14" Type="http://schemas.openxmlformats.org/officeDocument/2006/relationships/oleObject" Target="../embeddings/oleObject134.bin"/><Relationship Id="rId22" Type="http://schemas.openxmlformats.org/officeDocument/2006/relationships/oleObject" Target="../embeddings/oleObject138.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142.pn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41.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140.png"/><Relationship Id="rId5" Type="http://schemas.openxmlformats.org/officeDocument/2006/relationships/tags" Target="../tags/tag14.xml"/><Relationship Id="rId15" Type="http://schemas.openxmlformats.org/officeDocument/2006/relationships/image" Target="../media/image144.png"/><Relationship Id="rId10" Type="http://schemas.openxmlformats.org/officeDocument/2006/relationships/image" Target="../media/image139.png"/><Relationship Id="rId4" Type="http://schemas.openxmlformats.org/officeDocument/2006/relationships/tags" Target="../tags/tag13.xml"/><Relationship Id="rId9" Type="http://schemas.openxmlformats.org/officeDocument/2006/relationships/image" Target="../media/image138.png"/><Relationship Id="rId14" Type="http://schemas.openxmlformats.org/officeDocument/2006/relationships/image" Target="../media/image143.png"/></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42.bin"/><Relationship Id="rId13" Type="http://schemas.openxmlformats.org/officeDocument/2006/relationships/image" Target="../media/image150.wmf"/><Relationship Id="rId18" Type="http://schemas.openxmlformats.org/officeDocument/2006/relationships/oleObject" Target="../embeddings/oleObject147.bin"/><Relationship Id="rId26" Type="http://schemas.openxmlformats.org/officeDocument/2006/relationships/oleObject" Target="../embeddings/oleObject152.bin"/><Relationship Id="rId3" Type="http://schemas.openxmlformats.org/officeDocument/2006/relationships/image" Target="../media/image145.wmf"/><Relationship Id="rId21" Type="http://schemas.openxmlformats.org/officeDocument/2006/relationships/oleObject" Target="../embeddings/oleObject149.bin"/><Relationship Id="rId7" Type="http://schemas.openxmlformats.org/officeDocument/2006/relationships/image" Target="../media/image147.emf"/><Relationship Id="rId12" Type="http://schemas.openxmlformats.org/officeDocument/2006/relationships/oleObject" Target="../embeddings/oleObject144.bin"/><Relationship Id="rId17" Type="http://schemas.openxmlformats.org/officeDocument/2006/relationships/image" Target="../media/image152.wmf"/><Relationship Id="rId25" Type="http://schemas.openxmlformats.org/officeDocument/2006/relationships/image" Target="../media/image155.wmf"/><Relationship Id="rId2" Type="http://schemas.openxmlformats.org/officeDocument/2006/relationships/oleObject" Target="../embeddings/oleObject139.bin"/><Relationship Id="rId16" Type="http://schemas.openxmlformats.org/officeDocument/2006/relationships/oleObject" Target="../embeddings/oleObject146.bin"/><Relationship Id="rId20" Type="http://schemas.openxmlformats.org/officeDocument/2006/relationships/oleObject" Target="../embeddings/oleObject148.bin"/><Relationship Id="rId29" Type="http://schemas.openxmlformats.org/officeDocument/2006/relationships/oleObject" Target="../embeddings/oleObject155.bin"/><Relationship Id="rId1" Type="http://schemas.openxmlformats.org/officeDocument/2006/relationships/slideLayout" Target="../slideLayouts/slideLayout7.xml"/><Relationship Id="rId6" Type="http://schemas.openxmlformats.org/officeDocument/2006/relationships/oleObject" Target="../embeddings/oleObject141.bin"/><Relationship Id="rId11" Type="http://schemas.openxmlformats.org/officeDocument/2006/relationships/image" Target="../media/image149.wmf"/><Relationship Id="rId24" Type="http://schemas.openxmlformats.org/officeDocument/2006/relationships/oleObject" Target="../embeddings/oleObject151.bin"/><Relationship Id="rId5" Type="http://schemas.openxmlformats.org/officeDocument/2006/relationships/image" Target="../media/image146.wmf"/><Relationship Id="rId15" Type="http://schemas.openxmlformats.org/officeDocument/2006/relationships/image" Target="../media/image151.wmf"/><Relationship Id="rId23" Type="http://schemas.openxmlformats.org/officeDocument/2006/relationships/oleObject" Target="../embeddings/oleObject150.bin"/><Relationship Id="rId28" Type="http://schemas.openxmlformats.org/officeDocument/2006/relationships/oleObject" Target="../embeddings/oleObject154.bin"/><Relationship Id="rId10" Type="http://schemas.openxmlformats.org/officeDocument/2006/relationships/oleObject" Target="../embeddings/oleObject143.bin"/><Relationship Id="rId19" Type="http://schemas.openxmlformats.org/officeDocument/2006/relationships/image" Target="../media/image153.wmf"/><Relationship Id="rId31" Type="http://schemas.openxmlformats.org/officeDocument/2006/relationships/oleObject" Target="../embeddings/oleObject157.bin"/><Relationship Id="rId4" Type="http://schemas.openxmlformats.org/officeDocument/2006/relationships/oleObject" Target="../embeddings/oleObject140.bin"/><Relationship Id="rId9" Type="http://schemas.openxmlformats.org/officeDocument/2006/relationships/image" Target="../media/image148.emf"/><Relationship Id="rId14" Type="http://schemas.openxmlformats.org/officeDocument/2006/relationships/oleObject" Target="../embeddings/oleObject145.bin"/><Relationship Id="rId22" Type="http://schemas.openxmlformats.org/officeDocument/2006/relationships/image" Target="../media/image154.wmf"/><Relationship Id="rId27" Type="http://schemas.openxmlformats.org/officeDocument/2006/relationships/oleObject" Target="../embeddings/oleObject153.bin"/><Relationship Id="rId30" Type="http://schemas.openxmlformats.org/officeDocument/2006/relationships/oleObject" Target="../embeddings/oleObject156.bin"/></Relationships>
</file>

<file path=ppt/slides/_rels/slide39.xml.rels><?xml version="1.0" encoding="UTF-8" standalone="yes"?>
<Relationships xmlns="http://schemas.openxmlformats.org/package/2006/relationships"><Relationship Id="rId13" Type="http://schemas.openxmlformats.org/officeDocument/2006/relationships/image" Target="../media/image154.wmf"/><Relationship Id="rId18" Type="http://schemas.openxmlformats.org/officeDocument/2006/relationships/image" Target="../media/image158.wmf"/><Relationship Id="rId26" Type="http://schemas.openxmlformats.org/officeDocument/2006/relationships/image" Target="../media/image162.wmf"/><Relationship Id="rId3" Type="http://schemas.openxmlformats.org/officeDocument/2006/relationships/oleObject" Target="../embeddings/oleObject158.bin"/><Relationship Id="rId21" Type="http://schemas.openxmlformats.org/officeDocument/2006/relationships/oleObject" Target="../embeddings/oleObject168.bin"/><Relationship Id="rId7" Type="http://schemas.openxmlformats.org/officeDocument/2006/relationships/oleObject" Target="../embeddings/oleObject160.bin"/><Relationship Id="rId12" Type="http://schemas.openxmlformats.org/officeDocument/2006/relationships/oleObject" Target="../embeddings/oleObject163.bin"/><Relationship Id="rId17" Type="http://schemas.openxmlformats.org/officeDocument/2006/relationships/oleObject" Target="../embeddings/oleObject166.bin"/><Relationship Id="rId25" Type="http://schemas.openxmlformats.org/officeDocument/2006/relationships/oleObject" Target="../embeddings/oleObject170.bin"/><Relationship Id="rId33" Type="http://schemas.openxmlformats.org/officeDocument/2006/relationships/image" Target="../media/image164.wmf"/><Relationship Id="rId2" Type="http://schemas.openxmlformats.org/officeDocument/2006/relationships/notesSlide" Target="../notesSlides/notesSlide8.xml"/><Relationship Id="rId16" Type="http://schemas.openxmlformats.org/officeDocument/2006/relationships/image" Target="../media/image155.wmf"/><Relationship Id="rId20" Type="http://schemas.openxmlformats.org/officeDocument/2006/relationships/image" Target="../media/image159.emf"/><Relationship Id="rId29" Type="http://schemas.openxmlformats.org/officeDocument/2006/relationships/oleObject" Target="../embeddings/oleObject172.bin"/><Relationship Id="rId1" Type="http://schemas.openxmlformats.org/officeDocument/2006/relationships/slideLayout" Target="../slideLayouts/slideLayout7.xml"/><Relationship Id="rId6" Type="http://schemas.openxmlformats.org/officeDocument/2006/relationships/image" Target="../media/image157.emf"/><Relationship Id="rId11" Type="http://schemas.openxmlformats.org/officeDocument/2006/relationships/oleObject" Target="../embeddings/oleObject162.bin"/><Relationship Id="rId24" Type="http://schemas.openxmlformats.org/officeDocument/2006/relationships/image" Target="../media/image161.wmf"/><Relationship Id="rId32" Type="http://schemas.openxmlformats.org/officeDocument/2006/relationships/oleObject" Target="../embeddings/oleObject174.bin"/><Relationship Id="rId5" Type="http://schemas.openxmlformats.org/officeDocument/2006/relationships/oleObject" Target="../embeddings/oleObject159.bin"/><Relationship Id="rId15" Type="http://schemas.openxmlformats.org/officeDocument/2006/relationships/oleObject" Target="../embeddings/oleObject165.bin"/><Relationship Id="rId23" Type="http://schemas.openxmlformats.org/officeDocument/2006/relationships/oleObject" Target="../embeddings/oleObject169.bin"/><Relationship Id="rId28" Type="http://schemas.openxmlformats.org/officeDocument/2006/relationships/image" Target="../media/image151.wmf"/><Relationship Id="rId10" Type="http://schemas.openxmlformats.org/officeDocument/2006/relationships/image" Target="../media/image153.wmf"/><Relationship Id="rId19" Type="http://schemas.openxmlformats.org/officeDocument/2006/relationships/oleObject" Target="../embeddings/oleObject167.bin"/><Relationship Id="rId31" Type="http://schemas.openxmlformats.org/officeDocument/2006/relationships/image" Target="../media/image163.wmf"/><Relationship Id="rId4" Type="http://schemas.openxmlformats.org/officeDocument/2006/relationships/image" Target="../media/image156.emf"/><Relationship Id="rId9" Type="http://schemas.openxmlformats.org/officeDocument/2006/relationships/oleObject" Target="../embeddings/oleObject161.bin"/><Relationship Id="rId14" Type="http://schemas.openxmlformats.org/officeDocument/2006/relationships/oleObject" Target="../embeddings/oleObject164.bin"/><Relationship Id="rId22" Type="http://schemas.openxmlformats.org/officeDocument/2006/relationships/image" Target="../media/image160.emf"/><Relationship Id="rId27" Type="http://schemas.openxmlformats.org/officeDocument/2006/relationships/oleObject" Target="../embeddings/oleObject171.bin"/><Relationship Id="rId30" Type="http://schemas.openxmlformats.org/officeDocument/2006/relationships/oleObject" Target="../embeddings/oleObject173.bin"/><Relationship Id="rId8" Type="http://schemas.openxmlformats.org/officeDocument/2006/relationships/image" Target="../media/image152.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78.bin"/><Relationship Id="rId13" Type="http://schemas.openxmlformats.org/officeDocument/2006/relationships/oleObject" Target="../embeddings/oleObject181.bin"/><Relationship Id="rId18" Type="http://schemas.openxmlformats.org/officeDocument/2006/relationships/image" Target="../media/image168.wmf"/><Relationship Id="rId26" Type="http://schemas.openxmlformats.org/officeDocument/2006/relationships/image" Target="../media/image171.emf"/><Relationship Id="rId3" Type="http://schemas.openxmlformats.org/officeDocument/2006/relationships/image" Target="../media/image165.wmf"/><Relationship Id="rId21" Type="http://schemas.openxmlformats.org/officeDocument/2006/relationships/oleObject" Target="../embeddings/oleObject185.bin"/><Relationship Id="rId7" Type="http://schemas.openxmlformats.org/officeDocument/2006/relationships/image" Target="../media/image153.wmf"/><Relationship Id="rId12" Type="http://schemas.openxmlformats.org/officeDocument/2006/relationships/oleObject" Target="../embeddings/oleObject180.bin"/><Relationship Id="rId17" Type="http://schemas.openxmlformats.org/officeDocument/2006/relationships/oleObject" Target="../embeddings/oleObject183.bin"/><Relationship Id="rId25" Type="http://schemas.openxmlformats.org/officeDocument/2006/relationships/oleObject" Target="../embeddings/oleObject187.bin"/><Relationship Id="rId2" Type="http://schemas.openxmlformats.org/officeDocument/2006/relationships/oleObject" Target="../embeddings/oleObject175.bin"/><Relationship Id="rId16" Type="http://schemas.openxmlformats.org/officeDocument/2006/relationships/image" Target="../media/image167.wmf"/><Relationship Id="rId20" Type="http://schemas.openxmlformats.org/officeDocument/2006/relationships/image" Target="../media/image151.wmf"/><Relationship Id="rId1" Type="http://schemas.openxmlformats.org/officeDocument/2006/relationships/slideLayout" Target="../slideLayouts/slideLayout7.xml"/><Relationship Id="rId6" Type="http://schemas.openxmlformats.org/officeDocument/2006/relationships/oleObject" Target="../embeddings/oleObject177.bin"/><Relationship Id="rId11" Type="http://schemas.openxmlformats.org/officeDocument/2006/relationships/image" Target="../media/image154.wmf"/><Relationship Id="rId24" Type="http://schemas.openxmlformats.org/officeDocument/2006/relationships/image" Target="../media/image170.emf"/><Relationship Id="rId5" Type="http://schemas.openxmlformats.org/officeDocument/2006/relationships/image" Target="../media/image152.wmf"/><Relationship Id="rId15" Type="http://schemas.openxmlformats.org/officeDocument/2006/relationships/oleObject" Target="../embeddings/oleObject182.bin"/><Relationship Id="rId23" Type="http://schemas.openxmlformats.org/officeDocument/2006/relationships/oleObject" Target="../embeddings/oleObject186.bin"/><Relationship Id="rId28" Type="http://schemas.openxmlformats.org/officeDocument/2006/relationships/image" Target="../media/image119.png"/><Relationship Id="rId10" Type="http://schemas.openxmlformats.org/officeDocument/2006/relationships/oleObject" Target="../embeddings/oleObject179.bin"/><Relationship Id="rId19" Type="http://schemas.openxmlformats.org/officeDocument/2006/relationships/oleObject" Target="../embeddings/oleObject184.bin"/><Relationship Id="rId4" Type="http://schemas.openxmlformats.org/officeDocument/2006/relationships/oleObject" Target="../embeddings/oleObject176.bin"/><Relationship Id="rId9" Type="http://schemas.openxmlformats.org/officeDocument/2006/relationships/image" Target="../media/image166.emf"/><Relationship Id="rId14" Type="http://schemas.openxmlformats.org/officeDocument/2006/relationships/image" Target="../media/image155.wmf"/><Relationship Id="rId22" Type="http://schemas.openxmlformats.org/officeDocument/2006/relationships/image" Target="../media/image169.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7.xml"/><Relationship Id="rId5" Type="http://schemas.openxmlformats.org/officeDocument/2006/relationships/image" Target="../media/image175.png"/><Relationship Id="rId4" Type="http://schemas.openxmlformats.org/officeDocument/2006/relationships/image" Target="../media/image174.png"/></Relationships>
</file>

<file path=ppt/slides/_rels/slide45.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46.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42.bin"/><Relationship Id="rId13" Type="http://schemas.openxmlformats.org/officeDocument/2006/relationships/image" Target="../media/image150.wmf"/><Relationship Id="rId18" Type="http://schemas.openxmlformats.org/officeDocument/2006/relationships/oleObject" Target="../embeddings/oleObject147.bin"/><Relationship Id="rId26" Type="http://schemas.openxmlformats.org/officeDocument/2006/relationships/oleObject" Target="../embeddings/oleObject152.bin"/><Relationship Id="rId3" Type="http://schemas.openxmlformats.org/officeDocument/2006/relationships/image" Target="../media/image145.wmf"/><Relationship Id="rId21" Type="http://schemas.openxmlformats.org/officeDocument/2006/relationships/oleObject" Target="../embeddings/oleObject149.bin"/><Relationship Id="rId7" Type="http://schemas.openxmlformats.org/officeDocument/2006/relationships/image" Target="../media/image147.emf"/><Relationship Id="rId12" Type="http://schemas.openxmlformats.org/officeDocument/2006/relationships/oleObject" Target="../embeddings/oleObject144.bin"/><Relationship Id="rId17" Type="http://schemas.openxmlformats.org/officeDocument/2006/relationships/image" Target="../media/image152.wmf"/><Relationship Id="rId25" Type="http://schemas.openxmlformats.org/officeDocument/2006/relationships/image" Target="../media/image155.wmf"/><Relationship Id="rId2" Type="http://schemas.openxmlformats.org/officeDocument/2006/relationships/oleObject" Target="../embeddings/oleObject139.bin"/><Relationship Id="rId16" Type="http://schemas.openxmlformats.org/officeDocument/2006/relationships/oleObject" Target="../embeddings/oleObject146.bin"/><Relationship Id="rId20" Type="http://schemas.openxmlformats.org/officeDocument/2006/relationships/oleObject" Target="../embeddings/oleObject148.bin"/><Relationship Id="rId29" Type="http://schemas.openxmlformats.org/officeDocument/2006/relationships/oleObject" Target="../embeddings/oleObject155.bin"/><Relationship Id="rId1" Type="http://schemas.openxmlformats.org/officeDocument/2006/relationships/slideLayout" Target="../slideLayouts/slideLayout7.xml"/><Relationship Id="rId6" Type="http://schemas.openxmlformats.org/officeDocument/2006/relationships/oleObject" Target="../embeddings/oleObject141.bin"/><Relationship Id="rId11" Type="http://schemas.openxmlformats.org/officeDocument/2006/relationships/image" Target="../media/image149.wmf"/><Relationship Id="rId24" Type="http://schemas.openxmlformats.org/officeDocument/2006/relationships/oleObject" Target="../embeddings/oleObject151.bin"/><Relationship Id="rId5" Type="http://schemas.openxmlformats.org/officeDocument/2006/relationships/image" Target="../media/image146.wmf"/><Relationship Id="rId15" Type="http://schemas.openxmlformats.org/officeDocument/2006/relationships/image" Target="../media/image151.wmf"/><Relationship Id="rId23" Type="http://schemas.openxmlformats.org/officeDocument/2006/relationships/oleObject" Target="../embeddings/oleObject150.bin"/><Relationship Id="rId28" Type="http://schemas.openxmlformats.org/officeDocument/2006/relationships/oleObject" Target="../embeddings/oleObject154.bin"/><Relationship Id="rId10" Type="http://schemas.openxmlformats.org/officeDocument/2006/relationships/oleObject" Target="../embeddings/oleObject143.bin"/><Relationship Id="rId19" Type="http://schemas.openxmlformats.org/officeDocument/2006/relationships/image" Target="../media/image153.wmf"/><Relationship Id="rId31" Type="http://schemas.openxmlformats.org/officeDocument/2006/relationships/oleObject" Target="../embeddings/oleObject157.bin"/><Relationship Id="rId4" Type="http://schemas.openxmlformats.org/officeDocument/2006/relationships/oleObject" Target="../embeddings/oleObject140.bin"/><Relationship Id="rId9" Type="http://schemas.openxmlformats.org/officeDocument/2006/relationships/image" Target="../media/image148.emf"/><Relationship Id="rId14" Type="http://schemas.openxmlformats.org/officeDocument/2006/relationships/oleObject" Target="../embeddings/oleObject145.bin"/><Relationship Id="rId22" Type="http://schemas.openxmlformats.org/officeDocument/2006/relationships/image" Target="../media/image154.wmf"/><Relationship Id="rId27" Type="http://schemas.openxmlformats.org/officeDocument/2006/relationships/oleObject" Target="../embeddings/oleObject153.bin"/><Relationship Id="rId30" Type="http://schemas.openxmlformats.org/officeDocument/2006/relationships/oleObject" Target="../embeddings/oleObject156.bin"/></Relationships>
</file>

<file path=ppt/slides/_rels/slide48.xml.rels><?xml version="1.0" encoding="UTF-8" standalone="yes"?>
<Relationships xmlns="http://schemas.openxmlformats.org/package/2006/relationships"><Relationship Id="rId13" Type="http://schemas.openxmlformats.org/officeDocument/2006/relationships/image" Target="../media/image154.wmf"/><Relationship Id="rId18" Type="http://schemas.openxmlformats.org/officeDocument/2006/relationships/image" Target="../media/image158.wmf"/><Relationship Id="rId26" Type="http://schemas.openxmlformats.org/officeDocument/2006/relationships/image" Target="../media/image162.wmf"/><Relationship Id="rId3" Type="http://schemas.openxmlformats.org/officeDocument/2006/relationships/oleObject" Target="../embeddings/oleObject158.bin"/><Relationship Id="rId21" Type="http://schemas.openxmlformats.org/officeDocument/2006/relationships/oleObject" Target="../embeddings/oleObject168.bin"/><Relationship Id="rId7" Type="http://schemas.openxmlformats.org/officeDocument/2006/relationships/oleObject" Target="../embeddings/oleObject160.bin"/><Relationship Id="rId12" Type="http://schemas.openxmlformats.org/officeDocument/2006/relationships/oleObject" Target="../embeddings/oleObject163.bin"/><Relationship Id="rId17" Type="http://schemas.openxmlformats.org/officeDocument/2006/relationships/oleObject" Target="../embeddings/oleObject166.bin"/><Relationship Id="rId25" Type="http://schemas.openxmlformats.org/officeDocument/2006/relationships/oleObject" Target="../embeddings/oleObject170.bin"/><Relationship Id="rId33" Type="http://schemas.openxmlformats.org/officeDocument/2006/relationships/image" Target="../media/image164.wmf"/><Relationship Id="rId2" Type="http://schemas.openxmlformats.org/officeDocument/2006/relationships/notesSlide" Target="../notesSlides/notesSlide9.xml"/><Relationship Id="rId16" Type="http://schemas.openxmlformats.org/officeDocument/2006/relationships/image" Target="../media/image155.wmf"/><Relationship Id="rId20" Type="http://schemas.openxmlformats.org/officeDocument/2006/relationships/image" Target="../media/image159.emf"/><Relationship Id="rId29" Type="http://schemas.openxmlformats.org/officeDocument/2006/relationships/oleObject" Target="../embeddings/oleObject172.bin"/><Relationship Id="rId1" Type="http://schemas.openxmlformats.org/officeDocument/2006/relationships/slideLayout" Target="../slideLayouts/slideLayout7.xml"/><Relationship Id="rId6" Type="http://schemas.openxmlformats.org/officeDocument/2006/relationships/image" Target="../media/image157.emf"/><Relationship Id="rId11" Type="http://schemas.openxmlformats.org/officeDocument/2006/relationships/oleObject" Target="../embeddings/oleObject162.bin"/><Relationship Id="rId24" Type="http://schemas.openxmlformats.org/officeDocument/2006/relationships/image" Target="../media/image161.wmf"/><Relationship Id="rId32" Type="http://schemas.openxmlformats.org/officeDocument/2006/relationships/oleObject" Target="../embeddings/oleObject174.bin"/><Relationship Id="rId5" Type="http://schemas.openxmlformats.org/officeDocument/2006/relationships/oleObject" Target="../embeddings/oleObject159.bin"/><Relationship Id="rId15" Type="http://schemas.openxmlformats.org/officeDocument/2006/relationships/oleObject" Target="../embeddings/oleObject165.bin"/><Relationship Id="rId23" Type="http://schemas.openxmlformats.org/officeDocument/2006/relationships/oleObject" Target="../embeddings/oleObject169.bin"/><Relationship Id="rId28" Type="http://schemas.openxmlformats.org/officeDocument/2006/relationships/image" Target="../media/image151.wmf"/><Relationship Id="rId10" Type="http://schemas.openxmlformats.org/officeDocument/2006/relationships/image" Target="../media/image153.wmf"/><Relationship Id="rId19" Type="http://schemas.openxmlformats.org/officeDocument/2006/relationships/oleObject" Target="../embeddings/oleObject167.bin"/><Relationship Id="rId31" Type="http://schemas.openxmlformats.org/officeDocument/2006/relationships/image" Target="../media/image163.wmf"/><Relationship Id="rId4" Type="http://schemas.openxmlformats.org/officeDocument/2006/relationships/image" Target="../media/image156.emf"/><Relationship Id="rId9" Type="http://schemas.openxmlformats.org/officeDocument/2006/relationships/oleObject" Target="../embeddings/oleObject161.bin"/><Relationship Id="rId14" Type="http://schemas.openxmlformats.org/officeDocument/2006/relationships/oleObject" Target="../embeddings/oleObject164.bin"/><Relationship Id="rId22" Type="http://schemas.openxmlformats.org/officeDocument/2006/relationships/image" Target="../media/image160.emf"/><Relationship Id="rId27" Type="http://schemas.openxmlformats.org/officeDocument/2006/relationships/oleObject" Target="../embeddings/oleObject171.bin"/><Relationship Id="rId30" Type="http://schemas.openxmlformats.org/officeDocument/2006/relationships/oleObject" Target="../embeddings/oleObject173.bin"/><Relationship Id="rId8" Type="http://schemas.openxmlformats.org/officeDocument/2006/relationships/image" Target="../media/image152.wmf"/></Relationships>
</file>

<file path=ppt/slides/_rels/slide4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50.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51.xml.rels><?xml version="1.0" encoding="UTF-8" standalone="yes"?>
<Relationships xmlns="http://schemas.openxmlformats.org/package/2006/relationships"><Relationship Id="rId3" Type="http://schemas.openxmlformats.org/officeDocument/2006/relationships/image" Target="../media/image180.emf"/><Relationship Id="rId2" Type="http://schemas.openxmlformats.org/officeDocument/2006/relationships/oleObject" Target="../embeddings/oleObject188.bin"/><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3" Type="http://schemas.openxmlformats.org/officeDocument/2006/relationships/image" Target="../media/image185.wmf"/><Relationship Id="rId18" Type="http://schemas.openxmlformats.org/officeDocument/2006/relationships/oleObject" Target="../embeddings/oleObject197.bin"/><Relationship Id="rId26" Type="http://schemas.openxmlformats.org/officeDocument/2006/relationships/oleObject" Target="../embeddings/oleObject201.bin"/><Relationship Id="rId3" Type="http://schemas.openxmlformats.org/officeDocument/2006/relationships/image" Target="../media/image180.emf"/><Relationship Id="rId21" Type="http://schemas.openxmlformats.org/officeDocument/2006/relationships/image" Target="../media/image189.wmf"/><Relationship Id="rId7" Type="http://schemas.openxmlformats.org/officeDocument/2006/relationships/image" Target="../media/image182.wmf"/><Relationship Id="rId12" Type="http://schemas.openxmlformats.org/officeDocument/2006/relationships/oleObject" Target="../embeddings/oleObject194.bin"/><Relationship Id="rId17" Type="http://schemas.openxmlformats.org/officeDocument/2006/relationships/image" Target="../media/image187.wmf"/><Relationship Id="rId25" Type="http://schemas.openxmlformats.org/officeDocument/2006/relationships/image" Target="../media/image191.wmf"/><Relationship Id="rId33" Type="http://schemas.openxmlformats.org/officeDocument/2006/relationships/image" Target="../media/image195.wmf"/><Relationship Id="rId2" Type="http://schemas.openxmlformats.org/officeDocument/2006/relationships/oleObject" Target="../embeddings/oleObject189.bin"/><Relationship Id="rId16" Type="http://schemas.openxmlformats.org/officeDocument/2006/relationships/oleObject" Target="../embeddings/oleObject196.bin"/><Relationship Id="rId20" Type="http://schemas.openxmlformats.org/officeDocument/2006/relationships/oleObject" Target="../embeddings/oleObject198.bin"/><Relationship Id="rId29" Type="http://schemas.openxmlformats.org/officeDocument/2006/relationships/image" Target="../media/image193.wmf"/><Relationship Id="rId1" Type="http://schemas.openxmlformats.org/officeDocument/2006/relationships/slideLayout" Target="../slideLayouts/slideLayout7.xml"/><Relationship Id="rId6" Type="http://schemas.openxmlformats.org/officeDocument/2006/relationships/oleObject" Target="../embeddings/oleObject191.bin"/><Relationship Id="rId11" Type="http://schemas.openxmlformats.org/officeDocument/2006/relationships/image" Target="../media/image184.wmf"/><Relationship Id="rId24" Type="http://schemas.openxmlformats.org/officeDocument/2006/relationships/oleObject" Target="../embeddings/oleObject200.bin"/><Relationship Id="rId32" Type="http://schemas.openxmlformats.org/officeDocument/2006/relationships/oleObject" Target="../embeddings/oleObject204.bin"/><Relationship Id="rId5" Type="http://schemas.openxmlformats.org/officeDocument/2006/relationships/image" Target="../media/image181.wmf"/><Relationship Id="rId15" Type="http://schemas.openxmlformats.org/officeDocument/2006/relationships/image" Target="../media/image186.wmf"/><Relationship Id="rId23" Type="http://schemas.openxmlformats.org/officeDocument/2006/relationships/image" Target="../media/image190.wmf"/><Relationship Id="rId28" Type="http://schemas.openxmlformats.org/officeDocument/2006/relationships/oleObject" Target="../embeddings/oleObject202.bin"/><Relationship Id="rId10" Type="http://schemas.openxmlformats.org/officeDocument/2006/relationships/oleObject" Target="../embeddings/oleObject193.bin"/><Relationship Id="rId19" Type="http://schemas.openxmlformats.org/officeDocument/2006/relationships/image" Target="../media/image188.wmf"/><Relationship Id="rId31" Type="http://schemas.openxmlformats.org/officeDocument/2006/relationships/image" Target="../media/image194.wmf"/><Relationship Id="rId4" Type="http://schemas.openxmlformats.org/officeDocument/2006/relationships/oleObject" Target="../embeddings/oleObject190.bin"/><Relationship Id="rId9" Type="http://schemas.openxmlformats.org/officeDocument/2006/relationships/image" Target="../media/image183.wmf"/><Relationship Id="rId14" Type="http://schemas.openxmlformats.org/officeDocument/2006/relationships/oleObject" Target="../embeddings/oleObject195.bin"/><Relationship Id="rId22" Type="http://schemas.openxmlformats.org/officeDocument/2006/relationships/oleObject" Target="../embeddings/oleObject199.bin"/><Relationship Id="rId27" Type="http://schemas.openxmlformats.org/officeDocument/2006/relationships/image" Target="../media/image192.wmf"/><Relationship Id="rId30" Type="http://schemas.openxmlformats.org/officeDocument/2006/relationships/oleObject" Target="../embeddings/oleObject203.bin"/><Relationship Id="rId8" Type="http://schemas.openxmlformats.org/officeDocument/2006/relationships/oleObject" Target="../embeddings/oleObject192.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08.bin"/><Relationship Id="rId13" Type="http://schemas.openxmlformats.org/officeDocument/2006/relationships/image" Target="../media/image187.wmf"/><Relationship Id="rId18" Type="http://schemas.openxmlformats.org/officeDocument/2006/relationships/oleObject" Target="../embeddings/oleObject213.bin"/><Relationship Id="rId26" Type="http://schemas.openxmlformats.org/officeDocument/2006/relationships/oleObject" Target="../embeddings/oleObject217.bin"/><Relationship Id="rId3" Type="http://schemas.openxmlformats.org/officeDocument/2006/relationships/image" Target="../media/image196.emf"/><Relationship Id="rId21" Type="http://schemas.openxmlformats.org/officeDocument/2006/relationships/image" Target="../media/image191.wmf"/><Relationship Id="rId7" Type="http://schemas.openxmlformats.org/officeDocument/2006/relationships/image" Target="../media/image198.wmf"/><Relationship Id="rId12" Type="http://schemas.openxmlformats.org/officeDocument/2006/relationships/oleObject" Target="../embeddings/oleObject210.bin"/><Relationship Id="rId17" Type="http://schemas.openxmlformats.org/officeDocument/2006/relationships/image" Target="../media/image201.wmf"/><Relationship Id="rId25" Type="http://schemas.openxmlformats.org/officeDocument/2006/relationships/image" Target="../media/image202.wmf"/><Relationship Id="rId2" Type="http://schemas.openxmlformats.org/officeDocument/2006/relationships/oleObject" Target="../embeddings/oleObject205.bin"/><Relationship Id="rId16" Type="http://schemas.openxmlformats.org/officeDocument/2006/relationships/oleObject" Target="../embeddings/oleObject212.bin"/><Relationship Id="rId20" Type="http://schemas.openxmlformats.org/officeDocument/2006/relationships/oleObject" Target="../embeddings/oleObject214.bin"/><Relationship Id="rId29" Type="http://schemas.openxmlformats.org/officeDocument/2006/relationships/image" Target="../media/image186.wmf"/><Relationship Id="rId1" Type="http://schemas.openxmlformats.org/officeDocument/2006/relationships/slideLayout" Target="../slideLayouts/slideLayout7.xml"/><Relationship Id="rId6" Type="http://schemas.openxmlformats.org/officeDocument/2006/relationships/oleObject" Target="../embeddings/oleObject207.bin"/><Relationship Id="rId11" Type="http://schemas.openxmlformats.org/officeDocument/2006/relationships/image" Target="../media/image200.wmf"/><Relationship Id="rId24" Type="http://schemas.openxmlformats.org/officeDocument/2006/relationships/oleObject" Target="../embeddings/oleObject216.bin"/><Relationship Id="rId5" Type="http://schemas.openxmlformats.org/officeDocument/2006/relationships/image" Target="../media/image197.wmf"/><Relationship Id="rId15" Type="http://schemas.openxmlformats.org/officeDocument/2006/relationships/image" Target="../media/image188.wmf"/><Relationship Id="rId23" Type="http://schemas.openxmlformats.org/officeDocument/2006/relationships/image" Target="../media/image192.wmf"/><Relationship Id="rId28" Type="http://schemas.openxmlformats.org/officeDocument/2006/relationships/oleObject" Target="../embeddings/oleObject218.bin"/><Relationship Id="rId10" Type="http://schemas.openxmlformats.org/officeDocument/2006/relationships/oleObject" Target="../embeddings/oleObject209.bin"/><Relationship Id="rId19" Type="http://schemas.openxmlformats.org/officeDocument/2006/relationships/image" Target="../media/image190.wmf"/><Relationship Id="rId31" Type="http://schemas.openxmlformats.org/officeDocument/2006/relationships/image" Target="../media/image193.wmf"/><Relationship Id="rId4" Type="http://schemas.openxmlformats.org/officeDocument/2006/relationships/oleObject" Target="../embeddings/oleObject206.bin"/><Relationship Id="rId9" Type="http://schemas.openxmlformats.org/officeDocument/2006/relationships/image" Target="../media/image199.wmf"/><Relationship Id="rId14" Type="http://schemas.openxmlformats.org/officeDocument/2006/relationships/oleObject" Target="../embeddings/oleObject211.bin"/><Relationship Id="rId22" Type="http://schemas.openxmlformats.org/officeDocument/2006/relationships/oleObject" Target="../embeddings/oleObject215.bin"/><Relationship Id="rId27" Type="http://schemas.openxmlformats.org/officeDocument/2006/relationships/image" Target="../media/image203.wmf"/><Relationship Id="rId30" Type="http://schemas.openxmlformats.org/officeDocument/2006/relationships/oleObject" Target="../embeddings/oleObject219.bin"/></Relationships>
</file>

<file path=ppt/slides/_rels/slide54.xml.rels><?xml version="1.0" encoding="UTF-8" standalone="yes"?>
<Relationships xmlns="http://schemas.openxmlformats.org/package/2006/relationships"><Relationship Id="rId13" Type="http://schemas.openxmlformats.org/officeDocument/2006/relationships/image" Target="../media/image208.wmf"/><Relationship Id="rId18" Type="http://schemas.openxmlformats.org/officeDocument/2006/relationships/oleObject" Target="../embeddings/oleObject228.bin"/><Relationship Id="rId26" Type="http://schemas.openxmlformats.org/officeDocument/2006/relationships/oleObject" Target="../embeddings/oleObject232.bin"/><Relationship Id="rId3" Type="http://schemas.openxmlformats.org/officeDocument/2006/relationships/image" Target="../media/image204.wmf"/><Relationship Id="rId21" Type="http://schemas.openxmlformats.org/officeDocument/2006/relationships/image" Target="../media/image212.wmf"/><Relationship Id="rId7" Type="http://schemas.openxmlformats.org/officeDocument/2006/relationships/image" Target="../media/image206.wmf"/><Relationship Id="rId12" Type="http://schemas.openxmlformats.org/officeDocument/2006/relationships/oleObject" Target="../embeddings/oleObject225.bin"/><Relationship Id="rId17" Type="http://schemas.openxmlformats.org/officeDocument/2006/relationships/image" Target="../media/image210.wmf"/><Relationship Id="rId25" Type="http://schemas.openxmlformats.org/officeDocument/2006/relationships/image" Target="../media/image190.wmf"/><Relationship Id="rId33" Type="http://schemas.openxmlformats.org/officeDocument/2006/relationships/image" Target="../media/image191.wmf"/><Relationship Id="rId2" Type="http://schemas.openxmlformats.org/officeDocument/2006/relationships/oleObject" Target="../embeddings/oleObject220.bin"/><Relationship Id="rId16" Type="http://schemas.openxmlformats.org/officeDocument/2006/relationships/oleObject" Target="../embeddings/oleObject227.bin"/><Relationship Id="rId20" Type="http://schemas.openxmlformats.org/officeDocument/2006/relationships/oleObject" Target="../embeddings/oleObject229.bin"/><Relationship Id="rId29" Type="http://schemas.openxmlformats.org/officeDocument/2006/relationships/image" Target="../media/image214.wmf"/><Relationship Id="rId1" Type="http://schemas.openxmlformats.org/officeDocument/2006/relationships/slideLayout" Target="../slideLayouts/slideLayout7.xml"/><Relationship Id="rId6" Type="http://schemas.openxmlformats.org/officeDocument/2006/relationships/oleObject" Target="../embeddings/oleObject222.bin"/><Relationship Id="rId11" Type="http://schemas.openxmlformats.org/officeDocument/2006/relationships/image" Target="../media/image180.emf"/><Relationship Id="rId24" Type="http://schemas.openxmlformats.org/officeDocument/2006/relationships/oleObject" Target="../embeddings/oleObject231.bin"/><Relationship Id="rId32" Type="http://schemas.openxmlformats.org/officeDocument/2006/relationships/oleObject" Target="../embeddings/oleObject235.bin"/><Relationship Id="rId5" Type="http://schemas.openxmlformats.org/officeDocument/2006/relationships/image" Target="../media/image205.wmf"/><Relationship Id="rId15" Type="http://schemas.openxmlformats.org/officeDocument/2006/relationships/image" Target="../media/image209.wmf"/><Relationship Id="rId23" Type="http://schemas.openxmlformats.org/officeDocument/2006/relationships/image" Target="../media/image213.wmf"/><Relationship Id="rId28" Type="http://schemas.openxmlformats.org/officeDocument/2006/relationships/oleObject" Target="../embeddings/oleObject233.bin"/><Relationship Id="rId10" Type="http://schemas.openxmlformats.org/officeDocument/2006/relationships/oleObject" Target="../embeddings/oleObject224.bin"/><Relationship Id="rId19" Type="http://schemas.openxmlformats.org/officeDocument/2006/relationships/image" Target="../media/image211.wmf"/><Relationship Id="rId31" Type="http://schemas.openxmlformats.org/officeDocument/2006/relationships/image" Target="../media/image215.emf"/><Relationship Id="rId4" Type="http://schemas.openxmlformats.org/officeDocument/2006/relationships/oleObject" Target="../embeddings/oleObject221.bin"/><Relationship Id="rId9" Type="http://schemas.openxmlformats.org/officeDocument/2006/relationships/image" Target="../media/image207.wmf"/><Relationship Id="rId14" Type="http://schemas.openxmlformats.org/officeDocument/2006/relationships/oleObject" Target="../embeddings/oleObject226.bin"/><Relationship Id="rId22" Type="http://schemas.openxmlformats.org/officeDocument/2006/relationships/oleObject" Target="../embeddings/oleObject230.bin"/><Relationship Id="rId27" Type="http://schemas.openxmlformats.org/officeDocument/2006/relationships/image" Target="../media/image192.wmf"/><Relationship Id="rId30" Type="http://schemas.openxmlformats.org/officeDocument/2006/relationships/oleObject" Target="../embeddings/oleObject234.bin"/><Relationship Id="rId8" Type="http://schemas.openxmlformats.org/officeDocument/2006/relationships/oleObject" Target="../embeddings/oleObject223.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39.bin"/><Relationship Id="rId13" Type="http://schemas.openxmlformats.org/officeDocument/2006/relationships/image" Target="../media/image221.emf"/><Relationship Id="rId3" Type="http://schemas.openxmlformats.org/officeDocument/2006/relationships/image" Target="../media/image216.emf"/><Relationship Id="rId7" Type="http://schemas.openxmlformats.org/officeDocument/2006/relationships/image" Target="../media/image218.emf"/><Relationship Id="rId12" Type="http://schemas.openxmlformats.org/officeDocument/2006/relationships/oleObject" Target="../embeddings/oleObject241.bin"/><Relationship Id="rId2" Type="http://schemas.openxmlformats.org/officeDocument/2006/relationships/oleObject" Target="../embeddings/oleObject236.bin"/><Relationship Id="rId1" Type="http://schemas.openxmlformats.org/officeDocument/2006/relationships/slideLayout" Target="../slideLayouts/slideLayout2.xml"/><Relationship Id="rId6" Type="http://schemas.openxmlformats.org/officeDocument/2006/relationships/oleObject" Target="../embeddings/oleObject238.bin"/><Relationship Id="rId11" Type="http://schemas.openxmlformats.org/officeDocument/2006/relationships/image" Target="../media/image220.emf"/><Relationship Id="rId5" Type="http://schemas.openxmlformats.org/officeDocument/2006/relationships/image" Target="../media/image217.emf"/><Relationship Id="rId15" Type="http://schemas.openxmlformats.org/officeDocument/2006/relationships/image" Target="../media/image222.emf"/><Relationship Id="rId10" Type="http://schemas.openxmlformats.org/officeDocument/2006/relationships/oleObject" Target="../embeddings/oleObject240.bin"/><Relationship Id="rId4" Type="http://schemas.openxmlformats.org/officeDocument/2006/relationships/oleObject" Target="../embeddings/oleObject237.bin"/><Relationship Id="rId9" Type="http://schemas.openxmlformats.org/officeDocument/2006/relationships/image" Target="../media/image219.emf"/><Relationship Id="rId14" Type="http://schemas.openxmlformats.org/officeDocument/2006/relationships/oleObject" Target="../embeddings/oleObject242.bin"/></Relationships>
</file>

<file path=ppt/slides/_rels/slide60.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63.xml.rels><?xml version="1.0" encoding="UTF-8" standalone="yes"?>
<Relationships xmlns="http://schemas.openxmlformats.org/package/2006/relationships"><Relationship Id="rId13" Type="http://schemas.openxmlformats.org/officeDocument/2006/relationships/image" Target="../media/image230.wmf"/><Relationship Id="rId18" Type="http://schemas.openxmlformats.org/officeDocument/2006/relationships/oleObject" Target="../embeddings/oleObject251.bin"/><Relationship Id="rId26" Type="http://schemas.openxmlformats.org/officeDocument/2006/relationships/oleObject" Target="../embeddings/oleObject255.bin"/><Relationship Id="rId39" Type="http://schemas.openxmlformats.org/officeDocument/2006/relationships/image" Target="../media/image242.wmf"/><Relationship Id="rId21" Type="http://schemas.openxmlformats.org/officeDocument/2006/relationships/image" Target="../media/image234.wmf"/><Relationship Id="rId34" Type="http://schemas.openxmlformats.org/officeDocument/2006/relationships/image" Target="../media/image240.wmf"/><Relationship Id="rId42" Type="http://schemas.openxmlformats.org/officeDocument/2006/relationships/oleObject" Target="../embeddings/oleObject264.bin"/><Relationship Id="rId47" Type="http://schemas.openxmlformats.org/officeDocument/2006/relationships/oleObject" Target="../embeddings/oleObject267.bin"/><Relationship Id="rId50" Type="http://schemas.openxmlformats.org/officeDocument/2006/relationships/image" Target="../media/image247.wmf"/><Relationship Id="rId55" Type="http://schemas.openxmlformats.org/officeDocument/2006/relationships/oleObject" Target="../embeddings/oleObject271.bin"/><Relationship Id="rId7" Type="http://schemas.openxmlformats.org/officeDocument/2006/relationships/image" Target="../media/image227.wmf"/><Relationship Id="rId2" Type="http://schemas.openxmlformats.org/officeDocument/2006/relationships/oleObject" Target="../embeddings/oleObject243.bin"/><Relationship Id="rId16" Type="http://schemas.openxmlformats.org/officeDocument/2006/relationships/oleObject" Target="../embeddings/oleObject250.bin"/><Relationship Id="rId29" Type="http://schemas.openxmlformats.org/officeDocument/2006/relationships/oleObject" Target="../embeddings/oleObject257.bin"/><Relationship Id="rId11" Type="http://schemas.openxmlformats.org/officeDocument/2006/relationships/image" Target="../media/image229.wmf"/><Relationship Id="rId24" Type="http://schemas.openxmlformats.org/officeDocument/2006/relationships/oleObject" Target="../embeddings/oleObject254.bin"/><Relationship Id="rId32" Type="http://schemas.openxmlformats.org/officeDocument/2006/relationships/image" Target="../media/image239.wmf"/><Relationship Id="rId37" Type="http://schemas.openxmlformats.org/officeDocument/2006/relationships/oleObject" Target="../embeddings/oleObject261.bin"/><Relationship Id="rId40" Type="http://schemas.openxmlformats.org/officeDocument/2006/relationships/oleObject" Target="../embeddings/oleObject263.bin"/><Relationship Id="rId45" Type="http://schemas.openxmlformats.org/officeDocument/2006/relationships/oleObject" Target="../embeddings/oleObject266.bin"/><Relationship Id="rId53" Type="http://schemas.openxmlformats.org/officeDocument/2006/relationships/oleObject" Target="../embeddings/oleObject270.bin"/><Relationship Id="rId58" Type="http://schemas.openxmlformats.org/officeDocument/2006/relationships/image" Target="../media/image251.wmf"/><Relationship Id="rId5" Type="http://schemas.openxmlformats.org/officeDocument/2006/relationships/image" Target="../media/image226.wmf"/><Relationship Id="rId19" Type="http://schemas.openxmlformats.org/officeDocument/2006/relationships/image" Target="../media/image233.wmf"/><Relationship Id="rId4" Type="http://schemas.openxmlformats.org/officeDocument/2006/relationships/oleObject" Target="../embeddings/oleObject244.bin"/><Relationship Id="rId9" Type="http://schemas.openxmlformats.org/officeDocument/2006/relationships/image" Target="../media/image228.wmf"/><Relationship Id="rId14" Type="http://schemas.openxmlformats.org/officeDocument/2006/relationships/oleObject" Target="../embeddings/oleObject249.bin"/><Relationship Id="rId22" Type="http://schemas.openxmlformats.org/officeDocument/2006/relationships/oleObject" Target="../embeddings/oleObject253.bin"/><Relationship Id="rId27" Type="http://schemas.openxmlformats.org/officeDocument/2006/relationships/oleObject" Target="../embeddings/oleObject256.bin"/><Relationship Id="rId30" Type="http://schemas.openxmlformats.org/officeDocument/2006/relationships/image" Target="../media/image238.wmf"/><Relationship Id="rId35" Type="http://schemas.openxmlformats.org/officeDocument/2006/relationships/oleObject" Target="../embeddings/oleObject260.bin"/><Relationship Id="rId43" Type="http://schemas.openxmlformats.org/officeDocument/2006/relationships/image" Target="../media/image244.wmf"/><Relationship Id="rId48" Type="http://schemas.openxmlformats.org/officeDocument/2006/relationships/image" Target="../media/image246.wmf"/><Relationship Id="rId56" Type="http://schemas.openxmlformats.org/officeDocument/2006/relationships/image" Target="../media/image250.wmf"/><Relationship Id="rId8" Type="http://schemas.openxmlformats.org/officeDocument/2006/relationships/oleObject" Target="../embeddings/oleObject246.bin"/><Relationship Id="rId51" Type="http://schemas.openxmlformats.org/officeDocument/2006/relationships/oleObject" Target="../embeddings/oleObject269.bin"/><Relationship Id="rId3" Type="http://schemas.openxmlformats.org/officeDocument/2006/relationships/image" Target="../media/image225.emf"/><Relationship Id="rId12" Type="http://schemas.openxmlformats.org/officeDocument/2006/relationships/oleObject" Target="../embeddings/oleObject248.bin"/><Relationship Id="rId17" Type="http://schemas.openxmlformats.org/officeDocument/2006/relationships/image" Target="../media/image232.wmf"/><Relationship Id="rId25" Type="http://schemas.openxmlformats.org/officeDocument/2006/relationships/image" Target="../media/image236.wmf"/><Relationship Id="rId33" Type="http://schemas.openxmlformats.org/officeDocument/2006/relationships/oleObject" Target="../embeddings/oleObject259.bin"/><Relationship Id="rId38" Type="http://schemas.openxmlformats.org/officeDocument/2006/relationships/oleObject" Target="../embeddings/oleObject262.bin"/><Relationship Id="rId46" Type="http://schemas.openxmlformats.org/officeDocument/2006/relationships/image" Target="../media/image245.wmf"/><Relationship Id="rId20" Type="http://schemas.openxmlformats.org/officeDocument/2006/relationships/oleObject" Target="../embeddings/oleObject252.bin"/><Relationship Id="rId41" Type="http://schemas.openxmlformats.org/officeDocument/2006/relationships/image" Target="../media/image243.wmf"/><Relationship Id="rId54" Type="http://schemas.openxmlformats.org/officeDocument/2006/relationships/image" Target="../media/image249.wmf"/><Relationship Id="rId1" Type="http://schemas.openxmlformats.org/officeDocument/2006/relationships/slideLayout" Target="../slideLayouts/slideLayout2.xml"/><Relationship Id="rId6" Type="http://schemas.openxmlformats.org/officeDocument/2006/relationships/oleObject" Target="../embeddings/oleObject245.bin"/><Relationship Id="rId15" Type="http://schemas.openxmlformats.org/officeDocument/2006/relationships/image" Target="../media/image231.wmf"/><Relationship Id="rId23" Type="http://schemas.openxmlformats.org/officeDocument/2006/relationships/image" Target="../media/image235.wmf"/><Relationship Id="rId28" Type="http://schemas.openxmlformats.org/officeDocument/2006/relationships/image" Target="../media/image237.wmf"/><Relationship Id="rId36" Type="http://schemas.openxmlformats.org/officeDocument/2006/relationships/image" Target="../media/image241.wmf"/><Relationship Id="rId49" Type="http://schemas.openxmlformats.org/officeDocument/2006/relationships/oleObject" Target="../embeddings/oleObject268.bin"/><Relationship Id="rId57" Type="http://schemas.openxmlformats.org/officeDocument/2006/relationships/oleObject" Target="../embeddings/oleObject272.bin"/><Relationship Id="rId10" Type="http://schemas.openxmlformats.org/officeDocument/2006/relationships/oleObject" Target="../embeddings/oleObject247.bin"/><Relationship Id="rId31" Type="http://schemas.openxmlformats.org/officeDocument/2006/relationships/oleObject" Target="../embeddings/oleObject258.bin"/><Relationship Id="rId44" Type="http://schemas.openxmlformats.org/officeDocument/2006/relationships/oleObject" Target="../embeddings/oleObject265.bin"/><Relationship Id="rId52" Type="http://schemas.openxmlformats.org/officeDocument/2006/relationships/image" Target="../media/image248.wmf"/></Relationships>
</file>

<file path=ppt/slides/_rels/slide64.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65.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255.png"/><Relationship Id="rId4" Type="http://schemas.openxmlformats.org/officeDocument/2006/relationships/image" Target="../media/image254.png"/></Relationships>
</file>

<file path=ppt/slides/_rels/slide67.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slideLayout" Target="../slideLayouts/slideLayout7.xml"/><Relationship Id="rId1" Type="http://schemas.openxmlformats.org/officeDocument/2006/relationships/tags" Target="../tags/tag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57.wmf"/><Relationship Id="rId2" Type="http://schemas.openxmlformats.org/officeDocument/2006/relationships/oleObject" Target="../embeddings/oleObject273.bin"/><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77.xml.rels><?xml version="1.0" encoding="UTF-8" standalone="yes"?>
<Relationships xmlns="http://schemas.openxmlformats.org/package/2006/relationships"><Relationship Id="rId8" Type="http://schemas.openxmlformats.org/officeDocument/2006/relationships/image" Target="../media/image261.wmf"/><Relationship Id="rId3" Type="http://schemas.openxmlformats.org/officeDocument/2006/relationships/oleObject" Target="../embeddings/oleObject274.bin"/><Relationship Id="rId7" Type="http://schemas.openxmlformats.org/officeDocument/2006/relationships/oleObject" Target="../embeddings/oleObject276.bin"/><Relationship Id="rId12" Type="http://schemas.openxmlformats.org/officeDocument/2006/relationships/image" Target="../media/image263.wmf"/><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60.emf"/><Relationship Id="rId11" Type="http://schemas.openxmlformats.org/officeDocument/2006/relationships/oleObject" Target="../embeddings/oleObject278.bin"/><Relationship Id="rId5" Type="http://schemas.openxmlformats.org/officeDocument/2006/relationships/oleObject" Target="../embeddings/oleObject275.bin"/><Relationship Id="rId10" Type="http://schemas.openxmlformats.org/officeDocument/2006/relationships/image" Target="../media/image262.wmf"/><Relationship Id="rId4" Type="http://schemas.openxmlformats.org/officeDocument/2006/relationships/image" Target="../media/image259.emf"/><Relationship Id="rId9" Type="http://schemas.openxmlformats.org/officeDocument/2006/relationships/oleObject" Target="../embeddings/oleObject277.bin"/></Relationships>
</file>

<file path=ppt/slides/_rels/slide78.xml.rels><?xml version="1.0" encoding="UTF-8" standalone="yes"?>
<Relationships xmlns="http://schemas.openxmlformats.org/package/2006/relationships"><Relationship Id="rId8" Type="http://schemas.openxmlformats.org/officeDocument/2006/relationships/image" Target="../media/image265.wmf"/><Relationship Id="rId13" Type="http://schemas.openxmlformats.org/officeDocument/2006/relationships/oleObject" Target="../embeddings/oleObject284.bin"/><Relationship Id="rId3" Type="http://schemas.openxmlformats.org/officeDocument/2006/relationships/oleObject" Target="../embeddings/oleObject279.bin"/><Relationship Id="rId7" Type="http://schemas.openxmlformats.org/officeDocument/2006/relationships/oleObject" Target="../embeddings/oleObject281.bin"/><Relationship Id="rId12" Type="http://schemas.openxmlformats.org/officeDocument/2006/relationships/image" Target="../media/image267.wmf"/><Relationship Id="rId2" Type="http://schemas.openxmlformats.org/officeDocument/2006/relationships/notesSlide" Target="../notesSlides/notesSlide11.xml"/><Relationship Id="rId16" Type="http://schemas.openxmlformats.org/officeDocument/2006/relationships/image" Target="../media/image269.wmf"/><Relationship Id="rId1" Type="http://schemas.openxmlformats.org/officeDocument/2006/relationships/slideLayout" Target="../slideLayouts/slideLayout7.xml"/><Relationship Id="rId6" Type="http://schemas.openxmlformats.org/officeDocument/2006/relationships/image" Target="../media/image259.emf"/><Relationship Id="rId11" Type="http://schemas.openxmlformats.org/officeDocument/2006/relationships/oleObject" Target="../embeddings/oleObject283.bin"/><Relationship Id="rId5" Type="http://schemas.openxmlformats.org/officeDocument/2006/relationships/oleObject" Target="../embeddings/oleObject280.bin"/><Relationship Id="rId15" Type="http://schemas.openxmlformats.org/officeDocument/2006/relationships/oleObject" Target="../embeddings/oleObject285.bin"/><Relationship Id="rId10" Type="http://schemas.openxmlformats.org/officeDocument/2006/relationships/image" Target="../media/image266.wmf"/><Relationship Id="rId4" Type="http://schemas.openxmlformats.org/officeDocument/2006/relationships/image" Target="../media/image264.emf"/><Relationship Id="rId9" Type="http://schemas.openxmlformats.org/officeDocument/2006/relationships/oleObject" Target="../embeddings/oleObject282.bin"/><Relationship Id="rId14" Type="http://schemas.openxmlformats.org/officeDocument/2006/relationships/image" Target="../media/image268.wmf"/></Relationships>
</file>

<file path=ppt/slides/_rels/slide79.xml.rels><?xml version="1.0" encoding="UTF-8" standalone="yes"?>
<Relationships xmlns="http://schemas.openxmlformats.org/package/2006/relationships"><Relationship Id="rId8" Type="http://schemas.openxmlformats.org/officeDocument/2006/relationships/image" Target="../media/image271.wmf"/><Relationship Id="rId3" Type="http://schemas.openxmlformats.org/officeDocument/2006/relationships/oleObject" Target="../embeddings/oleObject286.bin"/><Relationship Id="rId7" Type="http://schemas.openxmlformats.org/officeDocument/2006/relationships/oleObject" Target="../embeddings/oleObject288.bin"/><Relationship Id="rId12" Type="http://schemas.openxmlformats.org/officeDocument/2006/relationships/image" Target="../media/image273.wmf"/><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70.emf"/><Relationship Id="rId11" Type="http://schemas.openxmlformats.org/officeDocument/2006/relationships/oleObject" Target="../embeddings/oleObject290.bin"/><Relationship Id="rId5" Type="http://schemas.openxmlformats.org/officeDocument/2006/relationships/oleObject" Target="../embeddings/oleObject287.bin"/><Relationship Id="rId10" Type="http://schemas.openxmlformats.org/officeDocument/2006/relationships/image" Target="../media/image272.wmf"/><Relationship Id="rId4" Type="http://schemas.openxmlformats.org/officeDocument/2006/relationships/image" Target="../media/image259.emf"/><Relationship Id="rId9" Type="http://schemas.openxmlformats.org/officeDocument/2006/relationships/oleObject" Target="../embeddings/oleObject289.bin"/></Relationships>
</file>

<file path=ppt/slides/_rels/slide80.xml.rels><?xml version="1.0" encoding="UTF-8" standalone="yes"?>
<Relationships xmlns="http://schemas.openxmlformats.org/package/2006/relationships"><Relationship Id="rId8" Type="http://schemas.openxmlformats.org/officeDocument/2006/relationships/image" Target="../media/image275.wmf"/><Relationship Id="rId3" Type="http://schemas.openxmlformats.org/officeDocument/2006/relationships/oleObject" Target="../embeddings/oleObject291.bin"/><Relationship Id="rId7" Type="http://schemas.openxmlformats.org/officeDocument/2006/relationships/oleObject" Target="../embeddings/oleObject293.bin"/><Relationship Id="rId12" Type="http://schemas.openxmlformats.org/officeDocument/2006/relationships/image" Target="../media/image277.wmf"/><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74.wmf"/><Relationship Id="rId11" Type="http://schemas.openxmlformats.org/officeDocument/2006/relationships/oleObject" Target="../embeddings/oleObject295.bin"/><Relationship Id="rId5" Type="http://schemas.openxmlformats.org/officeDocument/2006/relationships/oleObject" Target="../embeddings/oleObject292.bin"/><Relationship Id="rId10" Type="http://schemas.openxmlformats.org/officeDocument/2006/relationships/image" Target="../media/image276.emf"/><Relationship Id="rId4" Type="http://schemas.openxmlformats.org/officeDocument/2006/relationships/image" Target="../media/image259.emf"/><Relationship Id="rId9" Type="http://schemas.openxmlformats.org/officeDocument/2006/relationships/oleObject" Target="../embeddings/oleObject294.bin"/></Relationships>
</file>

<file path=ppt/slides/_rels/slide81.xml.rels><?xml version="1.0" encoding="UTF-8" standalone="yes"?>
<Relationships xmlns="http://schemas.openxmlformats.org/package/2006/relationships"><Relationship Id="rId3" Type="http://schemas.openxmlformats.org/officeDocument/2006/relationships/image" Target="../media/image278.emf"/><Relationship Id="rId2" Type="http://schemas.openxmlformats.org/officeDocument/2006/relationships/oleObject" Target="../embeddings/oleObject296.bin"/><Relationship Id="rId1" Type="http://schemas.openxmlformats.org/officeDocument/2006/relationships/slideLayout" Target="../slideLayouts/slideLayout4.xml"/><Relationship Id="rId5" Type="http://schemas.openxmlformats.org/officeDocument/2006/relationships/image" Target="../media/image279.emf"/><Relationship Id="rId4" Type="http://schemas.openxmlformats.org/officeDocument/2006/relationships/oleObject" Target="../embeddings/oleObject297.bin"/></Relationships>
</file>

<file path=ppt/slides/_rels/slide82.xml.rels><?xml version="1.0" encoding="UTF-8" standalone="yes"?>
<Relationships xmlns="http://schemas.openxmlformats.org/package/2006/relationships"><Relationship Id="rId3" Type="http://schemas.openxmlformats.org/officeDocument/2006/relationships/image" Target="../media/image280.wmf"/><Relationship Id="rId2" Type="http://schemas.openxmlformats.org/officeDocument/2006/relationships/oleObject" Target="../embeddings/oleObject298.bin"/><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281.wmf"/><Relationship Id="rId2" Type="http://schemas.openxmlformats.org/officeDocument/2006/relationships/oleObject" Target="../embeddings/oleObject299.bin"/><Relationship Id="rId1" Type="http://schemas.openxmlformats.org/officeDocument/2006/relationships/slideLayout" Target="../slideLayouts/slideLayout7.xml"/><Relationship Id="rId5" Type="http://schemas.openxmlformats.org/officeDocument/2006/relationships/image" Target="../media/image282.wmf"/><Relationship Id="rId4" Type="http://schemas.openxmlformats.org/officeDocument/2006/relationships/oleObject" Target="../embeddings/oleObject300.bin"/></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304.bin"/><Relationship Id="rId13" Type="http://schemas.openxmlformats.org/officeDocument/2006/relationships/image" Target="../media/image288.wmf"/><Relationship Id="rId3" Type="http://schemas.openxmlformats.org/officeDocument/2006/relationships/image" Target="../media/image283.wmf"/><Relationship Id="rId7" Type="http://schemas.openxmlformats.org/officeDocument/2006/relationships/image" Target="../media/image285.wmf"/><Relationship Id="rId12" Type="http://schemas.openxmlformats.org/officeDocument/2006/relationships/oleObject" Target="../embeddings/oleObject306.bin"/><Relationship Id="rId17" Type="http://schemas.openxmlformats.org/officeDocument/2006/relationships/image" Target="../media/image290.wmf"/><Relationship Id="rId2" Type="http://schemas.openxmlformats.org/officeDocument/2006/relationships/oleObject" Target="../embeddings/oleObject301.bin"/><Relationship Id="rId16" Type="http://schemas.openxmlformats.org/officeDocument/2006/relationships/oleObject" Target="../embeddings/oleObject308.bin"/><Relationship Id="rId1" Type="http://schemas.openxmlformats.org/officeDocument/2006/relationships/slideLayout" Target="../slideLayouts/slideLayout7.xml"/><Relationship Id="rId6" Type="http://schemas.openxmlformats.org/officeDocument/2006/relationships/oleObject" Target="../embeddings/oleObject303.bin"/><Relationship Id="rId11" Type="http://schemas.openxmlformats.org/officeDocument/2006/relationships/image" Target="../media/image287.wmf"/><Relationship Id="rId5" Type="http://schemas.openxmlformats.org/officeDocument/2006/relationships/image" Target="../media/image284.wmf"/><Relationship Id="rId15" Type="http://schemas.openxmlformats.org/officeDocument/2006/relationships/image" Target="../media/image289.wmf"/><Relationship Id="rId10" Type="http://schemas.openxmlformats.org/officeDocument/2006/relationships/oleObject" Target="../embeddings/oleObject305.bin"/><Relationship Id="rId4" Type="http://schemas.openxmlformats.org/officeDocument/2006/relationships/oleObject" Target="../embeddings/oleObject302.bin"/><Relationship Id="rId9" Type="http://schemas.openxmlformats.org/officeDocument/2006/relationships/image" Target="../media/image286.wmf"/><Relationship Id="rId14" Type="http://schemas.openxmlformats.org/officeDocument/2006/relationships/oleObject" Target="../embeddings/oleObject307.bin"/></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312.bin"/><Relationship Id="rId13" Type="http://schemas.openxmlformats.org/officeDocument/2006/relationships/image" Target="../media/image285.wmf"/><Relationship Id="rId18" Type="http://schemas.openxmlformats.org/officeDocument/2006/relationships/oleObject" Target="../embeddings/oleObject306.bin"/><Relationship Id="rId3" Type="http://schemas.openxmlformats.org/officeDocument/2006/relationships/image" Target="../media/image291.wmf"/><Relationship Id="rId21" Type="http://schemas.openxmlformats.org/officeDocument/2006/relationships/image" Target="../media/image289.wmf"/><Relationship Id="rId7" Type="http://schemas.openxmlformats.org/officeDocument/2006/relationships/image" Target="../media/image293.wmf"/><Relationship Id="rId12" Type="http://schemas.openxmlformats.org/officeDocument/2006/relationships/oleObject" Target="../embeddings/oleObject303.bin"/><Relationship Id="rId17" Type="http://schemas.openxmlformats.org/officeDocument/2006/relationships/image" Target="../media/image287.wmf"/><Relationship Id="rId2" Type="http://schemas.openxmlformats.org/officeDocument/2006/relationships/oleObject" Target="../embeddings/oleObject309.bin"/><Relationship Id="rId16" Type="http://schemas.openxmlformats.org/officeDocument/2006/relationships/oleObject" Target="../embeddings/oleObject305.bin"/><Relationship Id="rId20" Type="http://schemas.openxmlformats.org/officeDocument/2006/relationships/oleObject" Target="../embeddings/oleObject307.bin"/><Relationship Id="rId1" Type="http://schemas.openxmlformats.org/officeDocument/2006/relationships/slideLayout" Target="../slideLayouts/slideLayout7.xml"/><Relationship Id="rId6" Type="http://schemas.openxmlformats.org/officeDocument/2006/relationships/oleObject" Target="../embeddings/oleObject311.bin"/><Relationship Id="rId11" Type="http://schemas.openxmlformats.org/officeDocument/2006/relationships/image" Target="../media/image295.wmf"/><Relationship Id="rId5" Type="http://schemas.openxmlformats.org/officeDocument/2006/relationships/image" Target="../media/image292.wmf"/><Relationship Id="rId15" Type="http://schemas.openxmlformats.org/officeDocument/2006/relationships/image" Target="../media/image286.wmf"/><Relationship Id="rId23" Type="http://schemas.openxmlformats.org/officeDocument/2006/relationships/image" Target="../media/image290.wmf"/><Relationship Id="rId10" Type="http://schemas.openxmlformats.org/officeDocument/2006/relationships/oleObject" Target="../embeddings/oleObject313.bin"/><Relationship Id="rId19" Type="http://schemas.openxmlformats.org/officeDocument/2006/relationships/image" Target="../media/image288.wmf"/><Relationship Id="rId4" Type="http://schemas.openxmlformats.org/officeDocument/2006/relationships/oleObject" Target="../embeddings/oleObject310.bin"/><Relationship Id="rId9" Type="http://schemas.openxmlformats.org/officeDocument/2006/relationships/image" Target="../media/image294.wmf"/><Relationship Id="rId14" Type="http://schemas.openxmlformats.org/officeDocument/2006/relationships/oleObject" Target="../embeddings/oleObject304.bin"/><Relationship Id="rId22" Type="http://schemas.openxmlformats.org/officeDocument/2006/relationships/oleObject" Target="../embeddings/oleObject308.bin"/></Relationships>
</file>

<file path=ppt/slides/_rels/slide86.xml.rels><?xml version="1.0" encoding="UTF-8" standalone="yes"?>
<Relationships xmlns="http://schemas.openxmlformats.org/package/2006/relationships"><Relationship Id="rId3" Type="http://schemas.openxmlformats.org/officeDocument/2006/relationships/image" Target="../media/image296.png"/><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87.xml.rels><?xml version="1.0" encoding="UTF-8" standalone="yes"?>
<Relationships xmlns="http://schemas.openxmlformats.org/package/2006/relationships"><Relationship Id="rId3" Type="http://schemas.openxmlformats.org/officeDocument/2006/relationships/image" Target="../media/image297.png"/><Relationship Id="rId2" Type="http://schemas.openxmlformats.org/officeDocument/2006/relationships/slideLayout" Target="../slideLayouts/slideLayout7.xml"/><Relationship Id="rId1" Type="http://schemas.openxmlformats.org/officeDocument/2006/relationships/tags" Target="../tags/tag30.xml"/></Relationships>
</file>

<file path=ppt/slides/_rels/slide88.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89.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90.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slideLayout" Target="../slideLayouts/slideLayout7.xml"/><Relationship Id="rId1" Type="http://schemas.openxmlformats.org/officeDocument/2006/relationships/tags" Target="../tags/tag33.xml"/></Relationships>
</file>

<file path=ppt/slides/_rels/slide91.xml.rels><?xml version="1.0" encoding="UTF-8" standalone="yes"?>
<Relationships xmlns="http://schemas.openxmlformats.org/package/2006/relationships"><Relationship Id="rId3" Type="http://schemas.openxmlformats.org/officeDocument/2006/relationships/image" Target="../media/image302.png"/><Relationship Id="rId2" Type="http://schemas.openxmlformats.org/officeDocument/2006/relationships/image" Target="../media/image301.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303.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06.emf"/><Relationship Id="rId4" Type="http://schemas.openxmlformats.org/officeDocument/2006/relationships/oleObject" Target="../embeddings/oleObject314.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307.png"/><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97.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98.xml.rels><?xml version="1.0" encoding="UTF-8" standalone="yes"?>
<Relationships xmlns="http://schemas.openxmlformats.org/package/2006/relationships"><Relationship Id="rId3" Type="http://schemas.openxmlformats.org/officeDocument/2006/relationships/image" Target="../media/image309.png"/><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99.xml.rels><?xml version="1.0" encoding="UTF-8" standalone="yes"?>
<Relationships xmlns="http://schemas.openxmlformats.org/package/2006/relationships"><Relationship Id="rId8" Type="http://schemas.openxmlformats.org/officeDocument/2006/relationships/image" Target="../media/image312.wmf"/><Relationship Id="rId13" Type="http://schemas.openxmlformats.org/officeDocument/2006/relationships/oleObject" Target="../embeddings/oleObject320.bin"/><Relationship Id="rId18" Type="http://schemas.openxmlformats.org/officeDocument/2006/relationships/image" Target="../media/image317.wmf"/><Relationship Id="rId3" Type="http://schemas.openxmlformats.org/officeDocument/2006/relationships/oleObject" Target="../embeddings/oleObject315.bin"/><Relationship Id="rId21" Type="http://schemas.openxmlformats.org/officeDocument/2006/relationships/oleObject" Target="../embeddings/oleObject324.bin"/><Relationship Id="rId7" Type="http://schemas.openxmlformats.org/officeDocument/2006/relationships/oleObject" Target="../embeddings/oleObject317.bin"/><Relationship Id="rId12" Type="http://schemas.openxmlformats.org/officeDocument/2006/relationships/image" Target="../media/image314.wmf"/><Relationship Id="rId17" Type="http://schemas.openxmlformats.org/officeDocument/2006/relationships/oleObject" Target="../embeddings/oleObject322.bin"/><Relationship Id="rId2" Type="http://schemas.openxmlformats.org/officeDocument/2006/relationships/notesSlide" Target="../notesSlides/notesSlide15.xml"/><Relationship Id="rId16" Type="http://schemas.openxmlformats.org/officeDocument/2006/relationships/image" Target="../media/image316.wmf"/><Relationship Id="rId20" Type="http://schemas.openxmlformats.org/officeDocument/2006/relationships/image" Target="../media/image318.wmf"/><Relationship Id="rId1" Type="http://schemas.openxmlformats.org/officeDocument/2006/relationships/slideLayout" Target="../slideLayouts/slideLayout7.xml"/><Relationship Id="rId6" Type="http://schemas.openxmlformats.org/officeDocument/2006/relationships/image" Target="../media/image311.wmf"/><Relationship Id="rId11" Type="http://schemas.openxmlformats.org/officeDocument/2006/relationships/oleObject" Target="../embeddings/oleObject319.bin"/><Relationship Id="rId5" Type="http://schemas.openxmlformats.org/officeDocument/2006/relationships/oleObject" Target="../embeddings/oleObject316.bin"/><Relationship Id="rId15" Type="http://schemas.openxmlformats.org/officeDocument/2006/relationships/oleObject" Target="../embeddings/oleObject321.bin"/><Relationship Id="rId10" Type="http://schemas.openxmlformats.org/officeDocument/2006/relationships/image" Target="../media/image313.wmf"/><Relationship Id="rId19" Type="http://schemas.openxmlformats.org/officeDocument/2006/relationships/oleObject" Target="../embeddings/oleObject323.bin"/><Relationship Id="rId4" Type="http://schemas.openxmlformats.org/officeDocument/2006/relationships/image" Target="../media/image310.emf"/><Relationship Id="rId9" Type="http://schemas.openxmlformats.org/officeDocument/2006/relationships/oleObject" Target="../embeddings/oleObject318.bin"/><Relationship Id="rId14" Type="http://schemas.openxmlformats.org/officeDocument/2006/relationships/image" Target="../media/image315.wmf"/><Relationship Id="rId22" Type="http://schemas.openxmlformats.org/officeDocument/2006/relationships/image" Target="../media/image319.wmf"/></Relationships>
</file>

<file path=ppt/slides/_rels/slide1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8" Type="http://schemas.openxmlformats.org/officeDocument/2006/relationships/oleObject" Target="../embeddings/oleObject328.bin"/><Relationship Id="rId3" Type="http://schemas.openxmlformats.org/officeDocument/2006/relationships/oleObject" Target="../embeddings/oleObject325.bin"/><Relationship Id="rId7" Type="http://schemas.openxmlformats.org/officeDocument/2006/relationships/oleObject" Target="../embeddings/oleObject327.bin"/><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21.wmf"/><Relationship Id="rId5" Type="http://schemas.openxmlformats.org/officeDocument/2006/relationships/oleObject" Target="../embeddings/oleObject326.bin"/><Relationship Id="rId10" Type="http://schemas.openxmlformats.org/officeDocument/2006/relationships/image" Target="../media/image322.wmf"/><Relationship Id="rId4" Type="http://schemas.openxmlformats.org/officeDocument/2006/relationships/image" Target="../media/image320.wmf"/><Relationship Id="rId9" Type="http://schemas.openxmlformats.org/officeDocument/2006/relationships/oleObject" Target="../embeddings/oleObject329.bin"/></Relationships>
</file>

<file path=ppt/slides/_rels/slide102.xml.rels><?xml version="1.0" encoding="UTF-8" standalone="yes"?>
<Relationships xmlns="http://schemas.openxmlformats.org/package/2006/relationships"><Relationship Id="rId8" Type="http://schemas.openxmlformats.org/officeDocument/2006/relationships/image" Target="../media/image325.emf"/><Relationship Id="rId13" Type="http://schemas.openxmlformats.org/officeDocument/2006/relationships/oleObject" Target="../embeddings/oleObject335.bin"/><Relationship Id="rId3" Type="http://schemas.openxmlformats.org/officeDocument/2006/relationships/oleObject" Target="../embeddings/oleObject330.bin"/><Relationship Id="rId7" Type="http://schemas.openxmlformats.org/officeDocument/2006/relationships/oleObject" Target="../embeddings/oleObject332.bin"/><Relationship Id="rId12" Type="http://schemas.openxmlformats.org/officeDocument/2006/relationships/image" Target="../media/image327.w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24.emf"/><Relationship Id="rId11" Type="http://schemas.openxmlformats.org/officeDocument/2006/relationships/oleObject" Target="../embeddings/oleObject334.bin"/><Relationship Id="rId5" Type="http://schemas.openxmlformats.org/officeDocument/2006/relationships/oleObject" Target="../embeddings/oleObject331.bin"/><Relationship Id="rId10" Type="http://schemas.openxmlformats.org/officeDocument/2006/relationships/image" Target="../media/image326.wmf"/><Relationship Id="rId4" Type="http://schemas.openxmlformats.org/officeDocument/2006/relationships/image" Target="../media/image323.wmf"/><Relationship Id="rId9" Type="http://schemas.openxmlformats.org/officeDocument/2006/relationships/oleObject" Target="../embeddings/oleObject333.bin"/><Relationship Id="rId14" Type="http://schemas.openxmlformats.org/officeDocument/2006/relationships/image" Target="../media/image328.wmf"/></Relationships>
</file>

<file path=ppt/slides/_rels/slide103.xml.rels><?xml version="1.0" encoding="UTF-8" standalone="yes"?>
<Relationships xmlns="http://schemas.openxmlformats.org/package/2006/relationships"><Relationship Id="rId8" Type="http://schemas.openxmlformats.org/officeDocument/2006/relationships/image" Target="../media/image331.wmf"/><Relationship Id="rId3" Type="http://schemas.openxmlformats.org/officeDocument/2006/relationships/oleObject" Target="../embeddings/oleObject336.bin"/><Relationship Id="rId7" Type="http://schemas.openxmlformats.org/officeDocument/2006/relationships/oleObject" Target="../embeddings/oleObject338.bin"/><Relationship Id="rId12" Type="http://schemas.openxmlformats.org/officeDocument/2006/relationships/image" Target="../media/image333.wmf"/><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30.wmf"/><Relationship Id="rId11" Type="http://schemas.openxmlformats.org/officeDocument/2006/relationships/oleObject" Target="../embeddings/oleObject340.bin"/><Relationship Id="rId5" Type="http://schemas.openxmlformats.org/officeDocument/2006/relationships/oleObject" Target="../embeddings/oleObject337.bin"/><Relationship Id="rId10" Type="http://schemas.openxmlformats.org/officeDocument/2006/relationships/image" Target="../media/image332.wmf"/><Relationship Id="rId4" Type="http://schemas.openxmlformats.org/officeDocument/2006/relationships/image" Target="../media/image329.wmf"/><Relationship Id="rId9" Type="http://schemas.openxmlformats.org/officeDocument/2006/relationships/oleObject" Target="../embeddings/oleObject339.bin"/></Relationships>
</file>

<file path=ppt/slides/_rels/slide104.xml.rels><?xml version="1.0" encoding="UTF-8" standalone="yes"?>
<Relationships xmlns="http://schemas.openxmlformats.org/package/2006/relationships"><Relationship Id="rId8" Type="http://schemas.openxmlformats.org/officeDocument/2006/relationships/image" Target="../media/image336.wmf"/><Relationship Id="rId3" Type="http://schemas.openxmlformats.org/officeDocument/2006/relationships/oleObject" Target="../embeddings/oleObject341.bin"/><Relationship Id="rId7" Type="http://schemas.openxmlformats.org/officeDocument/2006/relationships/oleObject" Target="../embeddings/oleObject343.bin"/><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35.wmf"/><Relationship Id="rId5" Type="http://schemas.openxmlformats.org/officeDocument/2006/relationships/oleObject" Target="../embeddings/oleObject342.bin"/><Relationship Id="rId4" Type="http://schemas.openxmlformats.org/officeDocument/2006/relationships/image" Target="../media/image334.wmf"/></Relationships>
</file>

<file path=ppt/slides/_rels/slide105.xml.rels><?xml version="1.0" encoding="UTF-8" standalone="yes"?>
<Relationships xmlns="http://schemas.openxmlformats.org/package/2006/relationships"><Relationship Id="rId3" Type="http://schemas.openxmlformats.org/officeDocument/2006/relationships/image" Target="../media/image337.wmf"/><Relationship Id="rId7" Type="http://schemas.openxmlformats.org/officeDocument/2006/relationships/image" Target="../media/image339.wmf"/><Relationship Id="rId2" Type="http://schemas.openxmlformats.org/officeDocument/2006/relationships/oleObject" Target="../embeddings/oleObject344.bin"/><Relationship Id="rId1" Type="http://schemas.openxmlformats.org/officeDocument/2006/relationships/slideLayout" Target="../slideLayouts/slideLayout7.xml"/><Relationship Id="rId6" Type="http://schemas.openxmlformats.org/officeDocument/2006/relationships/oleObject" Target="../embeddings/oleObject346.bin"/><Relationship Id="rId5" Type="http://schemas.openxmlformats.org/officeDocument/2006/relationships/image" Target="../media/image338.wmf"/><Relationship Id="rId4" Type="http://schemas.openxmlformats.org/officeDocument/2006/relationships/oleObject" Target="../embeddings/oleObject345.bin"/></Relationships>
</file>

<file path=ppt/slides/_rels/slide106.xml.rels><?xml version="1.0" encoding="UTF-8" standalone="yes"?>
<Relationships xmlns="http://schemas.openxmlformats.org/package/2006/relationships"><Relationship Id="rId13" Type="http://schemas.openxmlformats.org/officeDocument/2006/relationships/image" Target="../media/image340.emf"/><Relationship Id="rId18" Type="http://schemas.openxmlformats.org/officeDocument/2006/relationships/oleObject" Target="../embeddings/oleObject354.bin"/><Relationship Id="rId26" Type="http://schemas.openxmlformats.org/officeDocument/2006/relationships/oleObject" Target="../embeddings/oleObject358.bin"/><Relationship Id="rId39" Type="http://schemas.openxmlformats.org/officeDocument/2006/relationships/image" Target="../media/image348.wmf"/><Relationship Id="rId21" Type="http://schemas.openxmlformats.org/officeDocument/2006/relationships/image" Target="../media/image344.wmf"/><Relationship Id="rId34" Type="http://schemas.openxmlformats.org/officeDocument/2006/relationships/oleObject" Target="../embeddings/oleObject342.bin"/><Relationship Id="rId42" Type="http://schemas.openxmlformats.org/officeDocument/2006/relationships/image" Target="../media/image351.emf"/><Relationship Id="rId7" Type="http://schemas.openxmlformats.org/officeDocument/2006/relationships/image" Target="../media/image320.wmf"/><Relationship Id="rId2" Type="http://schemas.openxmlformats.org/officeDocument/2006/relationships/oleObject" Target="../embeddings/oleObject347.bin"/><Relationship Id="rId16" Type="http://schemas.openxmlformats.org/officeDocument/2006/relationships/oleObject" Target="../embeddings/oleObject353.bin"/><Relationship Id="rId29" Type="http://schemas.openxmlformats.org/officeDocument/2006/relationships/image" Target="../media/image332.wmf"/><Relationship Id="rId1" Type="http://schemas.openxmlformats.org/officeDocument/2006/relationships/slideLayout" Target="../slideLayouts/slideLayout7.xml"/><Relationship Id="rId6" Type="http://schemas.openxmlformats.org/officeDocument/2006/relationships/oleObject" Target="../embeddings/oleObject325.bin"/><Relationship Id="rId11" Type="http://schemas.openxmlformats.org/officeDocument/2006/relationships/image" Target="../media/image326.wmf"/><Relationship Id="rId24" Type="http://schemas.openxmlformats.org/officeDocument/2006/relationships/oleObject" Target="../embeddings/oleObject357.bin"/><Relationship Id="rId32" Type="http://schemas.openxmlformats.org/officeDocument/2006/relationships/oleObject" Target="../embeddings/oleObject341.bin"/><Relationship Id="rId37" Type="http://schemas.openxmlformats.org/officeDocument/2006/relationships/image" Target="../media/image336.wmf"/><Relationship Id="rId40" Type="http://schemas.openxmlformats.org/officeDocument/2006/relationships/image" Target="../media/image349.emf"/><Relationship Id="rId45" Type="http://schemas.openxmlformats.org/officeDocument/2006/relationships/image" Target="../media/image337.wmf"/><Relationship Id="rId5" Type="http://schemas.openxmlformats.org/officeDocument/2006/relationships/image" Target="../media/image325.emf"/><Relationship Id="rId15" Type="http://schemas.openxmlformats.org/officeDocument/2006/relationships/image" Target="../media/image341.wmf"/><Relationship Id="rId23" Type="http://schemas.openxmlformats.org/officeDocument/2006/relationships/image" Target="../media/image345.wmf"/><Relationship Id="rId28" Type="http://schemas.openxmlformats.org/officeDocument/2006/relationships/oleObject" Target="../embeddings/oleObject339.bin"/><Relationship Id="rId36" Type="http://schemas.openxmlformats.org/officeDocument/2006/relationships/oleObject" Target="../embeddings/oleObject343.bin"/><Relationship Id="rId10" Type="http://schemas.openxmlformats.org/officeDocument/2006/relationships/oleObject" Target="../embeddings/oleObject350.bin"/><Relationship Id="rId19" Type="http://schemas.openxmlformats.org/officeDocument/2006/relationships/image" Target="../media/image343.emf"/><Relationship Id="rId31" Type="http://schemas.openxmlformats.org/officeDocument/2006/relationships/image" Target="../media/image333.wmf"/><Relationship Id="rId44" Type="http://schemas.openxmlformats.org/officeDocument/2006/relationships/oleObject" Target="../embeddings/oleObject360.bin"/><Relationship Id="rId4" Type="http://schemas.openxmlformats.org/officeDocument/2006/relationships/oleObject" Target="../embeddings/oleObject348.bin"/><Relationship Id="rId9" Type="http://schemas.openxmlformats.org/officeDocument/2006/relationships/image" Target="../media/image323.wmf"/><Relationship Id="rId14" Type="http://schemas.openxmlformats.org/officeDocument/2006/relationships/oleObject" Target="../embeddings/oleObject352.bin"/><Relationship Id="rId22" Type="http://schemas.openxmlformats.org/officeDocument/2006/relationships/oleObject" Target="../embeddings/oleObject356.bin"/><Relationship Id="rId27" Type="http://schemas.openxmlformats.org/officeDocument/2006/relationships/image" Target="../media/image347.wmf"/><Relationship Id="rId30" Type="http://schemas.openxmlformats.org/officeDocument/2006/relationships/oleObject" Target="../embeddings/oleObject340.bin"/><Relationship Id="rId35" Type="http://schemas.openxmlformats.org/officeDocument/2006/relationships/image" Target="../media/image335.wmf"/><Relationship Id="rId43" Type="http://schemas.openxmlformats.org/officeDocument/2006/relationships/image" Target="../media/image352.emf"/><Relationship Id="rId8" Type="http://schemas.openxmlformats.org/officeDocument/2006/relationships/oleObject" Target="../embeddings/oleObject349.bin"/><Relationship Id="rId3" Type="http://schemas.openxmlformats.org/officeDocument/2006/relationships/image" Target="../media/image324.emf"/><Relationship Id="rId12" Type="http://schemas.openxmlformats.org/officeDocument/2006/relationships/oleObject" Target="../embeddings/oleObject351.bin"/><Relationship Id="rId17" Type="http://schemas.openxmlformats.org/officeDocument/2006/relationships/image" Target="../media/image342.wmf"/><Relationship Id="rId25" Type="http://schemas.openxmlformats.org/officeDocument/2006/relationships/image" Target="../media/image346.wmf"/><Relationship Id="rId33" Type="http://schemas.openxmlformats.org/officeDocument/2006/relationships/image" Target="../media/image334.wmf"/><Relationship Id="rId38" Type="http://schemas.openxmlformats.org/officeDocument/2006/relationships/oleObject" Target="../embeddings/oleObject359.bin"/><Relationship Id="rId20" Type="http://schemas.openxmlformats.org/officeDocument/2006/relationships/oleObject" Target="../embeddings/oleObject355.bin"/><Relationship Id="rId41" Type="http://schemas.openxmlformats.org/officeDocument/2006/relationships/image" Target="../media/image350.e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361.bin"/><Relationship Id="rId7" Type="http://schemas.openxmlformats.org/officeDocument/2006/relationships/image" Target="../media/image355.wmf"/><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oleObject" Target="../embeddings/oleObject362.bin"/><Relationship Id="rId5" Type="http://schemas.openxmlformats.org/officeDocument/2006/relationships/image" Target="../media/image354.jpeg"/><Relationship Id="rId4" Type="http://schemas.openxmlformats.org/officeDocument/2006/relationships/image" Target="../media/image353.wmf"/></Relationships>
</file>

<file path=ppt/slides/_rels/slide108.xml.rels><?xml version="1.0" encoding="UTF-8" standalone="yes"?>
<Relationships xmlns="http://schemas.openxmlformats.org/package/2006/relationships"><Relationship Id="rId8" Type="http://schemas.openxmlformats.org/officeDocument/2006/relationships/image" Target="../media/image358.wmf"/><Relationship Id="rId3" Type="http://schemas.openxmlformats.org/officeDocument/2006/relationships/oleObject" Target="../embeddings/oleObject363.bin"/><Relationship Id="rId7" Type="http://schemas.openxmlformats.org/officeDocument/2006/relationships/oleObject" Target="../embeddings/oleObject365.bin"/><Relationship Id="rId12" Type="http://schemas.openxmlformats.org/officeDocument/2006/relationships/image" Target="../media/image360.wmf"/><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57.wmf"/><Relationship Id="rId11" Type="http://schemas.openxmlformats.org/officeDocument/2006/relationships/oleObject" Target="../embeddings/oleObject367.bin"/><Relationship Id="rId5" Type="http://schemas.openxmlformats.org/officeDocument/2006/relationships/oleObject" Target="../embeddings/oleObject364.bin"/><Relationship Id="rId10" Type="http://schemas.openxmlformats.org/officeDocument/2006/relationships/image" Target="../media/image359.wmf"/><Relationship Id="rId4" Type="http://schemas.openxmlformats.org/officeDocument/2006/relationships/image" Target="../media/image356.wmf"/><Relationship Id="rId9" Type="http://schemas.openxmlformats.org/officeDocument/2006/relationships/oleObject" Target="../embeddings/oleObject366.bin"/></Relationships>
</file>

<file path=ppt/slides/_rels/slide109.xml.rels><?xml version="1.0" encoding="UTF-8" standalone="yes"?>
<Relationships xmlns="http://schemas.openxmlformats.org/package/2006/relationships"><Relationship Id="rId8" Type="http://schemas.openxmlformats.org/officeDocument/2006/relationships/image" Target="../media/image363.wmf"/><Relationship Id="rId3" Type="http://schemas.openxmlformats.org/officeDocument/2006/relationships/oleObject" Target="../embeddings/oleObject368.bin"/><Relationship Id="rId7" Type="http://schemas.openxmlformats.org/officeDocument/2006/relationships/oleObject" Target="../embeddings/oleObject370.bin"/><Relationship Id="rId12" Type="http://schemas.openxmlformats.org/officeDocument/2006/relationships/image" Target="../media/image365.wmf"/><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62.wmf"/><Relationship Id="rId11" Type="http://schemas.openxmlformats.org/officeDocument/2006/relationships/oleObject" Target="../embeddings/oleObject372.bin"/><Relationship Id="rId5" Type="http://schemas.openxmlformats.org/officeDocument/2006/relationships/oleObject" Target="../embeddings/oleObject369.bin"/><Relationship Id="rId10" Type="http://schemas.openxmlformats.org/officeDocument/2006/relationships/image" Target="../media/image364.wmf"/><Relationship Id="rId4" Type="http://schemas.openxmlformats.org/officeDocument/2006/relationships/image" Target="../media/image361.wmf"/><Relationship Id="rId9" Type="http://schemas.openxmlformats.org/officeDocument/2006/relationships/oleObject" Target="../embeddings/oleObject371.bin"/></Relationships>
</file>

<file path=ppt/slides/_rels/slide110.xml.rels><?xml version="1.0" encoding="UTF-8" standalone="yes"?>
<Relationships xmlns="http://schemas.openxmlformats.org/package/2006/relationships"><Relationship Id="rId8" Type="http://schemas.openxmlformats.org/officeDocument/2006/relationships/image" Target="../media/image368.wmf"/><Relationship Id="rId3" Type="http://schemas.openxmlformats.org/officeDocument/2006/relationships/oleObject" Target="../embeddings/oleObject373.bin"/><Relationship Id="rId7" Type="http://schemas.openxmlformats.org/officeDocument/2006/relationships/oleObject" Target="../embeddings/oleObject375.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67.wmf"/><Relationship Id="rId5" Type="http://schemas.openxmlformats.org/officeDocument/2006/relationships/oleObject" Target="../embeddings/oleObject374.bin"/><Relationship Id="rId10" Type="http://schemas.openxmlformats.org/officeDocument/2006/relationships/image" Target="../media/image369.wmf"/><Relationship Id="rId4" Type="http://schemas.openxmlformats.org/officeDocument/2006/relationships/image" Target="../media/image366.wmf"/><Relationship Id="rId9" Type="http://schemas.openxmlformats.org/officeDocument/2006/relationships/oleObject" Target="../embeddings/oleObject376.bin"/></Relationships>
</file>

<file path=ppt/slides/_rels/slide111.xml.rels><?xml version="1.0" encoding="UTF-8" standalone="yes"?>
<Relationships xmlns="http://schemas.openxmlformats.org/package/2006/relationships"><Relationship Id="rId8" Type="http://schemas.openxmlformats.org/officeDocument/2006/relationships/image" Target="../media/image372.wmf"/><Relationship Id="rId3" Type="http://schemas.openxmlformats.org/officeDocument/2006/relationships/oleObject" Target="../embeddings/oleObject377.bin"/><Relationship Id="rId7" Type="http://schemas.openxmlformats.org/officeDocument/2006/relationships/oleObject" Target="../embeddings/oleObject379.bin"/><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71.wmf"/><Relationship Id="rId5" Type="http://schemas.openxmlformats.org/officeDocument/2006/relationships/oleObject" Target="../embeddings/oleObject378.bin"/><Relationship Id="rId4" Type="http://schemas.openxmlformats.org/officeDocument/2006/relationships/image" Target="../media/image370.wmf"/></Relationships>
</file>

<file path=ppt/slides/_rels/slide112.xml.rels><?xml version="1.0" encoding="UTF-8" standalone="yes"?>
<Relationships xmlns="http://schemas.openxmlformats.org/package/2006/relationships"><Relationship Id="rId8" Type="http://schemas.openxmlformats.org/officeDocument/2006/relationships/image" Target="../media/image375.wmf"/><Relationship Id="rId3" Type="http://schemas.openxmlformats.org/officeDocument/2006/relationships/oleObject" Target="../embeddings/oleObject380.bin"/><Relationship Id="rId7" Type="http://schemas.openxmlformats.org/officeDocument/2006/relationships/oleObject" Target="../embeddings/oleObject382.bin"/><Relationship Id="rId12" Type="http://schemas.openxmlformats.org/officeDocument/2006/relationships/image" Target="../media/image377.wm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74.wmf"/><Relationship Id="rId11" Type="http://schemas.openxmlformats.org/officeDocument/2006/relationships/oleObject" Target="../embeddings/oleObject384.bin"/><Relationship Id="rId5" Type="http://schemas.openxmlformats.org/officeDocument/2006/relationships/oleObject" Target="../embeddings/oleObject381.bin"/><Relationship Id="rId10" Type="http://schemas.openxmlformats.org/officeDocument/2006/relationships/image" Target="../media/image376.wmf"/><Relationship Id="rId4" Type="http://schemas.openxmlformats.org/officeDocument/2006/relationships/image" Target="../media/image373.wmf"/><Relationship Id="rId9" Type="http://schemas.openxmlformats.org/officeDocument/2006/relationships/oleObject" Target="../embeddings/oleObject383.bin"/></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388.bin"/><Relationship Id="rId3" Type="http://schemas.openxmlformats.org/officeDocument/2006/relationships/image" Target="../media/image378.emf"/><Relationship Id="rId7" Type="http://schemas.openxmlformats.org/officeDocument/2006/relationships/image" Target="../media/image380.emf"/><Relationship Id="rId2" Type="http://schemas.openxmlformats.org/officeDocument/2006/relationships/oleObject" Target="../embeddings/oleObject385.bin"/><Relationship Id="rId1" Type="http://schemas.openxmlformats.org/officeDocument/2006/relationships/slideLayout" Target="../slideLayouts/slideLayout7.xml"/><Relationship Id="rId6" Type="http://schemas.openxmlformats.org/officeDocument/2006/relationships/oleObject" Target="../embeddings/oleObject387.bin"/><Relationship Id="rId5" Type="http://schemas.openxmlformats.org/officeDocument/2006/relationships/image" Target="../media/image379.emf"/><Relationship Id="rId10" Type="http://schemas.openxmlformats.org/officeDocument/2006/relationships/image" Target="../media/image354.jpeg"/><Relationship Id="rId4" Type="http://schemas.openxmlformats.org/officeDocument/2006/relationships/oleObject" Target="../embeddings/oleObject386.bin"/><Relationship Id="rId9" Type="http://schemas.openxmlformats.org/officeDocument/2006/relationships/image" Target="../media/image381.wmf"/></Relationships>
</file>

<file path=ppt/slides/_rels/slide114.xml.rels><?xml version="1.0" encoding="UTF-8" standalone="yes"?>
<Relationships xmlns="http://schemas.openxmlformats.org/package/2006/relationships"><Relationship Id="rId8" Type="http://schemas.openxmlformats.org/officeDocument/2006/relationships/image" Target="../media/image383.wmf"/><Relationship Id="rId13" Type="http://schemas.openxmlformats.org/officeDocument/2006/relationships/oleObject" Target="../embeddings/oleObject393.bin"/><Relationship Id="rId18" Type="http://schemas.openxmlformats.org/officeDocument/2006/relationships/image" Target="../media/image381.wmf"/><Relationship Id="rId7" Type="http://schemas.openxmlformats.org/officeDocument/2006/relationships/oleObject" Target="../embeddings/oleObject390.bin"/><Relationship Id="rId12" Type="http://schemas.openxmlformats.org/officeDocument/2006/relationships/image" Target="../media/image385.wmf"/><Relationship Id="rId17" Type="http://schemas.openxmlformats.org/officeDocument/2006/relationships/oleObject" Target="../embeddings/oleObject394.bin"/><Relationship Id="rId2" Type="http://schemas.openxmlformats.org/officeDocument/2006/relationships/notesSlide" Target="../notesSlides/notesSlide26.xml"/><Relationship Id="rId16" Type="http://schemas.openxmlformats.org/officeDocument/2006/relationships/image" Target="../media/image379.emf"/><Relationship Id="rId1" Type="http://schemas.openxmlformats.org/officeDocument/2006/relationships/slideLayout" Target="../slideLayouts/slideLayout7.xml"/><Relationship Id="rId6" Type="http://schemas.openxmlformats.org/officeDocument/2006/relationships/image" Target="../media/image382.wmf"/><Relationship Id="rId11" Type="http://schemas.openxmlformats.org/officeDocument/2006/relationships/oleObject" Target="../embeddings/oleObject392.bin"/><Relationship Id="rId5" Type="http://schemas.openxmlformats.org/officeDocument/2006/relationships/oleObject" Target="../embeddings/oleObject389.bin"/><Relationship Id="rId15" Type="http://schemas.openxmlformats.org/officeDocument/2006/relationships/oleObject" Target="../embeddings/oleObject386.bin"/><Relationship Id="rId10" Type="http://schemas.openxmlformats.org/officeDocument/2006/relationships/image" Target="../media/image384.wmf"/><Relationship Id="rId19" Type="http://schemas.openxmlformats.org/officeDocument/2006/relationships/image" Target="../media/image354.jpeg"/><Relationship Id="rId4" Type="http://schemas.openxmlformats.org/officeDocument/2006/relationships/image" Target="../media/image890.png"/><Relationship Id="rId9" Type="http://schemas.openxmlformats.org/officeDocument/2006/relationships/oleObject" Target="../embeddings/oleObject391.bin"/><Relationship Id="rId14" Type="http://schemas.openxmlformats.org/officeDocument/2006/relationships/image" Target="../media/image386.wmf"/></Relationships>
</file>

<file path=ppt/slides/_rels/slide115.xml.rels><?xml version="1.0" encoding="UTF-8" standalone="yes"?>
<Relationships xmlns="http://schemas.openxmlformats.org/package/2006/relationships"><Relationship Id="rId8" Type="http://schemas.openxmlformats.org/officeDocument/2006/relationships/image" Target="../media/image389.wmf"/><Relationship Id="rId3" Type="http://schemas.openxmlformats.org/officeDocument/2006/relationships/oleObject" Target="../embeddings/oleObject395.bin"/><Relationship Id="rId7" Type="http://schemas.openxmlformats.org/officeDocument/2006/relationships/oleObject" Target="../embeddings/oleObject397.bin"/><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88.wmf"/><Relationship Id="rId5" Type="http://schemas.openxmlformats.org/officeDocument/2006/relationships/oleObject" Target="../embeddings/oleObject396.bin"/><Relationship Id="rId10" Type="http://schemas.openxmlformats.org/officeDocument/2006/relationships/image" Target="../media/image390.wmf"/><Relationship Id="rId4" Type="http://schemas.openxmlformats.org/officeDocument/2006/relationships/image" Target="../media/image387.wmf"/><Relationship Id="rId9" Type="http://schemas.openxmlformats.org/officeDocument/2006/relationships/oleObject" Target="../embeddings/oleObject398.bin"/></Relationships>
</file>

<file path=ppt/slides/_rels/slide116.xml.rels><?xml version="1.0" encoding="UTF-8" standalone="yes"?>
<Relationships xmlns="http://schemas.openxmlformats.org/package/2006/relationships"><Relationship Id="rId8" Type="http://schemas.openxmlformats.org/officeDocument/2006/relationships/image" Target="../media/image393.wmf"/><Relationship Id="rId18" Type="http://schemas.openxmlformats.org/officeDocument/2006/relationships/image" Target="../media/image113.png"/><Relationship Id="rId3" Type="http://schemas.openxmlformats.org/officeDocument/2006/relationships/oleObject" Target="../embeddings/oleObject399.bin"/><Relationship Id="rId7" Type="http://schemas.openxmlformats.org/officeDocument/2006/relationships/oleObject" Target="../embeddings/oleObject401.bin"/><Relationship Id="rId12" Type="http://schemas.openxmlformats.org/officeDocument/2006/relationships/image" Target="../media/image395.wmf"/><Relationship Id="rId17" Type="http://schemas.openxmlformats.org/officeDocument/2006/relationships/image" Target="../media/image112.png"/><Relationship Id="rId2" Type="http://schemas.openxmlformats.org/officeDocument/2006/relationships/notesSlide" Target="../notesSlides/notesSlide28.xml"/><Relationship Id="rId16"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392.wmf"/><Relationship Id="rId11" Type="http://schemas.openxmlformats.org/officeDocument/2006/relationships/oleObject" Target="../embeddings/oleObject403.bin"/><Relationship Id="rId5" Type="http://schemas.openxmlformats.org/officeDocument/2006/relationships/oleObject" Target="../embeddings/oleObject400.bin"/><Relationship Id="rId15" Type="http://schemas.openxmlformats.org/officeDocument/2006/relationships/image" Target="../media/image110.png"/><Relationship Id="rId10" Type="http://schemas.openxmlformats.org/officeDocument/2006/relationships/image" Target="../media/image394.wmf"/><Relationship Id="rId4" Type="http://schemas.openxmlformats.org/officeDocument/2006/relationships/image" Target="../media/image391.wmf"/><Relationship Id="rId9" Type="http://schemas.openxmlformats.org/officeDocument/2006/relationships/oleObject" Target="../embeddings/oleObject402.bin"/><Relationship Id="rId14" Type="http://schemas.openxmlformats.org/officeDocument/2006/relationships/image" Target="../media/image109.png"/></Relationships>
</file>

<file path=ppt/slides/_rels/slide117.xml.rels><?xml version="1.0" encoding="UTF-8" standalone="yes"?>
<Relationships xmlns="http://schemas.openxmlformats.org/package/2006/relationships"><Relationship Id="rId8" Type="http://schemas.openxmlformats.org/officeDocument/2006/relationships/image" Target="../media/image398.wmf"/><Relationship Id="rId13" Type="http://schemas.openxmlformats.org/officeDocument/2006/relationships/image" Target="../media/image1190.png"/><Relationship Id="rId3" Type="http://schemas.openxmlformats.org/officeDocument/2006/relationships/oleObject" Target="../embeddings/oleObject404.bin"/><Relationship Id="rId7" Type="http://schemas.openxmlformats.org/officeDocument/2006/relationships/oleObject" Target="../embeddings/oleObject406.bin"/><Relationship Id="rId12" Type="http://schemas.openxmlformats.org/officeDocument/2006/relationships/image" Target="../media/image118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97.wmf"/><Relationship Id="rId5" Type="http://schemas.openxmlformats.org/officeDocument/2006/relationships/oleObject" Target="../embeddings/oleObject405.bin"/><Relationship Id="rId10" Type="http://schemas.openxmlformats.org/officeDocument/2006/relationships/image" Target="../media/image399.wmf"/><Relationship Id="rId4" Type="http://schemas.openxmlformats.org/officeDocument/2006/relationships/image" Target="../media/image396.wmf"/><Relationship Id="rId9" Type="http://schemas.openxmlformats.org/officeDocument/2006/relationships/oleObject" Target="../embeddings/oleObject407.bin"/></Relationships>
</file>

<file path=ppt/slides/_rels/slide118.xml.rels><?xml version="1.0" encoding="UTF-8" standalone="yes"?>
<Relationships xmlns="http://schemas.openxmlformats.org/package/2006/relationships"><Relationship Id="rId8" Type="http://schemas.openxmlformats.org/officeDocument/2006/relationships/image" Target="../media/image402.wmf"/><Relationship Id="rId3" Type="http://schemas.openxmlformats.org/officeDocument/2006/relationships/oleObject" Target="../embeddings/oleObject408.bin"/><Relationship Id="rId7" Type="http://schemas.openxmlformats.org/officeDocument/2006/relationships/oleObject" Target="../embeddings/oleObject410.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01.wmf"/><Relationship Id="rId5" Type="http://schemas.openxmlformats.org/officeDocument/2006/relationships/oleObject" Target="../embeddings/oleObject409.bin"/><Relationship Id="rId10" Type="http://schemas.openxmlformats.org/officeDocument/2006/relationships/image" Target="../media/image1230.png"/><Relationship Id="rId4" Type="http://schemas.openxmlformats.org/officeDocument/2006/relationships/image" Target="../media/image400.wmf"/></Relationships>
</file>

<file path=ppt/slides/_rels/slide119.xml.rels><?xml version="1.0" encoding="UTF-8" standalone="yes"?>
<Relationships xmlns="http://schemas.openxmlformats.org/package/2006/relationships"><Relationship Id="rId8" Type="http://schemas.openxmlformats.org/officeDocument/2006/relationships/image" Target="../media/image405.wmf"/><Relationship Id="rId13" Type="http://schemas.openxmlformats.org/officeDocument/2006/relationships/oleObject" Target="../embeddings/oleObject414.bin"/><Relationship Id="rId18" Type="http://schemas.openxmlformats.org/officeDocument/2006/relationships/image" Target="../media/image410.wmf"/><Relationship Id="rId3" Type="http://schemas.openxmlformats.org/officeDocument/2006/relationships/image" Target="../media/image130.png"/><Relationship Id="rId7" Type="http://schemas.openxmlformats.org/officeDocument/2006/relationships/oleObject" Target="../embeddings/oleObject412.bin"/><Relationship Id="rId12" Type="http://schemas.openxmlformats.org/officeDocument/2006/relationships/image" Target="../media/image407.png"/><Relationship Id="rId17" Type="http://schemas.openxmlformats.org/officeDocument/2006/relationships/oleObject" Target="../embeddings/oleObject416.bin"/><Relationship Id="rId16" Type="http://schemas.openxmlformats.org/officeDocument/2006/relationships/image" Target="../media/image409.wmf"/><Relationship Id="rId1" Type="http://schemas.openxmlformats.org/officeDocument/2006/relationships/slideLayout" Target="../slideLayouts/slideLayout4.xml"/><Relationship Id="rId6" Type="http://schemas.openxmlformats.org/officeDocument/2006/relationships/image" Target="../media/image404.wmf"/><Relationship Id="rId11" Type="http://schemas.openxmlformats.org/officeDocument/2006/relationships/image" Target="../media/image1320.png"/><Relationship Id="rId5" Type="http://schemas.openxmlformats.org/officeDocument/2006/relationships/oleObject" Target="../embeddings/oleObject411.bin"/><Relationship Id="rId15" Type="http://schemas.openxmlformats.org/officeDocument/2006/relationships/oleObject" Target="../embeddings/oleObject415.bin"/><Relationship Id="rId10" Type="http://schemas.openxmlformats.org/officeDocument/2006/relationships/image" Target="../media/image406.wmf"/><Relationship Id="rId4" Type="http://schemas.openxmlformats.org/officeDocument/2006/relationships/image" Target="../media/image403.png"/><Relationship Id="rId9" Type="http://schemas.openxmlformats.org/officeDocument/2006/relationships/oleObject" Target="../embeddings/oleObject413.bin"/><Relationship Id="rId14" Type="http://schemas.openxmlformats.org/officeDocument/2006/relationships/image" Target="../media/image408.wmf"/></Relationships>
</file>

<file path=ppt/slides/_rels/slide120.xml.rels><?xml version="1.0" encoding="UTF-8" standalone="yes"?>
<Relationships xmlns="http://schemas.openxmlformats.org/package/2006/relationships"><Relationship Id="rId8" Type="http://schemas.openxmlformats.org/officeDocument/2006/relationships/image" Target="../media/image413.wmf"/><Relationship Id="rId13" Type="http://schemas.openxmlformats.org/officeDocument/2006/relationships/oleObject" Target="../embeddings/oleObject422.bin"/><Relationship Id="rId18" Type="http://schemas.openxmlformats.org/officeDocument/2006/relationships/image" Target="../media/image418.wmf"/><Relationship Id="rId3" Type="http://schemas.openxmlformats.org/officeDocument/2006/relationships/oleObject" Target="../embeddings/oleObject417.bin"/><Relationship Id="rId21" Type="http://schemas.openxmlformats.org/officeDocument/2006/relationships/oleObject" Target="../embeddings/oleObject426.bin"/><Relationship Id="rId7" Type="http://schemas.openxmlformats.org/officeDocument/2006/relationships/oleObject" Target="../embeddings/oleObject419.bin"/><Relationship Id="rId12" Type="http://schemas.openxmlformats.org/officeDocument/2006/relationships/image" Target="../media/image415.wmf"/><Relationship Id="rId17" Type="http://schemas.openxmlformats.org/officeDocument/2006/relationships/oleObject" Target="../embeddings/oleObject424.bin"/><Relationship Id="rId2" Type="http://schemas.openxmlformats.org/officeDocument/2006/relationships/notesSlide" Target="../notesSlides/notesSlide31.xml"/><Relationship Id="rId16" Type="http://schemas.openxmlformats.org/officeDocument/2006/relationships/image" Target="../media/image417.wmf"/><Relationship Id="rId20" Type="http://schemas.openxmlformats.org/officeDocument/2006/relationships/image" Target="../media/image419.wmf"/><Relationship Id="rId1" Type="http://schemas.openxmlformats.org/officeDocument/2006/relationships/slideLayout" Target="../slideLayouts/slideLayout7.xml"/><Relationship Id="rId6" Type="http://schemas.openxmlformats.org/officeDocument/2006/relationships/image" Target="../media/image412.wmf"/><Relationship Id="rId11" Type="http://schemas.openxmlformats.org/officeDocument/2006/relationships/oleObject" Target="../embeddings/oleObject421.bin"/><Relationship Id="rId5" Type="http://schemas.openxmlformats.org/officeDocument/2006/relationships/oleObject" Target="../embeddings/oleObject418.bin"/><Relationship Id="rId15" Type="http://schemas.openxmlformats.org/officeDocument/2006/relationships/oleObject" Target="../embeddings/oleObject423.bin"/><Relationship Id="rId10" Type="http://schemas.openxmlformats.org/officeDocument/2006/relationships/image" Target="../media/image414.wmf"/><Relationship Id="rId19" Type="http://schemas.openxmlformats.org/officeDocument/2006/relationships/oleObject" Target="../embeddings/oleObject425.bin"/><Relationship Id="rId4" Type="http://schemas.openxmlformats.org/officeDocument/2006/relationships/image" Target="../media/image411.wmf"/><Relationship Id="rId9" Type="http://schemas.openxmlformats.org/officeDocument/2006/relationships/oleObject" Target="../embeddings/oleObject420.bin"/><Relationship Id="rId14" Type="http://schemas.openxmlformats.org/officeDocument/2006/relationships/image" Target="../media/image416.wmf"/><Relationship Id="rId22" Type="http://schemas.openxmlformats.org/officeDocument/2006/relationships/image" Target="../media/image420.wmf"/></Relationships>
</file>

<file path=ppt/slides/_rels/slide1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421.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422.wmf"/><Relationship Id="rId2" Type="http://schemas.openxmlformats.org/officeDocument/2006/relationships/oleObject" Target="../embeddings/oleObject427.bin"/><Relationship Id="rId1" Type="http://schemas.openxmlformats.org/officeDocument/2006/relationships/slideLayout" Target="../slideLayouts/slideLayout2.xml"/><Relationship Id="rId5" Type="http://schemas.openxmlformats.org/officeDocument/2006/relationships/image" Target="../media/image423.wmf"/><Relationship Id="rId4" Type="http://schemas.openxmlformats.org/officeDocument/2006/relationships/oleObject" Target="../embeddings/oleObject428.bin"/></Relationships>
</file>

<file path=ppt/slides/_rels/slide124.xml.rels><?xml version="1.0" encoding="UTF-8" standalone="yes"?>
<Relationships xmlns="http://schemas.openxmlformats.org/package/2006/relationships"><Relationship Id="rId3" Type="http://schemas.openxmlformats.org/officeDocument/2006/relationships/image" Target="../media/image424.wmf"/><Relationship Id="rId2" Type="http://schemas.openxmlformats.org/officeDocument/2006/relationships/oleObject" Target="../embeddings/oleObject429.bin"/><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425.emf"/><Relationship Id="rId2" Type="http://schemas.openxmlformats.org/officeDocument/2006/relationships/oleObject" Target="../embeddings/oleObject430.bin"/><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426.wmf"/><Relationship Id="rId2" Type="http://schemas.openxmlformats.org/officeDocument/2006/relationships/oleObject" Target="../embeddings/oleObject431.bin"/><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427.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8" Type="http://schemas.openxmlformats.org/officeDocument/2006/relationships/oleObject" Target="../embeddings/oleObject435.bin"/><Relationship Id="rId13" Type="http://schemas.openxmlformats.org/officeDocument/2006/relationships/image" Target="../media/image433.emf"/><Relationship Id="rId3" Type="http://schemas.openxmlformats.org/officeDocument/2006/relationships/image" Target="../media/image428.wmf"/><Relationship Id="rId7" Type="http://schemas.openxmlformats.org/officeDocument/2006/relationships/image" Target="../media/image430.wmf"/><Relationship Id="rId12" Type="http://schemas.openxmlformats.org/officeDocument/2006/relationships/oleObject" Target="../embeddings/oleObject437.bin"/><Relationship Id="rId2" Type="http://schemas.openxmlformats.org/officeDocument/2006/relationships/oleObject" Target="../embeddings/oleObject432.bin"/><Relationship Id="rId1" Type="http://schemas.openxmlformats.org/officeDocument/2006/relationships/slideLayout" Target="../slideLayouts/slideLayout2.xml"/><Relationship Id="rId6" Type="http://schemas.openxmlformats.org/officeDocument/2006/relationships/oleObject" Target="../embeddings/oleObject434.bin"/><Relationship Id="rId11" Type="http://schemas.openxmlformats.org/officeDocument/2006/relationships/image" Target="../media/image432.wmf"/><Relationship Id="rId5" Type="http://schemas.openxmlformats.org/officeDocument/2006/relationships/image" Target="../media/image429.wmf"/><Relationship Id="rId15" Type="http://schemas.openxmlformats.org/officeDocument/2006/relationships/image" Target="../media/image434.emf"/><Relationship Id="rId10" Type="http://schemas.openxmlformats.org/officeDocument/2006/relationships/oleObject" Target="../embeddings/oleObject436.bin"/><Relationship Id="rId4" Type="http://schemas.openxmlformats.org/officeDocument/2006/relationships/oleObject" Target="../embeddings/oleObject433.bin"/><Relationship Id="rId9" Type="http://schemas.openxmlformats.org/officeDocument/2006/relationships/image" Target="../media/image431.wmf"/><Relationship Id="rId14" Type="http://schemas.openxmlformats.org/officeDocument/2006/relationships/oleObject" Target="../embeddings/oleObject438.bin"/></Relationships>
</file>

<file path=ppt/slides/_rels/slide130.xml.rels><?xml version="1.0" encoding="UTF-8" standalone="yes"?>
<Relationships xmlns="http://schemas.openxmlformats.org/package/2006/relationships"><Relationship Id="rId8" Type="http://schemas.openxmlformats.org/officeDocument/2006/relationships/oleObject" Target="../embeddings/oleObject442.bin"/><Relationship Id="rId13" Type="http://schemas.openxmlformats.org/officeDocument/2006/relationships/image" Target="../media/image440.wmf"/><Relationship Id="rId3" Type="http://schemas.openxmlformats.org/officeDocument/2006/relationships/image" Target="../media/image435.emf"/><Relationship Id="rId7" Type="http://schemas.openxmlformats.org/officeDocument/2006/relationships/image" Target="../media/image437.wmf"/><Relationship Id="rId12" Type="http://schemas.openxmlformats.org/officeDocument/2006/relationships/oleObject" Target="../embeddings/oleObject444.bin"/><Relationship Id="rId2" Type="http://schemas.openxmlformats.org/officeDocument/2006/relationships/oleObject" Target="../embeddings/oleObject439.bin"/><Relationship Id="rId1" Type="http://schemas.openxmlformats.org/officeDocument/2006/relationships/slideLayout" Target="../slideLayouts/slideLayout7.xml"/><Relationship Id="rId6" Type="http://schemas.openxmlformats.org/officeDocument/2006/relationships/oleObject" Target="../embeddings/oleObject441.bin"/><Relationship Id="rId11" Type="http://schemas.openxmlformats.org/officeDocument/2006/relationships/image" Target="../media/image439.wmf"/><Relationship Id="rId5" Type="http://schemas.openxmlformats.org/officeDocument/2006/relationships/image" Target="../media/image436.wmf"/><Relationship Id="rId10" Type="http://schemas.openxmlformats.org/officeDocument/2006/relationships/oleObject" Target="../embeddings/oleObject443.bin"/><Relationship Id="rId4" Type="http://schemas.openxmlformats.org/officeDocument/2006/relationships/oleObject" Target="../embeddings/oleObject440.bin"/><Relationship Id="rId9" Type="http://schemas.openxmlformats.org/officeDocument/2006/relationships/image" Target="../media/image438.emf"/></Relationships>
</file>

<file path=ppt/slides/_rels/slide131.xml.rels><?xml version="1.0" encoding="UTF-8" standalone="yes"?>
<Relationships xmlns="http://schemas.openxmlformats.org/package/2006/relationships"><Relationship Id="rId8" Type="http://schemas.openxmlformats.org/officeDocument/2006/relationships/image" Target="../media/image442.wmf"/><Relationship Id="rId13" Type="http://schemas.openxmlformats.org/officeDocument/2006/relationships/oleObject" Target="../embeddings/oleObject450.bin"/><Relationship Id="rId18" Type="http://schemas.openxmlformats.org/officeDocument/2006/relationships/image" Target="../media/image447.wmf"/><Relationship Id="rId3" Type="http://schemas.openxmlformats.org/officeDocument/2006/relationships/oleObject" Target="../embeddings/oleObject445.bin"/><Relationship Id="rId7" Type="http://schemas.openxmlformats.org/officeDocument/2006/relationships/oleObject" Target="../embeddings/oleObject447.bin"/><Relationship Id="rId12" Type="http://schemas.openxmlformats.org/officeDocument/2006/relationships/image" Target="../media/image444.wmf"/><Relationship Id="rId17" Type="http://schemas.openxmlformats.org/officeDocument/2006/relationships/oleObject" Target="../embeddings/oleObject452.bin"/><Relationship Id="rId2" Type="http://schemas.openxmlformats.org/officeDocument/2006/relationships/notesSlide" Target="../notesSlides/notesSlide33.xml"/><Relationship Id="rId16" Type="http://schemas.openxmlformats.org/officeDocument/2006/relationships/image" Target="../media/image446.wmf"/><Relationship Id="rId20" Type="http://schemas.openxmlformats.org/officeDocument/2006/relationships/image" Target="../media/image448.wmf"/><Relationship Id="rId1" Type="http://schemas.openxmlformats.org/officeDocument/2006/relationships/slideLayout" Target="../slideLayouts/slideLayout7.xml"/><Relationship Id="rId6" Type="http://schemas.openxmlformats.org/officeDocument/2006/relationships/image" Target="../media/image441.wmf"/><Relationship Id="rId11" Type="http://schemas.openxmlformats.org/officeDocument/2006/relationships/oleObject" Target="../embeddings/oleObject449.bin"/><Relationship Id="rId5" Type="http://schemas.openxmlformats.org/officeDocument/2006/relationships/oleObject" Target="../embeddings/oleObject446.bin"/><Relationship Id="rId15" Type="http://schemas.openxmlformats.org/officeDocument/2006/relationships/oleObject" Target="../embeddings/oleObject451.bin"/><Relationship Id="rId10" Type="http://schemas.openxmlformats.org/officeDocument/2006/relationships/image" Target="../media/image443.wmf"/><Relationship Id="rId19" Type="http://schemas.openxmlformats.org/officeDocument/2006/relationships/oleObject" Target="../embeddings/oleObject453.bin"/><Relationship Id="rId4" Type="http://schemas.openxmlformats.org/officeDocument/2006/relationships/image" Target="../media/image438.emf"/><Relationship Id="rId9" Type="http://schemas.openxmlformats.org/officeDocument/2006/relationships/oleObject" Target="../embeddings/oleObject448.bin"/><Relationship Id="rId14" Type="http://schemas.openxmlformats.org/officeDocument/2006/relationships/image" Target="../media/image445.wmf"/></Relationships>
</file>

<file path=ppt/slides/_rels/slide132.xml.rels><?xml version="1.0" encoding="UTF-8" standalone="yes"?>
<Relationships xmlns="http://schemas.openxmlformats.org/package/2006/relationships"><Relationship Id="rId8" Type="http://schemas.openxmlformats.org/officeDocument/2006/relationships/oleObject" Target="../embeddings/oleObject457.bin"/><Relationship Id="rId13" Type="http://schemas.openxmlformats.org/officeDocument/2006/relationships/image" Target="../media/image453.wmf"/><Relationship Id="rId3" Type="http://schemas.openxmlformats.org/officeDocument/2006/relationships/image" Target="../media/image438.emf"/><Relationship Id="rId7" Type="http://schemas.openxmlformats.org/officeDocument/2006/relationships/image" Target="../media/image450.wmf"/><Relationship Id="rId12" Type="http://schemas.openxmlformats.org/officeDocument/2006/relationships/oleObject" Target="../embeddings/oleObject459.bin"/><Relationship Id="rId2" Type="http://schemas.openxmlformats.org/officeDocument/2006/relationships/oleObject" Target="../embeddings/oleObject454.bin"/><Relationship Id="rId1" Type="http://schemas.openxmlformats.org/officeDocument/2006/relationships/slideLayout" Target="../slideLayouts/slideLayout7.xml"/><Relationship Id="rId6" Type="http://schemas.openxmlformats.org/officeDocument/2006/relationships/oleObject" Target="../embeddings/oleObject456.bin"/><Relationship Id="rId11" Type="http://schemas.openxmlformats.org/officeDocument/2006/relationships/image" Target="../media/image452.wmf"/><Relationship Id="rId5" Type="http://schemas.openxmlformats.org/officeDocument/2006/relationships/image" Target="../media/image449.wmf"/><Relationship Id="rId10" Type="http://schemas.openxmlformats.org/officeDocument/2006/relationships/oleObject" Target="../embeddings/oleObject458.bin"/><Relationship Id="rId4" Type="http://schemas.openxmlformats.org/officeDocument/2006/relationships/oleObject" Target="../embeddings/oleObject455.bin"/><Relationship Id="rId9" Type="http://schemas.openxmlformats.org/officeDocument/2006/relationships/image" Target="../media/image451.wmf"/></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354.jpe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8" Type="http://schemas.openxmlformats.org/officeDocument/2006/relationships/image" Target="../media/image456.wmf"/><Relationship Id="rId3" Type="http://schemas.openxmlformats.org/officeDocument/2006/relationships/oleObject" Target="../embeddings/oleObject460.bin"/><Relationship Id="rId7" Type="http://schemas.openxmlformats.org/officeDocument/2006/relationships/oleObject" Target="../embeddings/oleObject462.bin"/><Relationship Id="rId12" Type="http://schemas.openxmlformats.org/officeDocument/2006/relationships/image" Target="../media/image458.wmf"/><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455.wmf"/><Relationship Id="rId11" Type="http://schemas.openxmlformats.org/officeDocument/2006/relationships/oleObject" Target="../embeddings/oleObject464.bin"/><Relationship Id="rId5" Type="http://schemas.openxmlformats.org/officeDocument/2006/relationships/oleObject" Target="../embeddings/oleObject461.bin"/><Relationship Id="rId10" Type="http://schemas.openxmlformats.org/officeDocument/2006/relationships/image" Target="../media/image457.wmf"/><Relationship Id="rId4" Type="http://schemas.openxmlformats.org/officeDocument/2006/relationships/image" Target="../media/image454.wmf"/><Relationship Id="rId9" Type="http://schemas.openxmlformats.org/officeDocument/2006/relationships/oleObject" Target="../embeddings/oleObject463.bin"/></Relationships>
</file>

<file path=ppt/slides/_rels/slide138.xml.rels><?xml version="1.0" encoding="UTF-8" standalone="yes"?>
<Relationships xmlns="http://schemas.openxmlformats.org/package/2006/relationships"><Relationship Id="rId8" Type="http://schemas.openxmlformats.org/officeDocument/2006/relationships/image" Target="../media/image461.emf"/><Relationship Id="rId3" Type="http://schemas.openxmlformats.org/officeDocument/2006/relationships/oleObject" Target="../embeddings/oleObject465.bin"/><Relationship Id="rId7" Type="http://schemas.openxmlformats.org/officeDocument/2006/relationships/oleObject" Target="../embeddings/oleObject467.bin"/><Relationship Id="rId12" Type="http://schemas.openxmlformats.org/officeDocument/2006/relationships/image" Target="../media/image454.wmf"/><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460.wmf"/><Relationship Id="rId11" Type="http://schemas.openxmlformats.org/officeDocument/2006/relationships/oleObject" Target="../embeddings/oleObject469.bin"/><Relationship Id="rId5" Type="http://schemas.openxmlformats.org/officeDocument/2006/relationships/oleObject" Target="../embeddings/oleObject466.bin"/><Relationship Id="rId10" Type="http://schemas.openxmlformats.org/officeDocument/2006/relationships/image" Target="../media/image462.wmf"/><Relationship Id="rId4" Type="http://schemas.openxmlformats.org/officeDocument/2006/relationships/image" Target="../media/image459.wmf"/><Relationship Id="rId9" Type="http://schemas.openxmlformats.org/officeDocument/2006/relationships/oleObject" Target="../embeddings/oleObject468.bin"/></Relationships>
</file>

<file path=ppt/slides/_rels/slide139.xml.rels><?xml version="1.0" encoding="UTF-8" standalone="yes"?>
<Relationships xmlns="http://schemas.openxmlformats.org/package/2006/relationships"><Relationship Id="rId8" Type="http://schemas.openxmlformats.org/officeDocument/2006/relationships/oleObject" Target="../embeddings/oleObject473.bin"/><Relationship Id="rId3" Type="http://schemas.openxmlformats.org/officeDocument/2006/relationships/image" Target="../media/image463.wmf"/><Relationship Id="rId7" Type="http://schemas.openxmlformats.org/officeDocument/2006/relationships/image" Target="../media/image465.wmf"/><Relationship Id="rId2" Type="http://schemas.openxmlformats.org/officeDocument/2006/relationships/oleObject" Target="../embeddings/oleObject470.bin"/><Relationship Id="rId1" Type="http://schemas.openxmlformats.org/officeDocument/2006/relationships/slideLayout" Target="../slideLayouts/slideLayout7.xml"/><Relationship Id="rId6" Type="http://schemas.openxmlformats.org/officeDocument/2006/relationships/oleObject" Target="../embeddings/oleObject472.bin"/><Relationship Id="rId5" Type="http://schemas.openxmlformats.org/officeDocument/2006/relationships/image" Target="../media/image464.wmf"/><Relationship Id="rId10" Type="http://schemas.openxmlformats.org/officeDocument/2006/relationships/image" Target="../media/image354.jpeg"/><Relationship Id="rId4" Type="http://schemas.openxmlformats.org/officeDocument/2006/relationships/oleObject" Target="../embeddings/oleObject471.bin"/><Relationship Id="rId9" Type="http://schemas.openxmlformats.org/officeDocument/2006/relationships/image" Target="../media/image466.wmf"/></Relationships>
</file>

<file path=ppt/slides/_rels/slide140.xml.rels><?xml version="1.0" encoding="UTF-8" standalone="yes"?>
<Relationships xmlns="http://schemas.openxmlformats.org/package/2006/relationships"><Relationship Id="rId3" Type="http://schemas.openxmlformats.org/officeDocument/2006/relationships/image" Target="../media/image467.wmf"/><Relationship Id="rId2" Type="http://schemas.openxmlformats.org/officeDocument/2006/relationships/oleObject" Target="../embeddings/oleObject474.bin"/><Relationship Id="rId1" Type="http://schemas.openxmlformats.org/officeDocument/2006/relationships/slideLayout" Target="../slideLayouts/slideLayout7.xml"/><Relationship Id="rId6" Type="http://schemas.openxmlformats.org/officeDocument/2006/relationships/image" Target="../media/image468.wmf"/><Relationship Id="rId5" Type="http://schemas.openxmlformats.org/officeDocument/2006/relationships/oleObject" Target="../embeddings/oleObject475.bin"/><Relationship Id="rId4" Type="http://schemas.openxmlformats.org/officeDocument/2006/relationships/image" Target="../media/image354.jpeg"/></Relationships>
</file>

<file path=ppt/slides/_rels/slide141.xml.rels><?xml version="1.0" encoding="UTF-8" standalone="yes"?>
<Relationships xmlns="http://schemas.openxmlformats.org/package/2006/relationships"><Relationship Id="rId8" Type="http://schemas.openxmlformats.org/officeDocument/2006/relationships/oleObject" Target="../embeddings/oleObject479.bin"/><Relationship Id="rId3" Type="http://schemas.openxmlformats.org/officeDocument/2006/relationships/image" Target="../media/image469.wmf"/><Relationship Id="rId7" Type="http://schemas.openxmlformats.org/officeDocument/2006/relationships/image" Target="../media/image471.wmf"/><Relationship Id="rId2" Type="http://schemas.openxmlformats.org/officeDocument/2006/relationships/oleObject" Target="../embeddings/oleObject476.bin"/><Relationship Id="rId1" Type="http://schemas.openxmlformats.org/officeDocument/2006/relationships/slideLayout" Target="../slideLayouts/slideLayout7.xml"/><Relationship Id="rId6" Type="http://schemas.openxmlformats.org/officeDocument/2006/relationships/oleObject" Target="../embeddings/oleObject478.bin"/><Relationship Id="rId11" Type="http://schemas.openxmlformats.org/officeDocument/2006/relationships/image" Target="../media/image473.wmf"/><Relationship Id="rId5" Type="http://schemas.openxmlformats.org/officeDocument/2006/relationships/image" Target="../media/image470.wmf"/><Relationship Id="rId10" Type="http://schemas.openxmlformats.org/officeDocument/2006/relationships/oleObject" Target="../embeddings/oleObject480.bin"/><Relationship Id="rId4" Type="http://schemas.openxmlformats.org/officeDocument/2006/relationships/oleObject" Target="../embeddings/oleObject477.bin"/><Relationship Id="rId9" Type="http://schemas.openxmlformats.org/officeDocument/2006/relationships/image" Target="../media/image472.wmf"/></Relationships>
</file>

<file path=ppt/slides/_rels/slide142.xml.rels><?xml version="1.0" encoding="UTF-8" standalone="yes"?>
<Relationships xmlns="http://schemas.openxmlformats.org/package/2006/relationships"><Relationship Id="rId8" Type="http://schemas.openxmlformats.org/officeDocument/2006/relationships/oleObject" Target="../embeddings/oleObject484.bin"/><Relationship Id="rId13" Type="http://schemas.openxmlformats.org/officeDocument/2006/relationships/image" Target="../media/image479.wmf"/><Relationship Id="rId3" Type="http://schemas.openxmlformats.org/officeDocument/2006/relationships/image" Target="../media/image474.wmf"/><Relationship Id="rId7" Type="http://schemas.openxmlformats.org/officeDocument/2006/relationships/image" Target="../media/image476.wmf"/><Relationship Id="rId12" Type="http://schemas.openxmlformats.org/officeDocument/2006/relationships/oleObject" Target="../embeddings/oleObject486.bin"/><Relationship Id="rId17" Type="http://schemas.openxmlformats.org/officeDocument/2006/relationships/image" Target="../media/image481.wmf"/><Relationship Id="rId2" Type="http://schemas.openxmlformats.org/officeDocument/2006/relationships/oleObject" Target="../embeddings/oleObject481.bin"/><Relationship Id="rId16" Type="http://schemas.openxmlformats.org/officeDocument/2006/relationships/oleObject" Target="../embeddings/oleObject488.bin"/><Relationship Id="rId1" Type="http://schemas.openxmlformats.org/officeDocument/2006/relationships/slideLayout" Target="../slideLayouts/slideLayout7.xml"/><Relationship Id="rId6" Type="http://schemas.openxmlformats.org/officeDocument/2006/relationships/oleObject" Target="../embeddings/oleObject483.bin"/><Relationship Id="rId11" Type="http://schemas.openxmlformats.org/officeDocument/2006/relationships/image" Target="../media/image478.wmf"/><Relationship Id="rId5" Type="http://schemas.openxmlformats.org/officeDocument/2006/relationships/image" Target="../media/image475.wmf"/><Relationship Id="rId15" Type="http://schemas.openxmlformats.org/officeDocument/2006/relationships/image" Target="../media/image480.wmf"/><Relationship Id="rId10" Type="http://schemas.openxmlformats.org/officeDocument/2006/relationships/oleObject" Target="../embeddings/oleObject485.bin"/><Relationship Id="rId4" Type="http://schemas.openxmlformats.org/officeDocument/2006/relationships/oleObject" Target="../embeddings/oleObject482.bin"/><Relationship Id="rId9" Type="http://schemas.openxmlformats.org/officeDocument/2006/relationships/image" Target="../media/image477.wmf"/><Relationship Id="rId14" Type="http://schemas.openxmlformats.org/officeDocument/2006/relationships/oleObject" Target="../embeddings/oleObject487.bin"/></Relationships>
</file>

<file path=ppt/slides/_rels/slide143.xml.rels><?xml version="1.0" encoding="UTF-8" standalone="yes"?>
<Relationships xmlns="http://schemas.openxmlformats.org/package/2006/relationships"><Relationship Id="rId8" Type="http://schemas.openxmlformats.org/officeDocument/2006/relationships/image" Target="../media/image484.wmf"/><Relationship Id="rId13" Type="http://schemas.openxmlformats.org/officeDocument/2006/relationships/image" Target="../media/image486.wmf"/><Relationship Id="rId18" Type="http://schemas.openxmlformats.org/officeDocument/2006/relationships/oleObject" Target="../embeddings/oleObject497.bin"/><Relationship Id="rId3" Type="http://schemas.openxmlformats.org/officeDocument/2006/relationships/oleObject" Target="../embeddings/oleObject489.bin"/><Relationship Id="rId21" Type="http://schemas.openxmlformats.org/officeDocument/2006/relationships/image" Target="../media/image490.wmf"/><Relationship Id="rId7" Type="http://schemas.openxmlformats.org/officeDocument/2006/relationships/oleObject" Target="../embeddings/oleObject491.bin"/><Relationship Id="rId12" Type="http://schemas.openxmlformats.org/officeDocument/2006/relationships/oleObject" Target="../embeddings/oleObject494.bin"/><Relationship Id="rId17" Type="http://schemas.openxmlformats.org/officeDocument/2006/relationships/image" Target="../media/image488.wmf"/><Relationship Id="rId25" Type="http://schemas.openxmlformats.org/officeDocument/2006/relationships/image" Target="../media/image492.wmf"/><Relationship Id="rId2" Type="http://schemas.openxmlformats.org/officeDocument/2006/relationships/notesSlide" Target="../notesSlides/notesSlide36.xml"/><Relationship Id="rId16" Type="http://schemas.openxmlformats.org/officeDocument/2006/relationships/oleObject" Target="../embeddings/oleObject496.bin"/><Relationship Id="rId20" Type="http://schemas.openxmlformats.org/officeDocument/2006/relationships/oleObject" Target="../embeddings/oleObject498.bin"/><Relationship Id="rId1" Type="http://schemas.openxmlformats.org/officeDocument/2006/relationships/slideLayout" Target="../slideLayouts/slideLayout7.xml"/><Relationship Id="rId6" Type="http://schemas.openxmlformats.org/officeDocument/2006/relationships/image" Target="../media/image483.wmf"/><Relationship Id="rId11" Type="http://schemas.openxmlformats.org/officeDocument/2006/relationships/image" Target="../media/image485.wmf"/><Relationship Id="rId24" Type="http://schemas.openxmlformats.org/officeDocument/2006/relationships/oleObject" Target="../embeddings/oleObject500.bin"/><Relationship Id="rId5" Type="http://schemas.openxmlformats.org/officeDocument/2006/relationships/oleObject" Target="../embeddings/oleObject490.bin"/><Relationship Id="rId15" Type="http://schemas.openxmlformats.org/officeDocument/2006/relationships/image" Target="../media/image487.wmf"/><Relationship Id="rId23" Type="http://schemas.openxmlformats.org/officeDocument/2006/relationships/image" Target="../media/image491.wmf"/><Relationship Id="rId10" Type="http://schemas.openxmlformats.org/officeDocument/2006/relationships/oleObject" Target="../embeddings/oleObject493.bin"/><Relationship Id="rId19" Type="http://schemas.openxmlformats.org/officeDocument/2006/relationships/image" Target="../media/image489.wmf"/><Relationship Id="rId4" Type="http://schemas.openxmlformats.org/officeDocument/2006/relationships/image" Target="../media/image482.wmf"/><Relationship Id="rId9" Type="http://schemas.openxmlformats.org/officeDocument/2006/relationships/oleObject" Target="../embeddings/oleObject492.bin"/><Relationship Id="rId14" Type="http://schemas.openxmlformats.org/officeDocument/2006/relationships/oleObject" Target="../embeddings/oleObject495.bin"/><Relationship Id="rId22" Type="http://schemas.openxmlformats.org/officeDocument/2006/relationships/oleObject" Target="../embeddings/oleObject499.bin"/></Relationships>
</file>

<file path=ppt/slides/_rels/slide144.xml.rels><?xml version="1.0" encoding="UTF-8" standalone="yes"?>
<Relationships xmlns="http://schemas.openxmlformats.org/package/2006/relationships"><Relationship Id="rId8" Type="http://schemas.openxmlformats.org/officeDocument/2006/relationships/image" Target="../media/image495.wmf"/><Relationship Id="rId13" Type="http://schemas.openxmlformats.org/officeDocument/2006/relationships/oleObject" Target="../embeddings/oleObject506.bin"/><Relationship Id="rId18" Type="http://schemas.openxmlformats.org/officeDocument/2006/relationships/image" Target="../media/image500.emf"/><Relationship Id="rId3" Type="http://schemas.openxmlformats.org/officeDocument/2006/relationships/oleObject" Target="../embeddings/oleObject501.bin"/><Relationship Id="rId7" Type="http://schemas.openxmlformats.org/officeDocument/2006/relationships/oleObject" Target="../embeddings/oleObject503.bin"/><Relationship Id="rId12" Type="http://schemas.openxmlformats.org/officeDocument/2006/relationships/image" Target="../media/image497.wmf"/><Relationship Id="rId17" Type="http://schemas.openxmlformats.org/officeDocument/2006/relationships/oleObject" Target="../embeddings/oleObject508.bin"/><Relationship Id="rId2" Type="http://schemas.openxmlformats.org/officeDocument/2006/relationships/notesSlide" Target="../notesSlides/notesSlide37.xml"/><Relationship Id="rId16" Type="http://schemas.openxmlformats.org/officeDocument/2006/relationships/image" Target="../media/image499.emf"/><Relationship Id="rId1" Type="http://schemas.openxmlformats.org/officeDocument/2006/relationships/slideLayout" Target="../slideLayouts/slideLayout6.xml"/><Relationship Id="rId6" Type="http://schemas.openxmlformats.org/officeDocument/2006/relationships/image" Target="../media/image494.wmf"/><Relationship Id="rId11" Type="http://schemas.openxmlformats.org/officeDocument/2006/relationships/oleObject" Target="../embeddings/oleObject505.bin"/><Relationship Id="rId5" Type="http://schemas.openxmlformats.org/officeDocument/2006/relationships/oleObject" Target="../embeddings/oleObject502.bin"/><Relationship Id="rId15" Type="http://schemas.openxmlformats.org/officeDocument/2006/relationships/oleObject" Target="../embeddings/oleObject507.bin"/><Relationship Id="rId10" Type="http://schemas.openxmlformats.org/officeDocument/2006/relationships/image" Target="../media/image496.wmf"/><Relationship Id="rId4" Type="http://schemas.openxmlformats.org/officeDocument/2006/relationships/image" Target="../media/image493.wmf"/><Relationship Id="rId9" Type="http://schemas.openxmlformats.org/officeDocument/2006/relationships/oleObject" Target="../embeddings/oleObject504.bin"/><Relationship Id="rId14" Type="http://schemas.openxmlformats.org/officeDocument/2006/relationships/image" Target="../media/image498.emf"/></Relationships>
</file>

<file path=ppt/slides/_rels/slide145.xml.rels><?xml version="1.0" encoding="UTF-8" standalone="yes"?>
<Relationships xmlns="http://schemas.openxmlformats.org/package/2006/relationships"><Relationship Id="rId8" Type="http://schemas.openxmlformats.org/officeDocument/2006/relationships/image" Target="../media/image503.wmf"/><Relationship Id="rId13" Type="http://schemas.openxmlformats.org/officeDocument/2006/relationships/image" Target="../media/image504.wmf"/><Relationship Id="rId3" Type="http://schemas.openxmlformats.org/officeDocument/2006/relationships/oleObject" Target="../embeddings/oleObject509.bin"/><Relationship Id="rId7" Type="http://schemas.openxmlformats.org/officeDocument/2006/relationships/oleObject" Target="../embeddings/oleObject511.bin"/><Relationship Id="rId12" Type="http://schemas.openxmlformats.org/officeDocument/2006/relationships/oleObject" Target="../embeddings/oleObject514.bin"/><Relationship Id="rId17" Type="http://schemas.openxmlformats.org/officeDocument/2006/relationships/image" Target="../media/image506.wmf"/><Relationship Id="rId2" Type="http://schemas.openxmlformats.org/officeDocument/2006/relationships/notesSlide" Target="../notesSlides/notesSlide38.xml"/><Relationship Id="rId16" Type="http://schemas.openxmlformats.org/officeDocument/2006/relationships/oleObject" Target="../embeddings/oleObject516.bin"/><Relationship Id="rId1" Type="http://schemas.openxmlformats.org/officeDocument/2006/relationships/slideLayout" Target="../slideLayouts/slideLayout7.xml"/><Relationship Id="rId6" Type="http://schemas.openxmlformats.org/officeDocument/2006/relationships/image" Target="../media/image502.wmf"/><Relationship Id="rId11" Type="http://schemas.openxmlformats.org/officeDocument/2006/relationships/oleObject" Target="../embeddings/oleObject513.bin"/><Relationship Id="rId5" Type="http://schemas.openxmlformats.org/officeDocument/2006/relationships/oleObject" Target="../embeddings/oleObject510.bin"/><Relationship Id="rId15" Type="http://schemas.openxmlformats.org/officeDocument/2006/relationships/image" Target="../media/image505.wmf"/><Relationship Id="rId10" Type="http://schemas.openxmlformats.org/officeDocument/2006/relationships/image" Target="../media/image497.wmf"/><Relationship Id="rId4" Type="http://schemas.openxmlformats.org/officeDocument/2006/relationships/image" Target="../media/image501.wmf"/><Relationship Id="rId9" Type="http://schemas.openxmlformats.org/officeDocument/2006/relationships/oleObject" Target="../embeddings/oleObject512.bin"/><Relationship Id="rId14" Type="http://schemas.openxmlformats.org/officeDocument/2006/relationships/oleObject" Target="../embeddings/oleObject515.bin"/></Relationships>
</file>

<file path=ppt/slides/_rels/slide146.xml.rels><?xml version="1.0" encoding="UTF-8" standalone="yes"?>
<Relationships xmlns="http://schemas.openxmlformats.org/package/2006/relationships"><Relationship Id="rId8" Type="http://schemas.openxmlformats.org/officeDocument/2006/relationships/oleObject" Target="../embeddings/oleObject519.bin"/><Relationship Id="rId3" Type="http://schemas.openxmlformats.org/officeDocument/2006/relationships/image" Target="../media/image507.jpeg"/><Relationship Id="rId7" Type="http://schemas.openxmlformats.org/officeDocument/2006/relationships/image" Target="../media/image509.wmf"/><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oleObject" Target="../embeddings/oleObject518.bin"/><Relationship Id="rId5" Type="http://schemas.openxmlformats.org/officeDocument/2006/relationships/image" Target="../media/image508.wmf"/><Relationship Id="rId4" Type="http://schemas.openxmlformats.org/officeDocument/2006/relationships/oleObject" Target="../embeddings/oleObject517.bin"/><Relationship Id="rId9" Type="http://schemas.openxmlformats.org/officeDocument/2006/relationships/image" Target="../media/image510.wmf"/></Relationships>
</file>

<file path=ppt/slides/_rels/slide147.xml.rels><?xml version="1.0" encoding="UTF-8" standalone="yes"?>
<Relationships xmlns="http://schemas.openxmlformats.org/package/2006/relationships"><Relationship Id="rId8" Type="http://schemas.openxmlformats.org/officeDocument/2006/relationships/image" Target="../media/image513.wmf"/><Relationship Id="rId13" Type="http://schemas.openxmlformats.org/officeDocument/2006/relationships/oleObject" Target="../embeddings/oleObject525.bin"/><Relationship Id="rId18" Type="http://schemas.openxmlformats.org/officeDocument/2006/relationships/oleObject" Target="../embeddings/oleObject528.bin"/><Relationship Id="rId3" Type="http://schemas.openxmlformats.org/officeDocument/2006/relationships/oleObject" Target="../embeddings/oleObject520.bin"/><Relationship Id="rId7" Type="http://schemas.openxmlformats.org/officeDocument/2006/relationships/oleObject" Target="../embeddings/oleObject522.bin"/><Relationship Id="rId12" Type="http://schemas.openxmlformats.org/officeDocument/2006/relationships/image" Target="../media/image503.wmf"/><Relationship Id="rId17" Type="http://schemas.openxmlformats.org/officeDocument/2006/relationships/oleObject" Target="../embeddings/oleObject527.bin"/><Relationship Id="rId2" Type="http://schemas.openxmlformats.org/officeDocument/2006/relationships/notesSlide" Target="../notesSlides/notesSlide40.xml"/><Relationship Id="rId16" Type="http://schemas.openxmlformats.org/officeDocument/2006/relationships/image" Target="../media/image497.wmf"/><Relationship Id="rId1" Type="http://schemas.openxmlformats.org/officeDocument/2006/relationships/slideLayout" Target="../slideLayouts/slideLayout7.xml"/><Relationship Id="rId6" Type="http://schemas.openxmlformats.org/officeDocument/2006/relationships/image" Target="../media/image512.wmf"/><Relationship Id="rId11" Type="http://schemas.openxmlformats.org/officeDocument/2006/relationships/oleObject" Target="../embeddings/oleObject524.bin"/><Relationship Id="rId5" Type="http://schemas.openxmlformats.org/officeDocument/2006/relationships/oleObject" Target="../embeddings/oleObject521.bin"/><Relationship Id="rId15" Type="http://schemas.openxmlformats.org/officeDocument/2006/relationships/oleObject" Target="../embeddings/oleObject526.bin"/><Relationship Id="rId10" Type="http://schemas.openxmlformats.org/officeDocument/2006/relationships/image" Target="../media/image514.wmf"/><Relationship Id="rId19" Type="http://schemas.openxmlformats.org/officeDocument/2006/relationships/image" Target="../media/image515.wmf"/><Relationship Id="rId4" Type="http://schemas.openxmlformats.org/officeDocument/2006/relationships/image" Target="../media/image511.wmf"/><Relationship Id="rId9" Type="http://schemas.openxmlformats.org/officeDocument/2006/relationships/oleObject" Target="../embeddings/oleObject523.bin"/><Relationship Id="rId14" Type="http://schemas.openxmlformats.org/officeDocument/2006/relationships/image" Target="../media/image504.wmf"/></Relationships>
</file>

<file path=ppt/slides/_rels/slide148.xml.rels><?xml version="1.0" encoding="UTF-8" standalone="yes"?>
<Relationships xmlns="http://schemas.openxmlformats.org/package/2006/relationships"><Relationship Id="rId8" Type="http://schemas.openxmlformats.org/officeDocument/2006/relationships/oleObject" Target="../embeddings/oleObject531.bin"/><Relationship Id="rId13" Type="http://schemas.openxmlformats.org/officeDocument/2006/relationships/image" Target="../media/image520.wmf"/><Relationship Id="rId3" Type="http://schemas.openxmlformats.org/officeDocument/2006/relationships/image" Target="../media/image507.jpeg"/><Relationship Id="rId7" Type="http://schemas.openxmlformats.org/officeDocument/2006/relationships/image" Target="../media/image517.wmf"/><Relationship Id="rId12" Type="http://schemas.openxmlformats.org/officeDocument/2006/relationships/oleObject" Target="../embeddings/oleObject533.bin"/><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oleObject" Target="../embeddings/oleObject530.bin"/><Relationship Id="rId11" Type="http://schemas.openxmlformats.org/officeDocument/2006/relationships/image" Target="../media/image519.wmf"/><Relationship Id="rId5" Type="http://schemas.openxmlformats.org/officeDocument/2006/relationships/image" Target="../media/image516.wmf"/><Relationship Id="rId15" Type="http://schemas.openxmlformats.org/officeDocument/2006/relationships/image" Target="../media/image521.wmf"/><Relationship Id="rId10" Type="http://schemas.openxmlformats.org/officeDocument/2006/relationships/oleObject" Target="../embeddings/oleObject532.bin"/><Relationship Id="rId4" Type="http://schemas.openxmlformats.org/officeDocument/2006/relationships/oleObject" Target="../embeddings/oleObject529.bin"/><Relationship Id="rId9" Type="http://schemas.openxmlformats.org/officeDocument/2006/relationships/image" Target="../media/image518.wmf"/><Relationship Id="rId14" Type="http://schemas.openxmlformats.org/officeDocument/2006/relationships/oleObject" Target="../embeddings/oleObject534.bin"/></Relationships>
</file>

<file path=ppt/slides/_rels/slide149.xml.rels><?xml version="1.0" encoding="UTF-8" standalone="yes"?>
<Relationships xmlns="http://schemas.openxmlformats.org/package/2006/relationships"><Relationship Id="rId8" Type="http://schemas.openxmlformats.org/officeDocument/2006/relationships/oleObject" Target="../embeddings/oleObject538.bin"/><Relationship Id="rId13" Type="http://schemas.openxmlformats.org/officeDocument/2006/relationships/image" Target="../media/image527.wmf"/><Relationship Id="rId18" Type="http://schemas.openxmlformats.org/officeDocument/2006/relationships/oleObject" Target="../embeddings/oleObject543.bin"/><Relationship Id="rId3" Type="http://schemas.openxmlformats.org/officeDocument/2006/relationships/image" Target="../media/image522.wmf"/><Relationship Id="rId7" Type="http://schemas.openxmlformats.org/officeDocument/2006/relationships/image" Target="../media/image524.wmf"/><Relationship Id="rId12" Type="http://schemas.openxmlformats.org/officeDocument/2006/relationships/oleObject" Target="../embeddings/oleObject540.bin"/><Relationship Id="rId17" Type="http://schemas.openxmlformats.org/officeDocument/2006/relationships/image" Target="../media/image529.wmf"/><Relationship Id="rId2" Type="http://schemas.openxmlformats.org/officeDocument/2006/relationships/oleObject" Target="../embeddings/oleObject535.bin"/><Relationship Id="rId16" Type="http://schemas.openxmlformats.org/officeDocument/2006/relationships/oleObject" Target="../embeddings/oleObject542.bin"/><Relationship Id="rId1" Type="http://schemas.openxmlformats.org/officeDocument/2006/relationships/slideLayout" Target="../slideLayouts/slideLayout7.xml"/><Relationship Id="rId6" Type="http://schemas.openxmlformats.org/officeDocument/2006/relationships/oleObject" Target="../embeddings/oleObject537.bin"/><Relationship Id="rId11" Type="http://schemas.openxmlformats.org/officeDocument/2006/relationships/image" Target="../media/image526.wmf"/><Relationship Id="rId5" Type="http://schemas.openxmlformats.org/officeDocument/2006/relationships/image" Target="../media/image523.wmf"/><Relationship Id="rId15" Type="http://schemas.openxmlformats.org/officeDocument/2006/relationships/image" Target="../media/image528.wmf"/><Relationship Id="rId10" Type="http://schemas.openxmlformats.org/officeDocument/2006/relationships/oleObject" Target="../embeddings/oleObject539.bin"/><Relationship Id="rId19" Type="http://schemas.openxmlformats.org/officeDocument/2006/relationships/image" Target="../media/image530.wmf"/><Relationship Id="rId4" Type="http://schemas.openxmlformats.org/officeDocument/2006/relationships/oleObject" Target="../embeddings/oleObject536.bin"/><Relationship Id="rId9" Type="http://schemas.openxmlformats.org/officeDocument/2006/relationships/image" Target="../media/image525.wmf"/><Relationship Id="rId14" Type="http://schemas.openxmlformats.org/officeDocument/2006/relationships/oleObject" Target="../embeddings/oleObject541.bin"/></Relationships>
</file>

<file path=ppt/slides/_rels/slide150.xml.rels><?xml version="1.0" encoding="UTF-8" standalone="yes"?>
<Relationships xmlns="http://schemas.openxmlformats.org/package/2006/relationships"><Relationship Id="rId8" Type="http://schemas.openxmlformats.org/officeDocument/2006/relationships/image" Target="../media/image533.wmf"/><Relationship Id="rId13" Type="http://schemas.openxmlformats.org/officeDocument/2006/relationships/oleObject" Target="../embeddings/oleObject549.bin"/><Relationship Id="rId18" Type="http://schemas.openxmlformats.org/officeDocument/2006/relationships/image" Target="../media/image538.wmf"/><Relationship Id="rId26" Type="http://schemas.openxmlformats.org/officeDocument/2006/relationships/image" Target="../media/image542.wmf"/><Relationship Id="rId3" Type="http://schemas.openxmlformats.org/officeDocument/2006/relationships/oleObject" Target="../embeddings/oleObject544.bin"/><Relationship Id="rId21" Type="http://schemas.openxmlformats.org/officeDocument/2006/relationships/oleObject" Target="../embeddings/oleObject553.bin"/><Relationship Id="rId7" Type="http://schemas.openxmlformats.org/officeDocument/2006/relationships/oleObject" Target="../embeddings/oleObject546.bin"/><Relationship Id="rId12" Type="http://schemas.openxmlformats.org/officeDocument/2006/relationships/image" Target="../media/image535.wmf"/><Relationship Id="rId17" Type="http://schemas.openxmlformats.org/officeDocument/2006/relationships/oleObject" Target="../embeddings/oleObject551.bin"/><Relationship Id="rId25" Type="http://schemas.openxmlformats.org/officeDocument/2006/relationships/oleObject" Target="../embeddings/oleObject555.bin"/><Relationship Id="rId2" Type="http://schemas.openxmlformats.org/officeDocument/2006/relationships/notesSlide" Target="../notesSlides/notesSlide42.xml"/><Relationship Id="rId16" Type="http://schemas.openxmlformats.org/officeDocument/2006/relationships/image" Target="../media/image537.wmf"/><Relationship Id="rId20" Type="http://schemas.openxmlformats.org/officeDocument/2006/relationships/image" Target="../media/image539.wmf"/><Relationship Id="rId29" Type="http://schemas.openxmlformats.org/officeDocument/2006/relationships/oleObject" Target="../embeddings/oleObject557.bin"/><Relationship Id="rId1" Type="http://schemas.openxmlformats.org/officeDocument/2006/relationships/slideLayout" Target="../slideLayouts/slideLayout7.xml"/><Relationship Id="rId6" Type="http://schemas.openxmlformats.org/officeDocument/2006/relationships/image" Target="../media/image532.wmf"/><Relationship Id="rId11" Type="http://schemas.openxmlformats.org/officeDocument/2006/relationships/oleObject" Target="../embeddings/oleObject548.bin"/><Relationship Id="rId24" Type="http://schemas.openxmlformats.org/officeDocument/2006/relationships/image" Target="../media/image541.wmf"/><Relationship Id="rId5" Type="http://schemas.openxmlformats.org/officeDocument/2006/relationships/oleObject" Target="../embeddings/oleObject545.bin"/><Relationship Id="rId15" Type="http://schemas.openxmlformats.org/officeDocument/2006/relationships/oleObject" Target="../embeddings/oleObject550.bin"/><Relationship Id="rId23" Type="http://schemas.openxmlformats.org/officeDocument/2006/relationships/oleObject" Target="../embeddings/oleObject554.bin"/><Relationship Id="rId28" Type="http://schemas.openxmlformats.org/officeDocument/2006/relationships/image" Target="../media/image543.wmf"/><Relationship Id="rId10" Type="http://schemas.openxmlformats.org/officeDocument/2006/relationships/image" Target="../media/image534.wmf"/><Relationship Id="rId19" Type="http://schemas.openxmlformats.org/officeDocument/2006/relationships/oleObject" Target="../embeddings/oleObject552.bin"/><Relationship Id="rId4" Type="http://schemas.openxmlformats.org/officeDocument/2006/relationships/image" Target="../media/image531.wmf"/><Relationship Id="rId9" Type="http://schemas.openxmlformats.org/officeDocument/2006/relationships/oleObject" Target="../embeddings/oleObject547.bin"/><Relationship Id="rId14" Type="http://schemas.openxmlformats.org/officeDocument/2006/relationships/image" Target="../media/image536.wmf"/><Relationship Id="rId22" Type="http://schemas.openxmlformats.org/officeDocument/2006/relationships/image" Target="../media/image540.wmf"/><Relationship Id="rId27" Type="http://schemas.openxmlformats.org/officeDocument/2006/relationships/oleObject" Target="../embeddings/oleObject556.bin"/><Relationship Id="rId30" Type="http://schemas.openxmlformats.org/officeDocument/2006/relationships/image" Target="../media/image544.wmf"/></Relationships>
</file>

<file path=ppt/slides/_rels/slide151.xml.rels><?xml version="1.0" encoding="UTF-8" standalone="yes"?>
<Relationships xmlns="http://schemas.openxmlformats.org/package/2006/relationships"><Relationship Id="rId8" Type="http://schemas.openxmlformats.org/officeDocument/2006/relationships/image" Target="../media/image547.wmf"/><Relationship Id="rId13" Type="http://schemas.openxmlformats.org/officeDocument/2006/relationships/oleObject" Target="../embeddings/oleObject563.bin"/><Relationship Id="rId3" Type="http://schemas.openxmlformats.org/officeDocument/2006/relationships/oleObject" Target="../embeddings/oleObject558.bin"/><Relationship Id="rId7" Type="http://schemas.openxmlformats.org/officeDocument/2006/relationships/oleObject" Target="../embeddings/oleObject560.bin"/><Relationship Id="rId12" Type="http://schemas.openxmlformats.org/officeDocument/2006/relationships/image" Target="../media/image549.wmf"/><Relationship Id="rId2" Type="http://schemas.openxmlformats.org/officeDocument/2006/relationships/notesSlide" Target="../notesSlides/notesSlide43.xml"/><Relationship Id="rId16" Type="http://schemas.openxmlformats.org/officeDocument/2006/relationships/image" Target="../media/image551.wmf"/><Relationship Id="rId1" Type="http://schemas.openxmlformats.org/officeDocument/2006/relationships/slideLayout" Target="../slideLayouts/slideLayout7.xml"/><Relationship Id="rId6" Type="http://schemas.openxmlformats.org/officeDocument/2006/relationships/image" Target="../media/image546.wmf"/><Relationship Id="rId11" Type="http://schemas.openxmlformats.org/officeDocument/2006/relationships/oleObject" Target="../embeddings/oleObject562.bin"/><Relationship Id="rId5" Type="http://schemas.openxmlformats.org/officeDocument/2006/relationships/oleObject" Target="../embeddings/oleObject559.bin"/><Relationship Id="rId15" Type="http://schemas.openxmlformats.org/officeDocument/2006/relationships/oleObject" Target="../embeddings/oleObject564.bin"/><Relationship Id="rId10" Type="http://schemas.openxmlformats.org/officeDocument/2006/relationships/image" Target="../media/image548.wmf"/><Relationship Id="rId4" Type="http://schemas.openxmlformats.org/officeDocument/2006/relationships/image" Target="../media/image545.wmf"/><Relationship Id="rId9" Type="http://schemas.openxmlformats.org/officeDocument/2006/relationships/oleObject" Target="../embeddings/oleObject561.bin"/><Relationship Id="rId14" Type="http://schemas.openxmlformats.org/officeDocument/2006/relationships/image" Target="../media/image550.wmf"/></Relationships>
</file>

<file path=ppt/slides/_rels/slide152.xml.rels><?xml version="1.0" encoding="UTF-8" standalone="yes"?>
<Relationships xmlns="http://schemas.openxmlformats.org/package/2006/relationships"><Relationship Id="rId8" Type="http://schemas.openxmlformats.org/officeDocument/2006/relationships/image" Target="../media/image553.wmf"/><Relationship Id="rId13" Type="http://schemas.openxmlformats.org/officeDocument/2006/relationships/oleObject" Target="../embeddings/oleObject570.bin"/><Relationship Id="rId18" Type="http://schemas.openxmlformats.org/officeDocument/2006/relationships/image" Target="../media/image557.wmf"/><Relationship Id="rId26" Type="http://schemas.openxmlformats.org/officeDocument/2006/relationships/image" Target="../media/image561.wmf"/><Relationship Id="rId3" Type="http://schemas.openxmlformats.org/officeDocument/2006/relationships/oleObject" Target="../embeddings/oleObject565.bin"/><Relationship Id="rId21" Type="http://schemas.openxmlformats.org/officeDocument/2006/relationships/oleObject" Target="../embeddings/oleObject574.bin"/><Relationship Id="rId7" Type="http://schemas.openxmlformats.org/officeDocument/2006/relationships/oleObject" Target="../embeddings/oleObject567.bin"/><Relationship Id="rId12" Type="http://schemas.openxmlformats.org/officeDocument/2006/relationships/image" Target="../media/image535.wmf"/><Relationship Id="rId17" Type="http://schemas.openxmlformats.org/officeDocument/2006/relationships/oleObject" Target="../embeddings/oleObject572.bin"/><Relationship Id="rId25" Type="http://schemas.openxmlformats.org/officeDocument/2006/relationships/oleObject" Target="../embeddings/oleObject576.bin"/><Relationship Id="rId2" Type="http://schemas.openxmlformats.org/officeDocument/2006/relationships/notesSlide" Target="../notesSlides/notesSlide44.xml"/><Relationship Id="rId16" Type="http://schemas.openxmlformats.org/officeDocument/2006/relationships/image" Target="../media/image556.wmf"/><Relationship Id="rId20" Type="http://schemas.openxmlformats.org/officeDocument/2006/relationships/image" Target="../media/image558.wmf"/><Relationship Id="rId1" Type="http://schemas.openxmlformats.org/officeDocument/2006/relationships/slideLayout" Target="../slideLayouts/slideLayout7.xml"/><Relationship Id="rId6" Type="http://schemas.openxmlformats.org/officeDocument/2006/relationships/image" Target="../media/image552.wmf"/><Relationship Id="rId11" Type="http://schemas.openxmlformats.org/officeDocument/2006/relationships/oleObject" Target="../embeddings/oleObject569.bin"/><Relationship Id="rId24" Type="http://schemas.openxmlformats.org/officeDocument/2006/relationships/image" Target="../media/image560.wmf"/><Relationship Id="rId5" Type="http://schemas.openxmlformats.org/officeDocument/2006/relationships/oleObject" Target="../embeddings/oleObject566.bin"/><Relationship Id="rId15" Type="http://schemas.openxmlformats.org/officeDocument/2006/relationships/oleObject" Target="../embeddings/oleObject571.bin"/><Relationship Id="rId23" Type="http://schemas.openxmlformats.org/officeDocument/2006/relationships/oleObject" Target="../embeddings/oleObject575.bin"/><Relationship Id="rId28" Type="http://schemas.openxmlformats.org/officeDocument/2006/relationships/image" Target="../media/image562.wmf"/><Relationship Id="rId10" Type="http://schemas.openxmlformats.org/officeDocument/2006/relationships/image" Target="../media/image554.wmf"/><Relationship Id="rId19" Type="http://schemas.openxmlformats.org/officeDocument/2006/relationships/oleObject" Target="../embeddings/oleObject573.bin"/><Relationship Id="rId4" Type="http://schemas.openxmlformats.org/officeDocument/2006/relationships/image" Target="../media/image531.wmf"/><Relationship Id="rId9" Type="http://schemas.openxmlformats.org/officeDocument/2006/relationships/oleObject" Target="../embeddings/oleObject568.bin"/><Relationship Id="rId14" Type="http://schemas.openxmlformats.org/officeDocument/2006/relationships/image" Target="../media/image555.wmf"/><Relationship Id="rId22" Type="http://schemas.openxmlformats.org/officeDocument/2006/relationships/image" Target="../media/image559.wmf"/><Relationship Id="rId27" Type="http://schemas.openxmlformats.org/officeDocument/2006/relationships/oleObject" Target="../embeddings/oleObject577.bin"/></Relationships>
</file>

<file path=ppt/slides/_rels/slide153.xml.rels><?xml version="1.0" encoding="UTF-8" standalone="yes"?>
<Relationships xmlns="http://schemas.openxmlformats.org/package/2006/relationships"><Relationship Id="rId13" Type="http://schemas.openxmlformats.org/officeDocument/2006/relationships/oleObject" Target="../embeddings/oleObject583.bin"/><Relationship Id="rId18" Type="http://schemas.openxmlformats.org/officeDocument/2006/relationships/image" Target="../media/image553.wmf"/><Relationship Id="rId26" Type="http://schemas.openxmlformats.org/officeDocument/2006/relationships/image" Target="../media/image566.wmf"/><Relationship Id="rId21" Type="http://schemas.openxmlformats.org/officeDocument/2006/relationships/oleObject" Target="../embeddings/oleObject587.bin"/><Relationship Id="rId34" Type="http://schemas.openxmlformats.org/officeDocument/2006/relationships/oleObject" Target="../embeddings/oleObject596.bin"/><Relationship Id="rId7" Type="http://schemas.openxmlformats.org/officeDocument/2006/relationships/oleObject" Target="../embeddings/oleObject580.bin"/><Relationship Id="rId12" Type="http://schemas.openxmlformats.org/officeDocument/2006/relationships/image" Target="../media/image549.wmf"/><Relationship Id="rId17" Type="http://schemas.openxmlformats.org/officeDocument/2006/relationships/oleObject" Target="../embeddings/oleObject585.bin"/><Relationship Id="rId25" Type="http://schemas.openxmlformats.org/officeDocument/2006/relationships/oleObject" Target="../embeddings/oleObject589.bin"/><Relationship Id="rId33" Type="http://schemas.openxmlformats.org/officeDocument/2006/relationships/oleObject" Target="../embeddings/oleObject595.bin"/><Relationship Id="rId38" Type="http://schemas.openxmlformats.org/officeDocument/2006/relationships/image" Target="../media/image568.wmf"/><Relationship Id="rId2" Type="http://schemas.openxmlformats.org/officeDocument/2006/relationships/notesSlide" Target="../notesSlides/notesSlide45.xml"/><Relationship Id="rId16" Type="http://schemas.openxmlformats.org/officeDocument/2006/relationships/image" Target="../media/image552.wmf"/><Relationship Id="rId20" Type="http://schemas.openxmlformats.org/officeDocument/2006/relationships/image" Target="../media/image554.wmf"/><Relationship Id="rId29" Type="http://schemas.openxmlformats.org/officeDocument/2006/relationships/oleObject" Target="../embeddings/oleObject592.bin"/><Relationship Id="rId1" Type="http://schemas.openxmlformats.org/officeDocument/2006/relationships/slideLayout" Target="../slideLayouts/slideLayout7.xml"/><Relationship Id="rId6" Type="http://schemas.openxmlformats.org/officeDocument/2006/relationships/image" Target="../media/image564.wmf"/><Relationship Id="rId11" Type="http://schemas.openxmlformats.org/officeDocument/2006/relationships/oleObject" Target="../embeddings/oleObject582.bin"/><Relationship Id="rId24" Type="http://schemas.openxmlformats.org/officeDocument/2006/relationships/image" Target="../media/image555.wmf"/><Relationship Id="rId32" Type="http://schemas.openxmlformats.org/officeDocument/2006/relationships/image" Target="../media/image567.wmf"/><Relationship Id="rId37" Type="http://schemas.openxmlformats.org/officeDocument/2006/relationships/oleObject" Target="../embeddings/oleObject599.bin"/><Relationship Id="rId5" Type="http://schemas.openxmlformats.org/officeDocument/2006/relationships/oleObject" Target="../embeddings/oleObject579.bin"/><Relationship Id="rId15" Type="http://schemas.openxmlformats.org/officeDocument/2006/relationships/oleObject" Target="../embeddings/oleObject584.bin"/><Relationship Id="rId23" Type="http://schemas.openxmlformats.org/officeDocument/2006/relationships/oleObject" Target="../embeddings/oleObject588.bin"/><Relationship Id="rId28" Type="http://schemas.openxmlformats.org/officeDocument/2006/relationships/oleObject" Target="../embeddings/oleObject591.bin"/><Relationship Id="rId36" Type="http://schemas.openxmlformats.org/officeDocument/2006/relationships/oleObject" Target="../embeddings/oleObject598.bin"/><Relationship Id="rId10" Type="http://schemas.openxmlformats.org/officeDocument/2006/relationships/image" Target="../media/image565.wmf"/><Relationship Id="rId19" Type="http://schemas.openxmlformats.org/officeDocument/2006/relationships/oleObject" Target="../embeddings/oleObject586.bin"/><Relationship Id="rId31" Type="http://schemas.openxmlformats.org/officeDocument/2006/relationships/oleObject" Target="../embeddings/oleObject594.bin"/><Relationship Id="rId4" Type="http://schemas.openxmlformats.org/officeDocument/2006/relationships/image" Target="../media/image563.wmf"/><Relationship Id="rId9" Type="http://schemas.openxmlformats.org/officeDocument/2006/relationships/oleObject" Target="../embeddings/oleObject581.bin"/><Relationship Id="rId14" Type="http://schemas.openxmlformats.org/officeDocument/2006/relationships/image" Target="../media/image531.wmf"/><Relationship Id="rId22" Type="http://schemas.openxmlformats.org/officeDocument/2006/relationships/image" Target="../media/image535.wmf"/><Relationship Id="rId27" Type="http://schemas.openxmlformats.org/officeDocument/2006/relationships/oleObject" Target="../embeddings/oleObject590.bin"/><Relationship Id="rId30" Type="http://schemas.openxmlformats.org/officeDocument/2006/relationships/oleObject" Target="../embeddings/oleObject593.bin"/><Relationship Id="rId35" Type="http://schemas.openxmlformats.org/officeDocument/2006/relationships/oleObject" Target="../embeddings/oleObject597.bin"/><Relationship Id="rId8" Type="http://schemas.openxmlformats.org/officeDocument/2006/relationships/image" Target="../media/image497.wmf"/><Relationship Id="rId3" Type="http://schemas.openxmlformats.org/officeDocument/2006/relationships/oleObject" Target="../embeddings/oleObject578.bin"/></Relationships>
</file>

<file path=ppt/slides/_rels/slide154.xml.rels><?xml version="1.0" encoding="UTF-8" standalone="yes"?>
<Relationships xmlns="http://schemas.openxmlformats.org/package/2006/relationships"><Relationship Id="rId8" Type="http://schemas.openxmlformats.org/officeDocument/2006/relationships/image" Target="../media/image571.wmf"/><Relationship Id="rId3" Type="http://schemas.openxmlformats.org/officeDocument/2006/relationships/oleObject" Target="../embeddings/oleObject600.bin"/><Relationship Id="rId7" Type="http://schemas.openxmlformats.org/officeDocument/2006/relationships/oleObject" Target="../embeddings/oleObject602.bin"/><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570.wmf"/><Relationship Id="rId5" Type="http://schemas.openxmlformats.org/officeDocument/2006/relationships/oleObject" Target="../embeddings/oleObject601.bin"/><Relationship Id="rId4" Type="http://schemas.openxmlformats.org/officeDocument/2006/relationships/image" Target="../media/image569.wmf"/></Relationships>
</file>

<file path=ppt/slides/_rels/slide155.xml.rels><?xml version="1.0" encoding="UTF-8" standalone="yes"?>
<Relationships xmlns="http://schemas.openxmlformats.org/package/2006/relationships"><Relationship Id="rId13" Type="http://schemas.openxmlformats.org/officeDocument/2006/relationships/oleObject" Target="../embeddings/oleObject608.bin"/><Relationship Id="rId18" Type="http://schemas.openxmlformats.org/officeDocument/2006/relationships/image" Target="../media/image504.wmf"/><Relationship Id="rId26" Type="http://schemas.openxmlformats.org/officeDocument/2006/relationships/oleObject" Target="../embeddings/oleObject615.bin"/><Relationship Id="rId3" Type="http://schemas.openxmlformats.org/officeDocument/2006/relationships/oleObject" Target="../embeddings/oleObject603.bin"/><Relationship Id="rId21" Type="http://schemas.openxmlformats.org/officeDocument/2006/relationships/oleObject" Target="../embeddings/oleObject612.bin"/><Relationship Id="rId7" Type="http://schemas.openxmlformats.org/officeDocument/2006/relationships/oleObject" Target="../embeddings/oleObject605.bin"/><Relationship Id="rId12" Type="http://schemas.openxmlformats.org/officeDocument/2006/relationships/image" Target="../media/image576.wmf"/><Relationship Id="rId17" Type="http://schemas.openxmlformats.org/officeDocument/2006/relationships/oleObject" Target="../embeddings/oleObject610.bin"/><Relationship Id="rId25" Type="http://schemas.openxmlformats.org/officeDocument/2006/relationships/oleObject" Target="../embeddings/oleObject614.bin"/><Relationship Id="rId33" Type="http://schemas.openxmlformats.org/officeDocument/2006/relationships/image" Target="../media/image583.png"/><Relationship Id="rId2" Type="http://schemas.openxmlformats.org/officeDocument/2006/relationships/slideLayout" Target="../slideLayouts/slideLayout7.xml"/><Relationship Id="rId16" Type="http://schemas.openxmlformats.org/officeDocument/2006/relationships/image" Target="../media/image503.wmf"/><Relationship Id="rId20" Type="http://schemas.openxmlformats.org/officeDocument/2006/relationships/image" Target="../media/image578.wmf"/><Relationship Id="rId29" Type="http://schemas.openxmlformats.org/officeDocument/2006/relationships/oleObject" Target="../embeddings/oleObject618.bin"/><Relationship Id="rId1" Type="http://schemas.openxmlformats.org/officeDocument/2006/relationships/tags" Target="../tags/tag37.xml"/><Relationship Id="rId6" Type="http://schemas.openxmlformats.org/officeDocument/2006/relationships/image" Target="../media/image573.wmf"/><Relationship Id="rId11" Type="http://schemas.openxmlformats.org/officeDocument/2006/relationships/oleObject" Target="../embeddings/oleObject607.bin"/><Relationship Id="rId24" Type="http://schemas.openxmlformats.org/officeDocument/2006/relationships/image" Target="../media/image580.wmf"/><Relationship Id="rId32" Type="http://schemas.openxmlformats.org/officeDocument/2006/relationships/image" Target="../media/image582.wmf"/><Relationship Id="rId5" Type="http://schemas.openxmlformats.org/officeDocument/2006/relationships/oleObject" Target="../embeddings/oleObject604.bin"/><Relationship Id="rId15" Type="http://schemas.openxmlformats.org/officeDocument/2006/relationships/oleObject" Target="../embeddings/oleObject609.bin"/><Relationship Id="rId23" Type="http://schemas.openxmlformats.org/officeDocument/2006/relationships/oleObject" Target="../embeddings/oleObject613.bin"/><Relationship Id="rId28" Type="http://schemas.openxmlformats.org/officeDocument/2006/relationships/oleObject" Target="../embeddings/oleObject617.bin"/><Relationship Id="rId10" Type="http://schemas.openxmlformats.org/officeDocument/2006/relationships/image" Target="../media/image575.wmf"/><Relationship Id="rId19" Type="http://schemas.openxmlformats.org/officeDocument/2006/relationships/oleObject" Target="../embeddings/oleObject611.bin"/><Relationship Id="rId31" Type="http://schemas.openxmlformats.org/officeDocument/2006/relationships/oleObject" Target="../embeddings/oleObject619.bin"/><Relationship Id="rId4" Type="http://schemas.openxmlformats.org/officeDocument/2006/relationships/image" Target="../media/image572.wmf"/><Relationship Id="rId9" Type="http://schemas.openxmlformats.org/officeDocument/2006/relationships/oleObject" Target="../embeddings/oleObject606.bin"/><Relationship Id="rId14" Type="http://schemas.openxmlformats.org/officeDocument/2006/relationships/image" Target="../media/image577.wmf"/><Relationship Id="rId22" Type="http://schemas.openxmlformats.org/officeDocument/2006/relationships/image" Target="../media/image579.wmf"/><Relationship Id="rId27" Type="http://schemas.openxmlformats.org/officeDocument/2006/relationships/oleObject" Target="../embeddings/oleObject616.bin"/><Relationship Id="rId30" Type="http://schemas.openxmlformats.org/officeDocument/2006/relationships/image" Target="../media/image581.wmf"/><Relationship Id="rId8" Type="http://schemas.openxmlformats.org/officeDocument/2006/relationships/image" Target="../media/image574.wmf"/></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8" Type="http://schemas.openxmlformats.org/officeDocument/2006/relationships/oleObject" Target="../embeddings/oleObject623.bin"/><Relationship Id="rId13" Type="http://schemas.openxmlformats.org/officeDocument/2006/relationships/image" Target="../media/image589.emf"/><Relationship Id="rId18" Type="http://schemas.openxmlformats.org/officeDocument/2006/relationships/oleObject" Target="../embeddings/oleObject628.bin"/><Relationship Id="rId26" Type="http://schemas.openxmlformats.org/officeDocument/2006/relationships/oleObject" Target="../embeddings/oleObject632.bin"/><Relationship Id="rId3" Type="http://schemas.openxmlformats.org/officeDocument/2006/relationships/image" Target="../media/image584.wmf"/><Relationship Id="rId21" Type="http://schemas.openxmlformats.org/officeDocument/2006/relationships/image" Target="../media/image593.wmf"/><Relationship Id="rId7" Type="http://schemas.openxmlformats.org/officeDocument/2006/relationships/image" Target="../media/image586.wmf"/><Relationship Id="rId12" Type="http://schemas.openxmlformats.org/officeDocument/2006/relationships/oleObject" Target="../embeddings/oleObject625.bin"/><Relationship Id="rId17" Type="http://schemas.openxmlformats.org/officeDocument/2006/relationships/image" Target="../media/image591.emf"/><Relationship Id="rId25" Type="http://schemas.openxmlformats.org/officeDocument/2006/relationships/image" Target="../media/image595.wmf"/><Relationship Id="rId2" Type="http://schemas.openxmlformats.org/officeDocument/2006/relationships/oleObject" Target="../embeddings/oleObject620.bin"/><Relationship Id="rId16" Type="http://schemas.openxmlformats.org/officeDocument/2006/relationships/oleObject" Target="../embeddings/oleObject627.bin"/><Relationship Id="rId20" Type="http://schemas.openxmlformats.org/officeDocument/2006/relationships/oleObject" Target="../embeddings/oleObject629.bin"/><Relationship Id="rId29" Type="http://schemas.openxmlformats.org/officeDocument/2006/relationships/image" Target="../media/image597.wmf"/><Relationship Id="rId1" Type="http://schemas.openxmlformats.org/officeDocument/2006/relationships/slideLayout" Target="../slideLayouts/slideLayout7.xml"/><Relationship Id="rId6" Type="http://schemas.openxmlformats.org/officeDocument/2006/relationships/oleObject" Target="../embeddings/oleObject622.bin"/><Relationship Id="rId11" Type="http://schemas.openxmlformats.org/officeDocument/2006/relationships/image" Target="../media/image588.emf"/><Relationship Id="rId24" Type="http://schemas.openxmlformats.org/officeDocument/2006/relationships/oleObject" Target="../embeddings/oleObject631.bin"/><Relationship Id="rId5" Type="http://schemas.openxmlformats.org/officeDocument/2006/relationships/image" Target="../media/image585.wmf"/><Relationship Id="rId15" Type="http://schemas.openxmlformats.org/officeDocument/2006/relationships/image" Target="../media/image590.emf"/><Relationship Id="rId23" Type="http://schemas.openxmlformats.org/officeDocument/2006/relationships/image" Target="../media/image594.wmf"/><Relationship Id="rId28" Type="http://schemas.openxmlformats.org/officeDocument/2006/relationships/oleObject" Target="../embeddings/oleObject633.bin"/><Relationship Id="rId10" Type="http://schemas.openxmlformats.org/officeDocument/2006/relationships/oleObject" Target="../embeddings/oleObject624.bin"/><Relationship Id="rId19" Type="http://schemas.openxmlformats.org/officeDocument/2006/relationships/image" Target="../media/image592.wmf"/><Relationship Id="rId4" Type="http://schemas.openxmlformats.org/officeDocument/2006/relationships/oleObject" Target="../embeddings/oleObject621.bin"/><Relationship Id="rId9" Type="http://schemas.openxmlformats.org/officeDocument/2006/relationships/image" Target="../media/image587.wmf"/><Relationship Id="rId14" Type="http://schemas.openxmlformats.org/officeDocument/2006/relationships/oleObject" Target="../embeddings/oleObject626.bin"/><Relationship Id="rId22" Type="http://schemas.openxmlformats.org/officeDocument/2006/relationships/oleObject" Target="../embeddings/oleObject630.bin"/><Relationship Id="rId27" Type="http://schemas.openxmlformats.org/officeDocument/2006/relationships/image" Target="../media/image596.wmf"/></Relationships>
</file>

<file path=ppt/slides/_rels/slide158.xml.rels><?xml version="1.0" encoding="UTF-8" standalone="yes"?>
<Relationships xmlns="http://schemas.openxmlformats.org/package/2006/relationships"><Relationship Id="rId8" Type="http://schemas.openxmlformats.org/officeDocument/2006/relationships/oleObject" Target="../embeddings/oleObject637.bin"/><Relationship Id="rId13" Type="http://schemas.openxmlformats.org/officeDocument/2006/relationships/image" Target="../media/image603.wmf"/><Relationship Id="rId18" Type="http://schemas.openxmlformats.org/officeDocument/2006/relationships/oleObject" Target="../embeddings/oleObject642.bin"/><Relationship Id="rId3" Type="http://schemas.openxmlformats.org/officeDocument/2006/relationships/image" Target="../media/image598.wmf"/><Relationship Id="rId21" Type="http://schemas.openxmlformats.org/officeDocument/2006/relationships/image" Target="../media/image607.wmf"/><Relationship Id="rId7" Type="http://schemas.openxmlformats.org/officeDocument/2006/relationships/image" Target="../media/image600.wmf"/><Relationship Id="rId12" Type="http://schemas.openxmlformats.org/officeDocument/2006/relationships/oleObject" Target="../embeddings/oleObject639.bin"/><Relationship Id="rId17" Type="http://schemas.openxmlformats.org/officeDocument/2006/relationships/image" Target="../media/image605.wmf"/><Relationship Id="rId2" Type="http://schemas.openxmlformats.org/officeDocument/2006/relationships/oleObject" Target="../embeddings/oleObject634.bin"/><Relationship Id="rId16" Type="http://schemas.openxmlformats.org/officeDocument/2006/relationships/oleObject" Target="../embeddings/oleObject641.bin"/><Relationship Id="rId20" Type="http://schemas.openxmlformats.org/officeDocument/2006/relationships/oleObject" Target="../embeddings/oleObject643.bin"/><Relationship Id="rId1" Type="http://schemas.openxmlformats.org/officeDocument/2006/relationships/slideLayout" Target="../slideLayouts/slideLayout7.xml"/><Relationship Id="rId6" Type="http://schemas.openxmlformats.org/officeDocument/2006/relationships/oleObject" Target="../embeddings/oleObject636.bin"/><Relationship Id="rId11" Type="http://schemas.openxmlformats.org/officeDocument/2006/relationships/image" Target="../media/image602.wmf"/><Relationship Id="rId5" Type="http://schemas.openxmlformats.org/officeDocument/2006/relationships/image" Target="../media/image599.wmf"/><Relationship Id="rId15" Type="http://schemas.openxmlformats.org/officeDocument/2006/relationships/image" Target="../media/image604.wmf"/><Relationship Id="rId10" Type="http://schemas.openxmlformats.org/officeDocument/2006/relationships/oleObject" Target="../embeddings/oleObject638.bin"/><Relationship Id="rId19" Type="http://schemas.openxmlformats.org/officeDocument/2006/relationships/image" Target="../media/image606.wmf"/><Relationship Id="rId4" Type="http://schemas.openxmlformats.org/officeDocument/2006/relationships/oleObject" Target="../embeddings/oleObject635.bin"/><Relationship Id="rId9" Type="http://schemas.openxmlformats.org/officeDocument/2006/relationships/image" Target="../media/image601.wmf"/><Relationship Id="rId14" Type="http://schemas.openxmlformats.org/officeDocument/2006/relationships/oleObject" Target="../embeddings/oleObject640.bin"/></Relationships>
</file>

<file path=ppt/slides/_rels/slide159.xml.rels><?xml version="1.0" encoding="UTF-8" standalone="yes"?>
<Relationships xmlns="http://schemas.openxmlformats.org/package/2006/relationships"><Relationship Id="rId8" Type="http://schemas.openxmlformats.org/officeDocument/2006/relationships/oleObject" Target="../embeddings/oleObject647.bin"/><Relationship Id="rId13" Type="http://schemas.openxmlformats.org/officeDocument/2006/relationships/image" Target="../media/image613.wmf"/><Relationship Id="rId18" Type="http://schemas.openxmlformats.org/officeDocument/2006/relationships/oleObject" Target="../embeddings/oleObject652.bin"/><Relationship Id="rId3" Type="http://schemas.openxmlformats.org/officeDocument/2006/relationships/image" Target="../media/image608.wmf"/><Relationship Id="rId21" Type="http://schemas.openxmlformats.org/officeDocument/2006/relationships/image" Target="../media/image617.wmf"/><Relationship Id="rId7" Type="http://schemas.openxmlformats.org/officeDocument/2006/relationships/image" Target="../media/image610.wmf"/><Relationship Id="rId12" Type="http://schemas.openxmlformats.org/officeDocument/2006/relationships/oleObject" Target="../embeddings/oleObject649.bin"/><Relationship Id="rId17" Type="http://schemas.openxmlformats.org/officeDocument/2006/relationships/image" Target="../media/image615.wmf"/><Relationship Id="rId2" Type="http://schemas.openxmlformats.org/officeDocument/2006/relationships/oleObject" Target="../embeddings/oleObject644.bin"/><Relationship Id="rId16" Type="http://schemas.openxmlformats.org/officeDocument/2006/relationships/oleObject" Target="../embeddings/oleObject651.bin"/><Relationship Id="rId20" Type="http://schemas.openxmlformats.org/officeDocument/2006/relationships/oleObject" Target="../embeddings/oleObject653.bin"/><Relationship Id="rId1" Type="http://schemas.openxmlformats.org/officeDocument/2006/relationships/slideLayout" Target="../slideLayouts/slideLayout7.xml"/><Relationship Id="rId6" Type="http://schemas.openxmlformats.org/officeDocument/2006/relationships/oleObject" Target="../embeddings/oleObject646.bin"/><Relationship Id="rId11" Type="http://schemas.openxmlformats.org/officeDocument/2006/relationships/image" Target="../media/image612.wmf"/><Relationship Id="rId5" Type="http://schemas.openxmlformats.org/officeDocument/2006/relationships/image" Target="../media/image609.wmf"/><Relationship Id="rId15" Type="http://schemas.openxmlformats.org/officeDocument/2006/relationships/image" Target="../media/image614.wmf"/><Relationship Id="rId10" Type="http://schemas.openxmlformats.org/officeDocument/2006/relationships/oleObject" Target="../embeddings/oleObject648.bin"/><Relationship Id="rId19" Type="http://schemas.openxmlformats.org/officeDocument/2006/relationships/image" Target="../media/image616.wmf"/><Relationship Id="rId4" Type="http://schemas.openxmlformats.org/officeDocument/2006/relationships/oleObject" Target="../embeddings/oleObject645.bin"/><Relationship Id="rId9" Type="http://schemas.openxmlformats.org/officeDocument/2006/relationships/image" Target="../media/image611.wmf"/><Relationship Id="rId14" Type="http://schemas.openxmlformats.org/officeDocument/2006/relationships/oleObject" Target="../embeddings/oleObject650.bin"/></Relationships>
</file>

<file path=ppt/slides/_rels/slide160.xml.rels><?xml version="1.0" encoding="UTF-8" standalone="yes"?>
<Relationships xmlns="http://schemas.openxmlformats.org/package/2006/relationships"><Relationship Id="rId8" Type="http://schemas.openxmlformats.org/officeDocument/2006/relationships/oleObject" Target="../embeddings/oleObject657.bin"/><Relationship Id="rId13" Type="http://schemas.openxmlformats.org/officeDocument/2006/relationships/image" Target="../media/image623.wmf"/><Relationship Id="rId3" Type="http://schemas.openxmlformats.org/officeDocument/2006/relationships/image" Target="../media/image618.wmf"/><Relationship Id="rId7" Type="http://schemas.openxmlformats.org/officeDocument/2006/relationships/image" Target="../media/image620.wmf"/><Relationship Id="rId12" Type="http://schemas.openxmlformats.org/officeDocument/2006/relationships/oleObject" Target="../embeddings/oleObject659.bin"/><Relationship Id="rId2" Type="http://schemas.openxmlformats.org/officeDocument/2006/relationships/oleObject" Target="../embeddings/oleObject654.bin"/><Relationship Id="rId1" Type="http://schemas.openxmlformats.org/officeDocument/2006/relationships/slideLayout" Target="../slideLayouts/slideLayout7.xml"/><Relationship Id="rId6" Type="http://schemas.openxmlformats.org/officeDocument/2006/relationships/oleObject" Target="../embeddings/oleObject656.bin"/><Relationship Id="rId11" Type="http://schemas.openxmlformats.org/officeDocument/2006/relationships/image" Target="../media/image622.wmf"/><Relationship Id="rId5" Type="http://schemas.openxmlformats.org/officeDocument/2006/relationships/image" Target="../media/image619.wmf"/><Relationship Id="rId15" Type="http://schemas.openxmlformats.org/officeDocument/2006/relationships/image" Target="../media/image624.wmf"/><Relationship Id="rId10" Type="http://schemas.openxmlformats.org/officeDocument/2006/relationships/oleObject" Target="../embeddings/oleObject658.bin"/><Relationship Id="rId4" Type="http://schemas.openxmlformats.org/officeDocument/2006/relationships/oleObject" Target="../embeddings/oleObject655.bin"/><Relationship Id="rId9" Type="http://schemas.openxmlformats.org/officeDocument/2006/relationships/image" Target="../media/image621.wmf"/><Relationship Id="rId14" Type="http://schemas.openxmlformats.org/officeDocument/2006/relationships/oleObject" Target="../embeddings/oleObject660.bin"/></Relationships>
</file>

<file path=ppt/slides/_rels/slide161.xml.rels><?xml version="1.0" encoding="UTF-8" standalone="yes"?>
<Relationships xmlns="http://schemas.openxmlformats.org/package/2006/relationships"><Relationship Id="rId8" Type="http://schemas.openxmlformats.org/officeDocument/2006/relationships/oleObject" Target="../embeddings/oleObject664.bin"/><Relationship Id="rId13" Type="http://schemas.openxmlformats.org/officeDocument/2006/relationships/image" Target="../media/image630.wmf"/><Relationship Id="rId18" Type="http://schemas.openxmlformats.org/officeDocument/2006/relationships/oleObject" Target="../embeddings/oleObject669.bin"/><Relationship Id="rId3" Type="http://schemas.openxmlformats.org/officeDocument/2006/relationships/image" Target="../media/image625.wmf"/><Relationship Id="rId21" Type="http://schemas.openxmlformats.org/officeDocument/2006/relationships/image" Target="../media/image634.wmf"/><Relationship Id="rId7" Type="http://schemas.openxmlformats.org/officeDocument/2006/relationships/image" Target="../media/image627.wmf"/><Relationship Id="rId12" Type="http://schemas.openxmlformats.org/officeDocument/2006/relationships/oleObject" Target="../embeddings/oleObject666.bin"/><Relationship Id="rId17" Type="http://schemas.openxmlformats.org/officeDocument/2006/relationships/image" Target="../media/image632.emf"/><Relationship Id="rId2" Type="http://schemas.openxmlformats.org/officeDocument/2006/relationships/oleObject" Target="../embeddings/oleObject661.bin"/><Relationship Id="rId16" Type="http://schemas.openxmlformats.org/officeDocument/2006/relationships/oleObject" Target="../embeddings/oleObject668.bin"/><Relationship Id="rId20" Type="http://schemas.openxmlformats.org/officeDocument/2006/relationships/oleObject" Target="../embeddings/oleObject670.bin"/><Relationship Id="rId1" Type="http://schemas.openxmlformats.org/officeDocument/2006/relationships/slideLayout" Target="../slideLayouts/slideLayout7.xml"/><Relationship Id="rId6" Type="http://schemas.openxmlformats.org/officeDocument/2006/relationships/oleObject" Target="../embeddings/oleObject663.bin"/><Relationship Id="rId11" Type="http://schemas.openxmlformats.org/officeDocument/2006/relationships/image" Target="../media/image629.wmf"/><Relationship Id="rId5" Type="http://schemas.openxmlformats.org/officeDocument/2006/relationships/image" Target="../media/image626.wmf"/><Relationship Id="rId15" Type="http://schemas.openxmlformats.org/officeDocument/2006/relationships/image" Target="../media/image631.wmf"/><Relationship Id="rId10" Type="http://schemas.openxmlformats.org/officeDocument/2006/relationships/oleObject" Target="../embeddings/oleObject665.bin"/><Relationship Id="rId19" Type="http://schemas.openxmlformats.org/officeDocument/2006/relationships/image" Target="../media/image633.wmf"/><Relationship Id="rId4" Type="http://schemas.openxmlformats.org/officeDocument/2006/relationships/oleObject" Target="../embeddings/oleObject662.bin"/><Relationship Id="rId9" Type="http://schemas.openxmlformats.org/officeDocument/2006/relationships/image" Target="../media/image628.wmf"/><Relationship Id="rId14" Type="http://schemas.openxmlformats.org/officeDocument/2006/relationships/oleObject" Target="../embeddings/oleObject667.bin"/></Relationships>
</file>

<file path=ppt/slides/_rels/slide162.xml.rels><?xml version="1.0" encoding="UTF-8" standalone="yes"?>
<Relationships xmlns="http://schemas.openxmlformats.org/package/2006/relationships"><Relationship Id="rId8" Type="http://schemas.openxmlformats.org/officeDocument/2006/relationships/oleObject" Target="../embeddings/oleObject674.bin"/><Relationship Id="rId13" Type="http://schemas.openxmlformats.org/officeDocument/2006/relationships/image" Target="../media/image640.wmf"/><Relationship Id="rId3" Type="http://schemas.openxmlformats.org/officeDocument/2006/relationships/image" Target="../media/image635.wmf"/><Relationship Id="rId7" Type="http://schemas.openxmlformats.org/officeDocument/2006/relationships/image" Target="../media/image637.wmf"/><Relationship Id="rId12" Type="http://schemas.openxmlformats.org/officeDocument/2006/relationships/oleObject" Target="../embeddings/oleObject676.bin"/><Relationship Id="rId17" Type="http://schemas.openxmlformats.org/officeDocument/2006/relationships/image" Target="../media/image642.wmf"/><Relationship Id="rId2" Type="http://schemas.openxmlformats.org/officeDocument/2006/relationships/oleObject" Target="../embeddings/oleObject671.bin"/><Relationship Id="rId16" Type="http://schemas.openxmlformats.org/officeDocument/2006/relationships/oleObject" Target="../embeddings/oleObject678.bin"/><Relationship Id="rId1" Type="http://schemas.openxmlformats.org/officeDocument/2006/relationships/slideLayout" Target="../slideLayouts/slideLayout7.xml"/><Relationship Id="rId6" Type="http://schemas.openxmlformats.org/officeDocument/2006/relationships/oleObject" Target="../embeddings/oleObject673.bin"/><Relationship Id="rId11" Type="http://schemas.openxmlformats.org/officeDocument/2006/relationships/image" Target="../media/image639.wmf"/><Relationship Id="rId5" Type="http://schemas.openxmlformats.org/officeDocument/2006/relationships/image" Target="../media/image636.wmf"/><Relationship Id="rId15" Type="http://schemas.openxmlformats.org/officeDocument/2006/relationships/image" Target="../media/image641.wmf"/><Relationship Id="rId10" Type="http://schemas.openxmlformats.org/officeDocument/2006/relationships/oleObject" Target="../embeddings/oleObject675.bin"/><Relationship Id="rId4" Type="http://schemas.openxmlformats.org/officeDocument/2006/relationships/oleObject" Target="../embeddings/oleObject672.bin"/><Relationship Id="rId9" Type="http://schemas.openxmlformats.org/officeDocument/2006/relationships/image" Target="../media/image638.wmf"/><Relationship Id="rId14" Type="http://schemas.openxmlformats.org/officeDocument/2006/relationships/oleObject" Target="../embeddings/oleObject677.bin"/></Relationships>
</file>

<file path=ppt/slides/_rels/slide1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8" Type="http://schemas.openxmlformats.org/officeDocument/2006/relationships/image" Target="../media/image645.wmf"/><Relationship Id="rId3" Type="http://schemas.openxmlformats.org/officeDocument/2006/relationships/oleObject" Target="../embeddings/oleObject679.bin"/><Relationship Id="rId7" Type="http://schemas.openxmlformats.org/officeDocument/2006/relationships/oleObject" Target="../embeddings/oleObject681.bin"/><Relationship Id="rId12" Type="http://schemas.openxmlformats.org/officeDocument/2006/relationships/image" Target="../media/image647.emf"/><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644.wmf"/><Relationship Id="rId11" Type="http://schemas.openxmlformats.org/officeDocument/2006/relationships/oleObject" Target="../embeddings/oleObject683.bin"/><Relationship Id="rId5" Type="http://schemas.openxmlformats.org/officeDocument/2006/relationships/oleObject" Target="../embeddings/oleObject680.bin"/><Relationship Id="rId10" Type="http://schemas.openxmlformats.org/officeDocument/2006/relationships/image" Target="../media/image646.wmf"/><Relationship Id="rId4" Type="http://schemas.openxmlformats.org/officeDocument/2006/relationships/image" Target="../media/image643.wmf"/><Relationship Id="rId9" Type="http://schemas.openxmlformats.org/officeDocument/2006/relationships/oleObject" Target="../embeddings/oleObject682.bin"/></Relationships>
</file>

<file path=ppt/slides/_rels/slide165.xml.rels><?xml version="1.0" encoding="UTF-8" standalone="yes"?>
<Relationships xmlns="http://schemas.openxmlformats.org/package/2006/relationships"><Relationship Id="rId8" Type="http://schemas.openxmlformats.org/officeDocument/2006/relationships/image" Target="../media/image650.emf"/><Relationship Id="rId13" Type="http://schemas.openxmlformats.org/officeDocument/2006/relationships/oleObject" Target="../embeddings/oleObject689.bin"/><Relationship Id="rId3" Type="http://schemas.openxmlformats.org/officeDocument/2006/relationships/oleObject" Target="../embeddings/oleObject684.bin"/><Relationship Id="rId7" Type="http://schemas.openxmlformats.org/officeDocument/2006/relationships/oleObject" Target="../embeddings/oleObject686.bin"/><Relationship Id="rId12" Type="http://schemas.openxmlformats.org/officeDocument/2006/relationships/image" Target="../media/image652.wmf"/><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649.emf"/><Relationship Id="rId11" Type="http://schemas.openxmlformats.org/officeDocument/2006/relationships/oleObject" Target="../embeddings/oleObject688.bin"/><Relationship Id="rId5" Type="http://schemas.openxmlformats.org/officeDocument/2006/relationships/oleObject" Target="../embeddings/oleObject685.bin"/><Relationship Id="rId10" Type="http://schemas.openxmlformats.org/officeDocument/2006/relationships/image" Target="../media/image651.emf"/><Relationship Id="rId4" Type="http://schemas.openxmlformats.org/officeDocument/2006/relationships/image" Target="../media/image648.emf"/><Relationship Id="rId9" Type="http://schemas.openxmlformats.org/officeDocument/2006/relationships/oleObject" Target="../embeddings/oleObject687.bin"/><Relationship Id="rId14" Type="http://schemas.openxmlformats.org/officeDocument/2006/relationships/image" Target="../media/image653.wmf"/></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8" Type="http://schemas.openxmlformats.org/officeDocument/2006/relationships/oleObject" Target="../embeddings/oleObject693.bin"/><Relationship Id="rId13" Type="http://schemas.openxmlformats.org/officeDocument/2006/relationships/image" Target="../media/image659.wmf"/><Relationship Id="rId3" Type="http://schemas.openxmlformats.org/officeDocument/2006/relationships/image" Target="../media/image654.emf"/><Relationship Id="rId7" Type="http://schemas.openxmlformats.org/officeDocument/2006/relationships/image" Target="../media/image656.emf"/><Relationship Id="rId12" Type="http://schemas.openxmlformats.org/officeDocument/2006/relationships/oleObject" Target="../embeddings/oleObject695.bin"/><Relationship Id="rId2" Type="http://schemas.openxmlformats.org/officeDocument/2006/relationships/oleObject" Target="../embeddings/oleObject690.bin"/><Relationship Id="rId1" Type="http://schemas.openxmlformats.org/officeDocument/2006/relationships/slideLayout" Target="../slideLayouts/slideLayout7.xml"/><Relationship Id="rId6" Type="http://schemas.openxmlformats.org/officeDocument/2006/relationships/oleObject" Target="../embeddings/oleObject692.bin"/><Relationship Id="rId11" Type="http://schemas.openxmlformats.org/officeDocument/2006/relationships/image" Target="../media/image658.emf"/><Relationship Id="rId5" Type="http://schemas.openxmlformats.org/officeDocument/2006/relationships/image" Target="../media/image655.emf"/><Relationship Id="rId10" Type="http://schemas.openxmlformats.org/officeDocument/2006/relationships/oleObject" Target="../embeddings/oleObject694.bin"/><Relationship Id="rId4" Type="http://schemas.openxmlformats.org/officeDocument/2006/relationships/oleObject" Target="../embeddings/oleObject691.bin"/><Relationship Id="rId9" Type="http://schemas.openxmlformats.org/officeDocument/2006/relationships/image" Target="../media/image657.emf"/></Relationships>
</file>

<file path=ppt/slides/_rels/slide168.xml.rels><?xml version="1.0" encoding="UTF-8" standalone="yes"?>
<Relationships xmlns="http://schemas.openxmlformats.org/package/2006/relationships"><Relationship Id="rId3" Type="http://schemas.openxmlformats.org/officeDocument/2006/relationships/image" Target="../media/image660.wmf"/><Relationship Id="rId2" Type="http://schemas.openxmlformats.org/officeDocument/2006/relationships/oleObject" Target="../embeddings/oleObject696.bin"/><Relationship Id="rId1" Type="http://schemas.openxmlformats.org/officeDocument/2006/relationships/slideLayout" Target="../slideLayouts/slideLayout7.xml"/><Relationship Id="rId5" Type="http://schemas.openxmlformats.org/officeDocument/2006/relationships/image" Target="../media/image661.wmf"/><Relationship Id="rId4" Type="http://schemas.openxmlformats.org/officeDocument/2006/relationships/oleObject" Target="../embeddings/oleObject697.bin"/></Relationships>
</file>

<file path=ppt/slides/_rels/slide169.xml.rels><?xml version="1.0" encoding="UTF-8" standalone="yes"?>
<Relationships xmlns="http://schemas.openxmlformats.org/package/2006/relationships"><Relationship Id="rId8" Type="http://schemas.openxmlformats.org/officeDocument/2006/relationships/image" Target="../media/image664.wmf"/><Relationship Id="rId13" Type="http://schemas.openxmlformats.org/officeDocument/2006/relationships/oleObject" Target="../embeddings/oleObject703.bin"/><Relationship Id="rId18" Type="http://schemas.openxmlformats.org/officeDocument/2006/relationships/image" Target="../media/image669.wmf"/><Relationship Id="rId26" Type="http://schemas.openxmlformats.org/officeDocument/2006/relationships/image" Target="../media/image673.wmf"/><Relationship Id="rId3" Type="http://schemas.openxmlformats.org/officeDocument/2006/relationships/oleObject" Target="../embeddings/oleObject698.bin"/><Relationship Id="rId21" Type="http://schemas.openxmlformats.org/officeDocument/2006/relationships/oleObject" Target="../embeddings/oleObject707.bin"/><Relationship Id="rId7" Type="http://schemas.openxmlformats.org/officeDocument/2006/relationships/oleObject" Target="../embeddings/oleObject700.bin"/><Relationship Id="rId12" Type="http://schemas.openxmlformats.org/officeDocument/2006/relationships/image" Target="../media/image666.wmf"/><Relationship Id="rId17" Type="http://schemas.openxmlformats.org/officeDocument/2006/relationships/oleObject" Target="../embeddings/oleObject705.bin"/><Relationship Id="rId25" Type="http://schemas.openxmlformats.org/officeDocument/2006/relationships/oleObject" Target="../embeddings/oleObject709.bin"/><Relationship Id="rId2" Type="http://schemas.openxmlformats.org/officeDocument/2006/relationships/notesSlide" Target="../notesSlides/notesSlide49.xml"/><Relationship Id="rId16" Type="http://schemas.openxmlformats.org/officeDocument/2006/relationships/image" Target="../media/image668.wmf"/><Relationship Id="rId20" Type="http://schemas.openxmlformats.org/officeDocument/2006/relationships/image" Target="../media/image670.wmf"/><Relationship Id="rId1" Type="http://schemas.openxmlformats.org/officeDocument/2006/relationships/slideLayout" Target="../slideLayouts/slideLayout7.xml"/><Relationship Id="rId6" Type="http://schemas.openxmlformats.org/officeDocument/2006/relationships/image" Target="../media/image663.wmf"/><Relationship Id="rId11" Type="http://schemas.openxmlformats.org/officeDocument/2006/relationships/oleObject" Target="../embeddings/oleObject702.bin"/><Relationship Id="rId24" Type="http://schemas.openxmlformats.org/officeDocument/2006/relationships/image" Target="../media/image672.wmf"/><Relationship Id="rId5" Type="http://schemas.openxmlformats.org/officeDocument/2006/relationships/oleObject" Target="../embeddings/oleObject699.bin"/><Relationship Id="rId15" Type="http://schemas.openxmlformats.org/officeDocument/2006/relationships/oleObject" Target="../embeddings/oleObject704.bin"/><Relationship Id="rId23" Type="http://schemas.openxmlformats.org/officeDocument/2006/relationships/oleObject" Target="../embeddings/oleObject708.bin"/><Relationship Id="rId28" Type="http://schemas.openxmlformats.org/officeDocument/2006/relationships/image" Target="../media/image674.wmf"/><Relationship Id="rId10" Type="http://schemas.openxmlformats.org/officeDocument/2006/relationships/image" Target="../media/image665.wmf"/><Relationship Id="rId19" Type="http://schemas.openxmlformats.org/officeDocument/2006/relationships/oleObject" Target="../embeddings/oleObject706.bin"/><Relationship Id="rId4" Type="http://schemas.openxmlformats.org/officeDocument/2006/relationships/image" Target="../media/image662.wmf"/><Relationship Id="rId9" Type="http://schemas.openxmlformats.org/officeDocument/2006/relationships/oleObject" Target="../embeddings/oleObject701.bin"/><Relationship Id="rId14" Type="http://schemas.openxmlformats.org/officeDocument/2006/relationships/image" Target="../media/image667.wmf"/><Relationship Id="rId22" Type="http://schemas.openxmlformats.org/officeDocument/2006/relationships/image" Target="../media/image671.wmf"/><Relationship Id="rId27" Type="http://schemas.openxmlformats.org/officeDocument/2006/relationships/oleObject" Target="../embeddings/oleObject710.bin"/></Relationships>
</file>

<file path=ppt/slides/_rels/slide170.xml.rels><?xml version="1.0" encoding="UTF-8" standalone="yes"?>
<Relationships xmlns="http://schemas.openxmlformats.org/package/2006/relationships"><Relationship Id="rId3" Type="http://schemas.openxmlformats.org/officeDocument/2006/relationships/image" Target="../media/image675.png"/><Relationship Id="rId2" Type="http://schemas.openxmlformats.org/officeDocument/2006/relationships/slideLayout" Target="../slideLayouts/slideLayout7.xml"/><Relationship Id="rId1" Type="http://schemas.openxmlformats.org/officeDocument/2006/relationships/tags" Target="../tags/tag38.xml"/></Relationships>
</file>

<file path=ppt/slides/_rels/slide171.xml.rels><?xml version="1.0" encoding="UTF-8" standalone="yes"?>
<Relationships xmlns="http://schemas.openxmlformats.org/package/2006/relationships"><Relationship Id="rId3" Type="http://schemas.openxmlformats.org/officeDocument/2006/relationships/image" Target="../media/image676.png"/><Relationship Id="rId2" Type="http://schemas.openxmlformats.org/officeDocument/2006/relationships/slideLayout" Target="../slideLayouts/slideLayout7.xml"/><Relationship Id="rId1" Type="http://schemas.openxmlformats.org/officeDocument/2006/relationships/tags" Target="../tags/tag39.xml"/></Relationships>
</file>

<file path=ppt/slides/_rels/slide172.xml.rels><?xml version="1.0" encoding="UTF-8" standalone="yes"?>
<Relationships xmlns="http://schemas.openxmlformats.org/package/2006/relationships"><Relationship Id="rId3" Type="http://schemas.openxmlformats.org/officeDocument/2006/relationships/image" Target="../media/image677.png"/><Relationship Id="rId2" Type="http://schemas.openxmlformats.org/officeDocument/2006/relationships/slideLayout" Target="../slideLayouts/slideLayout7.xml"/><Relationship Id="rId1" Type="http://schemas.openxmlformats.org/officeDocument/2006/relationships/tags" Target="../tags/tag40.xml"/></Relationships>
</file>

<file path=ppt/slides/_rels/slide173.xml.rels><?xml version="1.0" encoding="UTF-8" standalone="yes"?>
<Relationships xmlns="http://schemas.openxmlformats.org/package/2006/relationships"><Relationship Id="rId3" Type="http://schemas.openxmlformats.org/officeDocument/2006/relationships/image" Target="../media/image678.png"/><Relationship Id="rId2" Type="http://schemas.openxmlformats.org/officeDocument/2006/relationships/slideLayout" Target="../slideLayouts/slideLayout7.xml"/><Relationship Id="rId1" Type="http://schemas.openxmlformats.org/officeDocument/2006/relationships/tags" Target="../tags/tag41.xml"/></Relationships>
</file>

<file path=ppt/slides/_rels/slide174.xml.rels><?xml version="1.0" encoding="UTF-8" standalone="yes"?>
<Relationships xmlns="http://schemas.openxmlformats.org/package/2006/relationships"><Relationship Id="rId3" Type="http://schemas.openxmlformats.org/officeDocument/2006/relationships/image" Target="../media/image679.png"/><Relationship Id="rId2" Type="http://schemas.openxmlformats.org/officeDocument/2006/relationships/slideLayout" Target="../slideLayouts/slideLayout7.xml"/><Relationship Id="rId1" Type="http://schemas.openxmlformats.org/officeDocument/2006/relationships/tags" Target="../tags/tag42.xml"/></Relationships>
</file>

<file path=ppt/slides/_rels/slide175.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176.xml.rels><?xml version="1.0" encoding="UTF-8" standalone="yes"?>
<Relationships xmlns="http://schemas.openxmlformats.org/package/2006/relationships"><Relationship Id="rId3" Type="http://schemas.openxmlformats.org/officeDocument/2006/relationships/image" Target="../media/image681.png"/><Relationship Id="rId2" Type="http://schemas.openxmlformats.org/officeDocument/2006/relationships/slideLayout" Target="../slideLayouts/slideLayout7.xml"/><Relationship Id="rId1" Type="http://schemas.openxmlformats.org/officeDocument/2006/relationships/tags" Target="../tags/tag44.xml"/></Relationships>
</file>

<file path=ppt/slides/_rels/slide177.xml.rels><?xml version="1.0" encoding="UTF-8" standalone="yes"?>
<Relationships xmlns="http://schemas.openxmlformats.org/package/2006/relationships"><Relationship Id="rId3" Type="http://schemas.openxmlformats.org/officeDocument/2006/relationships/image" Target="../media/image682.png"/><Relationship Id="rId2" Type="http://schemas.openxmlformats.org/officeDocument/2006/relationships/slideLayout" Target="../slideLayouts/slideLayout7.xml"/><Relationship Id="rId1" Type="http://schemas.openxmlformats.org/officeDocument/2006/relationships/tags" Target="../tags/tag45.xml"/></Relationships>
</file>

<file path=ppt/slides/_rels/slide178.xml.rels><?xml version="1.0" encoding="UTF-8" standalone="yes"?>
<Relationships xmlns="http://schemas.openxmlformats.org/package/2006/relationships"><Relationship Id="rId3" Type="http://schemas.openxmlformats.org/officeDocument/2006/relationships/image" Target="../media/image683.png"/><Relationship Id="rId2" Type="http://schemas.openxmlformats.org/officeDocument/2006/relationships/slideLayout" Target="../slideLayouts/slideLayout7.xml"/><Relationship Id="rId1" Type="http://schemas.openxmlformats.org/officeDocument/2006/relationships/tags" Target="../tags/tag46.xml"/></Relationships>
</file>

<file path=ppt/slides/_rels/slide179.xml.rels><?xml version="1.0" encoding="UTF-8" standalone="yes"?>
<Relationships xmlns="http://schemas.openxmlformats.org/package/2006/relationships"><Relationship Id="rId3" Type="http://schemas.openxmlformats.org/officeDocument/2006/relationships/image" Target="../media/image684.png"/><Relationship Id="rId2" Type="http://schemas.openxmlformats.org/officeDocument/2006/relationships/slideLayout" Target="../slideLayouts/slideLayout7.xml"/><Relationship Id="rId1" Type="http://schemas.openxmlformats.org/officeDocument/2006/relationships/tags" Target="../tags/tag47.xml"/></Relationships>
</file>

<file path=ppt/slides/_rels/slide180.xml.rels><?xml version="1.0" encoding="UTF-8" standalone="yes"?>
<Relationships xmlns="http://schemas.openxmlformats.org/package/2006/relationships"><Relationship Id="rId3" Type="http://schemas.openxmlformats.org/officeDocument/2006/relationships/image" Target="../media/image685.png"/><Relationship Id="rId2" Type="http://schemas.openxmlformats.org/officeDocument/2006/relationships/slideLayout" Target="../slideLayouts/slideLayout7.xml"/><Relationship Id="rId1" Type="http://schemas.openxmlformats.org/officeDocument/2006/relationships/tags" Target="../tags/tag48.xml"/></Relationships>
</file>

<file path=ppt/slides/_rels/slide181.xml.rels><?xml version="1.0" encoding="UTF-8" standalone="yes"?>
<Relationships xmlns="http://schemas.openxmlformats.org/package/2006/relationships"><Relationship Id="rId3" Type="http://schemas.openxmlformats.org/officeDocument/2006/relationships/image" Target="../media/image686.emf"/><Relationship Id="rId7" Type="http://schemas.openxmlformats.org/officeDocument/2006/relationships/image" Target="../media/image688.wmf"/><Relationship Id="rId2" Type="http://schemas.openxmlformats.org/officeDocument/2006/relationships/oleObject" Target="../embeddings/oleObject711.bin"/><Relationship Id="rId1" Type="http://schemas.openxmlformats.org/officeDocument/2006/relationships/slideLayout" Target="../slideLayouts/slideLayout7.xml"/><Relationship Id="rId6" Type="http://schemas.openxmlformats.org/officeDocument/2006/relationships/oleObject" Target="../embeddings/oleObject713.bin"/><Relationship Id="rId5" Type="http://schemas.openxmlformats.org/officeDocument/2006/relationships/image" Target="../media/image687.wmf"/><Relationship Id="rId4" Type="http://schemas.openxmlformats.org/officeDocument/2006/relationships/oleObject" Target="../embeddings/oleObject712.bin"/></Relationships>
</file>

<file path=ppt/slides/_rels/slide182.xml.rels><?xml version="1.0" encoding="UTF-8" standalone="yes"?>
<Relationships xmlns="http://schemas.openxmlformats.org/package/2006/relationships"><Relationship Id="rId8" Type="http://schemas.openxmlformats.org/officeDocument/2006/relationships/oleObject" Target="../embeddings/oleObject717.bin"/><Relationship Id="rId3" Type="http://schemas.openxmlformats.org/officeDocument/2006/relationships/image" Target="../media/image689.wmf"/><Relationship Id="rId7" Type="http://schemas.openxmlformats.org/officeDocument/2006/relationships/image" Target="../media/image691.wmf"/><Relationship Id="rId2" Type="http://schemas.openxmlformats.org/officeDocument/2006/relationships/oleObject" Target="../embeddings/oleObject714.bin"/><Relationship Id="rId1" Type="http://schemas.openxmlformats.org/officeDocument/2006/relationships/slideLayout" Target="../slideLayouts/slideLayout7.xml"/><Relationship Id="rId6" Type="http://schemas.openxmlformats.org/officeDocument/2006/relationships/oleObject" Target="../embeddings/oleObject716.bin"/><Relationship Id="rId5" Type="http://schemas.openxmlformats.org/officeDocument/2006/relationships/image" Target="../media/image690.wmf"/><Relationship Id="rId4" Type="http://schemas.openxmlformats.org/officeDocument/2006/relationships/oleObject" Target="../embeddings/oleObject715.bin"/><Relationship Id="rId9" Type="http://schemas.openxmlformats.org/officeDocument/2006/relationships/image" Target="../media/image692.wmf"/></Relationships>
</file>

<file path=ppt/slides/_rels/slide183.xml.rels><?xml version="1.0" encoding="UTF-8" standalone="yes"?>
<Relationships xmlns="http://schemas.openxmlformats.org/package/2006/relationships"><Relationship Id="rId8" Type="http://schemas.openxmlformats.org/officeDocument/2006/relationships/oleObject" Target="../embeddings/oleObject721.bin"/><Relationship Id="rId13" Type="http://schemas.openxmlformats.org/officeDocument/2006/relationships/image" Target="../media/image698.wmf"/><Relationship Id="rId3" Type="http://schemas.openxmlformats.org/officeDocument/2006/relationships/image" Target="../media/image693.wmf"/><Relationship Id="rId7" Type="http://schemas.openxmlformats.org/officeDocument/2006/relationships/image" Target="../media/image695.wmf"/><Relationship Id="rId12" Type="http://schemas.openxmlformats.org/officeDocument/2006/relationships/oleObject" Target="../embeddings/oleObject723.bin"/><Relationship Id="rId2" Type="http://schemas.openxmlformats.org/officeDocument/2006/relationships/oleObject" Target="../embeddings/oleObject718.bin"/><Relationship Id="rId1" Type="http://schemas.openxmlformats.org/officeDocument/2006/relationships/slideLayout" Target="../slideLayouts/slideLayout7.xml"/><Relationship Id="rId6" Type="http://schemas.openxmlformats.org/officeDocument/2006/relationships/oleObject" Target="../embeddings/oleObject720.bin"/><Relationship Id="rId11" Type="http://schemas.openxmlformats.org/officeDocument/2006/relationships/image" Target="../media/image697.wmf"/><Relationship Id="rId5" Type="http://schemas.openxmlformats.org/officeDocument/2006/relationships/image" Target="../media/image694.wmf"/><Relationship Id="rId15" Type="http://schemas.openxmlformats.org/officeDocument/2006/relationships/image" Target="../media/image699.wmf"/><Relationship Id="rId10" Type="http://schemas.openxmlformats.org/officeDocument/2006/relationships/oleObject" Target="../embeddings/oleObject722.bin"/><Relationship Id="rId4" Type="http://schemas.openxmlformats.org/officeDocument/2006/relationships/oleObject" Target="../embeddings/oleObject719.bin"/><Relationship Id="rId9" Type="http://schemas.openxmlformats.org/officeDocument/2006/relationships/image" Target="../media/image696.wmf"/><Relationship Id="rId14" Type="http://schemas.openxmlformats.org/officeDocument/2006/relationships/oleObject" Target="../embeddings/oleObject724.bin"/></Relationships>
</file>

<file path=ppt/slides/_rels/slide184.xml.rels><?xml version="1.0" encoding="UTF-8" standalone="yes"?>
<Relationships xmlns="http://schemas.openxmlformats.org/package/2006/relationships"><Relationship Id="rId8" Type="http://schemas.openxmlformats.org/officeDocument/2006/relationships/oleObject" Target="../embeddings/oleObject727.bin"/><Relationship Id="rId3" Type="http://schemas.openxmlformats.org/officeDocument/2006/relationships/image" Target="../media/image700.emf"/><Relationship Id="rId7" Type="http://schemas.openxmlformats.org/officeDocument/2006/relationships/image" Target="../media/image703.wmf"/><Relationship Id="rId2" Type="http://schemas.openxmlformats.org/officeDocument/2006/relationships/oleObject" Target="../embeddings/oleObject725.bin"/><Relationship Id="rId1" Type="http://schemas.openxmlformats.org/officeDocument/2006/relationships/slideLayout" Target="../slideLayouts/slideLayout2.xml"/><Relationship Id="rId6" Type="http://schemas.openxmlformats.org/officeDocument/2006/relationships/oleObject" Target="../embeddings/oleObject726.bin"/><Relationship Id="rId11" Type="http://schemas.openxmlformats.org/officeDocument/2006/relationships/image" Target="../media/image705.wmf"/><Relationship Id="rId5" Type="http://schemas.openxmlformats.org/officeDocument/2006/relationships/image" Target="../media/image702.emf"/><Relationship Id="rId10" Type="http://schemas.openxmlformats.org/officeDocument/2006/relationships/oleObject" Target="../embeddings/oleObject728.bin"/><Relationship Id="rId4" Type="http://schemas.openxmlformats.org/officeDocument/2006/relationships/image" Target="../media/image701.emf"/><Relationship Id="rId9" Type="http://schemas.openxmlformats.org/officeDocument/2006/relationships/image" Target="../media/image704.wmf"/></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8" Type="http://schemas.openxmlformats.org/officeDocument/2006/relationships/image" Target="../media/image708.wmf"/><Relationship Id="rId13" Type="http://schemas.openxmlformats.org/officeDocument/2006/relationships/oleObject" Target="../embeddings/oleObject734.bin"/><Relationship Id="rId18" Type="http://schemas.openxmlformats.org/officeDocument/2006/relationships/image" Target="../media/image713.wmf"/><Relationship Id="rId3" Type="http://schemas.openxmlformats.org/officeDocument/2006/relationships/oleObject" Target="../embeddings/oleObject729.bin"/><Relationship Id="rId7" Type="http://schemas.openxmlformats.org/officeDocument/2006/relationships/oleObject" Target="../embeddings/oleObject731.bin"/><Relationship Id="rId12" Type="http://schemas.openxmlformats.org/officeDocument/2006/relationships/image" Target="../media/image710.wmf"/><Relationship Id="rId17" Type="http://schemas.openxmlformats.org/officeDocument/2006/relationships/oleObject" Target="../embeddings/oleObject736.bin"/><Relationship Id="rId2" Type="http://schemas.openxmlformats.org/officeDocument/2006/relationships/notesSlide" Target="../notesSlides/notesSlide50.xml"/><Relationship Id="rId16" Type="http://schemas.openxmlformats.org/officeDocument/2006/relationships/image" Target="../media/image712.wmf"/><Relationship Id="rId1" Type="http://schemas.openxmlformats.org/officeDocument/2006/relationships/slideLayout" Target="../slideLayouts/slideLayout7.xml"/><Relationship Id="rId6" Type="http://schemas.openxmlformats.org/officeDocument/2006/relationships/image" Target="../media/image707.wmf"/><Relationship Id="rId11" Type="http://schemas.openxmlformats.org/officeDocument/2006/relationships/oleObject" Target="../embeddings/oleObject733.bin"/><Relationship Id="rId5" Type="http://schemas.openxmlformats.org/officeDocument/2006/relationships/oleObject" Target="../embeddings/oleObject730.bin"/><Relationship Id="rId15" Type="http://schemas.openxmlformats.org/officeDocument/2006/relationships/oleObject" Target="../embeddings/oleObject735.bin"/><Relationship Id="rId10" Type="http://schemas.openxmlformats.org/officeDocument/2006/relationships/image" Target="../media/image709.wmf"/><Relationship Id="rId4" Type="http://schemas.openxmlformats.org/officeDocument/2006/relationships/image" Target="../media/image706.emf"/><Relationship Id="rId9" Type="http://schemas.openxmlformats.org/officeDocument/2006/relationships/oleObject" Target="../embeddings/oleObject732.bin"/><Relationship Id="rId14" Type="http://schemas.openxmlformats.org/officeDocument/2006/relationships/image" Target="../media/image711.wmf"/></Relationships>
</file>

<file path=ppt/slides/_rels/slide187.xml.rels><?xml version="1.0" encoding="UTF-8" standalone="yes"?>
<Relationships xmlns="http://schemas.openxmlformats.org/package/2006/relationships"><Relationship Id="rId8" Type="http://schemas.openxmlformats.org/officeDocument/2006/relationships/oleObject" Target="../embeddings/oleObject740.bin"/><Relationship Id="rId13" Type="http://schemas.openxmlformats.org/officeDocument/2006/relationships/image" Target="../media/image718.wmf"/><Relationship Id="rId18" Type="http://schemas.openxmlformats.org/officeDocument/2006/relationships/oleObject" Target="../embeddings/oleObject745.bin"/><Relationship Id="rId3" Type="http://schemas.openxmlformats.org/officeDocument/2006/relationships/image" Target="../media/image714.wmf"/><Relationship Id="rId21" Type="http://schemas.openxmlformats.org/officeDocument/2006/relationships/image" Target="../media/image722.wmf"/><Relationship Id="rId7" Type="http://schemas.openxmlformats.org/officeDocument/2006/relationships/image" Target="../media/image715.wmf"/><Relationship Id="rId12" Type="http://schemas.openxmlformats.org/officeDocument/2006/relationships/oleObject" Target="../embeddings/oleObject742.bin"/><Relationship Id="rId17" Type="http://schemas.openxmlformats.org/officeDocument/2006/relationships/image" Target="../media/image720.wmf"/><Relationship Id="rId2" Type="http://schemas.openxmlformats.org/officeDocument/2006/relationships/oleObject" Target="../embeddings/oleObject737.bin"/><Relationship Id="rId16" Type="http://schemas.openxmlformats.org/officeDocument/2006/relationships/oleObject" Target="../embeddings/oleObject744.bin"/><Relationship Id="rId20" Type="http://schemas.openxmlformats.org/officeDocument/2006/relationships/oleObject" Target="../embeddings/oleObject746.bin"/><Relationship Id="rId1" Type="http://schemas.openxmlformats.org/officeDocument/2006/relationships/slideLayout" Target="../slideLayouts/slideLayout7.xml"/><Relationship Id="rId6" Type="http://schemas.openxmlformats.org/officeDocument/2006/relationships/oleObject" Target="../embeddings/oleObject739.bin"/><Relationship Id="rId11" Type="http://schemas.openxmlformats.org/officeDocument/2006/relationships/image" Target="../media/image717.wmf"/><Relationship Id="rId5" Type="http://schemas.openxmlformats.org/officeDocument/2006/relationships/image" Target="../media/image706.emf"/><Relationship Id="rId15" Type="http://schemas.openxmlformats.org/officeDocument/2006/relationships/image" Target="../media/image719.wmf"/><Relationship Id="rId23" Type="http://schemas.openxmlformats.org/officeDocument/2006/relationships/image" Target="../media/image723.wmf"/><Relationship Id="rId10" Type="http://schemas.openxmlformats.org/officeDocument/2006/relationships/oleObject" Target="../embeddings/oleObject741.bin"/><Relationship Id="rId19" Type="http://schemas.openxmlformats.org/officeDocument/2006/relationships/image" Target="../media/image721.wmf"/><Relationship Id="rId4" Type="http://schemas.openxmlformats.org/officeDocument/2006/relationships/oleObject" Target="../embeddings/oleObject738.bin"/><Relationship Id="rId9" Type="http://schemas.openxmlformats.org/officeDocument/2006/relationships/image" Target="../media/image716.wmf"/><Relationship Id="rId14" Type="http://schemas.openxmlformats.org/officeDocument/2006/relationships/oleObject" Target="../embeddings/oleObject743.bin"/><Relationship Id="rId22" Type="http://schemas.openxmlformats.org/officeDocument/2006/relationships/oleObject" Target="../embeddings/oleObject747.bin"/></Relationships>
</file>

<file path=ppt/slides/_rels/slide188.xml.rels><?xml version="1.0" encoding="UTF-8" standalone="yes"?>
<Relationships xmlns="http://schemas.openxmlformats.org/package/2006/relationships"><Relationship Id="rId13" Type="http://schemas.openxmlformats.org/officeDocument/2006/relationships/oleObject" Target="../embeddings/oleObject753.bin"/><Relationship Id="rId18" Type="http://schemas.openxmlformats.org/officeDocument/2006/relationships/image" Target="../media/image731.wmf"/><Relationship Id="rId26" Type="http://schemas.openxmlformats.org/officeDocument/2006/relationships/image" Target="../media/image735.wmf"/><Relationship Id="rId39" Type="http://schemas.openxmlformats.org/officeDocument/2006/relationships/oleObject" Target="../embeddings/oleObject766.bin"/><Relationship Id="rId21" Type="http://schemas.openxmlformats.org/officeDocument/2006/relationships/oleObject" Target="../embeddings/oleObject757.bin"/><Relationship Id="rId34" Type="http://schemas.openxmlformats.org/officeDocument/2006/relationships/image" Target="../media/image739.wmf"/><Relationship Id="rId42" Type="http://schemas.openxmlformats.org/officeDocument/2006/relationships/image" Target="../media/image743.wmf"/><Relationship Id="rId7" Type="http://schemas.openxmlformats.org/officeDocument/2006/relationships/oleObject" Target="../embeddings/oleObject750.bin"/><Relationship Id="rId2" Type="http://schemas.openxmlformats.org/officeDocument/2006/relationships/notesSlide" Target="../notesSlides/notesSlide51.xml"/><Relationship Id="rId16" Type="http://schemas.openxmlformats.org/officeDocument/2006/relationships/image" Target="../media/image730.wmf"/><Relationship Id="rId29" Type="http://schemas.openxmlformats.org/officeDocument/2006/relationships/oleObject" Target="../embeddings/oleObject761.bin"/><Relationship Id="rId1" Type="http://schemas.openxmlformats.org/officeDocument/2006/relationships/slideLayout" Target="../slideLayouts/slideLayout7.xml"/><Relationship Id="rId6" Type="http://schemas.openxmlformats.org/officeDocument/2006/relationships/image" Target="../media/image725.wmf"/><Relationship Id="rId11" Type="http://schemas.openxmlformats.org/officeDocument/2006/relationships/oleObject" Target="../embeddings/oleObject752.bin"/><Relationship Id="rId24" Type="http://schemas.openxmlformats.org/officeDocument/2006/relationships/image" Target="../media/image734.wmf"/><Relationship Id="rId32" Type="http://schemas.openxmlformats.org/officeDocument/2006/relationships/image" Target="../media/image738.wmf"/><Relationship Id="rId37" Type="http://schemas.openxmlformats.org/officeDocument/2006/relationships/oleObject" Target="../embeddings/oleObject765.bin"/><Relationship Id="rId40" Type="http://schemas.openxmlformats.org/officeDocument/2006/relationships/image" Target="../media/image742.wmf"/><Relationship Id="rId45" Type="http://schemas.openxmlformats.org/officeDocument/2006/relationships/oleObject" Target="../embeddings/oleObject769.bin"/><Relationship Id="rId5" Type="http://schemas.openxmlformats.org/officeDocument/2006/relationships/oleObject" Target="../embeddings/oleObject749.bin"/><Relationship Id="rId15" Type="http://schemas.openxmlformats.org/officeDocument/2006/relationships/oleObject" Target="../embeddings/oleObject754.bin"/><Relationship Id="rId23" Type="http://schemas.openxmlformats.org/officeDocument/2006/relationships/oleObject" Target="../embeddings/oleObject758.bin"/><Relationship Id="rId28" Type="http://schemas.openxmlformats.org/officeDocument/2006/relationships/image" Target="../media/image736.wmf"/><Relationship Id="rId36" Type="http://schemas.openxmlformats.org/officeDocument/2006/relationships/image" Target="../media/image740.wmf"/><Relationship Id="rId10" Type="http://schemas.openxmlformats.org/officeDocument/2006/relationships/image" Target="../media/image727.wmf"/><Relationship Id="rId19" Type="http://schemas.openxmlformats.org/officeDocument/2006/relationships/oleObject" Target="../embeddings/oleObject756.bin"/><Relationship Id="rId31" Type="http://schemas.openxmlformats.org/officeDocument/2006/relationships/oleObject" Target="../embeddings/oleObject762.bin"/><Relationship Id="rId44" Type="http://schemas.openxmlformats.org/officeDocument/2006/relationships/image" Target="../media/image744.wmf"/><Relationship Id="rId4" Type="http://schemas.openxmlformats.org/officeDocument/2006/relationships/image" Target="../media/image724.emf"/><Relationship Id="rId9" Type="http://schemas.openxmlformats.org/officeDocument/2006/relationships/oleObject" Target="../embeddings/oleObject751.bin"/><Relationship Id="rId14" Type="http://schemas.openxmlformats.org/officeDocument/2006/relationships/image" Target="../media/image729.wmf"/><Relationship Id="rId22" Type="http://schemas.openxmlformats.org/officeDocument/2006/relationships/image" Target="../media/image733.wmf"/><Relationship Id="rId27" Type="http://schemas.openxmlformats.org/officeDocument/2006/relationships/oleObject" Target="../embeddings/oleObject760.bin"/><Relationship Id="rId30" Type="http://schemas.openxmlformats.org/officeDocument/2006/relationships/image" Target="../media/image737.wmf"/><Relationship Id="rId35" Type="http://schemas.openxmlformats.org/officeDocument/2006/relationships/oleObject" Target="../embeddings/oleObject764.bin"/><Relationship Id="rId43" Type="http://schemas.openxmlformats.org/officeDocument/2006/relationships/oleObject" Target="../embeddings/oleObject768.bin"/><Relationship Id="rId8" Type="http://schemas.openxmlformats.org/officeDocument/2006/relationships/image" Target="../media/image726.wmf"/><Relationship Id="rId3" Type="http://schemas.openxmlformats.org/officeDocument/2006/relationships/oleObject" Target="../embeddings/oleObject748.bin"/><Relationship Id="rId12" Type="http://schemas.openxmlformats.org/officeDocument/2006/relationships/image" Target="../media/image728.wmf"/><Relationship Id="rId17" Type="http://schemas.openxmlformats.org/officeDocument/2006/relationships/oleObject" Target="../embeddings/oleObject755.bin"/><Relationship Id="rId25" Type="http://schemas.openxmlformats.org/officeDocument/2006/relationships/oleObject" Target="../embeddings/oleObject759.bin"/><Relationship Id="rId33" Type="http://schemas.openxmlformats.org/officeDocument/2006/relationships/oleObject" Target="../embeddings/oleObject763.bin"/><Relationship Id="rId38" Type="http://schemas.openxmlformats.org/officeDocument/2006/relationships/image" Target="../media/image741.wmf"/><Relationship Id="rId46" Type="http://schemas.openxmlformats.org/officeDocument/2006/relationships/image" Target="../media/image745.emf"/><Relationship Id="rId20" Type="http://schemas.openxmlformats.org/officeDocument/2006/relationships/image" Target="../media/image732.wmf"/><Relationship Id="rId41" Type="http://schemas.openxmlformats.org/officeDocument/2006/relationships/oleObject" Target="../embeddings/oleObject767.bin"/></Relationships>
</file>

<file path=ppt/slides/_rels/slide1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8" Type="http://schemas.openxmlformats.org/officeDocument/2006/relationships/oleObject" Target="../embeddings/oleObject772.bin"/><Relationship Id="rId13" Type="http://schemas.openxmlformats.org/officeDocument/2006/relationships/image" Target="../media/image750.wmf"/><Relationship Id="rId18" Type="http://schemas.openxmlformats.org/officeDocument/2006/relationships/oleObject" Target="../embeddings/oleObject776.bin"/><Relationship Id="rId3" Type="http://schemas.openxmlformats.org/officeDocument/2006/relationships/notesSlide" Target="../notesSlides/notesSlide52.xml"/><Relationship Id="rId21" Type="http://schemas.openxmlformats.org/officeDocument/2006/relationships/image" Target="../media/image755.wmf"/><Relationship Id="rId7" Type="http://schemas.openxmlformats.org/officeDocument/2006/relationships/image" Target="../media/image747.wmf"/><Relationship Id="rId12" Type="http://schemas.openxmlformats.org/officeDocument/2006/relationships/oleObject" Target="../embeddings/oleObject774.bin"/><Relationship Id="rId17" Type="http://schemas.openxmlformats.org/officeDocument/2006/relationships/image" Target="../media/image753.emf"/><Relationship Id="rId2" Type="http://schemas.openxmlformats.org/officeDocument/2006/relationships/slideLayout" Target="../slideLayouts/slideLayout7.xml"/><Relationship Id="rId16" Type="http://schemas.openxmlformats.org/officeDocument/2006/relationships/image" Target="../media/image752.emf"/><Relationship Id="rId20" Type="http://schemas.openxmlformats.org/officeDocument/2006/relationships/oleObject" Target="../embeddings/oleObject777.bin"/><Relationship Id="rId1" Type="http://schemas.openxmlformats.org/officeDocument/2006/relationships/tags" Target="../tags/tag49.xml"/><Relationship Id="rId6" Type="http://schemas.openxmlformats.org/officeDocument/2006/relationships/oleObject" Target="../embeddings/oleObject771.bin"/><Relationship Id="rId11" Type="http://schemas.openxmlformats.org/officeDocument/2006/relationships/image" Target="../media/image749.wmf"/><Relationship Id="rId5" Type="http://schemas.openxmlformats.org/officeDocument/2006/relationships/image" Target="../media/image746.wmf"/><Relationship Id="rId15" Type="http://schemas.openxmlformats.org/officeDocument/2006/relationships/image" Target="../media/image751.wmf"/><Relationship Id="rId10" Type="http://schemas.openxmlformats.org/officeDocument/2006/relationships/oleObject" Target="../embeddings/oleObject773.bin"/><Relationship Id="rId19" Type="http://schemas.openxmlformats.org/officeDocument/2006/relationships/image" Target="../media/image754.wmf"/><Relationship Id="rId4" Type="http://schemas.openxmlformats.org/officeDocument/2006/relationships/oleObject" Target="../embeddings/oleObject770.bin"/><Relationship Id="rId9" Type="http://schemas.openxmlformats.org/officeDocument/2006/relationships/image" Target="../media/image748.wmf"/><Relationship Id="rId14" Type="http://schemas.openxmlformats.org/officeDocument/2006/relationships/oleObject" Target="../embeddings/oleObject775.bin"/><Relationship Id="rId22" Type="http://schemas.openxmlformats.org/officeDocument/2006/relationships/image" Target="../media/image756.png"/></Relationships>
</file>

<file path=ppt/slides/_rels/slide191.xml.rels><?xml version="1.0" encoding="UTF-8" standalone="yes"?>
<Relationships xmlns="http://schemas.openxmlformats.org/package/2006/relationships"><Relationship Id="rId3" Type="http://schemas.openxmlformats.org/officeDocument/2006/relationships/image" Target="../media/image757.png"/><Relationship Id="rId2" Type="http://schemas.openxmlformats.org/officeDocument/2006/relationships/slideLayout" Target="../slideLayouts/slideLayout7.xml"/><Relationship Id="rId1" Type="http://schemas.openxmlformats.org/officeDocument/2006/relationships/tags" Target="../tags/tag50.xml"/></Relationships>
</file>

<file path=ppt/slides/_rels/slide192.xml.rels><?xml version="1.0" encoding="UTF-8" standalone="yes"?>
<Relationships xmlns="http://schemas.openxmlformats.org/package/2006/relationships"><Relationship Id="rId3" Type="http://schemas.openxmlformats.org/officeDocument/2006/relationships/image" Target="../media/image758.png"/><Relationship Id="rId2" Type="http://schemas.openxmlformats.org/officeDocument/2006/relationships/slideLayout" Target="../slideLayouts/slideLayout7.xml"/><Relationship Id="rId1" Type="http://schemas.openxmlformats.org/officeDocument/2006/relationships/tags" Target="../tags/tag51.xml"/></Relationships>
</file>

<file path=ppt/slides/_rels/slide193.xml.rels><?xml version="1.0" encoding="UTF-8" standalone="yes"?>
<Relationships xmlns="http://schemas.openxmlformats.org/package/2006/relationships"><Relationship Id="rId3" Type="http://schemas.openxmlformats.org/officeDocument/2006/relationships/image" Target="../media/image759.png"/><Relationship Id="rId2" Type="http://schemas.openxmlformats.org/officeDocument/2006/relationships/slideLayout" Target="../slideLayouts/slideLayout7.xml"/><Relationship Id="rId1" Type="http://schemas.openxmlformats.org/officeDocument/2006/relationships/tags" Target="../tags/tag52.xml"/></Relationships>
</file>

<file path=ppt/slides/_rels/slide194.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slideLayout" Target="../slideLayouts/slideLayout7.xml"/><Relationship Id="rId1" Type="http://schemas.openxmlformats.org/officeDocument/2006/relationships/tags" Target="../tags/tag53.xml"/></Relationships>
</file>

<file path=ppt/slides/_rels/slide195.xml.rels><?xml version="1.0" encoding="UTF-8" standalone="yes"?>
<Relationships xmlns="http://schemas.openxmlformats.org/package/2006/relationships"><Relationship Id="rId3" Type="http://schemas.openxmlformats.org/officeDocument/2006/relationships/image" Target="../media/image761.png"/><Relationship Id="rId2" Type="http://schemas.openxmlformats.org/officeDocument/2006/relationships/slideLayout" Target="../slideLayouts/slideLayout7.xml"/><Relationship Id="rId1" Type="http://schemas.openxmlformats.org/officeDocument/2006/relationships/tags" Target="../tags/tag54.xml"/></Relationships>
</file>

<file path=ppt/slides/_rels/slide196.xml.rels><?xml version="1.0" encoding="UTF-8" standalone="yes"?>
<Relationships xmlns="http://schemas.openxmlformats.org/package/2006/relationships"><Relationship Id="rId3" Type="http://schemas.openxmlformats.org/officeDocument/2006/relationships/image" Target="../media/image762.png"/><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197.xml.rels><?xml version="1.0" encoding="UTF-8" standalone="yes"?>
<Relationships xmlns="http://schemas.openxmlformats.org/package/2006/relationships"><Relationship Id="rId3" Type="http://schemas.openxmlformats.org/officeDocument/2006/relationships/image" Target="../media/image763.png"/><Relationship Id="rId2" Type="http://schemas.openxmlformats.org/officeDocument/2006/relationships/slideLayout" Target="../slideLayouts/slideLayout7.xml"/><Relationship Id="rId1" Type="http://schemas.openxmlformats.org/officeDocument/2006/relationships/tags" Target="../tags/tag56.xml"/></Relationships>
</file>

<file path=ppt/slides/_rels/slide198.xml.rels><?xml version="1.0" encoding="UTF-8" standalone="yes"?>
<Relationships xmlns="http://schemas.openxmlformats.org/package/2006/relationships"><Relationship Id="rId3" Type="http://schemas.openxmlformats.org/officeDocument/2006/relationships/image" Target="../media/image764.png"/><Relationship Id="rId2" Type="http://schemas.openxmlformats.org/officeDocument/2006/relationships/slideLayout" Target="../slideLayouts/slideLayout7.xml"/><Relationship Id="rId1" Type="http://schemas.openxmlformats.org/officeDocument/2006/relationships/tags" Target="../tags/tag57.xml"/></Relationships>
</file>

<file path=ppt/slides/_rels/slide199.xml.rels><?xml version="1.0" encoding="UTF-8" standalone="yes"?>
<Relationships xmlns="http://schemas.openxmlformats.org/package/2006/relationships"><Relationship Id="rId3" Type="http://schemas.openxmlformats.org/officeDocument/2006/relationships/image" Target="../media/image765.png"/><Relationship Id="rId2" Type="http://schemas.openxmlformats.org/officeDocument/2006/relationships/slideLayout" Target="../slideLayouts/slideLayout7.xml"/><Relationship Id="rId1" Type="http://schemas.openxmlformats.org/officeDocument/2006/relationships/tags" Target="../tags/tag58.xml"/></Relationships>
</file>

<file path=ppt/slides/_rels/slide20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image" Target="../media/image767.png"/><Relationship Id="rId4" Type="http://schemas.openxmlformats.org/officeDocument/2006/relationships/image" Target="../media/image766.png"/></Relationships>
</file>

<file path=ppt/slides/_rels/slide201.xml.rels><?xml version="1.0" encoding="UTF-8" standalone="yes"?>
<Relationships xmlns="http://schemas.openxmlformats.org/package/2006/relationships"><Relationship Id="rId3" Type="http://schemas.openxmlformats.org/officeDocument/2006/relationships/image" Target="../media/image768.png"/><Relationship Id="rId2" Type="http://schemas.openxmlformats.org/officeDocument/2006/relationships/slideLayout" Target="../slideLayouts/slideLayout7.xml"/><Relationship Id="rId1" Type="http://schemas.openxmlformats.org/officeDocument/2006/relationships/tags" Target="../tags/tag61.xml"/></Relationships>
</file>

<file path=ppt/slides/_rels/slide202.xml.rels><?xml version="1.0" encoding="UTF-8" standalone="yes"?>
<Relationships xmlns="http://schemas.openxmlformats.org/package/2006/relationships"><Relationship Id="rId3" Type="http://schemas.openxmlformats.org/officeDocument/2006/relationships/image" Target="../media/image769.png"/><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203.xml.rels><?xml version="1.0" encoding="UTF-8" standalone="yes"?>
<Relationships xmlns="http://schemas.openxmlformats.org/package/2006/relationships"><Relationship Id="rId8" Type="http://schemas.openxmlformats.org/officeDocument/2006/relationships/oleObject" Target="../embeddings/oleObject781.bin"/><Relationship Id="rId3" Type="http://schemas.openxmlformats.org/officeDocument/2006/relationships/image" Target="../media/image770.emf"/><Relationship Id="rId7" Type="http://schemas.openxmlformats.org/officeDocument/2006/relationships/image" Target="../media/image772.emf"/><Relationship Id="rId2" Type="http://schemas.openxmlformats.org/officeDocument/2006/relationships/oleObject" Target="../embeddings/oleObject778.bin"/><Relationship Id="rId1" Type="http://schemas.openxmlformats.org/officeDocument/2006/relationships/slideLayout" Target="../slideLayouts/slideLayout7.xml"/><Relationship Id="rId6" Type="http://schemas.openxmlformats.org/officeDocument/2006/relationships/oleObject" Target="../embeddings/oleObject780.bin"/><Relationship Id="rId5" Type="http://schemas.openxmlformats.org/officeDocument/2006/relationships/image" Target="../media/image771.wmf"/><Relationship Id="rId4" Type="http://schemas.openxmlformats.org/officeDocument/2006/relationships/oleObject" Target="../embeddings/oleObject779.bin"/><Relationship Id="rId9" Type="http://schemas.openxmlformats.org/officeDocument/2006/relationships/image" Target="../media/image773.emf"/></Relationships>
</file>

<file path=ppt/slides/_rels/slide204.xml.rels><?xml version="1.0" encoding="UTF-8" standalone="yes"?>
<Relationships xmlns="http://schemas.openxmlformats.org/package/2006/relationships"><Relationship Id="rId8" Type="http://schemas.openxmlformats.org/officeDocument/2006/relationships/oleObject" Target="../embeddings/oleObject785.bin"/><Relationship Id="rId13" Type="http://schemas.openxmlformats.org/officeDocument/2006/relationships/image" Target="../media/image778.wmf"/><Relationship Id="rId3" Type="http://schemas.openxmlformats.org/officeDocument/2006/relationships/image" Target="../media/image773.emf"/><Relationship Id="rId7" Type="http://schemas.openxmlformats.org/officeDocument/2006/relationships/image" Target="../media/image775.wmf"/><Relationship Id="rId12" Type="http://schemas.openxmlformats.org/officeDocument/2006/relationships/oleObject" Target="../embeddings/oleObject787.bin"/><Relationship Id="rId2" Type="http://schemas.openxmlformats.org/officeDocument/2006/relationships/oleObject" Target="../embeddings/oleObject782.bin"/><Relationship Id="rId1" Type="http://schemas.openxmlformats.org/officeDocument/2006/relationships/slideLayout" Target="../slideLayouts/slideLayout7.xml"/><Relationship Id="rId6" Type="http://schemas.openxmlformats.org/officeDocument/2006/relationships/oleObject" Target="../embeddings/oleObject784.bin"/><Relationship Id="rId11" Type="http://schemas.openxmlformats.org/officeDocument/2006/relationships/image" Target="../media/image777.wmf"/><Relationship Id="rId5" Type="http://schemas.openxmlformats.org/officeDocument/2006/relationships/image" Target="../media/image774.wmf"/><Relationship Id="rId15" Type="http://schemas.openxmlformats.org/officeDocument/2006/relationships/image" Target="../media/image779.wmf"/><Relationship Id="rId10" Type="http://schemas.openxmlformats.org/officeDocument/2006/relationships/oleObject" Target="../embeddings/oleObject786.bin"/><Relationship Id="rId4" Type="http://schemas.openxmlformats.org/officeDocument/2006/relationships/oleObject" Target="../embeddings/oleObject783.bin"/><Relationship Id="rId9" Type="http://schemas.openxmlformats.org/officeDocument/2006/relationships/image" Target="../media/image776.wmf"/><Relationship Id="rId14" Type="http://schemas.openxmlformats.org/officeDocument/2006/relationships/oleObject" Target="../embeddings/oleObject788.bin"/></Relationships>
</file>

<file path=ppt/slides/_rels/slide205.xml.rels><?xml version="1.0" encoding="UTF-8" standalone="yes"?>
<Relationships xmlns="http://schemas.openxmlformats.org/package/2006/relationships"><Relationship Id="rId8" Type="http://schemas.openxmlformats.org/officeDocument/2006/relationships/oleObject" Target="../embeddings/oleObject792.bin"/><Relationship Id="rId13" Type="http://schemas.openxmlformats.org/officeDocument/2006/relationships/image" Target="../media/image784.wmf"/><Relationship Id="rId3" Type="http://schemas.openxmlformats.org/officeDocument/2006/relationships/image" Target="../media/image773.emf"/><Relationship Id="rId7" Type="http://schemas.openxmlformats.org/officeDocument/2006/relationships/image" Target="../media/image781.wmf"/><Relationship Id="rId12" Type="http://schemas.openxmlformats.org/officeDocument/2006/relationships/oleObject" Target="../embeddings/oleObject794.bin"/><Relationship Id="rId17" Type="http://schemas.openxmlformats.org/officeDocument/2006/relationships/image" Target="../media/image786.wmf"/><Relationship Id="rId2" Type="http://schemas.openxmlformats.org/officeDocument/2006/relationships/oleObject" Target="../embeddings/oleObject789.bin"/><Relationship Id="rId16" Type="http://schemas.openxmlformats.org/officeDocument/2006/relationships/oleObject" Target="../embeddings/oleObject796.bin"/><Relationship Id="rId1" Type="http://schemas.openxmlformats.org/officeDocument/2006/relationships/slideLayout" Target="../slideLayouts/slideLayout7.xml"/><Relationship Id="rId6" Type="http://schemas.openxmlformats.org/officeDocument/2006/relationships/oleObject" Target="../embeddings/oleObject791.bin"/><Relationship Id="rId11" Type="http://schemas.openxmlformats.org/officeDocument/2006/relationships/image" Target="../media/image783.wmf"/><Relationship Id="rId5" Type="http://schemas.openxmlformats.org/officeDocument/2006/relationships/image" Target="../media/image780.wmf"/><Relationship Id="rId15" Type="http://schemas.openxmlformats.org/officeDocument/2006/relationships/image" Target="../media/image785.wmf"/><Relationship Id="rId10" Type="http://schemas.openxmlformats.org/officeDocument/2006/relationships/oleObject" Target="../embeddings/oleObject793.bin"/><Relationship Id="rId4" Type="http://schemas.openxmlformats.org/officeDocument/2006/relationships/oleObject" Target="../embeddings/oleObject790.bin"/><Relationship Id="rId9" Type="http://schemas.openxmlformats.org/officeDocument/2006/relationships/image" Target="../media/image782.wmf"/><Relationship Id="rId14" Type="http://schemas.openxmlformats.org/officeDocument/2006/relationships/oleObject" Target="../embeddings/oleObject795.bin"/></Relationships>
</file>

<file path=ppt/slides/_rels/slide2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8" Type="http://schemas.openxmlformats.org/officeDocument/2006/relationships/image" Target="../media/image789.wmf"/><Relationship Id="rId3" Type="http://schemas.openxmlformats.org/officeDocument/2006/relationships/oleObject" Target="../embeddings/oleObject797.bin"/><Relationship Id="rId7" Type="http://schemas.openxmlformats.org/officeDocument/2006/relationships/oleObject" Target="../embeddings/oleObject799.bin"/><Relationship Id="rId12" Type="http://schemas.openxmlformats.org/officeDocument/2006/relationships/image" Target="../media/image791.emf"/><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788.wmf"/><Relationship Id="rId11" Type="http://schemas.openxmlformats.org/officeDocument/2006/relationships/oleObject" Target="../embeddings/oleObject801.bin"/><Relationship Id="rId5" Type="http://schemas.openxmlformats.org/officeDocument/2006/relationships/oleObject" Target="../embeddings/oleObject798.bin"/><Relationship Id="rId10" Type="http://schemas.openxmlformats.org/officeDocument/2006/relationships/image" Target="../media/image790.wmf"/><Relationship Id="rId4" Type="http://schemas.openxmlformats.org/officeDocument/2006/relationships/image" Target="../media/image787.wmf"/><Relationship Id="rId9" Type="http://schemas.openxmlformats.org/officeDocument/2006/relationships/oleObject" Target="../embeddings/oleObject800.bin"/></Relationships>
</file>

<file path=ppt/slides/_rels/slide208.xml.rels><?xml version="1.0" encoding="UTF-8" standalone="yes"?>
<Relationships xmlns="http://schemas.openxmlformats.org/package/2006/relationships"><Relationship Id="rId3" Type="http://schemas.openxmlformats.org/officeDocument/2006/relationships/image" Target="../media/image792.png"/><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209.xml.rels><?xml version="1.0" encoding="UTF-8" standalone="yes"?>
<Relationships xmlns="http://schemas.openxmlformats.org/package/2006/relationships"><Relationship Id="rId8" Type="http://schemas.openxmlformats.org/officeDocument/2006/relationships/oleObject" Target="../embeddings/oleObject805.bin"/><Relationship Id="rId13" Type="http://schemas.openxmlformats.org/officeDocument/2006/relationships/image" Target="../media/image798.wmf"/><Relationship Id="rId18" Type="http://schemas.openxmlformats.org/officeDocument/2006/relationships/oleObject" Target="../embeddings/oleObject810.bin"/><Relationship Id="rId3" Type="http://schemas.openxmlformats.org/officeDocument/2006/relationships/image" Target="../media/image793.wmf"/><Relationship Id="rId21" Type="http://schemas.openxmlformats.org/officeDocument/2006/relationships/image" Target="../media/image802.wmf"/><Relationship Id="rId7" Type="http://schemas.openxmlformats.org/officeDocument/2006/relationships/image" Target="../media/image795.wmf"/><Relationship Id="rId12" Type="http://schemas.openxmlformats.org/officeDocument/2006/relationships/oleObject" Target="../embeddings/oleObject807.bin"/><Relationship Id="rId17" Type="http://schemas.openxmlformats.org/officeDocument/2006/relationships/image" Target="../media/image800.wmf"/><Relationship Id="rId2" Type="http://schemas.openxmlformats.org/officeDocument/2006/relationships/oleObject" Target="../embeddings/oleObject802.bin"/><Relationship Id="rId16" Type="http://schemas.openxmlformats.org/officeDocument/2006/relationships/oleObject" Target="../embeddings/oleObject809.bin"/><Relationship Id="rId20" Type="http://schemas.openxmlformats.org/officeDocument/2006/relationships/oleObject" Target="../embeddings/oleObject811.bin"/><Relationship Id="rId1" Type="http://schemas.openxmlformats.org/officeDocument/2006/relationships/slideLayout" Target="../slideLayouts/slideLayout7.xml"/><Relationship Id="rId6" Type="http://schemas.openxmlformats.org/officeDocument/2006/relationships/oleObject" Target="../embeddings/oleObject804.bin"/><Relationship Id="rId11" Type="http://schemas.openxmlformats.org/officeDocument/2006/relationships/image" Target="../media/image797.wmf"/><Relationship Id="rId5" Type="http://schemas.openxmlformats.org/officeDocument/2006/relationships/image" Target="../media/image794.wmf"/><Relationship Id="rId15" Type="http://schemas.openxmlformats.org/officeDocument/2006/relationships/image" Target="../media/image799.wmf"/><Relationship Id="rId10" Type="http://schemas.openxmlformats.org/officeDocument/2006/relationships/oleObject" Target="../embeddings/oleObject806.bin"/><Relationship Id="rId19" Type="http://schemas.openxmlformats.org/officeDocument/2006/relationships/image" Target="../media/image801.wmf"/><Relationship Id="rId4" Type="http://schemas.openxmlformats.org/officeDocument/2006/relationships/oleObject" Target="../embeddings/oleObject803.bin"/><Relationship Id="rId9" Type="http://schemas.openxmlformats.org/officeDocument/2006/relationships/image" Target="../media/image796.wmf"/><Relationship Id="rId14" Type="http://schemas.openxmlformats.org/officeDocument/2006/relationships/oleObject" Target="../embeddings/oleObject808.bin"/></Relationships>
</file>

<file path=ppt/slides/_rels/slide210.xml.rels><?xml version="1.0" encoding="UTF-8" standalone="yes"?>
<Relationships xmlns="http://schemas.openxmlformats.org/package/2006/relationships"><Relationship Id="rId3" Type="http://schemas.openxmlformats.org/officeDocument/2006/relationships/image" Target="../media/image803.png"/><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2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805.png"/><Relationship Id="rId4" Type="http://schemas.openxmlformats.org/officeDocument/2006/relationships/image" Target="../media/image804.png"/></Relationships>
</file>

<file path=ppt/slides/_rels/slide2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807.png"/><Relationship Id="rId4" Type="http://schemas.openxmlformats.org/officeDocument/2006/relationships/image" Target="../media/image806.png"/></Relationships>
</file>

<file path=ppt/slides/_rels/slide213.xml.rels><?xml version="1.0" encoding="UTF-8" standalone="yes"?>
<Relationships xmlns="http://schemas.openxmlformats.org/package/2006/relationships"><Relationship Id="rId3" Type="http://schemas.openxmlformats.org/officeDocument/2006/relationships/image" Target="../media/image808.png"/><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214.xml.rels><?xml version="1.0" encoding="UTF-8" standalone="yes"?>
<Relationships xmlns="http://schemas.openxmlformats.org/package/2006/relationships"><Relationship Id="rId3" Type="http://schemas.openxmlformats.org/officeDocument/2006/relationships/image" Target="../media/image809.png"/><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215.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slideLayout" Target="../slideLayouts/slideLayout7.xml"/><Relationship Id="rId1" Type="http://schemas.openxmlformats.org/officeDocument/2006/relationships/tags" Target="../tags/tag71.xml"/></Relationships>
</file>

<file path=ppt/slides/_rels/slide216.xml.rels><?xml version="1.0" encoding="UTF-8" standalone="yes"?>
<Relationships xmlns="http://schemas.openxmlformats.org/package/2006/relationships"><Relationship Id="rId3" Type="http://schemas.openxmlformats.org/officeDocument/2006/relationships/image" Target="../media/image811.png"/><Relationship Id="rId2" Type="http://schemas.openxmlformats.org/officeDocument/2006/relationships/slideLayout" Target="../slideLayouts/slideLayout7.xml"/><Relationship Id="rId1" Type="http://schemas.openxmlformats.org/officeDocument/2006/relationships/tags" Target="../tags/tag72.xml"/></Relationships>
</file>

<file path=ppt/slides/_rels/slide217.xml.rels><?xml version="1.0" encoding="UTF-8" standalone="yes"?>
<Relationships xmlns="http://schemas.openxmlformats.org/package/2006/relationships"><Relationship Id="rId8" Type="http://schemas.openxmlformats.org/officeDocument/2006/relationships/oleObject" Target="../embeddings/oleObject815.bin"/><Relationship Id="rId13" Type="http://schemas.openxmlformats.org/officeDocument/2006/relationships/image" Target="../media/image817.emf"/><Relationship Id="rId18" Type="http://schemas.openxmlformats.org/officeDocument/2006/relationships/oleObject" Target="../embeddings/oleObject820.bin"/><Relationship Id="rId3" Type="http://schemas.openxmlformats.org/officeDocument/2006/relationships/image" Target="../media/image812.wmf"/><Relationship Id="rId21" Type="http://schemas.openxmlformats.org/officeDocument/2006/relationships/image" Target="../media/image821.wmf"/><Relationship Id="rId7" Type="http://schemas.openxmlformats.org/officeDocument/2006/relationships/image" Target="../media/image814.wmf"/><Relationship Id="rId12" Type="http://schemas.openxmlformats.org/officeDocument/2006/relationships/oleObject" Target="../embeddings/oleObject817.bin"/><Relationship Id="rId17" Type="http://schemas.openxmlformats.org/officeDocument/2006/relationships/image" Target="../media/image819.wmf"/><Relationship Id="rId2" Type="http://schemas.openxmlformats.org/officeDocument/2006/relationships/oleObject" Target="../embeddings/oleObject812.bin"/><Relationship Id="rId16" Type="http://schemas.openxmlformats.org/officeDocument/2006/relationships/oleObject" Target="../embeddings/oleObject819.bin"/><Relationship Id="rId20" Type="http://schemas.openxmlformats.org/officeDocument/2006/relationships/oleObject" Target="../embeddings/oleObject821.bin"/><Relationship Id="rId1" Type="http://schemas.openxmlformats.org/officeDocument/2006/relationships/slideLayout" Target="../slideLayouts/slideLayout7.xml"/><Relationship Id="rId6" Type="http://schemas.openxmlformats.org/officeDocument/2006/relationships/oleObject" Target="../embeddings/oleObject814.bin"/><Relationship Id="rId11" Type="http://schemas.openxmlformats.org/officeDocument/2006/relationships/image" Target="../media/image816.wmf"/><Relationship Id="rId5" Type="http://schemas.openxmlformats.org/officeDocument/2006/relationships/image" Target="../media/image813.wmf"/><Relationship Id="rId15" Type="http://schemas.openxmlformats.org/officeDocument/2006/relationships/image" Target="../media/image818.wmf"/><Relationship Id="rId10" Type="http://schemas.openxmlformats.org/officeDocument/2006/relationships/oleObject" Target="../embeddings/oleObject816.bin"/><Relationship Id="rId19" Type="http://schemas.openxmlformats.org/officeDocument/2006/relationships/image" Target="../media/image820.wmf"/><Relationship Id="rId4" Type="http://schemas.openxmlformats.org/officeDocument/2006/relationships/oleObject" Target="../embeddings/oleObject813.bin"/><Relationship Id="rId9" Type="http://schemas.openxmlformats.org/officeDocument/2006/relationships/image" Target="../media/image815.wmf"/><Relationship Id="rId14" Type="http://schemas.openxmlformats.org/officeDocument/2006/relationships/oleObject" Target="../embeddings/oleObject818.bin"/></Relationships>
</file>

<file path=ppt/slides/_rels/slide218.xml.rels><?xml version="1.0" encoding="UTF-8" standalone="yes"?>
<Relationships xmlns="http://schemas.openxmlformats.org/package/2006/relationships"><Relationship Id="rId3" Type="http://schemas.openxmlformats.org/officeDocument/2006/relationships/image" Target="../media/image822.png"/><Relationship Id="rId2" Type="http://schemas.openxmlformats.org/officeDocument/2006/relationships/slideLayout" Target="../slideLayouts/slideLayout7.xml"/><Relationship Id="rId1" Type="http://schemas.openxmlformats.org/officeDocument/2006/relationships/tags" Target="../tags/tag73.xml"/></Relationships>
</file>

<file path=ppt/slides/_rels/slide219.xml.rels><?xml version="1.0" encoding="UTF-8" standalone="yes"?>
<Relationships xmlns="http://schemas.openxmlformats.org/package/2006/relationships"><Relationship Id="rId3" Type="http://schemas.openxmlformats.org/officeDocument/2006/relationships/image" Target="../media/image823.png"/><Relationship Id="rId2" Type="http://schemas.openxmlformats.org/officeDocument/2006/relationships/slideLayout" Target="../slideLayouts/slideLayout7.xml"/><Relationship Id="rId1" Type="http://schemas.openxmlformats.org/officeDocument/2006/relationships/tags" Target="../tags/tag74.xml"/></Relationships>
</file>

<file path=ppt/slides/_rels/slide220.xml.rels><?xml version="1.0" encoding="UTF-8" standalone="yes"?>
<Relationships xmlns="http://schemas.openxmlformats.org/package/2006/relationships"><Relationship Id="rId3" Type="http://schemas.openxmlformats.org/officeDocument/2006/relationships/image" Target="../media/image824.png"/><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221.xml.rels><?xml version="1.0" encoding="UTF-8" standalone="yes"?>
<Relationships xmlns="http://schemas.openxmlformats.org/package/2006/relationships"><Relationship Id="rId8" Type="http://schemas.openxmlformats.org/officeDocument/2006/relationships/image" Target="../media/image827.wmf"/><Relationship Id="rId13" Type="http://schemas.openxmlformats.org/officeDocument/2006/relationships/oleObject" Target="../embeddings/oleObject827.bin"/><Relationship Id="rId18" Type="http://schemas.openxmlformats.org/officeDocument/2006/relationships/image" Target="../media/image832.emf"/><Relationship Id="rId3" Type="http://schemas.openxmlformats.org/officeDocument/2006/relationships/oleObject" Target="../embeddings/oleObject822.bin"/><Relationship Id="rId21" Type="http://schemas.openxmlformats.org/officeDocument/2006/relationships/oleObject" Target="../embeddings/oleObject831.bin"/><Relationship Id="rId7" Type="http://schemas.openxmlformats.org/officeDocument/2006/relationships/oleObject" Target="../embeddings/oleObject824.bin"/><Relationship Id="rId12" Type="http://schemas.openxmlformats.org/officeDocument/2006/relationships/image" Target="../media/image829.wmf"/><Relationship Id="rId17" Type="http://schemas.openxmlformats.org/officeDocument/2006/relationships/oleObject" Target="../embeddings/oleObject829.bin"/><Relationship Id="rId2" Type="http://schemas.openxmlformats.org/officeDocument/2006/relationships/notesSlide" Target="../notesSlides/notesSlide54.xml"/><Relationship Id="rId16" Type="http://schemas.openxmlformats.org/officeDocument/2006/relationships/image" Target="../media/image831.emf"/><Relationship Id="rId20" Type="http://schemas.openxmlformats.org/officeDocument/2006/relationships/image" Target="../media/image833.emf"/><Relationship Id="rId1" Type="http://schemas.openxmlformats.org/officeDocument/2006/relationships/slideLayout" Target="../slideLayouts/slideLayout7.xml"/><Relationship Id="rId6" Type="http://schemas.openxmlformats.org/officeDocument/2006/relationships/image" Target="../media/image826.emf"/><Relationship Id="rId11" Type="http://schemas.openxmlformats.org/officeDocument/2006/relationships/oleObject" Target="../embeddings/oleObject826.bin"/><Relationship Id="rId5" Type="http://schemas.openxmlformats.org/officeDocument/2006/relationships/oleObject" Target="../embeddings/oleObject823.bin"/><Relationship Id="rId15" Type="http://schemas.openxmlformats.org/officeDocument/2006/relationships/oleObject" Target="../embeddings/oleObject828.bin"/><Relationship Id="rId10" Type="http://schemas.openxmlformats.org/officeDocument/2006/relationships/image" Target="../media/image828.wmf"/><Relationship Id="rId19" Type="http://schemas.openxmlformats.org/officeDocument/2006/relationships/oleObject" Target="../embeddings/oleObject830.bin"/><Relationship Id="rId4" Type="http://schemas.openxmlformats.org/officeDocument/2006/relationships/image" Target="../media/image825.emf"/><Relationship Id="rId9" Type="http://schemas.openxmlformats.org/officeDocument/2006/relationships/oleObject" Target="../embeddings/oleObject825.bin"/><Relationship Id="rId14" Type="http://schemas.openxmlformats.org/officeDocument/2006/relationships/image" Target="../media/image830.wmf"/><Relationship Id="rId22" Type="http://schemas.openxmlformats.org/officeDocument/2006/relationships/image" Target="../media/image834.emf"/></Relationships>
</file>

<file path=ppt/slides/_rels/slide222.xml.rels><?xml version="1.0" encoding="UTF-8" standalone="yes"?>
<Relationships xmlns="http://schemas.openxmlformats.org/package/2006/relationships"><Relationship Id="rId8" Type="http://schemas.openxmlformats.org/officeDocument/2006/relationships/image" Target="../media/image828.wmf"/><Relationship Id="rId13" Type="http://schemas.openxmlformats.org/officeDocument/2006/relationships/oleObject" Target="../embeddings/oleObject837.bin"/><Relationship Id="rId3" Type="http://schemas.openxmlformats.org/officeDocument/2006/relationships/oleObject" Target="../embeddings/oleObject832.bin"/><Relationship Id="rId7" Type="http://schemas.openxmlformats.org/officeDocument/2006/relationships/oleObject" Target="../embeddings/oleObject834.bin"/><Relationship Id="rId12" Type="http://schemas.openxmlformats.org/officeDocument/2006/relationships/image" Target="../media/image830.wmf"/><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image" Target="../media/image827.wmf"/><Relationship Id="rId11" Type="http://schemas.openxmlformats.org/officeDocument/2006/relationships/oleObject" Target="../embeddings/oleObject836.bin"/><Relationship Id="rId5" Type="http://schemas.openxmlformats.org/officeDocument/2006/relationships/oleObject" Target="../embeddings/oleObject833.bin"/><Relationship Id="rId10" Type="http://schemas.openxmlformats.org/officeDocument/2006/relationships/image" Target="../media/image829.wmf"/><Relationship Id="rId4" Type="http://schemas.openxmlformats.org/officeDocument/2006/relationships/image" Target="../media/image835.wmf"/><Relationship Id="rId9" Type="http://schemas.openxmlformats.org/officeDocument/2006/relationships/oleObject" Target="../embeddings/oleObject835.bin"/><Relationship Id="rId14" Type="http://schemas.openxmlformats.org/officeDocument/2006/relationships/oleObject" Target="../embeddings/oleObject838.bin"/></Relationships>
</file>

<file path=ppt/slides/_rels/slide223.xml.rels><?xml version="1.0" encoding="UTF-8" standalone="yes"?>
<Relationships xmlns="http://schemas.openxmlformats.org/package/2006/relationships"><Relationship Id="rId8" Type="http://schemas.openxmlformats.org/officeDocument/2006/relationships/image" Target="../media/image838.wmf"/><Relationship Id="rId3" Type="http://schemas.openxmlformats.org/officeDocument/2006/relationships/oleObject" Target="../embeddings/oleObject839.bin"/><Relationship Id="rId7" Type="http://schemas.openxmlformats.org/officeDocument/2006/relationships/oleObject" Target="../embeddings/oleObject841.bin"/><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image" Target="../media/image837.wmf"/><Relationship Id="rId5" Type="http://schemas.openxmlformats.org/officeDocument/2006/relationships/oleObject" Target="../embeddings/oleObject840.bin"/><Relationship Id="rId4" Type="http://schemas.openxmlformats.org/officeDocument/2006/relationships/image" Target="../media/image836.wmf"/></Relationships>
</file>

<file path=ppt/slides/_rels/slide224.xml.rels><?xml version="1.0" encoding="UTF-8" standalone="yes"?>
<Relationships xmlns="http://schemas.openxmlformats.org/package/2006/relationships"><Relationship Id="rId3" Type="http://schemas.openxmlformats.org/officeDocument/2006/relationships/image" Target="../media/image839.png"/><Relationship Id="rId2" Type="http://schemas.openxmlformats.org/officeDocument/2006/relationships/slideLayout" Target="../slideLayouts/slideLayout7.xml"/><Relationship Id="rId1" Type="http://schemas.openxmlformats.org/officeDocument/2006/relationships/tags" Target="../tags/tag76.xml"/><Relationship Id="rId4" Type="http://schemas.openxmlformats.org/officeDocument/2006/relationships/image" Target="../media/image840.png"/></Relationships>
</file>

<file path=ppt/slides/_rels/slide225.xml.rels><?xml version="1.0" encoding="UTF-8" standalone="yes"?>
<Relationships xmlns="http://schemas.openxmlformats.org/package/2006/relationships"><Relationship Id="rId3" Type="http://schemas.openxmlformats.org/officeDocument/2006/relationships/image" Target="../media/image841.png"/><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226.xml.rels><?xml version="1.0" encoding="UTF-8" standalone="yes"?>
<Relationships xmlns="http://schemas.openxmlformats.org/package/2006/relationships"><Relationship Id="rId3" Type="http://schemas.openxmlformats.org/officeDocument/2006/relationships/image" Target="../media/image842.png"/><Relationship Id="rId2" Type="http://schemas.openxmlformats.org/officeDocument/2006/relationships/slideLayout" Target="../slideLayouts/slideLayout7.xml"/><Relationship Id="rId1" Type="http://schemas.openxmlformats.org/officeDocument/2006/relationships/tags" Target="../tags/tag78.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8" Type="http://schemas.openxmlformats.org/officeDocument/2006/relationships/oleObject" Target="../embeddings/oleObject845.bin"/><Relationship Id="rId13" Type="http://schemas.openxmlformats.org/officeDocument/2006/relationships/image" Target="../media/image848.wmf"/><Relationship Id="rId18" Type="http://schemas.openxmlformats.org/officeDocument/2006/relationships/oleObject" Target="../embeddings/oleObject850.bin"/><Relationship Id="rId3" Type="http://schemas.openxmlformats.org/officeDocument/2006/relationships/image" Target="../media/image843.emf"/><Relationship Id="rId21" Type="http://schemas.openxmlformats.org/officeDocument/2006/relationships/image" Target="../media/image852.emf"/><Relationship Id="rId7" Type="http://schemas.openxmlformats.org/officeDocument/2006/relationships/image" Target="../media/image845.wmf"/><Relationship Id="rId12" Type="http://schemas.openxmlformats.org/officeDocument/2006/relationships/oleObject" Target="../embeddings/oleObject847.bin"/><Relationship Id="rId17" Type="http://schemas.openxmlformats.org/officeDocument/2006/relationships/image" Target="../media/image850.emf"/><Relationship Id="rId2" Type="http://schemas.openxmlformats.org/officeDocument/2006/relationships/oleObject" Target="../embeddings/oleObject842.bin"/><Relationship Id="rId16" Type="http://schemas.openxmlformats.org/officeDocument/2006/relationships/oleObject" Target="../embeddings/oleObject849.bin"/><Relationship Id="rId20" Type="http://schemas.openxmlformats.org/officeDocument/2006/relationships/oleObject" Target="../embeddings/oleObject851.bin"/><Relationship Id="rId1" Type="http://schemas.openxmlformats.org/officeDocument/2006/relationships/slideLayout" Target="../slideLayouts/slideLayout7.xml"/><Relationship Id="rId6" Type="http://schemas.openxmlformats.org/officeDocument/2006/relationships/oleObject" Target="../embeddings/oleObject844.bin"/><Relationship Id="rId11" Type="http://schemas.openxmlformats.org/officeDocument/2006/relationships/image" Target="../media/image847.wmf"/><Relationship Id="rId5" Type="http://schemas.openxmlformats.org/officeDocument/2006/relationships/image" Target="../media/image844.wmf"/><Relationship Id="rId15" Type="http://schemas.openxmlformats.org/officeDocument/2006/relationships/image" Target="../media/image849.wmf"/><Relationship Id="rId10" Type="http://schemas.openxmlformats.org/officeDocument/2006/relationships/oleObject" Target="../embeddings/oleObject846.bin"/><Relationship Id="rId19" Type="http://schemas.openxmlformats.org/officeDocument/2006/relationships/image" Target="../media/image851.emf"/><Relationship Id="rId4" Type="http://schemas.openxmlformats.org/officeDocument/2006/relationships/oleObject" Target="../embeddings/oleObject843.bin"/><Relationship Id="rId9" Type="http://schemas.openxmlformats.org/officeDocument/2006/relationships/image" Target="../media/image846.wmf"/><Relationship Id="rId14" Type="http://schemas.openxmlformats.org/officeDocument/2006/relationships/oleObject" Target="../embeddings/oleObject848.bin"/></Relationships>
</file>

<file path=ppt/slides/_rels/slide230.xml.rels><?xml version="1.0" encoding="UTF-8" standalone="yes"?>
<Relationships xmlns="http://schemas.openxmlformats.org/package/2006/relationships"><Relationship Id="rId8" Type="http://schemas.openxmlformats.org/officeDocument/2006/relationships/image" Target="../media/image855.wmf"/><Relationship Id="rId13" Type="http://schemas.openxmlformats.org/officeDocument/2006/relationships/oleObject" Target="../embeddings/oleObject857.bin"/><Relationship Id="rId3" Type="http://schemas.openxmlformats.org/officeDocument/2006/relationships/oleObject" Target="../embeddings/oleObject852.bin"/><Relationship Id="rId7" Type="http://schemas.openxmlformats.org/officeDocument/2006/relationships/oleObject" Target="../embeddings/oleObject854.bin"/><Relationship Id="rId12" Type="http://schemas.openxmlformats.org/officeDocument/2006/relationships/image" Target="../media/image857.wmf"/><Relationship Id="rId2" Type="http://schemas.openxmlformats.org/officeDocument/2006/relationships/notesSlide" Target="../notesSlides/notesSlide57.xml"/><Relationship Id="rId16" Type="http://schemas.openxmlformats.org/officeDocument/2006/relationships/image" Target="../media/image859.emf"/><Relationship Id="rId1" Type="http://schemas.openxmlformats.org/officeDocument/2006/relationships/slideLayout" Target="../slideLayouts/slideLayout6.xml"/><Relationship Id="rId6" Type="http://schemas.openxmlformats.org/officeDocument/2006/relationships/image" Target="../media/image854.wmf"/><Relationship Id="rId11" Type="http://schemas.openxmlformats.org/officeDocument/2006/relationships/oleObject" Target="../embeddings/oleObject856.bin"/><Relationship Id="rId5" Type="http://schemas.openxmlformats.org/officeDocument/2006/relationships/oleObject" Target="../embeddings/oleObject853.bin"/><Relationship Id="rId15" Type="http://schemas.openxmlformats.org/officeDocument/2006/relationships/oleObject" Target="../embeddings/oleObject858.bin"/><Relationship Id="rId10" Type="http://schemas.openxmlformats.org/officeDocument/2006/relationships/image" Target="../media/image856.wmf"/><Relationship Id="rId4" Type="http://schemas.openxmlformats.org/officeDocument/2006/relationships/image" Target="../media/image853.wmf"/><Relationship Id="rId9" Type="http://schemas.openxmlformats.org/officeDocument/2006/relationships/oleObject" Target="../embeddings/oleObject855.bin"/><Relationship Id="rId14" Type="http://schemas.openxmlformats.org/officeDocument/2006/relationships/image" Target="../media/image858.wmf"/></Relationships>
</file>

<file path=ppt/slides/_rels/slide231.xml.rels><?xml version="1.0" encoding="UTF-8" standalone="yes"?>
<Relationships xmlns="http://schemas.openxmlformats.org/package/2006/relationships"><Relationship Id="rId8" Type="http://schemas.openxmlformats.org/officeDocument/2006/relationships/image" Target="../media/image862.wmf"/><Relationship Id="rId13" Type="http://schemas.openxmlformats.org/officeDocument/2006/relationships/oleObject" Target="../embeddings/oleObject864.bin"/><Relationship Id="rId3" Type="http://schemas.openxmlformats.org/officeDocument/2006/relationships/oleObject" Target="../embeddings/oleObject859.bin"/><Relationship Id="rId7" Type="http://schemas.openxmlformats.org/officeDocument/2006/relationships/oleObject" Target="../embeddings/oleObject861.bin"/><Relationship Id="rId12" Type="http://schemas.openxmlformats.org/officeDocument/2006/relationships/image" Target="../media/image864.wmf"/><Relationship Id="rId2" Type="http://schemas.openxmlformats.org/officeDocument/2006/relationships/notesSlide" Target="../notesSlides/notesSlide58.xml"/><Relationship Id="rId16" Type="http://schemas.openxmlformats.org/officeDocument/2006/relationships/image" Target="../media/image866.emf"/><Relationship Id="rId1" Type="http://schemas.openxmlformats.org/officeDocument/2006/relationships/slideLayout" Target="../slideLayouts/slideLayout7.xml"/><Relationship Id="rId6" Type="http://schemas.openxmlformats.org/officeDocument/2006/relationships/image" Target="../media/image861.wmf"/><Relationship Id="rId11" Type="http://schemas.openxmlformats.org/officeDocument/2006/relationships/oleObject" Target="../embeddings/oleObject863.bin"/><Relationship Id="rId5" Type="http://schemas.openxmlformats.org/officeDocument/2006/relationships/oleObject" Target="../embeddings/oleObject860.bin"/><Relationship Id="rId15" Type="http://schemas.openxmlformats.org/officeDocument/2006/relationships/oleObject" Target="../embeddings/oleObject865.bin"/><Relationship Id="rId10" Type="http://schemas.openxmlformats.org/officeDocument/2006/relationships/image" Target="../media/image863.wmf"/><Relationship Id="rId4" Type="http://schemas.openxmlformats.org/officeDocument/2006/relationships/image" Target="../media/image860.wmf"/><Relationship Id="rId9" Type="http://schemas.openxmlformats.org/officeDocument/2006/relationships/oleObject" Target="../embeddings/oleObject862.bin"/><Relationship Id="rId14" Type="http://schemas.openxmlformats.org/officeDocument/2006/relationships/image" Target="../media/image865.emf"/></Relationships>
</file>

<file path=ppt/slides/_rels/slide232.xml.rels><?xml version="1.0" encoding="UTF-8" standalone="yes"?>
<Relationships xmlns="http://schemas.openxmlformats.org/package/2006/relationships"><Relationship Id="rId8" Type="http://schemas.openxmlformats.org/officeDocument/2006/relationships/oleObject" Target="../embeddings/oleObject869.bin"/><Relationship Id="rId13" Type="http://schemas.openxmlformats.org/officeDocument/2006/relationships/image" Target="../media/image872.wmf"/><Relationship Id="rId18" Type="http://schemas.openxmlformats.org/officeDocument/2006/relationships/oleObject" Target="../embeddings/oleObject874.bin"/><Relationship Id="rId3" Type="http://schemas.openxmlformats.org/officeDocument/2006/relationships/image" Target="../media/image867.wmf"/><Relationship Id="rId7" Type="http://schemas.openxmlformats.org/officeDocument/2006/relationships/image" Target="../media/image869.wmf"/><Relationship Id="rId12" Type="http://schemas.openxmlformats.org/officeDocument/2006/relationships/oleObject" Target="../embeddings/oleObject871.bin"/><Relationship Id="rId17" Type="http://schemas.openxmlformats.org/officeDocument/2006/relationships/image" Target="../media/image874.wmf"/><Relationship Id="rId2" Type="http://schemas.openxmlformats.org/officeDocument/2006/relationships/oleObject" Target="../embeddings/oleObject866.bin"/><Relationship Id="rId16" Type="http://schemas.openxmlformats.org/officeDocument/2006/relationships/oleObject" Target="../embeddings/oleObject873.bin"/><Relationship Id="rId1" Type="http://schemas.openxmlformats.org/officeDocument/2006/relationships/slideLayout" Target="../slideLayouts/slideLayout7.xml"/><Relationship Id="rId6" Type="http://schemas.openxmlformats.org/officeDocument/2006/relationships/oleObject" Target="../embeddings/oleObject868.bin"/><Relationship Id="rId11" Type="http://schemas.openxmlformats.org/officeDocument/2006/relationships/image" Target="../media/image871.wmf"/><Relationship Id="rId5" Type="http://schemas.openxmlformats.org/officeDocument/2006/relationships/image" Target="../media/image868.wmf"/><Relationship Id="rId15" Type="http://schemas.openxmlformats.org/officeDocument/2006/relationships/image" Target="../media/image873.wmf"/><Relationship Id="rId10" Type="http://schemas.openxmlformats.org/officeDocument/2006/relationships/oleObject" Target="../embeddings/oleObject870.bin"/><Relationship Id="rId19" Type="http://schemas.openxmlformats.org/officeDocument/2006/relationships/image" Target="../media/image875.wmf"/><Relationship Id="rId4" Type="http://schemas.openxmlformats.org/officeDocument/2006/relationships/oleObject" Target="../embeddings/oleObject867.bin"/><Relationship Id="rId9" Type="http://schemas.openxmlformats.org/officeDocument/2006/relationships/image" Target="../media/image870.wmf"/><Relationship Id="rId14" Type="http://schemas.openxmlformats.org/officeDocument/2006/relationships/oleObject" Target="../embeddings/oleObject872.bin"/></Relationships>
</file>

<file path=ppt/slides/_rels/slide2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877.png"/><Relationship Id="rId4" Type="http://schemas.openxmlformats.org/officeDocument/2006/relationships/image" Target="../media/image876.png"/></Relationships>
</file>

<file path=ppt/slides/_rels/slide234.xml.rels><?xml version="1.0" encoding="UTF-8" standalone="yes"?>
<Relationships xmlns="http://schemas.openxmlformats.org/package/2006/relationships"><Relationship Id="rId3" Type="http://schemas.openxmlformats.org/officeDocument/2006/relationships/image" Target="../media/image878.png"/><Relationship Id="rId2" Type="http://schemas.openxmlformats.org/officeDocument/2006/relationships/slideLayout" Target="../slideLayouts/slideLayout7.xml"/><Relationship Id="rId1" Type="http://schemas.openxmlformats.org/officeDocument/2006/relationships/tags" Target="../tags/tag81.xml"/></Relationships>
</file>

<file path=ppt/slides/_rels/slide235.xml.rels><?xml version="1.0" encoding="UTF-8" standalone="yes"?>
<Relationships xmlns="http://schemas.openxmlformats.org/package/2006/relationships"><Relationship Id="rId3" Type="http://schemas.openxmlformats.org/officeDocument/2006/relationships/image" Target="../media/image879.png"/><Relationship Id="rId2" Type="http://schemas.openxmlformats.org/officeDocument/2006/relationships/slideLayout" Target="../slideLayouts/slideLayout7.xml"/><Relationship Id="rId1" Type="http://schemas.openxmlformats.org/officeDocument/2006/relationships/tags" Target="../tags/tag82.xml"/></Relationships>
</file>

<file path=ppt/slides/_rels/slide236.xml.rels><?xml version="1.0" encoding="UTF-8" standalone="yes"?>
<Relationships xmlns="http://schemas.openxmlformats.org/package/2006/relationships"><Relationship Id="rId8" Type="http://schemas.openxmlformats.org/officeDocument/2006/relationships/image" Target="../media/image882.wmf"/><Relationship Id="rId13" Type="http://schemas.openxmlformats.org/officeDocument/2006/relationships/oleObject" Target="../embeddings/oleObject880.bin"/><Relationship Id="rId18" Type="http://schemas.openxmlformats.org/officeDocument/2006/relationships/image" Target="../media/image887.wmf"/><Relationship Id="rId26" Type="http://schemas.openxmlformats.org/officeDocument/2006/relationships/image" Target="../media/image891.wmf"/><Relationship Id="rId3" Type="http://schemas.openxmlformats.org/officeDocument/2006/relationships/oleObject" Target="../embeddings/oleObject875.bin"/><Relationship Id="rId21" Type="http://schemas.openxmlformats.org/officeDocument/2006/relationships/oleObject" Target="../embeddings/oleObject884.bin"/><Relationship Id="rId7" Type="http://schemas.openxmlformats.org/officeDocument/2006/relationships/oleObject" Target="../embeddings/oleObject877.bin"/><Relationship Id="rId12" Type="http://schemas.openxmlformats.org/officeDocument/2006/relationships/image" Target="../media/image884.wmf"/><Relationship Id="rId17" Type="http://schemas.openxmlformats.org/officeDocument/2006/relationships/oleObject" Target="../embeddings/oleObject882.bin"/><Relationship Id="rId25" Type="http://schemas.openxmlformats.org/officeDocument/2006/relationships/oleObject" Target="../embeddings/oleObject886.bin"/><Relationship Id="rId2" Type="http://schemas.openxmlformats.org/officeDocument/2006/relationships/notesSlide" Target="../notesSlides/notesSlide59.xml"/><Relationship Id="rId16" Type="http://schemas.openxmlformats.org/officeDocument/2006/relationships/image" Target="../media/image886.wmf"/><Relationship Id="rId20" Type="http://schemas.openxmlformats.org/officeDocument/2006/relationships/image" Target="../media/image888.wmf"/><Relationship Id="rId1" Type="http://schemas.openxmlformats.org/officeDocument/2006/relationships/slideLayout" Target="../slideLayouts/slideLayout7.xml"/><Relationship Id="rId6" Type="http://schemas.openxmlformats.org/officeDocument/2006/relationships/image" Target="../media/image881.wmf"/><Relationship Id="rId11" Type="http://schemas.openxmlformats.org/officeDocument/2006/relationships/oleObject" Target="../embeddings/oleObject879.bin"/><Relationship Id="rId24" Type="http://schemas.openxmlformats.org/officeDocument/2006/relationships/image" Target="../media/image890.wmf"/><Relationship Id="rId5" Type="http://schemas.openxmlformats.org/officeDocument/2006/relationships/oleObject" Target="../embeddings/oleObject876.bin"/><Relationship Id="rId15" Type="http://schemas.openxmlformats.org/officeDocument/2006/relationships/oleObject" Target="../embeddings/oleObject881.bin"/><Relationship Id="rId23" Type="http://schemas.openxmlformats.org/officeDocument/2006/relationships/oleObject" Target="../embeddings/oleObject885.bin"/><Relationship Id="rId10" Type="http://schemas.openxmlformats.org/officeDocument/2006/relationships/image" Target="../media/image883.wmf"/><Relationship Id="rId19" Type="http://schemas.openxmlformats.org/officeDocument/2006/relationships/oleObject" Target="../embeddings/oleObject883.bin"/><Relationship Id="rId4" Type="http://schemas.openxmlformats.org/officeDocument/2006/relationships/image" Target="../media/image880.wmf"/><Relationship Id="rId9" Type="http://schemas.openxmlformats.org/officeDocument/2006/relationships/oleObject" Target="../embeddings/oleObject878.bin"/><Relationship Id="rId14" Type="http://schemas.openxmlformats.org/officeDocument/2006/relationships/image" Target="../media/image885.wmf"/><Relationship Id="rId22" Type="http://schemas.openxmlformats.org/officeDocument/2006/relationships/image" Target="../media/image889.wmf"/></Relationships>
</file>

<file path=ppt/slides/_rels/slide237.xml.rels><?xml version="1.0" encoding="UTF-8" standalone="yes"?>
<Relationships xmlns="http://schemas.openxmlformats.org/package/2006/relationships"><Relationship Id="rId8" Type="http://schemas.openxmlformats.org/officeDocument/2006/relationships/image" Target="../media/image894.wmf"/><Relationship Id="rId3" Type="http://schemas.openxmlformats.org/officeDocument/2006/relationships/oleObject" Target="../embeddings/oleObject887.bin"/><Relationship Id="rId7" Type="http://schemas.openxmlformats.org/officeDocument/2006/relationships/oleObject" Target="../embeddings/oleObject889.bin"/><Relationship Id="rId12" Type="http://schemas.openxmlformats.org/officeDocument/2006/relationships/image" Target="../media/image896.wmf"/><Relationship Id="rId2" Type="http://schemas.openxmlformats.org/officeDocument/2006/relationships/notesSlide" Target="../notesSlides/notesSlide60.xml"/><Relationship Id="rId1" Type="http://schemas.openxmlformats.org/officeDocument/2006/relationships/slideLayout" Target="../slideLayouts/slideLayout7.xml"/><Relationship Id="rId6" Type="http://schemas.openxmlformats.org/officeDocument/2006/relationships/image" Target="../media/image893.wmf"/><Relationship Id="rId11" Type="http://schemas.openxmlformats.org/officeDocument/2006/relationships/oleObject" Target="../embeddings/oleObject891.bin"/><Relationship Id="rId5" Type="http://schemas.openxmlformats.org/officeDocument/2006/relationships/oleObject" Target="../embeddings/oleObject888.bin"/><Relationship Id="rId10" Type="http://schemas.openxmlformats.org/officeDocument/2006/relationships/image" Target="../media/image895.wmf"/><Relationship Id="rId4" Type="http://schemas.openxmlformats.org/officeDocument/2006/relationships/image" Target="../media/image892.wmf"/><Relationship Id="rId9" Type="http://schemas.openxmlformats.org/officeDocument/2006/relationships/oleObject" Target="../embeddings/oleObject890.bin"/></Relationships>
</file>

<file path=ppt/slides/_rels/slide238.xml.rels><?xml version="1.0" encoding="UTF-8" standalone="yes"?>
<Relationships xmlns="http://schemas.openxmlformats.org/package/2006/relationships"><Relationship Id="rId3" Type="http://schemas.openxmlformats.org/officeDocument/2006/relationships/image" Target="../media/image897.png"/><Relationship Id="rId2" Type="http://schemas.openxmlformats.org/officeDocument/2006/relationships/slideLayout" Target="../slideLayouts/slideLayout7.xml"/><Relationship Id="rId1" Type="http://schemas.openxmlformats.org/officeDocument/2006/relationships/tags" Target="../tags/tag83.xml"/></Relationships>
</file>

<file path=ppt/slides/_rels/slide239.xml.rels><?xml version="1.0" encoding="UTF-8" standalone="yes"?>
<Relationships xmlns="http://schemas.openxmlformats.org/package/2006/relationships"><Relationship Id="rId3" Type="http://schemas.openxmlformats.org/officeDocument/2006/relationships/image" Target="../media/image898.png"/><Relationship Id="rId2" Type="http://schemas.openxmlformats.org/officeDocument/2006/relationships/slideLayout" Target="../slideLayouts/slideLayout7.xml"/><Relationship Id="rId1" Type="http://schemas.openxmlformats.org/officeDocument/2006/relationships/tags" Target="../tags/tag84.xml"/></Relationships>
</file>

<file path=ppt/slides/_rels/slide240.xml.rels><?xml version="1.0" encoding="UTF-8" standalone="yes"?>
<Relationships xmlns="http://schemas.openxmlformats.org/package/2006/relationships"><Relationship Id="rId8" Type="http://schemas.openxmlformats.org/officeDocument/2006/relationships/oleObject" Target="../embeddings/oleObject895.bin"/><Relationship Id="rId3" Type="http://schemas.openxmlformats.org/officeDocument/2006/relationships/image" Target="../media/image899.wmf"/><Relationship Id="rId7" Type="http://schemas.openxmlformats.org/officeDocument/2006/relationships/image" Target="../media/image901.emf"/><Relationship Id="rId2" Type="http://schemas.openxmlformats.org/officeDocument/2006/relationships/oleObject" Target="../embeddings/oleObject892.bin"/><Relationship Id="rId1" Type="http://schemas.openxmlformats.org/officeDocument/2006/relationships/slideLayout" Target="../slideLayouts/slideLayout7.xml"/><Relationship Id="rId6" Type="http://schemas.openxmlformats.org/officeDocument/2006/relationships/oleObject" Target="../embeddings/oleObject894.bin"/><Relationship Id="rId11" Type="http://schemas.openxmlformats.org/officeDocument/2006/relationships/image" Target="../media/image903.emf"/><Relationship Id="rId5" Type="http://schemas.openxmlformats.org/officeDocument/2006/relationships/image" Target="../media/image900.wmf"/><Relationship Id="rId10" Type="http://schemas.openxmlformats.org/officeDocument/2006/relationships/oleObject" Target="../embeddings/oleObject896.bin"/><Relationship Id="rId4" Type="http://schemas.openxmlformats.org/officeDocument/2006/relationships/oleObject" Target="../embeddings/oleObject893.bin"/><Relationship Id="rId9" Type="http://schemas.openxmlformats.org/officeDocument/2006/relationships/image" Target="../media/image902.emf"/></Relationships>
</file>

<file path=ppt/slides/_rels/slide241.xml.rels><?xml version="1.0" encoding="UTF-8" standalone="yes"?>
<Relationships xmlns="http://schemas.openxmlformats.org/package/2006/relationships"><Relationship Id="rId13" Type="http://schemas.openxmlformats.org/officeDocument/2006/relationships/image" Target="../media/image908.wmf"/><Relationship Id="rId18" Type="http://schemas.openxmlformats.org/officeDocument/2006/relationships/oleObject" Target="../embeddings/oleObject905.bin"/><Relationship Id="rId26" Type="http://schemas.openxmlformats.org/officeDocument/2006/relationships/image" Target="../media/image914.wmf"/><Relationship Id="rId3" Type="http://schemas.openxmlformats.org/officeDocument/2006/relationships/image" Target="../media/image903.emf"/><Relationship Id="rId21" Type="http://schemas.openxmlformats.org/officeDocument/2006/relationships/image" Target="../media/image912.wmf"/><Relationship Id="rId34" Type="http://schemas.openxmlformats.org/officeDocument/2006/relationships/image" Target="../media/image918.wmf"/><Relationship Id="rId7" Type="http://schemas.openxmlformats.org/officeDocument/2006/relationships/image" Target="../media/image905.wmf"/><Relationship Id="rId12" Type="http://schemas.openxmlformats.org/officeDocument/2006/relationships/oleObject" Target="../embeddings/oleObject902.bin"/><Relationship Id="rId17" Type="http://schemas.openxmlformats.org/officeDocument/2006/relationships/image" Target="../media/image910.wmf"/><Relationship Id="rId25" Type="http://schemas.openxmlformats.org/officeDocument/2006/relationships/oleObject" Target="../embeddings/oleObject909.bin"/><Relationship Id="rId33" Type="http://schemas.openxmlformats.org/officeDocument/2006/relationships/oleObject" Target="../embeddings/oleObject913.bin"/><Relationship Id="rId2" Type="http://schemas.openxmlformats.org/officeDocument/2006/relationships/oleObject" Target="../embeddings/oleObject897.bin"/><Relationship Id="rId16" Type="http://schemas.openxmlformats.org/officeDocument/2006/relationships/oleObject" Target="../embeddings/oleObject904.bin"/><Relationship Id="rId20" Type="http://schemas.openxmlformats.org/officeDocument/2006/relationships/oleObject" Target="../embeddings/oleObject906.bin"/><Relationship Id="rId29" Type="http://schemas.openxmlformats.org/officeDocument/2006/relationships/oleObject" Target="../embeddings/oleObject911.bin"/><Relationship Id="rId1" Type="http://schemas.openxmlformats.org/officeDocument/2006/relationships/slideLayout" Target="../slideLayouts/slideLayout7.xml"/><Relationship Id="rId6" Type="http://schemas.openxmlformats.org/officeDocument/2006/relationships/oleObject" Target="../embeddings/oleObject899.bin"/><Relationship Id="rId11" Type="http://schemas.openxmlformats.org/officeDocument/2006/relationships/image" Target="../media/image907.wmf"/><Relationship Id="rId24" Type="http://schemas.openxmlformats.org/officeDocument/2006/relationships/image" Target="../media/image913.wmf"/><Relationship Id="rId32" Type="http://schemas.openxmlformats.org/officeDocument/2006/relationships/image" Target="../media/image917.wmf"/><Relationship Id="rId5" Type="http://schemas.openxmlformats.org/officeDocument/2006/relationships/image" Target="../media/image904.wmf"/><Relationship Id="rId15" Type="http://schemas.openxmlformats.org/officeDocument/2006/relationships/image" Target="../media/image909.wmf"/><Relationship Id="rId23" Type="http://schemas.openxmlformats.org/officeDocument/2006/relationships/oleObject" Target="../embeddings/oleObject908.bin"/><Relationship Id="rId28" Type="http://schemas.openxmlformats.org/officeDocument/2006/relationships/image" Target="../media/image915.wmf"/><Relationship Id="rId10" Type="http://schemas.openxmlformats.org/officeDocument/2006/relationships/oleObject" Target="../embeddings/oleObject901.bin"/><Relationship Id="rId19" Type="http://schemas.openxmlformats.org/officeDocument/2006/relationships/image" Target="../media/image911.wmf"/><Relationship Id="rId31" Type="http://schemas.openxmlformats.org/officeDocument/2006/relationships/oleObject" Target="../embeddings/oleObject912.bin"/><Relationship Id="rId4" Type="http://schemas.openxmlformats.org/officeDocument/2006/relationships/oleObject" Target="../embeddings/oleObject898.bin"/><Relationship Id="rId9" Type="http://schemas.openxmlformats.org/officeDocument/2006/relationships/image" Target="../media/image906.wmf"/><Relationship Id="rId14" Type="http://schemas.openxmlformats.org/officeDocument/2006/relationships/oleObject" Target="../embeddings/oleObject903.bin"/><Relationship Id="rId22" Type="http://schemas.openxmlformats.org/officeDocument/2006/relationships/oleObject" Target="../embeddings/oleObject907.bin"/><Relationship Id="rId27" Type="http://schemas.openxmlformats.org/officeDocument/2006/relationships/oleObject" Target="../embeddings/oleObject910.bin"/><Relationship Id="rId30" Type="http://schemas.openxmlformats.org/officeDocument/2006/relationships/image" Target="../media/image916.wmf"/><Relationship Id="rId8" Type="http://schemas.openxmlformats.org/officeDocument/2006/relationships/oleObject" Target="../embeddings/oleObject900.bin"/></Relationships>
</file>

<file path=ppt/slides/_rels/slide242.xml.rels><?xml version="1.0" encoding="UTF-8" standalone="yes"?>
<Relationships xmlns="http://schemas.openxmlformats.org/package/2006/relationships"><Relationship Id="rId8" Type="http://schemas.openxmlformats.org/officeDocument/2006/relationships/oleObject" Target="../embeddings/oleObject917.bin"/><Relationship Id="rId13" Type="http://schemas.openxmlformats.org/officeDocument/2006/relationships/image" Target="../media/image921.wmf"/><Relationship Id="rId18" Type="http://schemas.openxmlformats.org/officeDocument/2006/relationships/oleObject" Target="../embeddings/oleObject922.bin"/><Relationship Id="rId26" Type="http://schemas.openxmlformats.org/officeDocument/2006/relationships/oleObject" Target="../embeddings/oleObject926.bin"/><Relationship Id="rId3" Type="http://schemas.openxmlformats.org/officeDocument/2006/relationships/image" Target="../media/image903.emf"/><Relationship Id="rId21" Type="http://schemas.openxmlformats.org/officeDocument/2006/relationships/image" Target="../media/image905.wmf"/><Relationship Id="rId7" Type="http://schemas.openxmlformats.org/officeDocument/2006/relationships/image" Target="../media/image911.wmf"/><Relationship Id="rId12" Type="http://schemas.openxmlformats.org/officeDocument/2006/relationships/oleObject" Target="../embeddings/oleObject919.bin"/><Relationship Id="rId17" Type="http://schemas.openxmlformats.org/officeDocument/2006/relationships/image" Target="../media/image923.wmf"/><Relationship Id="rId25" Type="http://schemas.openxmlformats.org/officeDocument/2006/relationships/image" Target="../media/image907.wmf"/><Relationship Id="rId2" Type="http://schemas.openxmlformats.org/officeDocument/2006/relationships/oleObject" Target="../embeddings/oleObject914.bin"/><Relationship Id="rId16" Type="http://schemas.openxmlformats.org/officeDocument/2006/relationships/oleObject" Target="../embeddings/oleObject921.bin"/><Relationship Id="rId20" Type="http://schemas.openxmlformats.org/officeDocument/2006/relationships/oleObject" Target="../embeddings/oleObject923.bin"/><Relationship Id="rId29" Type="http://schemas.openxmlformats.org/officeDocument/2006/relationships/image" Target="../media/image912.wmf"/><Relationship Id="rId1" Type="http://schemas.openxmlformats.org/officeDocument/2006/relationships/slideLayout" Target="../slideLayouts/slideLayout7.xml"/><Relationship Id="rId6" Type="http://schemas.openxmlformats.org/officeDocument/2006/relationships/oleObject" Target="../embeddings/oleObject916.bin"/><Relationship Id="rId11" Type="http://schemas.openxmlformats.org/officeDocument/2006/relationships/image" Target="../media/image920.emf"/><Relationship Id="rId24" Type="http://schemas.openxmlformats.org/officeDocument/2006/relationships/oleObject" Target="../embeddings/oleObject925.bin"/><Relationship Id="rId5" Type="http://schemas.openxmlformats.org/officeDocument/2006/relationships/image" Target="../media/image904.wmf"/><Relationship Id="rId15" Type="http://schemas.openxmlformats.org/officeDocument/2006/relationships/image" Target="../media/image922.wmf"/><Relationship Id="rId23" Type="http://schemas.openxmlformats.org/officeDocument/2006/relationships/image" Target="../media/image906.wmf"/><Relationship Id="rId28" Type="http://schemas.openxmlformats.org/officeDocument/2006/relationships/oleObject" Target="../embeddings/oleObject927.bin"/><Relationship Id="rId10" Type="http://schemas.openxmlformats.org/officeDocument/2006/relationships/oleObject" Target="../embeddings/oleObject918.bin"/><Relationship Id="rId19" Type="http://schemas.openxmlformats.org/officeDocument/2006/relationships/image" Target="../media/image924.wmf"/><Relationship Id="rId4" Type="http://schemas.openxmlformats.org/officeDocument/2006/relationships/oleObject" Target="../embeddings/oleObject915.bin"/><Relationship Id="rId9" Type="http://schemas.openxmlformats.org/officeDocument/2006/relationships/image" Target="../media/image919.wmf"/><Relationship Id="rId14" Type="http://schemas.openxmlformats.org/officeDocument/2006/relationships/oleObject" Target="../embeddings/oleObject920.bin"/><Relationship Id="rId22" Type="http://schemas.openxmlformats.org/officeDocument/2006/relationships/oleObject" Target="../embeddings/oleObject924.bin"/><Relationship Id="rId27" Type="http://schemas.openxmlformats.org/officeDocument/2006/relationships/image" Target="../media/image908.wmf"/><Relationship Id="rId30" Type="http://schemas.openxmlformats.org/officeDocument/2006/relationships/oleObject" Target="../embeddings/oleObject928.bin"/></Relationships>
</file>

<file path=ppt/slides/_rels/slide2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8" Type="http://schemas.openxmlformats.org/officeDocument/2006/relationships/image" Target="../media/image927.emf"/><Relationship Id="rId13" Type="http://schemas.openxmlformats.org/officeDocument/2006/relationships/oleObject" Target="../embeddings/oleObject934.bin"/><Relationship Id="rId18" Type="http://schemas.openxmlformats.org/officeDocument/2006/relationships/image" Target="../media/image932.wmf"/><Relationship Id="rId3" Type="http://schemas.openxmlformats.org/officeDocument/2006/relationships/oleObject" Target="../embeddings/oleObject929.bin"/><Relationship Id="rId21" Type="http://schemas.openxmlformats.org/officeDocument/2006/relationships/oleObject" Target="../embeddings/oleObject938.bin"/><Relationship Id="rId7" Type="http://schemas.openxmlformats.org/officeDocument/2006/relationships/oleObject" Target="../embeddings/oleObject931.bin"/><Relationship Id="rId12" Type="http://schemas.openxmlformats.org/officeDocument/2006/relationships/image" Target="../media/image929.emf"/><Relationship Id="rId17" Type="http://schemas.openxmlformats.org/officeDocument/2006/relationships/oleObject" Target="../embeddings/oleObject936.bin"/><Relationship Id="rId2" Type="http://schemas.openxmlformats.org/officeDocument/2006/relationships/notesSlide" Target="../notesSlides/notesSlide61.xml"/><Relationship Id="rId16" Type="http://schemas.openxmlformats.org/officeDocument/2006/relationships/image" Target="../media/image931.wmf"/><Relationship Id="rId20" Type="http://schemas.openxmlformats.org/officeDocument/2006/relationships/image" Target="../media/image933.wmf"/><Relationship Id="rId1" Type="http://schemas.openxmlformats.org/officeDocument/2006/relationships/slideLayout" Target="../slideLayouts/slideLayout7.xml"/><Relationship Id="rId6" Type="http://schemas.openxmlformats.org/officeDocument/2006/relationships/image" Target="../media/image926.emf"/><Relationship Id="rId11" Type="http://schemas.openxmlformats.org/officeDocument/2006/relationships/oleObject" Target="../embeddings/oleObject933.bin"/><Relationship Id="rId5" Type="http://schemas.openxmlformats.org/officeDocument/2006/relationships/oleObject" Target="../embeddings/oleObject930.bin"/><Relationship Id="rId15" Type="http://schemas.openxmlformats.org/officeDocument/2006/relationships/oleObject" Target="../embeddings/oleObject935.bin"/><Relationship Id="rId10" Type="http://schemas.openxmlformats.org/officeDocument/2006/relationships/image" Target="../media/image928.emf"/><Relationship Id="rId19" Type="http://schemas.openxmlformats.org/officeDocument/2006/relationships/oleObject" Target="../embeddings/oleObject937.bin"/><Relationship Id="rId4" Type="http://schemas.openxmlformats.org/officeDocument/2006/relationships/image" Target="../media/image925.emf"/><Relationship Id="rId9" Type="http://schemas.openxmlformats.org/officeDocument/2006/relationships/oleObject" Target="../embeddings/oleObject932.bin"/><Relationship Id="rId14" Type="http://schemas.openxmlformats.org/officeDocument/2006/relationships/image" Target="../media/image930.emf"/><Relationship Id="rId22" Type="http://schemas.openxmlformats.org/officeDocument/2006/relationships/image" Target="../media/image934.wmf"/></Relationships>
</file>

<file path=ppt/slides/_rels/slide245.xml.rels><?xml version="1.0" encoding="UTF-8" standalone="yes"?>
<Relationships xmlns="http://schemas.openxmlformats.org/package/2006/relationships"><Relationship Id="rId3" Type="http://schemas.openxmlformats.org/officeDocument/2006/relationships/oleObject" Target="../embeddings/oleObject939.bin"/><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935.wmf"/></Relationships>
</file>

<file path=ppt/slides/_rels/slide246.xml.rels><?xml version="1.0" encoding="UTF-8" standalone="yes"?>
<Relationships xmlns="http://schemas.openxmlformats.org/package/2006/relationships"><Relationship Id="rId8" Type="http://schemas.openxmlformats.org/officeDocument/2006/relationships/image" Target="../media/image938.wmf"/><Relationship Id="rId13" Type="http://schemas.openxmlformats.org/officeDocument/2006/relationships/oleObject" Target="../embeddings/oleObject945.bin"/><Relationship Id="rId18" Type="http://schemas.openxmlformats.org/officeDocument/2006/relationships/image" Target="../media/image943.wmf"/><Relationship Id="rId3" Type="http://schemas.openxmlformats.org/officeDocument/2006/relationships/oleObject" Target="../embeddings/oleObject940.bin"/><Relationship Id="rId7" Type="http://schemas.openxmlformats.org/officeDocument/2006/relationships/oleObject" Target="../embeddings/oleObject942.bin"/><Relationship Id="rId12" Type="http://schemas.openxmlformats.org/officeDocument/2006/relationships/image" Target="../media/image940.wmf"/><Relationship Id="rId17" Type="http://schemas.openxmlformats.org/officeDocument/2006/relationships/oleObject" Target="../embeddings/oleObject947.bin"/><Relationship Id="rId2" Type="http://schemas.openxmlformats.org/officeDocument/2006/relationships/notesSlide" Target="../notesSlides/notesSlide63.xml"/><Relationship Id="rId16" Type="http://schemas.openxmlformats.org/officeDocument/2006/relationships/image" Target="../media/image942.wmf"/><Relationship Id="rId1" Type="http://schemas.openxmlformats.org/officeDocument/2006/relationships/slideLayout" Target="../slideLayouts/slideLayout7.xml"/><Relationship Id="rId6" Type="http://schemas.openxmlformats.org/officeDocument/2006/relationships/image" Target="../media/image937.wmf"/><Relationship Id="rId11" Type="http://schemas.openxmlformats.org/officeDocument/2006/relationships/oleObject" Target="../embeddings/oleObject944.bin"/><Relationship Id="rId5" Type="http://schemas.openxmlformats.org/officeDocument/2006/relationships/oleObject" Target="../embeddings/oleObject941.bin"/><Relationship Id="rId15" Type="http://schemas.openxmlformats.org/officeDocument/2006/relationships/oleObject" Target="../embeddings/oleObject946.bin"/><Relationship Id="rId10" Type="http://schemas.openxmlformats.org/officeDocument/2006/relationships/image" Target="../media/image939.wmf"/><Relationship Id="rId4" Type="http://schemas.openxmlformats.org/officeDocument/2006/relationships/image" Target="../media/image936.emf"/><Relationship Id="rId9" Type="http://schemas.openxmlformats.org/officeDocument/2006/relationships/oleObject" Target="../embeddings/oleObject943.bin"/><Relationship Id="rId14" Type="http://schemas.openxmlformats.org/officeDocument/2006/relationships/image" Target="../media/image941.wmf"/></Relationships>
</file>

<file path=ppt/slides/_rels/slide247.xml.rels><?xml version="1.0" encoding="UTF-8" standalone="yes"?>
<Relationships xmlns="http://schemas.openxmlformats.org/package/2006/relationships"><Relationship Id="rId3" Type="http://schemas.openxmlformats.org/officeDocument/2006/relationships/oleObject" Target="../embeddings/oleObject948.bin"/><Relationship Id="rId2" Type="http://schemas.openxmlformats.org/officeDocument/2006/relationships/notesSlide" Target="../notesSlides/notesSlide64.xml"/><Relationship Id="rId1" Type="http://schemas.openxmlformats.org/officeDocument/2006/relationships/slideLayout" Target="../slideLayouts/slideLayout7.xml"/><Relationship Id="rId6" Type="http://schemas.openxmlformats.org/officeDocument/2006/relationships/image" Target="../media/image945.wmf"/><Relationship Id="rId5" Type="http://schemas.openxmlformats.org/officeDocument/2006/relationships/oleObject" Target="../embeddings/oleObject949.bin"/><Relationship Id="rId4" Type="http://schemas.openxmlformats.org/officeDocument/2006/relationships/image" Target="../media/image944.wmf"/></Relationships>
</file>

<file path=ppt/slides/_rels/slide248.xml.rels><?xml version="1.0" encoding="UTF-8" standalone="yes"?>
<Relationships xmlns="http://schemas.openxmlformats.org/package/2006/relationships"><Relationship Id="rId8" Type="http://schemas.openxmlformats.org/officeDocument/2006/relationships/image" Target="../media/image948.emf"/><Relationship Id="rId3" Type="http://schemas.openxmlformats.org/officeDocument/2006/relationships/oleObject" Target="../embeddings/oleObject950.bin"/><Relationship Id="rId7" Type="http://schemas.openxmlformats.org/officeDocument/2006/relationships/oleObject" Target="../embeddings/oleObject952.bin"/><Relationship Id="rId2" Type="http://schemas.openxmlformats.org/officeDocument/2006/relationships/notesSlide" Target="../notesSlides/notesSlide65.xml"/><Relationship Id="rId1" Type="http://schemas.openxmlformats.org/officeDocument/2006/relationships/slideLayout" Target="../slideLayouts/slideLayout7.xml"/><Relationship Id="rId6" Type="http://schemas.openxmlformats.org/officeDocument/2006/relationships/image" Target="../media/image947.wmf"/><Relationship Id="rId5" Type="http://schemas.openxmlformats.org/officeDocument/2006/relationships/oleObject" Target="../embeddings/oleObject951.bin"/><Relationship Id="rId4" Type="http://schemas.openxmlformats.org/officeDocument/2006/relationships/image" Target="../media/image946.wmf"/></Relationships>
</file>

<file path=ppt/slides/_rels/slide249.xml.rels><?xml version="1.0" encoding="UTF-8" standalone="yes"?>
<Relationships xmlns="http://schemas.openxmlformats.org/package/2006/relationships"><Relationship Id="rId8" Type="http://schemas.openxmlformats.org/officeDocument/2006/relationships/oleObject" Target="../embeddings/oleObject956.bin"/><Relationship Id="rId3" Type="http://schemas.openxmlformats.org/officeDocument/2006/relationships/image" Target="../media/image949.wmf"/><Relationship Id="rId7" Type="http://schemas.openxmlformats.org/officeDocument/2006/relationships/image" Target="../media/image951.wmf"/><Relationship Id="rId2" Type="http://schemas.openxmlformats.org/officeDocument/2006/relationships/oleObject" Target="../embeddings/oleObject953.bin"/><Relationship Id="rId1" Type="http://schemas.openxmlformats.org/officeDocument/2006/relationships/slideLayout" Target="../slideLayouts/slideLayout7.xml"/><Relationship Id="rId6" Type="http://schemas.openxmlformats.org/officeDocument/2006/relationships/oleObject" Target="../embeddings/oleObject955.bin"/><Relationship Id="rId11" Type="http://schemas.openxmlformats.org/officeDocument/2006/relationships/image" Target="../media/image953.wmf"/><Relationship Id="rId5" Type="http://schemas.openxmlformats.org/officeDocument/2006/relationships/image" Target="../media/image950.wmf"/><Relationship Id="rId10" Type="http://schemas.openxmlformats.org/officeDocument/2006/relationships/oleObject" Target="../embeddings/oleObject957.bin"/><Relationship Id="rId4" Type="http://schemas.openxmlformats.org/officeDocument/2006/relationships/oleObject" Target="../embeddings/oleObject954.bin"/><Relationship Id="rId9" Type="http://schemas.openxmlformats.org/officeDocument/2006/relationships/image" Target="../media/image952.wmf"/></Relationships>
</file>

<file path=ppt/slides/_rels/slide250.xml.rels><?xml version="1.0" encoding="UTF-8" standalone="yes"?>
<Relationships xmlns="http://schemas.openxmlformats.org/package/2006/relationships"><Relationship Id="rId8" Type="http://schemas.openxmlformats.org/officeDocument/2006/relationships/image" Target="../media/image956.wmf"/><Relationship Id="rId13" Type="http://schemas.openxmlformats.org/officeDocument/2006/relationships/oleObject" Target="../embeddings/oleObject963.bin"/><Relationship Id="rId3" Type="http://schemas.openxmlformats.org/officeDocument/2006/relationships/oleObject" Target="../embeddings/oleObject958.bin"/><Relationship Id="rId7" Type="http://schemas.openxmlformats.org/officeDocument/2006/relationships/oleObject" Target="../embeddings/oleObject960.bin"/><Relationship Id="rId12" Type="http://schemas.openxmlformats.org/officeDocument/2006/relationships/image" Target="../media/image958.wmf"/><Relationship Id="rId2" Type="http://schemas.openxmlformats.org/officeDocument/2006/relationships/notesSlide" Target="../notesSlides/notesSlide66.xml"/><Relationship Id="rId1" Type="http://schemas.openxmlformats.org/officeDocument/2006/relationships/slideLayout" Target="../slideLayouts/slideLayout7.xml"/><Relationship Id="rId6" Type="http://schemas.openxmlformats.org/officeDocument/2006/relationships/image" Target="../media/image955.wmf"/><Relationship Id="rId11" Type="http://schemas.openxmlformats.org/officeDocument/2006/relationships/oleObject" Target="../embeddings/oleObject962.bin"/><Relationship Id="rId5" Type="http://schemas.openxmlformats.org/officeDocument/2006/relationships/oleObject" Target="../embeddings/oleObject959.bin"/><Relationship Id="rId10" Type="http://schemas.openxmlformats.org/officeDocument/2006/relationships/image" Target="../media/image957.wmf"/><Relationship Id="rId4" Type="http://schemas.openxmlformats.org/officeDocument/2006/relationships/image" Target="../media/image954.emf"/><Relationship Id="rId9" Type="http://schemas.openxmlformats.org/officeDocument/2006/relationships/oleObject" Target="../embeddings/oleObject961.bin"/><Relationship Id="rId14" Type="http://schemas.openxmlformats.org/officeDocument/2006/relationships/image" Target="../media/image959.wmf"/></Relationships>
</file>

<file path=ppt/slides/_rels/slide251.xml.rels><?xml version="1.0" encoding="UTF-8" standalone="yes"?>
<Relationships xmlns="http://schemas.openxmlformats.org/package/2006/relationships"><Relationship Id="rId8" Type="http://schemas.openxmlformats.org/officeDocument/2006/relationships/oleObject" Target="../embeddings/oleObject967.bin"/><Relationship Id="rId13" Type="http://schemas.openxmlformats.org/officeDocument/2006/relationships/image" Target="../media/image965.wmf"/><Relationship Id="rId18" Type="http://schemas.openxmlformats.org/officeDocument/2006/relationships/oleObject" Target="../embeddings/oleObject972.bin"/><Relationship Id="rId26" Type="http://schemas.openxmlformats.org/officeDocument/2006/relationships/oleObject" Target="../embeddings/oleObject976.bin"/><Relationship Id="rId3" Type="http://schemas.openxmlformats.org/officeDocument/2006/relationships/image" Target="../media/image960.emf"/><Relationship Id="rId21" Type="http://schemas.openxmlformats.org/officeDocument/2006/relationships/image" Target="../media/image969.wmf"/><Relationship Id="rId7" Type="http://schemas.openxmlformats.org/officeDocument/2006/relationships/image" Target="../media/image962.wmf"/><Relationship Id="rId12" Type="http://schemas.openxmlformats.org/officeDocument/2006/relationships/oleObject" Target="../embeddings/oleObject969.bin"/><Relationship Id="rId17" Type="http://schemas.openxmlformats.org/officeDocument/2006/relationships/image" Target="../media/image967.wmf"/><Relationship Id="rId25" Type="http://schemas.openxmlformats.org/officeDocument/2006/relationships/image" Target="../media/image971.wmf"/><Relationship Id="rId2" Type="http://schemas.openxmlformats.org/officeDocument/2006/relationships/oleObject" Target="../embeddings/oleObject964.bin"/><Relationship Id="rId16" Type="http://schemas.openxmlformats.org/officeDocument/2006/relationships/oleObject" Target="../embeddings/oleObject971.bin"/><Relationship Id="rId20" Type="http://schemas.openxmlformats.org/officeDocument/2006/relationships/oleObject" Target="../embeddings/oleObject973.bin"/><Relationship Id="rId29" Type="http://schemas.openxmlformats.org/officeDocument/2006/relationships/image" Target="../media/image973.wmf"/><Relationship Id="rId1" Type="http://schemas.openxmlformats.org/officeDocument/2006/relationships/slideLayout" Target="../slideLayouts/slideLayout7.xml"/><Relationship Id="rId6" Type="http://schemas.openxmlformats.org/officeDocument/2006/relationships/oleObject" Target="../embeddings/oleObject966.bin"/><Relationship Id="rId11" Type="http://schemas.openxmlformats.org/officeDocument/2006/relationships/image" Target="../media/image964.wmf"/><Relationship Id="rId24" Type="http://schemas.openxmlformats.org/officeDocument/2006/relationships/oleObject" Target="../embeddings/oleObject975.bin"/><Relationship Id="rId5" Type="http://schemas.openxmlformats.org/officeDocument/2006/relationships/image" Target="../media/image961.emf"/><Relationship Id="rId15" Type="http://schemas.openxmlformats.org/officeDocument/2006/relationships/image" Target="../media/image966.wmf"/><Relationship Id="rId23" Type="http://schemas.openxmlformats.org/officeDocument/2006/relationships/image" Target="../media/image970.wmf"/><Relationship Id="rId28" Type="http://schemas.openxmlformats.org/officeDocument/2006/relationships/oleObject" Target="../embeddings/oleObject977.bin"/><Relationship Id="rId10" Type="http://schemas.openxmlformats.org/officeDocument/2006/relationships/oleObject" Target="../embeddings/oleObject968.bin"/><Relationship Id="rId19" Type="http://schemas.openxmlformats.org/officeDocument/2006/relationships/image" Target="../media/image968.wmf"/><Relationship Id="rId31" Type="http://schemas.openxmlformats.org/officeDocument/2006/relationships/image" Target="../media/image974.wmf"/><Relationship Id="rId4" Type="http://schemas.openxmlformats.org/officeDocument/2006/relationships/oleObject" Target="../embeddings/oleObject965.bin"/><Relationship Id="rId9" Type="http://schemas.openxmlformats.org/officeDocument/2006/relationships/image" Target="../media/image963.emf"/><Relationship Id="rId14" Type="http://schemas.openxmlformats.org/officeDocument/2006/relationships/oleObject" Target="../embeddings/oleObject970.bin"/><Relationship Id="rId22" Type="http://schemas.openxmlformats.org/officeDocument/2006/relationships/oleObject" Target="../embeddings/oleObject974.bin"/><Relationship Id="rId27" Type="http://schemas.openxmlformats.org/officeDocument/2006/relationships/image" Target="../media/image972.wmf"/><Relationship Id="rId30" Type="http://schemas.openxmlformats.org/officeDocument/2006/relationships/oleObject" Target="../embeddings/oleObject978.bin"/></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8" Type="http://schemas.openxmlformats.org/officeDocument/2006/relationships/image" Target="../media/image977.wmf"/><Relationship Id="rId3" Type="http://schemas.openxmlformats.org/officeDocument/2006/relationships/oleObject" Target="../embeddings/oleObject979.bin"/><Relationship Id="rId7" Type="http://schemas.openxmlformats.org/officeDocument/2006/relationships/oleObject" Target="../embeddings/oleObject981.bin"/><Relationship Id="rId12" Type="http://schemas.openxmlformats.org/officeDocument/2006/relationships/image" Target="../media/image979.wmf"/><Relationship Id="rId2" Type="http://schemas.openxmlformats.org/officeDocument/2006/relationships/notesSlide" Target="../notesSlides/notesSlide68.xml"/><Relationship Id="rId1" Type="http://schemas.openxmlformats.org/officeDocument/2006/relationships/slideLayout" Target="../slideLayouts/slideLayout7.xml"/><Relationship Id="rId6" Type="http://schemas.openxmlformats.org/officeDocument/2006/relationships/image" Target="../media/image976.wmf"/><Relationship Id="rId11" Type="http://schemas.openxmlformats.org/officeDocument/2006/relationships/oleObject" Target="../embeddings/oleObject983.bin"/><Relationship Id="rId5" Type="http://schemas.openxmlformats.org/officeDocument/2006/relationships/oleObject" Target="../embeddings/oleObject980.bin"/><Relationship Id="rId10" Type="http://schemas.openxmlformats.org/officeDocument/2006/relationships/image" Target="../media/image978.wmf"/><Relationship Id="rId4" Type="http://schemas.openxmlformats.org/officeDocument/2006/relationships/image" Target="../media/image975.wmf"/><Relationship Id="rId9" Type="http://schemas.openxmlformats.org/officeDocument/2006/relationships/oleObject" Target="../embeddings/oleObject982.bin"/></Relationships>
</file>

<file path=ppt/slides/_rels/slide254.xml.rels><?xml version="1.0" encoding="UTF-8" standalone="yes"?>
<Relationships xmlns="http://schemas.openxmlformats.org/package/2006/relationships"><Relationship Id="rId8" Type="http://schemas.openxmlformats.org/officeDocument/2006/relationships/image" Target="../media/image982.wmf"/><Relationship Id="rId13" Type="http://schemas.openxmlformats.org/officeDocument/2006/relationships/oleObject" Target="../embeddings/oleObject989.bin"/><Relationship Id="rId3" Type="http://schemas.openxmlformats.org/officeDocument/2006/relationships/oleObject" Target="../embeddings/oleObject984.bin"/><Relationship Id="rId7" Type="http://schemas.openxmlformats.org/officeDocument/2006/relationships/oleObject" Target="../embeddings/oleObject986.bin"/><Relationship Id="rId12" Type="http://schemas.openxmlformats.org/officeDocument/2006/relationships/image" Target="../media/image984.wmf"/><Relationship Id="rId2" Type="http://schemas.openxmlformats.org/officeDocument/2006/relationships/notesSlide" Target="../notesSlides/notesSlide69.xml"/><Relationship Id="rId1" Type="http://schemas.openxmlformats.org/officeDocument/2006/relationships/slideLayout" Target="../slideLayouts/slideLayout7.xml"/><Relationship Id="rId6" Type="http://schemas.openxmlformats.org/officeDocument/2006/relationships/image" Target="../media/image981.wmf"/><Relationship Id="rId11" Type="http://schemas.openxmlformats.org/officeDocument/2006/relationships/oleObject" Target="../embeddings/oleObject988.bin"/><Relationship Id="rId5" Type="http://schemas.openxmlformats.org/officeDocument/2006/relationships/oleObject" Target="../embeddings/oleObject985.bin"/><Relationship Id="rId10" Type="http://schemas.openxmlformats.org/officeDocument/2006/relationships/image" Target="../media/image983.wmf"/><Relationship Id="rId4" Type="http://schemas.openxmlformats.org/officeDocument/2006/relationships/image" Target="../media/image980.wmf"/><Relationship Id="rId9" Type="http://schemas.openxmlformats.org/officeDocument/2006/relationships/oleObject" Target="../embeddings/oleObject987.bin"/><Relationship Id="rId14" Type="http://schemas.openxmlformats.org/officeDocument/2006/relationships/image" Target="../media/image985.wmf"/></Relationships>
</file>

<file path=ppt/slides/_rels/slide255.xml.rels><?xml version="1.0" encoding="UTF-8" standalone="yes"?>
<Relationships xmlns="http://schemas.openxmlformats.org/package/2006/relationships"><Relationship Id="rId8" Type="http://schemas.openxmlformats.org/officeDocument/2006/relationships/image" Target="../media/image988.wmf"/><Relationship Id="rId3" Type="http://schemas.openxmlformats.org/officeDocument/2006/relationships/oleObject" Target="../embeddings/oleObject990.bin"/><Relationship Id="rId7" Type="http://schemas.openxmlformats.org/officeDocument/2006/relationships/oleObject" Target="../embeddings/oleObject992.bin"/><Relationship Id="rId2" Type="http://schemas.openxmlformats.org/officeDocument/2006/relationships/notesSlide" Target="../notesSlides/notesSlide70.xml"/><Relationship Id="rId1" Type="http://schemas.openxmlformats.org/officeDocument/2006/relationships/slideLayout" Target="../slideLayouts/slideLayout7.xml"/><Relationship Id="rId6" Type="http://schemas.openxmlformats.org/officeDocument/2006/relationships/image" Target="../media/image987.wmf"/><Relationship Id="rId5" Type="http://schemas.openxmlformats.org/officeDocument/2006/relationships/oleObject" Target="../embeddings/oleObject991.bin"/><Relationship Id="rId10" Type="http://schemas.openxmlformats.org/officeDocument/2006/relationships/image" Target="../media/image989.wmf"/><Relationship Id="rId4" Type="http://schemas.openxmlformats.org/officeDocument/2006/relationships/image" Target="../media/image986.wmf"/><Relationship Id="rId9" Type="http://schemas.openxmlformats.org/officeDocument/2006/relationships/oleObject" Target="../embeddings/oleObject993.bin"/></Relationships>
</file>

<file path=ppt/slides/_rels/slide256.xml.rels><?xml version="1.0" encoding="UTF-8" standalone="yes"?>
<Relationships xmlns="http://schemas.openxmlformats.org/package/2006/relationships"><Relationship Id="rId8" Type="http://schemas.openxmlformats.org/officeDocument/2006/relationships/image" Target="../media/image992.wmf"/><Relationship Id="rId13" Type="http://schemas.openxmlformats.org/officeDocument/2006/relationships/oleObject" Target="../embeddings/oleObject999.bin"/><Relationship Id="rId18" Type="http://schemas.openxmlformats.org/officeDocument/2006/relationships/image" Target="../media/image997.wmf"/><Relationship Id="rId3" Type="http://schemas.openxmlformats.org/officeDocument/2006/relationships/oleObject" Target="../embeddings/oleObject994.bin"/><Relationship Id="rId7" Type="http://schemas.openxmlformats.org/officeDocument/2006/relationships/oleObject" Target="../embeddings/oleObject996.bin"/><Relationship Id="rId12" Type="http://schemas.openxmlformats.org/officeDocument/2006/relationships/image" Target="../media/image994.wmf"/><Relationship Id="rId17" Type="http://schemas.openxmlformats.org/officeDocument/2006/relationships/oleObject" Target="../embeddings/oleObject1001.bin"/><Relationship Id="rId2" Type="http://schemas.openxmlformats.org/officeDocument/2006/relationships/notesSlide" Target="../notesSlides/notesSlide71.xml"/><Relationship Id="rId16" Type="http://schemas.openxmlformats.org/officeDocument/2006/relationships/image" Target="../media/image996.wmf"/><Relationship Id="rId20" Type="http://schemas.openxmlformats.org/officeDocument/2006/relationships/image" Target="../media/image998.wmf"/><Relationship Id="rId1" Type="http://schemas.openxmlformats.org/officeDocument/2006/relationships/slideLayout" Target="../slideLayouts/slideLayout7.xml"/><Relationship Id="rId6" Type="http://schemas.openxmlformats.org/officeDocument/2006/relationships/image" Target="../media/image991.wmf"/><Relationship Id="rId11" Type="http://schemas.openxmlformats.org/officeDocument/2006/relationships/oleObject" Target="../embeddings/oleObject998.bin"/><Relationship Id="rId5" Type="http://schemas.openxmlformats.org/officeDocument/2006/relationships/oleObject" Target="../embeddings/oleObject995.bin"/><Relationship Id="rId15" Type="http://schemas.openxmlformats.org/officeDocument/2006/relationships/oleObject" Target="../embeddings/oleObject1000.bin"/><Relationship Id="rId10" Type="http://schemas.openxmlformats.org/officeDocument/2006/relationships/image" Target="../media/image993.wmf"/><Relationship Id="rId19" Type="http://schemas.openxmlformats.org/officeDocument/2006/relationships/oleObject" Target="../embeddings/oleObject1002.bin"/><Relationship Id="rId4" Type="http://schemas.openxmlformats.org/officeDocument/2006/relationships/image" Target="../media/image990.wmf"/><Relationship Id="rId9" Type="http://schemas.openxmlformats.org/officeDocument/2006/relationships/oleObject" Target="../embeddings/oleObject997.bin"/><Relationship Id="rId14" Type="http://schemas.openxmlformats.org/officeDocument/2006/relationships/image" Target="../media/image995.wmf"/></Relationships>
</file>

<file path=ppt/slides/_rels/slide257.xml.rels><?xml version="1.0" encoding="UTF-8" standalone="yes"?>
<Relationships xmlns="http://schemas.openxmlformats.org/package/2006/relationships"><Relationship Id="rId8" Type="http://schemas.openxmlformats.org/officeDocument/2006/relationships/image" Target="../media/image1001.emf"/><Relationship Id="rId13" Type="http://schemas.openxmlformats.org/officeDocument/2006/relationships/oleObject" Target="../embeddings/oleObject1008.bin"/><Relationship Id="rId3" Type="http://schemas.openxmlformats.org/officeDocument/2006/relationships/oleObject" Target="../embeddings/oleObject1003.bin"/><Relationship Id="rId7" Type="http://schemas.openxmlformats.org/officeDocument/2006/relationships/oleObject" Target="../embeddings/oleObject1005.bin"/><Relationship Id="rId12" Type="http://schemas.openxmlformats.org/officeDocument/2006/relationships/image" Target="../media/image1003.emf"/><Relationship Id="rId2" Type="http://schemas.openxmlformats.org/officeDocument/2006/relationships/notesSlide" Target="../notesSlides/notesSlide72.xml"/><Relationship Id="rId1" Type="http://schemas.openxmlformats.org/officeDocument/2006/relationships/slideLayout" Target="../slideLayouts/slideLayout7.xml"/><Relationship Id="rId6" Type="http://schemas.openxmlformats.org/officeDocument/2006/relationships/image" Target="../media/image1000.emf"/><Relationship Id="rId11" Type="http://schemas.openxmlformats.org/officeDocument/2006/relationships/oleObject" Target="../embeddings/oleObject1007.bin"/><Relationship Id="rId5" Type="http://schemas.openxmlformats.org/officeDocument/2006/relationships/oleObject" Target="../embeddings/oleObject1004.bin"/><Relationship Id="rId10" Type="http://schemas.openxmlformats.org/officeDocument/2006/relationships/image" Target="../media/image1002.emf"/><Relationship Id="rId4" Type="http://schemas.openxmlformats.org/officeDocument/2006/relationships/image" Target="../media/image999.emf"/><Relationship Id="rId9" Type="http://schemas.openxmlformats.org/officeDocument/2006/relationships/oleObject" Target="../embeddings/oleObject1006.bin"/><Relationship Id="rId14" Type="http://schemas.openxmlformats.org/officeDocument/2006/relationships/image" Target="../media/image1004.emf"/></Relationships>
</file>

<file path=ppt/slides/_rels/slide258.xml.rels><?xml version="1.0" encoding="UTF-8" standalone="yes"?>
<Relationships xmlns="http://schemas.openxmlformats.org/package/2006/relationships"><Relationship Id="rId13" Type="http://schemas.openxmlformats.org/officeDocument/2006/relationships/image" Target="../media/image966.wmf"/><Relationship Id="rId18" Type="http://schemas.openxmlformats.org/officeDocument/2006/relationships/oleObject" Target="../embeddings/oleObject1017.bin"/><Relationship Id="rId26" Type="http://schemas.openxmlformats.org/officeDocument/2006/relationships/oleObject" Target="../embeddings/oleObject1021.bin"/><Relationship Id="rId21" Type="http://schemas.openxmlformats.org/officeDocument/2006/relationships/image" Target="../media/image1008.emf"/><Relationship Id="rId34" Type="http://schemas.openxmlformats.org/officeDocument/2006/relationships/oleObject" Target="../embeddings/oleObject1025.bin"/><Relationship Id="rId7" Type="http://schemas.openxmlformats.org/officeDocument/2006/relationships/image" Target="../media/image963.emf"/><Relationship Id="rId12" Type="http://schemas.openxmlformats.org/officeDocument/2006/relationships/oleObject" Target="../embeddings/oleObject1014.bin"/><Relationship Id="rId17" Type="http://schemas.openxmlformats.org/officeDocument/2006/relationships/image" Target="../media/image1006.wmf"/><Relationship Id="rId25" Type="http://schemas.openxmlformats.org/officeDocument/2006/relationships/image" Target="../media/image1010.wmf"/><Relationship Id="rId33" Type="http://schemas.openxmlformats.org/officeDocument/2006/relationships/image" Target="../media/image1014.wmf"/><Relationship Id="rId2" Type="http://schemas.openxmlformats.org/officeDocument/2006/relationships/oleObject" Target="../embeddings/oleObject1009.bin"/><Relationship Id="rId16" Type="http://schemas.openxmlformats.org/officeDocument/2006/relationships/oleObject" Target="../embeddings/oleObject1016.bin"/><Relationship Id="rId20" Type="http://schemas.openxmlformats.org/officeDocument/2006/relationships/oleObject" Target="../embeddings/oleObject1018.bin"/><Relationship Id="rId29" Type="http://schemas.openxmlformats.org/officeDocument/2006/relationships/image" Target="../media/image1012.wmf"/><Relationship Id="rId1" Type="http://schemas.openxmlformats.org/officeDocument/2006/relationships/slideLayout" Target="../slideLayouts/slideLayout7.xml"/><Relationship Id="rId6" Type="http://schemas.openxmlformats.org/officeDocument/2006/relationships/oleObject" Target="../embeddings/oleObject1011.bin"/><Relationship Id="rId11" Type="http://schemas.openxmlformats.org/officeDocument/2006/relationships/image" Target="../media/image965.wmf"/><Relationship Id="rId24" Type="http://schemas.openxmlformats.org/officeDocument/2006/relationships/oleObject" Target="../embeddings/oleObject1020.bin"/><Relationship Id="rId32" Type="http://schemas.openxmlformats.org/officeDocument/2006/relationships/oleObject" Target="../embeddings/oleObject1024.bin"/><Relationship Id="rId37" Type="http://schemas.openxmlformats.org/officeDocument/2006/relationships/image" Target="../media/image1016.wmf"/><Relationship Id="rId5" Type="http://schemas.openxmlformats.org/officeDocument/2006/relationships/image" Target="../media/image962.wmf"/><Relationship Id="rId15" Type="http://schemas.openxmlformats.org/officeDocument/2006/relationships/image" Target="../media/image967.wmf"/><Relationship Id="rId23" Type="http://schemas.openxmlformats.org/officeDocument/2006/relationships/image" Target="../media/image1009.wmf"/><Relationship Id="rId28" Type="http://schemas.openxmlformats.org/officeDocument/2006/relationships/oleObject" Target="../embeddings/oleObject1022.bin"/><Relationship Id="rId36" Type="http://schemas.openxmlformats.org/officeDocument/2006/relationships/oleObject" Target="../embeddings/oleObject1026.bin"/><Relationship Id="rId10" Type="http://schemas.openxmlformats.org/officeDocument/2006/relationships/oleObject" Target="../embeddings/oleObject1013.bin"/><Relationship Id="rId19" Type="http://schemas.openxmlformats.org/officeDocument/2006/relationships/image" Target="../media/image1007.wmf"/><Relationship Id="rId31" Type="http://schemas.openxmlformats.org/officeDocument/2006/relationships/image" Target="../media/image1013.wmf"/><Relationship Id="rId4" Type="http://schemas.openxmlformats.org/officeDocument/2006/relationships/oleObject" Target="../embeddings/oleObject1010.bin"/><Relationship Id="rId9" Type="http://schemas.openxmlformats.org/officeDocument/2006/relationships/image" Target="../media/image964.wmf"/><Relationship Id="rId14" Type="http://schemas.openxmlformats.org/officeDocument/2006/relationships/oleObject" Target="../embeddings/oleObject1015.bin"/><Relationship Id="rId22" Type="http://schemas.openxmlformats.org/officeDocument/2006/relationships/oleObject" Target="../embeddings/oleObject1019.bin"/><Relationship Id="rId27" Type="http://schemas.openxmlformats.org/officeDocument/2006/relationships/image" Target="../media/image1011.wmf"/><Relationship Id="rId30" Type="http://schemas.openxmlformats.org/officeDocument/2006/relationships/oleObject" Target="../embeddings/oleObject1023.bin"/><Relationship Id="rId35" Type="http://schemas.openxmlformats.org/officeDocument/2006/relationships/image" Target="../media/image1015.wmf"/><Relationship Id="rId8" Type="http://schemas.openxmlformats.org/officeDocument/2006/relationships/oleObject" Target="../embeddings/oleObject1012.bin"/><Relationship Id="rId3" Type="http://schemas.openxmlformats.org/officeDocument/2006/relationships/image" Target="../media/image1005.emf"/></Relationships>
</file>

<file path=ppt/slides/_rels/slide259.xml.rels><?xml version="1.0" encoding="UTF-8" standalone="yes"?>
<Relationships xmlns="http://schemas.openxmlformats.org/package/2006/relationships"><Relationship Id="rId13" Type="http://schemas.openxmlformats.org/officeDocument/2006/relationships/image" Target="../media/image966.wmf"/><Relationship Id="rId18" Type="http://schemas.openxmlformats.org/officeDocument/2006/relationships/oleObject" Target="../embeddings/oleObject1035.bin"/><Relationship Id="rId26" Type="http://schemas.openxmlformats.org/officeDocument/2006/relationships/oleObject" Target="../embeddings/oleObject1039.bin"/><Relationship Id="rId39" Type="http://schemas.openxmlformats.org/officeDocument/2006/relationships/image" Target="../media/image1025.wmf"/><Relationship Id="rId21" Type="http://schemas.openxmlformats.org/officeDocument/2006/relationships/image" Target="../media/image1020.wmf"/><Relationship Id="rId34" Type="http://schemas.openxmlformats.org/officeDocument/2006/relationships/oleObject" Target="../embeddings/oleObject1043.bin"/><Relationship Id="rId7" Type="http://schemas.openxmlformats.org/officeDocument/2006/relationships/image" Target="../media/image963.emf"/><Relationship Id="rId12" Type="http://schemas.openxmlformats.org/officeDocument/2006/relationships/oleObject" Target="../embeddings/oleObject1032.bin"/><Relationship Id="rId17" Type="http://schemas.openxmlformats.org/officeDocument/2006/relationships/image" Target="../media/image1018.wmf"/><Relationship Id="rId25" Type="http://schemas.openxmlformats.org/officeDocument/2006/relationships/image" Target="../media/image973.wmf"/><Relationship Id="rId33" Type="http://schemas.openxmlformats.org/officeDocument/2006/relationships/image" Target="../media/image1022.wmf"/><Relationship Id="rId38" Type="http://schemas.openxmlformats.org/officeDocument/2006/relationships/oleObject" Target="../embeddings/oleObject1045.bin"/><Relationship Id="rId2" Type="http://schemas.openxmlformats.org/officeDocument/2006/relationships/oleObject" Target="../embeddings/oleObject1027.bin"/><Relationship Id="rId16" Type="http://schemas.openxmlformats.org/officeDocument/2006/relationships/oleObject" Target="../embeddings/oleObject1034.bin"/><Relationship Id="rId20" Type="http://schemas.openxmlformats.org/officeDocument/2006/relationships/oleObject" Target="../embeddings/oleObject1036.bin"/><Relationship Id="rId29" Type="http://schemas.openxmlformats.org/officeDocument/2006/relationships/image" Target="../media/image1006.wmf"/><Relationship Id="rId1" Type="http://schemas.openxmlformats.org/officeDocument/2006/relationships/slideLayout" Target="../slideLayouts/slideLayout7.xml"/><Relationship Id="rId6" Type="http://schemas.openxmlformats.org/officeDocument/2006/relationships/oleObject" Target="../embeddings/oleObject1029.bin"/><Relationship Id="rId11" Type="http://schemas.openxmlformats.org/officeDocument/2006/relationships/image" Target="../media/image965.wmf"/><Relationship Id="rId24" Type="http://schemas.openxmlformats.org/officeDocument/2006/relationships/oleObject" Target="../embeddings/oleObject1038.bin"/><Relationship Id="rId32" Type="http://schemas.openxmlformats.org/officeDocument/2006/relationships/oleObject" Target="../embeddings/oleObject1042.bin"/><Relationship Id="rId37" Type="http://schemas.openxmlformats.org/officeDocument/2006/relationships/image" Target="../media/image1024.wmf"/><Relationship Id="rId5" Type="http://schemas.openxmlformats.org/officeDocument/2006/relationships/image" Target="../media/image962.wmf"/><Relationship Id="rId15" Type="http://schemas.openxmlformats.org/officeDocument/2006/relationships/image" Target="../media/image967.wmf"/><Relationship Id="rId23" Type="http://schemas.openxmlformats.org/officeDocument/2006/relationships/image" Target="../media/image1021.wmf"/><Relationship Id="rId28" Type="http://schemas.openxmlformats.org/officeDocument/2006/relationships/oleObject" Target="../embeddings/oleObject1040.bin"/><Relationship Id="rId36" Type="http://schemas.openxmlformats.org/officeDocument/2006/relationships/oleObject" Target="../embeddings/oleObject1044.bin"/><Relationship Id="rId10" Type="http://schemas.openxmlformats.org/officeDocument/2006/relationships/oleObject" Target="../embeddings/oleObject1031.bin"/><Relationship Id="rId19" Type="http://schemas.openxmlformats.org/officeDocument/2006/relationships/image" Target="../media/image1019.wmf"/><Relationship Id="rId31" Type="http://schemas.openxmlformats.org/officeDocument/2006/relationships/image" Target="../media/image1007.wmf"/><Relationship Id="rId4" Type="http://schemas.openxmlformats.org/officeDocument/2006/relationships/oleObject" Target="../embeddings/oleObject1028.bin"/><Relationship Id="rId9" Type="http://schemas.openxmlformats.org/officeDocument/2006/relationships/image" Target="../media/image964.wmf"/><Relationship Id="rId14" Type="http://schemas.openxmlformats.org/officeDocument/2006/relationships/oleObject" Target="../embeddings/oleObject1033.bin"/><Relationship Id="rId22" Type="http://schemas.openxmlformats.org/officeDocument/2006/relationships/oleObject" Target="../embeddings/oleObject1037.bin"/><Relationship Id="rId27" Type="http://schemas.openxmlformats.org/officeDocument/2006/relationships/image" Target="../media/image974.wmf"/><Relationship Id="rId30" Type="http://schemas.openxmlformats.org/officeDocument/2006/relationships/oleObject" Target="../embeddings/oleObject1041.bin"/><Relationship Id="rId35" Type="http://schemas.openxmlformats.org/officeDocument/2006/relationships/image" Target="../media/image1023.wmf"/><Relationship Id="rId8" Type="http://schemas.openxmlformats.org/officeDocument/2006/relationships/oleObject" Target="../embeddings/oleObject1030.bin"/><Relationship Id="rId3" Type="http://schemas.openxmlformats.org/officeDocument/2006/relationships/image" Target="../media/image1017.emf"/></Relationships>
</file>

<file path=ppt/slides/_rels/slide2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8" Type="http://schemas.openxmlformats.org/officeDocument/2006/relationships/oleObject" Target="../embeddings/oleObject1049.bin"/><Relationship Id="rId13" Type="http://schemas.openxmlformats.org/officeDocument/2006/relationships/image" Target="../media/image1031.wmf"/><Relationship Id="rId3" Type="http://schemas.openxmlformats.org/officeDocument/2006/relationships/image" Target="../media/image1026.wmf"/><Relationship Id="rId7" Type="http://schemas.openxmlformats.org/officeDocument/2006/relationships/image" Target="../media/image1028.wmf"/><Relationship Id="rId12" Type="http://schemas.openxmlformats.org/officeDocument/2006/relationships/oleObject" Target="../embeddings/oleObject1051.bin"/><Relationship Id="rId2" Type="http://schemas.openxmlformats.org/officeDocument/2006/relationships/oleObject" Target="../embeddings/oleObject1046.bin"/><Relationship Id="rId1" Type="http://schemas.openxmlformats.org/officeDocument/2006/relationships/slideLayout" Target="../slideLayouts/slideLayout7.xml"/><Relationship Id="rId6" Type="http://schemas.openxmlformats.org/officeDocument/2006/relationships/oleObject" Target="../embeddings/oleObject1048.bin"/><Relationship Id="rId11" Type="http://schemas.openxmlformats.org/officeDocument/2006/relationships/image" Target="../media/image1030.wmf"/><Relationship Id="rId5" Type="http://schemas.openxmlformats.org/officeDocument/2006/relationships/image" Target="../media/image1027.wmf"/><Relationship Id="rId10" Type="http://schemas.openxmlformats.org/officeDocument/2006/relationships/oleObject" Target="../embeddings/oleObject1050.bin"/><Relationship Id="rId4" Type="http://schemas.openxmlformats.org/officeDocument/2006/relationships/oleObject" Target="../embeddings/oleObject1047.bin"/><Relationship Id="rId9" Type="http://schemas.openxmlformats.org/officeDocument/2006/relationships/image" Target="../media/image1029.wmf"/></Relationships>
</file>

<file path=ppt/slides/_rels/slide262.xml.rels><?xml version="1.0" encoding="UTF-8" standalone="yes"?>
<Relationships xmlns="http://schemas.openxmlformats.org/package/2006/relationships"><Relationship Id="rId8" Type="http://schemas.openxmlformats.org/officeDocument/2006/relationships/oleObject" Target="../embeddings/oleObject1055.bin"/><Relationship Id="rId13" Type="http://schemas.openxmlformats.org/officeDocument/2006/relationships/image" Target="../media/image1037.wmf"/><Relationship Id="rId3" Type="http://schemas.openxmlformats.org/officeDocument/2006/relationships/image" Target="../media/image1032.emf"/><Relationship Id="rId7" Type="http://schemas.openxmlformats.org/officeDocument/2006/relationships/image" Target="../media/image1034.emf"/><Relationship Id="rId12" Type="http://schemas.openxmlformats.org/officeDocument/2006/relationships/oleObject" Target="../embeddings/oleObject1057.bin"/><Relationship Id="rId2" Type="http://schemas.openxmlformats.org/officeDocument/2006/relationships/oleObject" Target="../embeddings/oleObject1052.bin"/><Relationship Id="rId1" Type="http://schemas.openxmlformats.org/officeDocument/2006/relationships/slideLayout" Target="../slideLayouts/slideLayout7.xml"/><Relationship Id="rId6" Type="http://schemas.openxmlformats.org/officeDocument/2006/relationships/oleObject" Target="../embeddings/oleObject1054.bin"/><Relationship Id="rId11" Type="http://schemas.openxmlformats.org/officeDocument/2006/relationships/image" Target="../media/image1036.wmf"/><Relationship Id="rId5" Type="http://schemas.openxmlformats.org/officeDocument/2006/relationships/image" Target="../media/image1033.emf"/><Relationship Id="rId15" Type="http://schemas.openxmlformats.org/officeDocument/2006/relationships/image" Target="../media/image1038.wmf"/><Relationship Id="rId10" Type="http://schemas.openxmlformats.org/officeDocument/2006/relationships/oleObject" Target="../embeddings/oleObject1056.bin"/><Relationship Id="rId4" Type="http://schemas.openxmlformats.org/officeDocument/2006/relationships/oleObject" Target="../embeddings/oleObject1053.bin"/><Relationship Id="rId9" Type="http://schemas.openxmlformats.org/officeDocument/2006/relationships/image" Target="../media/image1035.wmf"/><Relationship Id="rId14" Type="http://schemas.openxmlformats.org/officeDocument/2006/relationships/oleObject" Target="../embeddings/oleObject1058.bin"/></Relationships>
</file>

<file path=ppt/slides/_rels/slide2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1040.png"/><Relationship Id="rId4" Type="http://schemas.openxmlformats.org/officeDocument/2006/relationships/image" Target="../media/image1039.png"/></Relationships>
</file>

<file path=ppt/slides/_rels/slide264.xml.rels><?xml version="1.0" encoding="UTF-8" standalone="yes"?>
<Relationships xmlns="http://schemas.openxmlformats.org/package/2006/relationships"><Relationship Id="rId3" Type="http://schemas.openxmlformats.org/officeDocument/2006/relationships/image" Target="../media/image1041.png"/><Relationship Id="rId2" Type="http://schemas.openxmlformats.org/officeDocument/2006/relationships/slideLayout" Target="../slideLayouts/slideLayout7.xml"/><Relationship Id="rId1" Type="http://schemas.openxmlformats.org/officeDocument/2006/relationships/tags" Target="../tags/tag87.xml"/></Relationships>
</file>

<file path=ppt/slides/_rels/slide265.xml.rels><?xml version="1.0" encoding="UTF-8" standalone="yes"?>
<Relationships xmlns="http://schemas.openxmlformats.org/package/2006/relationships"><Relationship Id="rId3" Type="http://schemas.openxmlformats.org/officeDocument/2006/relationships/image" Target="../media/image1042.png"/><Relationship Id="rId2" Type="http://schemas.openxmlformats.org/officeDocument/2006/relationships/slideLayout" Target="../slideLayouts/slideLayout7.xml"/><Relationship Id="rId1" Type="http://schemas.openxmlformats.org/officeDocument/2006/relationships/tags" Target="../tags/tag88.xml"/></Relationships>
</file>

<file path=ppt/slides/_rels/slide266.xml.rels><?xml version="1.0" encoding="UTF-8" standalone="yes"?>
<Relationships xmlns="http://schemas.openxmlformats.org/package/2006/relationships"><Relationship Id="rId3" Type="http://schemas.openxmlformats.org/officeDocument/2006/relationships/image" Target="../media/image1043.png"/><Relationship Id="rId2" Type="http://schemas.openxmlformats.org/officeDocument/2006/relationships/slideLayout" Target="../slideLayouts/slideLayout7.xml"/><Relationship Id="rId1" Type="http://schemas.openxmlformats.org/officeDocument/2006/relationships/tags" Target="../tags/tag89.xml"/></Relationships>
</file>

<file path=ppt/slides/_rels/slide267.xml.rels><?xml version="1.0" encoding="UTF-8" standalone="yes"?>
<Relationships xmlns="http://schemas.openxmlformats.org/package/2006/relationships"><Relationship Id="rId3" Type="http://schemas.openxmlformats.org/officeDocument/2006/relationships/image" Target="../media/image1044.png"/><Relationship Id="rId2" Type="http://schemas.openxmlformats.org/officeDocument/2006/relationships/slideLayout" Target="../slideLayouts/slideLayout7.xml"/><Relationship Id="rId1" Type="http://schemas.openxmlformats.org/officeDocument/2006/relationships/tags" Target="../tags/tag90.xml"/></Relationships>
</file>

<file path=ppt/slides/_rels/slide268.xml.rels><?xml version="1.0" encoding="UTF-8" standalone="yes"?>
<Relationships xmlns="http://schemas.openxmlformats.org/package/2006/relationships"><Relationship Id="rId3" Type="http://schemas.openxmlformats.org/officeDocument/2006/relationships/image" Target="../media/image1045.png"/><Relationship Id="rId2" Type="http://schemas.openxmlformats.org/officeDocument/2006/relationships/slideLayout" Target="../slideLayouts/slideLayout7.xml"/><Relationship Id="rId1" Type="http://schemas.openxmlformats.org/officeDocument/2006/relationships/tags" Target="../tags/tag91.xml"/></Relationships>
</file>

<file path=ppt/slides/_rels/slide269.xml.rels><?xml version="1.0" encoding="UTF-8" standalone="yes"?>
<Relationships xmlns="http://schemas.openxmlformats.org/package/2006/relationships"><Relationship Id="rId3" Type="http://schemas.openxmlformats.org/officeDocument/2006/relationships/image" Target="../media/image1046.png"/><Relationship Id="rId2" Type="http://schemas.openxmlformats.org/officeDocument/2006/relationships/slideLayout" Target="../slideLayouts/slideLayout7.xml"/><Relationship Id="rId1" Type="http://schemas.openxmlformats.org/officeDocument/2006/relationships/tags" Target="../tags/tag92.xml"/></Relationships>
</file>

<file path=ppt/slides/_rels/slide270.xml.rels><?xml version="1.0" encoding="UTF-8" standalone="yes"?>
<Relationships xmlns="http://schemas.openxmlformats.org/package/2006/relationships"><Relationship Id="rId3" Type="http://schemas.openxmlformats.org/officeDocument/2006/relationships/image" Target="../media/image1047.png"/><Relationship Id="rId2" Type="http://schemas.openxmlformats.org/officeDocument/2006/relationships/slideLayout" Target="../slideLayouts/slideLayout7.xml"/><Relationship Id="rId1" Type="http://schemas.openxmlformats.org/officeDocument/2006/relationships/tags" Target="../tags/tag93.xml"/></Relationships>
</file>

<file path=ppt/slides/_rels/slide271.xml.rels><?xml version="1.0" encoding="UTF-8" standalone="yes"?>
<Relationships xmlns="http://schemas.openxmlformats.org/package/2006/relationships"><Relationship Id="rId3" Type="http://schemas.openxmlformats.org/officeDocument/2006/relationships/image" Target="../media/image1048.png"/><Relationship Id="rId2" Type="http://schemas.openxmlformats.org/officeDocument/2006/relationships/slideLayout" Target="../slideLayouts/slideLayout7.xml"/><Relationship Id="rId1" Type="http://schemas.openxmlformats.org/officeDocument/2006/relationships/tags" Target="../tags/tag94.xml"/></Relationships>
</file>

<file path=ppt/slides/_rels/slide272.xml.rels><?xml version="1.0" encoding="UTF-8" standalone="yes"?>
<Relationships xmlns="http://schemas.openxmlformats.org/package/2006/relationships"><Relationship Id="rId3" Type="http://schemas.openxmlformats.org/officeDocument/2006/relationships/image" Target="../media/image1049.png"/><Relationship Id="rId2" Type="http://schemas.openxmlformats.org/officeDocument/2006/relationships/slideLayout" Target="../slideLayouts/slideLayout7.xml"/><Relationship Id="rId1" Type="http://schemas.openxmlformats.org/officeDocument/2006/relationships/tags" Target="../tags/tag95.xml"/></Relationships>
</file>

<file path=ppt/slides/_rels/slide273.xml.rels><?xml version="1.0" encoding="UTF-8" standalone="yes"?>
<Relationships xmlns="http://schemas.openxmlformats.org/package/2006/relationships"><Relationship Id="rId3" Type="http://schemas.openxmlformats.org/officeDocument/2006/relationships/image" Target="../media/image1050.png"/><Relationship Id="rId2" Type="http://schemas.openxmlformats.org/officeDocument/2006/relationships/slideLayout" Target="../slideLayouts/slideLayout7.xml"/><Relationship Id="rId1" Type="http://schemas.openxmlformats.org/officeDocument/2006/relationships/tags" Target="../tags/tag96.xml"/></Relationships>
</file>

<file path=ppt/slides/_rels/slide274.xml.rels><?xml version="1.0" encoding="UTF-8" standalone="yes"?>
<Relationships xmlns="http://schemas.openxmlformats.org/package/2006/relationships"><Relationship Id="rId3" Type="http://schemas.openxmlformats.org/officeDocument/2006/relationships/image" Target="../media/image1051.png"/><Relationship Id="rId2" Type="http://schemas.openxmlformats.org/officeDocument/2006/relationships/slideLayout" Target="../slideLayouts/slideLayout7.xml"/><Relationship Id="rId1" Type="http://schemas.openxmlformats.org/officeDocument/2006/relationships/tags" Target="../tags/tag97.xml"/></Relationships>
</file>

<file path=ppt/slides/_rels/slide275.xml.rels><?xml version="1.0" encoding="UTF-8" standalone="yes"?>
<Relationships xmlns="http://schemas.openxmlformats.org/package/2006/relationships"><Relationship Id="rId3" Type="http://schemas.openxmlformats.org/officeDocument/2006/relationships/image" Target="../media/image1052.png"/><Relationship Id="rId2" Type="http://schemas.openxmlformats.org/officeDocument/2006/relationships/slideLayout" Target="../slideLayouts/slideLayout7.xml"/><Relationship Id="rId1" Type="http://schemas.openxmlformats.org/officeDocument/2006/relationships/tags" Target="../tags/tag98.xml"/></Relationships>
</file>

<file path=ppt/slides/_rels/slide276.xml.rels><?xml version="1.0" encoding="UTF-8" standalone="yes"?>
<Relationships xmlns="http://schemas.openxmlformats.org/package/2006/relationships"><Relationship Id="rId3" Type="http://schemas.openxmlformats.org/officeDocument/2006/relationships/image" Target="../media/image1053.png"/><Relationship Id="rId2" Type="http://schemas.openxmlformats.org/officeDocument/2006/relationships/slideLayout" Target="../slideLayouts/slideLayout7.xml"/><Relationship Id="rId1" Type="http://schemas.openxmlformats.org/officeDocument/2006/relationships/tags" Target="../tags/tag99.xml"/></Relationships>
</file>

<file path=ppt/slides/_rels/slide277.xml.rels><?xml version="1.0" encoding="UTF-8" standalone="yes"?>
<Relationships xmlns="http://schemas.openxmlformats.org/package/2006/relationships"><Relationship Id="rId8" Type="http://schemas.openxmlformats.org/officeDocument/2006/relationships/oleObject" Target="../embeddings/oleObject1062.bin"/><Relationship Id="rId13" Type="http://schemas.openxmlformats.org/officeDocument/2006/relationships/image" Target="../media/image1059.wmf"/><Relationship Id="rId18" Type="http://schemas.openxmlformats.org/officeDocument/2006/relationships/oleObject" Target="../embeddings/oleObject1067.bin"/><Relationship Id="rId3" Type="http://schemas.openxmlformats.org/officeDocument/2006/relationships/image" Target="../media/image1054.emf"/><Relationship Id="rId21" Type="http://schemas.openxmlformats.org/officeDocument/2006/relationships/image" Target="../media/image1063.wmf"/><Relationship Id="rId7" Type="http://schemas.openxmlformats.org/officeDocument/2006/relationships/image" Target="../media/image1056.wmf"/><Relationship Id="rId12" Type="http://schemas.openxmlformats.org/officeDocument/2006/relationships/oleObject" Target="../embeddings/oleObject1064.bin"/><Relationship Id="rId17" Type="http://schemas.openxmlformats.org/officeDocument/2006/relationships/image" Target="../media/image1061.wmf"/><Relationship Id="rId2" Type="http://schemas.openxmlformats.org/officeDocument/2006/relationships/oleObject" Target="../embeddings/oleObject1059.bin"/><Relationship Id="rId16" Type="http://schemas.openxmlformats.org/officeDocument/2006/relationships/oleObject" Target="../embeddings/oleObject1066.bin"/><Relationship Id="rId20" Type="http://schemas.openxmlformats.org/officeDocument/2006/relationships/oleObject" Target="../embeddings/oleObject1068.bin"/><Relationship Id="rId1" Type="http://schemas.openxmlformats.org/officeDocument/2006/relationships/slideLayout" Target="../slideLayouts/slideLayout7.xml"/><Relationship Id="rId6" Type="http://schemas.openxmlformats.org/officeDocument/2006/relationships/oleObject" Target="../embeddings/oleObject1061.bin"/><Relationship Id="rId11" Type="http://schemas.openxmlformats.org/officeDocument/2006/relationships/image" Target="../media/image1058.wmf"/><Relationship Id="rId5" Type="http://schemas.openxmlformats.org/officeDocument/2006/relationships/image" Target="../media/image1055.emf"/><Relationship Id="rId15" Type="http://schemas.openxmlformats.org/officeDocument/2006/relationships/image" Target="../media/image1060.wmf"/><Relationship Id="rId23" Type="http://schemas.openxmlformats.org/officeDocument/2006/relationships/image" Target="../media/image1064.wmf"/><Relationship Id="rId10" Type="http://schemas.openxmlformats.org/officeDocument/2006/relationships/oleObject" Target="../embeddings/oleObject1063.bin"/><Relationship Id="rId19" Type="http://schemas.openxmlformats.org/officeDocument/2006/relationships/image" Target="../media/image1062.wmf"/><Relationship Id="rId4" Type="http://schemas.openxmlformats.org/officeDocument/2006/relationships/oleObject" Target="../embeddings/oleObject1060.bin"/><Relationship Id="rId9" Type="http://schemas.openxmlformats.org/officeDocument/2006/relationships/image" Target="../media/image1057.wmf"/><Relationship Id="rId14" Type="http://schemas.openxmlformats.org/officeDocument/2006/relationships/oleObject" Target="../embeddings/oleObject1065.bin"/><Relationship Id="rId22" Type="http://schemas.openxmlformats.org/officeDocument/2006/relationships/oleObject" Target="../embeddings/oleObject1069.bin"/></Relationships>
</file>

<file path=ppt/slides/_rels/slide278.xml.rels><?xml version="1.0" encoding="UTF-8" standalone="yes"?>
<Relationships xmlns="http://schemas.openxmlformats.org/package/2006/relationships"><Relationship Id="rId13" Type="http://schemas.openxmlformats.org/officeDocument/2006/relationships/image" Target="../media/image1070.wmf"/><Relationship Id="rId18" Type="http://schemas.openxmlformats.org/officeDocument/2006/relationships/oleObject" Target="../embeddings/oleObject1078.bin"/><Relationship Id="rId26" Type="http://schemas.openxmlformats.org/officeDocument/2006/relationships/oleObject" Target="../embeddings/oleObject1082.bin"/><Relationship Id="rId3" Type="http://schemas.openxmlformats.org/officeDocument/2006/relationships/image" Target="../media/image1065.wmf"/><Relationship Id="rId21" Type="http://schemas.openxmlformats.org/officeDocument/2006/relationships/image" Target="../media/image1074.wmf"/><Relationship Id="rId7" Type="http://schemas.openxmlformats.org/officeDocument/2006/relationships/image" Target="../media/image1067.wmf"/><Relationship Id="rId12" Type="http://schemas.openxmlformats.org/officeDocument/2006/relationships/oleObject" Target="../embeddings/oleObject1075.bin"/><Relationship Id="rId17" Type="http://schemas.openxmlformats.org/officeDocument/2006/relationships/image" Target="../media/image1072.wmf"/><Relationship Id="rId25" Type="http://schemas.openxmlformats.org/officeDocument/2006/relationships/image" Target="../media/image1076.wmf"/><Relationship Id="rId33" Type="http://schemas.openxmlformats.org/officeDocument/2006/relationships/image" Target="../media/image1080.emf"/><Relationship Id="rId2" Type="http://schemas.openxmlformats.org/officeDocument/2006/relationships/oleObject" Target="../embeddings/oleObject1070.bin"/><Relationship Id="rId16" Type="http://schemas.openxmlformats.org/officeDocument/2006/relationships/oleObject" Target="../embeddings/oleObject1077.bin"/><Relationship Id="rId20" Type="http://schemas.openxmlformats.org/officeDocument/2006/relationships/oleObject" Target="../embeddings/oleObject1079.bin"/><Relationship Id="rId29" Type="http://schemas.openxmlformats.org/officeDocument/2006/relationships/image" Target="../media/image1078.emf"/><Relationship Id="rId1" Type="http://schemas.openxmlformats.org/officeDocument/2006/relationships/slideLayout" Target="../slideLayouts/slideLayout1.xml"/><Relationship Id="rId6" Type="http://schemas.openxmlformats.org/officeDocument/2006/relationships/oleObject" Target="../embeddings/oleObject1072.bin"/><Relationship Id="rId11" Type="http://schemas.openxmlformats.org/officeDocument/2006/relationships/image" Target="../media/image1069.wmf"/><Relationship Id="rId24" Type="http://schemas.openxmlformats.org/officeDocument/2006/relationships/oleObject" Target="../embeddings/oleObject1081.bin"/><Relationship Id="rId32" Type="http://schemas.openxmlformats.org/officeDocument/2006/relationships/oleObject" Target="../embeddings/oleObject1085.bin"/><Relationship Id="rId5" Type="http://schemas.openxmlformats.org/officeDocument/2006/relationships/image" Target="../media/image1066.wmf"/><Relationship Id="rId15" Type="http://schemas.openxmlformats.org/officeDocument/2006/relationships/image" Target="../media/image1071.wmf"/><Relationship Id="rId23" Type="http://schemas.openxmlformats.org/officeDocument/2006/relationships/image" Target="../media/image1075.wmf"/><Relationship Id="rId28" Type="http://schemas.openxmlformats.org/officeDocument/2006/relationships/oleObject" Target="../embeddings/oleObject1083.bin"/><Relationship Id="rId10" Type="http://schemas.openxmlformats.org/officeDocument/2006/relationships/oleObject" Target="../embeddings/oleObject1074.bin"/><Relationship Id="rId19" Type="http://schemas.openxmlformats.org/officeDocument/2006/relationships/image" Target="../media/image1073.wmf"/><Relationship Id="rId31" Type="http://schemas.openxmlformats.org/officeDocument/2006/relationships/image" Target="../media/image1079.emf"/><Relationship Id="rId4" Type="http://schemas.openxmlformats.org/officeDocument/2006/relationships/oleObject" Target="../embeddings/oleObject1071.bin"/><Relationship Id="rId9" Type="http://schemas.openxmlformats.org/officeDocument/2006/relationships/image" Target="../media/image1068.wmf"/><Relationship Id="rId14" Type="http://schemas.openxmlformats.org/officeDocument/2006/relationships/oleObject" Target="../embeddings/oleObject1076.bin"/><Relationship Id="rId22" Type="http://schemas.openxmlformats.org/officeDocument/2006/relationships/oleObject" Target="../embeddings/oleObject1080.bin"/><Relationship Id="rId27" Type="http://schemas.openxmlformats.org/officeDocument/2006/relationships/image" Target="../media/image1077.emf"/><Relationship Id="rId30" Type="http://schemas.openxmlformats.org/officeDocument/2006/relationships/oleObject" Target="../embeddings/oleObject1084.bin"/><Relationship Id="rId8" Type="http://schemas.openxmlformats.org/officeDocument/2006/relationships/oleObject" Target="../embeddings/oleObject1073.bin"/></Relationships>
</file>

<file path=ppt/slides/_rels/slide279.xml.rels><?xml version="1.0" encoding="UTF-8" standalone="yes"?>
<Relationships xmlns="http://schemas.openxmlformats.org/package/2006/relationships"><Relationship Id="rId13" Type="http://schemas.openxmlformats.org/officeDocument/2006/relationships/image" Target="../media/image1084.emf"/><Relationship Id="rId18" Type="http://schemas.openxmlformats.org/officeDocument/2006/relationships/oleObject" Target="../embeddings/oleObject1094.bin"/><Relationship Id="rId26" Type="http://schemas.openxmlformats.org/officeDocument/2006/relationships/oleObject" Target="../embeddings/oleObject1099.bin"/><Relationship Id="rId39" Type="http://schemas.openxmlformats.org/officeDocument/2006/relationships/image" Target="../media/image1090.emf"/><Relationship Id="rId21" Type="http://schemas.openxmlformats.org/officeDocument/2006/relationships/image" Target="../media/image1069.wmf"/><Relationship Id="rId34" Type="http://schemas.openxmlformats.org/officeDocument/2006/relationships/oleObject" Target="../embeddings/oleObject1103.bin"/><Relationship Id="rId7" Type="http://schemas.openxmlformats.org/officeDocument/2006/relationships/image" Target="../media/image1071.wmf"/><Relationship Id="rId2" Type="http://schemas.openxmlformats.org/officeDocument/2006/relationships/oleObject" Target="../embeddings/oleObject1086.bin"/><Relationship Id="rId16" Type="http://schemas.openxmlformats.org/officeDocument/2006/relationships/oleObject" Target="../embeddings/oleObject1093.bin"/><Relationship Id="rId20" Type="http://schemas.openxmlformats.org/officeDocument/2006/relationships/oleObject" Target="../embeddings/oleObject1095.bin"/><Relationship Id="rId29" Type="http://schemas.openxmlformats.org/officeDocument/2006/relationships/image" Target="../media/image1089.emf"/><Relationship Id="rId41" Type="http://schemas.openxmlformats.org/officeDocument/2006/relationships/image" Target="../media/image1091.emf"/><Relationship Id="rId1" Type="http://schemas.openxmlformats.org/officeDocument/2006/relationships/slideLayout" Target="../slideLayouts/slideLayout7.xml"/><Relationship Id="rId6" Type="http://schemas.openxmlformats.org/officeDocument/2006/relationships/oleObject" Target="../embeddings/oleObject1088.bin"/><Relationship Id="rId11" Type="http://schemas.openxmlformats.org/officeDocument/2006/relationships/image" Target="../media/image1083.emf"/><Relationship Id="rId24" Type="http://schemas.openxmlformats.org/officeDocument/2006/relationships/oleObject" Target="../embeddings/oleObject1097.bin"/><Relationship Id="rId32" Type="http://schemas.openxmlformats.org/officeDocument/2006/relationships/oleObject" Target="../embeddings/oleObject1102.bin"/><Relationship Id="rId37" Type="http://schemas.openxmlformats.org/officeDocument/2006/relationships/image" Target="../media/image1076.wmf"/><Relationship Id="rId40" Type="http://schemas.openxmlformats.org/officeDocument/2006/relationships/oleObject" Target="../embeddings/oleObject1106.bin"/><Relationship Id="rId5" Type="http://schemas.openxmlformats.org/officeDocument/2006/relationships/image" Target="../media/image1082.wmf"/><Relationship Id="rId15" Type="http://schemas.openxmlformats.org/officeDocument/2006/relationships/image" Target="../media/image1085.wmf"/><Relationship Id="rId23" Type="http://schemas.openxmlformats.org/officeDocument/2006/relationships/image" Target="../media/image1070.wmf"/><Relationship Id="rId28" Type="http://schemas.openxmlformats.org/officeDocument/2006/relationships/oleObject" Target="../embeddings/oleObject1100.bin"/><Relationship Id="rId36" Type="http://schemas.openxmlformats.org/officeDocument/2006/relationships/oleObject" Target="../embeddings/oleObject1104.bin"/><Relationship Id="rId10" Type="http://schemas.openxmlformats.org/officeDocument/2006/relationships/oleObject" Target="../embeddings/oleObject1090.bin"/><Relationship Id="rId19" Type="http://schemas.openxmlformats.org/officeDocument/2006/relationships/image" Target="../media/image1087.emf"/><Relationship Id="rId31" Type="http://schemas.openxmlformats.org/officeDocument/2006/relationships/image" Target="../media/image1073.wmf"/><Relationship Id="rId4" Type="http://schemas.openxmlformats.org/officeDocument/2006/relationships/oleObject" Target="../embeddings/oleObject1087.bin"/><Relationship Id="rId9" Type="http://schemas.openxmlformats.org/officeDocument/2006/relationships/image" Target="../media/image1072.wmf"/><Relationship Id="rId14" Type="http://schemas.openxmlformats.org/officeDocument/2006/relationships/oleObject" Target="../embeddings/oleObject1092.bin"/><Relationship Id="rId22" Type="http://schemas.openxmlformats.org/officeDocument/2006/relationships/oleObject" Target="../embeddings/oleObject1096.bin"/><Relationship Id="rId27" Type="http://schemas.openxmlformats.org/officeDocument/2006/relationships/image" Target="../media/image1088.emf"/><Relationship Id="rId30" Type="http://schemas.openxmlformats.org/officeDocument/2006/relationships/oleObject" Target="../embeddings/oleObject1101.bin"/><Relationship Id="rId35" Type="http://schemas.openxmlformats.org/officeDocument/2006/relationships/image" Target="../media/image1075.wmf"/><Relationship Id="rId8" Type="http://schemas.openxmlformats.org/officeDocument/2006/relationships/oleObject" Target="../embeddings/oleObject1089.bin"/><Relationship Id="rId3" Type="http://schemas.openxmlformats.org/officeDocument/2006/relationships/image" Target="../media/image1081.wmf"/><Relationship Id="rId12" Type="http://schemas.openxmlformats.org/officeDocument/2006/relationships/oleObject" Target="../embeddings/oleObject1091.bin"/><Relationship Id="rId17" Type="http://schemas.openxmlformats.org/officeDocument/2006/relationships/image" Target="../media/image1086.emf"/><Relationship Id="rId25" Type="http://schemas.openxmlformats.org/officeDocument/2006/relationships/oleObject" Target="../embeddings/oleObject1098.bin"/><Relationship Id="rId33" Type="http://schemas.openxmlformats.org/officeDocument/2006/relationships/image" Target="../media/image1074.wmf"/><Relationship Id="rId38" Type="http://schemas.openxmlformats.org/officeDocument/2006/relationships/oleObject" Target="../embeddings/oleObject1105.bin"/></Relationships>
</file>

<file path=ppt/slides/_rels/slide280.xml.rels><?xml version="1.0" encoding="UTF-8" standalone="yes"?>
<Relationships xmlns="http://schemas.openxmlformats.org/package/2006/relationships"><Relationship Id="rId3" Type="http://schemas.openxmlformats.org/officeDocument/2006/relationships/image" Target="../media/image1092.wmf"/><Relationship Id="rId2" Type="http://schemas.openxmlformats.org/officeDocument/2006/relationships/oleObject" Target="../embeddings/oleObject1107.bin"/><Relationship Id="rId1" Type="http://schemas.openxmlformats.org/officeDocument/2006/relationships/slideLayout" Target="../slideLayouts/slideLayout7.xml"/><Relationship Id="rId5" Type="http://schemas.openxmlformats.org/officeDocument/2006/relationships/image" Target="../media/image1093.emf"/><Relationship Id="rId4" Type="http://schemas.openxmlformats.org/officeDocument/2006/relationships/oleObject" Target="../embeddings/oleObject1108.bin"/></Relationships>
</file>

<file path=ppt/slides/_rels/slide281.xml.rels><?xml version="1.0" encoding="UTF-8" standalone="yes"?>
<Relationships xmlns="http://schemas.openxmlformats.org/package/2006/relationships"><Relationship Id="rId3" Type="http://schemas.openxmlformats.org/officeDocument/2006/relationships/image" Target="../media/image1094.png"/><Relationship Id="rId2" Type="http://schemas.openxmlformats.org/officeDocument/2006/relationships/slideLayout" Target="../slideLayouts/slideLayout7.xml"/><Relationship Id="rId1" Type="http://schemas.openxmlformats.org/officeDocument/2006/relationships/tags" Target="../tags/tag100.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0"/>
            <a:ext cx="9144000" cy="6858000"/>
          </a:xfrm>
          <a:prstGeom prst="rect">
            <a:avLst/>
          </a:prstGeom>
          <a:gradFill flip="none">
            <a:gsLst>
              <a:gs pos="100000">
                <a:schemeClr val="tx1">
                  <a:alpha val="0"/>
                </a:schemeClr>
              </a:gs>
              <a:gs pos="24000">
                <a:schemeClr val="tx1"/>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p:cNvSpPr txBox="1"/>
          <p:nvPr/>
        </p:nvSpPr>
        <p:spPr>
          <a:xfrm>
            <a:off x="510540" y="1544320"/>
            <a:ext cx="3842385" cy="1938020"/>
          </a:xfrm>
          <a:prstGeom prst="rect">
            <a:avLst/>
          </a:prstGeom>
          <a:noFill/>
        </p:spPr>
        <p:txBody>
          <a:bodyPr wrap="square" rtlCol="0">
            <a:spAutoFit/>
          </a:bodyPr>
          <a:lstStyle/>
          <a:p>
            <a:r>
              <a:rPr lang="zh-CN" altLang="en-US" sz="6000">
                <a:solidFill>
                  <a:schemeClr val="bg1"/>
                </a:solidFill>
                <a:latin typeface="华文行楷" panose="02010800040101010101" charset="-122"/>
                <a:ea typeface="华文行楷" panose="02010800040101010101" charset="-122"/>
              </a:rPr>
              <a:t>电路理论考前串讲</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矩形 7"/>
          <p:cNvSpPr/>
          <p:nvPr/>
        </p:nvSpPr>
        <p:spPr>
          <a:xfrm>
            <a:off x="4770120" y="105590"/>
            <a:ext cx="4246558" cy="1317857"/>
          </a:xfrm>
          <a:prstGeom prst="rect">
            <a:avLst/>
          </a:prstGeom>
          <a:solidFill>
            <a:srgbClr val="D0CECE">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770120" y="1497265"/>
            <a:ext cx="4246558" cy="1684354"/>
          </a:xfrm>
          <a:prstGeom prst="rect">
            <a:avLst/>
          </a:prstGeom>
          <a:solidFill>
            <a:srgbClr val="B4C7E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770120" y="3676381"/>
            <a:ext cx="4246558" cy="1682697"/>
          </a:xfrm>
          <a:prstGeom prst="rect">
            <a:avLst/>
          </a:prstGeom>
          <a:solidFill>
            <a:srgbClr val="F8CBAD">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5714" y="2574660"/>
            <a:ext cx="4572000" cy="829945"/>
          </a:xfrm>
          <a:prstGeom prst="rect">
            <a:avLst/>
          </a:prstGeom>
          <a:noFill/>
        </p:spPr>
        <p:txBody>
          <a:bodyPr wrap="square">
            <a:spAutoFit/>
          </a:bodyPr>
          <a:lstStyle/>
          <a:p>
            <a:pPr algn="ctr"/>
            <a:r>
              <a:rPr lang="en-US" altLang="zh-CN" sz="4800" dirty="0">
                <a:solidFill>
                  <a:schemeClr val="bg1"/>
                </a:solidFill>
                <a:latin typeface="Times New Roman" panose="02020603050405020304" pitchFamily="18" charset="0"/>
                <a:ea typeface="楷体" panose="02010609060101010101" charset="-122"/>
              </a:rPr>
              <a:t>目录</a:t>
            </a:r>
          </a:p>
        </p:txBody>
      </p:sp>
      <p:sp>
        <p:nvSpPr>
          <p:cNvPr id="7" name="矩形 6"/>
          <p:cNvSpPr/>
          <p:nvPr/>
        </p:nvSpPr>
        <p:spPr>
          <a:xfrm>
            <a:off x="3810000" y="0"/>
            <a:ext cx="762000" cy="6858000"/>
          </a:xfrm>
          <a:prstGeom prst="rect">
            <a:avLst/>
          </a:prstGeom>
          <a:gradFill>
            <a:gsLst>
              <a:gs pos="0">
                <a:schemeClr val="accent1">
                  <a:lumMod val="5000"/>
                  <a:lumOff val="95000"/>
                  <a:alpha val="0"/>
                </a:schemeClr>
              </a:gs>
              <a:gs pos="100000">
                <a:schemeClr val="tx1">
                  <a:alpha val="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4770120" y="105590"/>
            <a:ext cx="4769806" cy="6646820"/>
          </a:xfrm>
          <a:prstGeom prst="rect">
            <a:avLst/>
          </a:prstGeom>
          <a:noFill/>
        </p:spPr>
        <p:txBody>
          <a:bodyPr wrap="square" rtlCol="0">
            <a:spAutoFit/>
          </a:bodyPr>
          <a:lstStyle/>
          <a:p>
            <a:pPr>
              <a:lnSpc>
                <a:spcPct val="130000"/>
              </a:lnSpc>
            </a:pPr>
            <a:r>
              <a:rPr lang="zh-CN" altLang="en-US" sz="2200" dirty="0">
                <a:latin typeface="Times New Roman" panose="02020603050405020304" pitchFamily="18" charset="0"/>
                <a:ea typeface="楷体" panose="02010609060101010101" charset="-122"/>
              </a:rPr>
              <a:t>第 </a:t>
            </a:r>
            <a:r>
              <a:rPr lang="en-US" altLang="zh-CN" sz="2200" dirty="0">
                <a:latin typeface="Times New Roman" panose="02020603050405020304" pitchFamily="18" charset="0"/>
                <a:ea typeface="楷体" panose="02010609060101010101" charset="-122"/>
              </a:rPr>
              <a:t>1 </a:t>
            </a:r>
            <a:r>
              <a:rPr lang="zh-CN" altLang="en-US" sz="2200" dirty="0">
                <a:latin typeface="Times New Roman" panose="02020603050405020304" pitchFamily="18" charset="0"/>
                <a:ea typeface="楷体" panose="02010609060101010101" charset="-122"/>
              </a:rPr>
              <a:t>章  电路模型与基本定律</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 </a:t>
            </a:r>
            <a:r>
              <a:rPr lang="en-US" altLang="zh-CN" sz="2200" dirty="0">
                <a:latin typeface="Times New Roman" panose="02020603050405020304" pitchFamily="18" charset="0"/>
                <a:ea typeface="楷体" panose="02010609060101010101" charset="-122"/>
              </a:rPr>
              <a:t>2 </a:t>
            </a:r>
            <a:r>
              <a:rPr lang="zh-CN" altLang="en-US" sz="2200" dirty="0">
                <a:latin typeface="Times New Roman" panose="02020603050405020304" pitchFamily="18" charset="0"/>
                <a:ea typeface="楷体" panose="02010609060101010101" charset="-122"/>
              </a:rPr>
              <a:t>章  电阻电路等效变换</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 </a:t>
            </a:r>
            <a:r>
              <a:rPr lang="en-US" altLang="zh-CN" sz="2200" dirty="0">
                <a:latin typeface="Times New Roman" panose="02020603050405020304" pitchFamily="18" charset="0"/>
                <a:ea typeface="楷体" panose="02010609060101010101" charset="-122"/>
              </a:rPr>
              <a:t>3 </a:t>
            </a:r>
            <a:r>
              <a:rPr lang="zh-CN" altLang="en-US" sz="2200" dirty="0">
                <a:latin typeface="Times New Roman" panose="02020603050405020304" pitchFamily="18" charset="0"/>
                <a:ea typeface="楷体" panose="02010609060101010101" charset="-122"/>
              </a:rPr>
              <a:t>章  电路分析方程</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 </a:t>
            </a:r>
            <a:r>
              <a:rPr lang="en-US" altLang="zh-CN" sz="2200" dirty="0">
                <a:latin typeface="Times New Roman" panose="02020603050405020304" pitchFamily="18" charset="0"/>
                <a:ea typeface="楷体" panose="02010609060101010101" charset="-122"/>
              </a:rPr>
              <a:t>4 </a:t>
            </a:r>
            <a:r>
              <a:rPr lang="zh-CN" altLang="en-US" sz="2200" dirty="0">
                <a:latin typeface="Times New Roman" panose="02020603050405020304" pitchFamily="18" charset="0"/>
                <a:ea typeface="楷体" panose="02010609060101010101" charset="-122"/>
              </a:rPr>
              <a:t>章  电路定理</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 </a:t>
            </a:r>
            <a:r>
              <a:rPr lang="en-US" altLang="zh-CN" sz="2200" dirty="0">
                <a:latin typeface="Times New Roman" panose="02020603050405020304" pitchFamily="18" charset="0"/>
                <a:ea typeface="楷体" panose="02010609060101010101" charset="-122"/>
              </a:rPr>
              <a:t>5 </a:t>
            </a:r>
            <a:r>
              <a:rPr lang="zh-CN" altLang="en-US" sz="2200" dirty="0">
                <a:latin typeface="Times New Roman" panose="02020603050405020304" pitchFamily="18" charset="0"/>
                <a:ea typeface="楷体" panose="02010609060101010101" charset="-122"/>
              </a:rPr>
              <a:t>章  含运算放大器的电路</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 </a:t>
            </a:r>
            <a:r>
              <a:rPr lang="en-US" altLang="zh-CN" sz="2200" dirty="0">
                <a:latin typeface="Times New Roman" panose="02020603050405020304" pitchFamily="18" charset="0"/>
                <a:ea typeface="楷体" panose="02010609060101010101" charset="-122"/>
              </a:rPr>
              <a:t>7 </a:t>
            </a:r>
            <a:r>
              <a:rPr lang="zh-CN" altLang="en-US" sz="2200" dirty="0">
                <a:latin typeface="Times New Roman" panose="02020603050405020304" pitchFamily="18" charset="0"/>
                <a:ea typeface="楷体" panose="02010609060101010101" charset="-122"/>
              </a:rPr>
              <a:t>章  电容、电感及动态电路</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 </a:t>
            </a:r>
            <a:r>
              <a:rPr lang="en-US" altLang="zh-CN" sz="2200" dirty="0">
                <a:latin typeface="Times New Roman" panose="02020603050405020304" pitchFamily="18" charset="0"/>
                <a:ea typeface="楷体" panose="02010609060101010101" charset="-122"/>
              </a:rPr>
              <a:t>8 </a:t>
            </a:r>
            <a:r>
              <a:rPr lang="zh-CN" altLang="en-US" sz="2200" dirty="0">
                <a:latin typeface="Times New Roman" panose="02020603050405020304" pitchFamily="18" charset="0"/>
                <a:ea typeface="楷体" panose="02010609060101010101" charset="-122"/>
              </a:rPr>
              <a:t>章  一阶电路的暂态分析</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 </a:t>
            </a:r>
            <a:r>
              <a:rPr lang="en-US" altLang="zh-CN" sz="2200" dirty="0">
                <a:latin typeface="Times New Roman" panose="02020603050405020304" pitchFamily="18" charset="0"/>
                <a:ea typeface="楷体" panose="02010609060101010101" charset="-122"/>
              </a:rPr>
              <a:t>9 </a:t>
            </a:r>
            <a:r>
              <a:rPr lang="zh-CN" altLang="en-US" sz="2200" dirty="0">
                <a:latin typeface="Times New Roman" panose="02020603050405020304" pitchFamily="18" charset="0"/>
                <a:ea typeface="楷体" panose="02010609060101010101" charset="-122"/>
              </a:rPr>
              <a:t>章  二阶电路的暂态分析（不考）</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a:t>
            </a:r>
            <a:r>
              <a:rPr lang="en-US" altLang="zh-CN" sz="2200" dirty="0">
                <a:latin typeface="Times New Roman" panose="02020603050405020304" pitchFamily="18" charset="0"/>
                <a:ea typeface="楷体" panose="02010609060101010101" charset="-122"/>
              </a:rPr>
              <a:t>10</a:t>
            </a:r>
            <a:r>
              <a:rPr lang="zh-CN" altLang="en-US" sz="2200" dirty="0">
                <a:latin typeface="Times New Roman" panose="02020603050405020304" pitchFamily="18" charset="0"/>
                <a:ea typeface="楷体" panose="02010609060101010101" charset="-122"/>
              </a:rPr>
              <a:t>章  正弦稳态分析</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a:t>
            </a:r>
            <a:r>
              <a:rPr lang="en-US" altLang="zh-CN" sz="2200" dirty="0">
                <a:latin typeface="Times New Roman" panose="02020603050405020304" pitchFamily="18" charset="0"/>
                <a:ea typeface="楷体" panose="02010609060101010101" charset="-122"/>
              </a:rPr>
              <a:t>11</a:t>
            </a:r>
            <a:r>
              <a:rPr lang="zh-CN" altLang="en-US" sz="2200" dirty="0">
                <a:latin typeface="Times New Roman" panose="02020603050405020304" pitchFamily="18" charset="0"/>
                <a:ea typeface="楷体" panose="02010609060101010101" charset="-122"/>
              </a:rPr>
              <a:t>章  正弦稳态电路的功率</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a:t>
            </a:r>
            <a:r>
              <a:rPr lang="en-US" altLang="zh-CN" sz="2200" dirty="0">
                <a:latin typeface="Times New Roman" panose="02020603050405020304" pitchFamily="18" charset="0"/>
                <a:ea typeface="楷体" panose="02010609060101010101" charset="-122"/>
              </a:rPr>
              <a:t>12</a:t>
            </a:r>
            <a:r>
              <a:rPr lang="zh-CN" altLang="en-US" sz="2200" dirty="0">
                <a:latin typeface="Times New Roman" panose="02020603050405020304" pitchFamily="18" charset="0"/>
                <a:ea typeface="楷体" panose="02010609060101010101" charset="-122"/>
              </a:rPr>
              <a:t>章  三相正弦稳态电路</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a:t>
            </a:r>
            <a:r>
              <a:rPr lang="en-US" altLang="zh-CN" sz="2200" dirty="0">
                <a:latin typeface="Times New Roman" panose="02020603050405020304" pitchFamily="18" charset="0"/>
                <a:ea typeface="楷体" panose="02010609060101010101" charset="-122"/>
              </a:rPr>
              <a:t>13</a:t>
            </a:r>
            <a:r>
              <a:rPr lang="zh-CN" altLang="en-US" sz="2200" dirty="0">
                <a:latin typeface="Times New Roman" panose="02020603050405020304" pitchFamily="18" charset="0"/>
                <a:ea typeface="楷体" panose="02010609060101010101" charset="-122"/>
              </a:rPr>
              <a:t>章  含磁耦合的电路</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a:t>
            </a:r>
            <a:r>
              <a:rPr lang="en-US" altLang="zh-CN" sz="2200" dirty="0">
                <a:latin typeface="Times New Roman" panose="02020603050405020304" pitchFamily="18" charset="0"/>
                <a:ea typeface="楷体" panose="02010609060101010101" charset="-122"/>
              </a:rPr>
              <a:t>14</a:t>
            </a:r>
            <a:r>
              <a:rPr lang="zh-CN" altLang="en-US" sz="2200" dirty="0">
                <a:latin typeface="Times New Roman" panose="02020603050405020304" pitchFamily="18" charset="0"/>
                <a:ea typeface="楷体" panose="02010609060101010101" charset="-122"/>
              </a:rPr>
              <a:t>章  正弦稳态电路的频率响应</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a:t>
            </a:r>
            <a:r>
              <a:rPr lang="en-US" altLang="zh-CN" sz="2200" dirty="0">
                <a:latin typeface="Times New Roman" panose="02020603050405020304" pitchFamily="18" charset="0"/>
                <a:ea typeface="楷体" panose="02010609060101010101" charset="-122"/>
              </a:rPr>
              <a:t>15</a:t>
            </a:r>
            <a:r>
              <a:rPr lang="zh-CN" altLang="en-US" sz="2200" dirty="0">
                <a:latin typeface="Times New Roman" panose="02020603050405020304" pitchFamily="18" charset="0"/>
                <a:ea typeface="楷体" panose="02010609060101010101" charset="-122"/>
              </a:rPr>
              <a:t>章  周期性非正弦稳态电路</a:t>
            </a:r>
            <a:endParaRPr lang="en-US" altLang="zh-CN" sz="2200" dirty="0">
              <a:latin typeface="Times New Roman" panose="02020603050405020304" pitchFamily="18" charset="0"/>
              <a:ea typeface="楷体" panose="02010609060101010101" charset="-122"/>
            </a:endParaRPr>
          </a:p>
          <a:p>
            <a:pPr>
              <a:lnSpc>
                <a:spcPct val="130000"/>
              </a:lnSpc>
            </a:pPr>
            <a:r>
              <a:rPr lang="zh-CN" altLang="en-US" sz="2200" dirty="0">
                <a:latin typeface="Times New Roman" panose="02020603050405020304" pitchFamily="18" charset="0"/>
                <a:ea typeface="楷体" panose="02010609060101010101" charset="-122"/>
              </a:rPr>
              <a:t>第</a:t>
            </a:r>
            <a:r>
              <a:rPr lang="en-US" altLang="zh-CN" sz="2200" dirty="0">
                <a:latin typeface="Times New Roman" panose="02020603050405020304" pitchFamily="18" charset="0"/>
                <a:ea typeface="楷体" panose="02010609060101010101" charset="-122"/>
              </a:rPr>
              <a:t>16</a:t>
            </a:r>
            <a:r>
              <a:rPr lang="zh-CN" altLang="en-US" sz="2200" dirty="0">
                <a:latin typeface="Times New Roman" panose="02020603050405020304" pitchFamily="18" charset="0"/>
                <a:ea typeface="楷体" panose="02010609060101010101" charset="-122"/>
              </a:rPr>
              <a:t>章  二端口网络</a:t>
            </a:r>
          </a:p>
        </p:txBody>
      </p:sp>
      <p:sp>
        <p:nvSpPr>
          <p:cNvPr id="20" name="矩形 19"/>
          <p:cNvSpPr/>
          <p:nvPr/>
        </p:nvSpPr>
        <p:spPr>
          <a:xfrm>
            <a:off x="4770121" y="5412583"/>
            <a:ext cx="4246558" cy="1266009"/>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arn(inVertical)">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arn(inVertical)">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19" grpId="0" animBg="1"/>
      <p:bldP spid="16" grpId="0"/>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6313" y="2002195"/>
            <a:ext cx="7767687" cy="1938992"/>
          </a:xfrm>
          <a:prstGeom prst="rect">
            <a:avLst/>
          </a:prstGeom>
          <a:noFill/>
        </p:spPr>
        <p:txBody>
          <a:bodyPr wrap="square" rtlCol="0">
            <a:spAutoFit/>
          </a:bodyPr>
          <a:lstStyle/>
          <a:p>
            <a:r>
              <a:rPr lang="zh-CN" altLang="en-US" sz="6000" dirty="0">
                <a:latin typeface="华文行楷" panose="02010800040101010101" charset="-122"/>
                <a:ea typeface="华文行楷" panose="02010800040101010101" charset="-122"/>
              </a:rPr>
              <a:t>一、第</a:t>
            </a:r>
            <a:r>
              <a:rPr lang="en-US" altLang="zh-CN" sz="6000" dirty="0">
                <a:latin typeface="华文行楷" panose="02010800040101010101" charset="-122"/>
                <a:ea typeface="华文行楷" panose="02010800040101010101" charset="-122"/>
              </a:rPr>
              <a:t>1</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2</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3</a:t>
            </a:r>
            <a:r>
              <a:rPr lang="zh-CN" altLang="en-US" sz="6000" dirty="0">
                <a:latin typeface="华文行楷" panose="02010800040101010101" charset="-122"/>
                <a:ea typeface="华文行楷" panose="02010800040101010101" charset="-122"/>
              </a:rPr>
              <a:t>章     </a:t>
            </a:r>
            <a:endParaRPr lang="en-US" altLang="zh-CN" sz="6000" dirty="0">
              <a:latin typeface="华文行楷" panose="02010800040101010101" charset="-122"/>
              <a:ea typeface="华文行楷" panose="02010800040101010101" charset="-122"/>
            </a:endParaRPr>
          </a:p>
          <a:p>
            <a:r>
              <a:rPr lang="en-US" altLang="zh-CN" sz="6000" dirty="0">
                <a:latin typeface="华文行楷" panose="02010800040101010101" charset="-122"/>
                <a:ea typeface="华文行楷" panose="02010800040101010101" charset="-122"/>
              </a:rPr>
              <a:t>           </a:t>
            </a:r>
            <a:r>
              <a:rPr lang="zh-CN" altLang="en-US" sz="6000" dirty="0">
                <a:latin typeface="华文行楷" panose="02010800040101010101" charset="-122"/>
                <a:ea typeface="华文行楷" panose="02010800040101010101" charset="-122"/>
              </a:rPr>
              <a:t>基础知识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3804426A-4060-4257-B5A2-26584D8502EA}" type="datetime1">
              <a:rPr lang="zh-CN" altLang="en-US" smtClean="0"/>
              <a:pPr>
                <a:defRPr/>
              </a:pPr>
              <a:t>2024/8/17</a:t>
            </a:fld>
            <a:endParaRPr lang="en-US" altLang="zh-CN"/>
          </a:p>
        </p:txBody>
      </p:sp>
      <p:sp>
        <p:nvSpPr>
          <p:cNvPr id="16"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17"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E0F857F6-7025-4682-A966-3EA984379F32}" type="slidenum">
              <a:rPr lang="en-US" altLang="zh-CN" smtClean="0"/>
              <a:pPr>
                <a:defRPr/>
              </a:pPr>
              <a:t>4</a:t>
            </a:fld>
            <a:endParaRPr lang="en-US" altLang="zh-CN"/>
          </a:p>
        </p:txBody>
      </p:sp>
      <p:grpSp>
        <p:nvGrpSpPr>
          <p:cNvPr id="4101" name="Group 1026"/>
          <p:cNvGrpSpPr>
            <a:grpSpLocks/>
          </p:cNvGrpSpPr>
          <p:nvPr/>
        </p:nvGrpSpPr>
        <p:grpSpPr bwMode="auto">
          <a:xfrm>
            <a:off x="0" y="0"/>
            <a:ext cx="9144000" cy="6858000"/>
            <a:chOff x="0" y="0"/>
            <a:chExt cx="5970" cy="4956"/>
          </a:xfrm>
        </p:grpSpPr>
        <p:pic>
          <p:nvPicPr>
            <p:cNvPr id="4109"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113" y="7620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60" name="Text Box 1060"/>
          <p:cNvSpPr txBox="1">
            <a:spLocks noChangeArrowheads="1"/>
          </p:cNvSpPr>
          <p:nvPr/>
        </p:nvSpPr>
        <p:spPr bwMode="auto">
          <a:xfrm>
            <a:off x="1187450" y="246063"/>
            <a:ext cx="7239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第</a:t>
            </a:r>
            <a:r>
              <a:rPr lang="en-US" altLang="zh-CN"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1</a:t>
            </a: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章</a:t>
            </a:r>
          </a:p>
          <a:p>
            <a:pPr algn="ctr" eaLnBrk="1" hangingPunct="1">
              <a:defRPr/>
            </a:pP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电路的基本概念和基本定律</a:t>
            </a:r>
          </a:p>
        </p:txBody>
      </p:sp>
      <p:sp>
        <p:nvSpPr>
          <p:cNvPr id="77861" name="Text Box 1061"/>
          <p:cNvSpPr txBox="1">
            <a:spLocks noChangeArrowheads="1"/>
          </p:cNvSpPr>
          <p:nvPr/>
        </p:nvSpPr>
        <p:spPr bwMode="auto">
          <a:xfrm>
            <a:off x="1066800" y="1916113"/>
            <a:ext cx="21339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rPr>
              <a:t>1.</a:t>
            </a:r>
            <a:r>
              <a:rPr lang="zh-CN" altLang="en-US" sz="3200" dirty="0">
                <a:effectLst>
                  <a:outerShdw blurRad="38100" dist="38100" dir="2700000" algn="tl">
                    <a:srgbClr val="C0C0C0"/>
                  </a:outerShdw>
                </a:effectLst>
                <a:latin typeface="Times New Roman" panose="02020603050405020304" pitchFamily="18" charset="0"/>
                <a:ea typeface="隶书" panose="02010509060101010101" pitchFamily="49" charset="-122"/>
              </a:rPr>
              <a:t>关联方向</a:t>
            </a:r>
            <a:endPar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endParaRPr>
          </a:p>
        </p:txBody>
      </p:sp>
      <p:sp>
        <p:nvSpPr>
          <p:cNvPr id="77862" name="Text Box 1062"/>
          <p:cNvSpPr txBox="1">
            <a:spLocks noChangeArrowheads="1"/>
          </p:cNvSpPr>
          <p:nvPr/>
        </p:nvSpPr>
        <p:spPr bwMode="auto">
          <a:xfrm>
            <a:off x="1042988" y="2517775"/>
            <a:ext cx="13131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rPr>
              <a:t>2.</a:t>
            </a:r>
            <a:r>
              <a:rPr lang="zh-CN" altLang="en-US" sz="3200" dirty="0">
                <a:effectLst>
                  <a:outerShdw blurRad="38100" dist="38100" dir="2700000" algn="tl">
                    <a:srgbClr val="C0C0C0"/>
                  </a:outerShdw>
                </a:effectLst>
                <a:latin typeface="Times New Roman" panose="02020603050405020304" pitchFamily="18" charset="0"/>
                <a:ea typeface="隶书" panose="02010509060101010101" pitchFamily="49" charset="-122"/>
              </a:rPr>
              <a:t>电源</a:t>
            </a:r>
            <a:endPar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endParaRPr>
          </a:p>
        </p:txBody>
      </p:sp>
      <p:sp>
        <p:nvSpPr>
          <p:cNvPr id="77863" name="Text Box 1063"/>
          <p:cNvSpPr txBox="1">
            <a:spLocks noChangeArrowheads="1"/>
          </p:cNvSpPr>
          <p:nvPr/>
        </p:nvSpPr>
        <p:spPr bwMode="auto">
          <a:xfrm>
            <a:off x="1066800" y="3238500"/>
            <a:ext cx="23615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rPr>
              <a:t>3. KCL,KVL</a:t>
            </a:r>
          </a:p>
        </p:txBody>
      </p:sp>
      <p:sp>
        <p:nvSpPr>
          <p:cNvPr id="4108" name="Rectangle 107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100" name="Rectangle 4"/>
          <p:cNvSpPr>
            <a:spLocks noChangeArrowheads="1"/>
          </p:cNvSpPr>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br>
              <a:rPr lang="en-US" altLang="zh-CN"/>
            </a:br>
            <a:endParaRPr lang="en-US" altLang="zh-CN"/>
          </a:p>
        </p:txBody>
      </p:sp>
      <p:sp>
        <p:nvSpPr>
          <p:cNvPr id="388101" name="Text Box 5"/>
          <p:cNvSpPr txBox="1">
            <a:spLocks noChangeArrowheads="1"/>
          </p:cNvSpPr>
          <p:nvPr/>
        </p:nvSpPr>
        <p:spPr bwMode="auto">
          <a:xfrm>
            <a:off x="250825" y="307504"/>
            <a:ext cx="3270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zh-CN" altLang="en-US" sz="2400" b="1" dirty="0">
                <a:solidFill>
                  <a:srgbClr val="0000FF"/>
                </a:solidFill>
                <a:latin typeface="Times New Roman" panose="02020603050405020304" pitchFamily="18" charset="0"/>
              </a:rPr>
              <a:t>关于参考方向的小结：</a:t>
            </a:r>
          </a:p>
        </p:txBody>
      </p:sp>
      <p:sp>
        <p:nvSpPr>
          <p:cNvPr id="388102" name="Text Box 6"/>
          <p:cNvSpPr txBox="1">
            <a:spLocks noChangeArrowheads="1"/>
          </p:cNvSpPr>
          <p:nvPr/>
        </p:nvSpPr>
        <p:spPr bwMode="auto">
          <a:xfrm>
            <a:off x="787400" y="786557"/>
            <a:ext cx="8280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1</a:t>
            </a:r>
            <a:r>
              <a:rPr kumimoji="1" lang="zh-CN" altLang="en-US" sz="2400" b="1" dirty="0">
                <a:solidFill>
                  <a:schemeClr val="tx2"/>
                </a:solidFill>
                <a:latin typeface="Times New Roman" panose="02020603050405020304" pitchFamily="18" charset="0"/>
              </a:rPr>
              <a:t>） 分析电路前必须选定电压和电流的参考方向。</a:t>
            </a:r>
          </a:p>
        </p:txBody>
      </p:sp>
      <p:sp>
        <p:nvSpPr>
          <p:cNvPr id="388103" name="Text Box 7"/>
          <p:cNvSpPr txBox="1">
            <a:spLocks noChangeArrowheads="1"/>
          </p:cNvSpPr>
          <p:nvPr/>
        </p:nvSpPr>
        <p:spPr bwMode="auto">
          <a:xfrm>
            <a:off x="-190500" y="1196752"/>
            <a:ext cx="8864600" cy="113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kumimoji="1" lang="en-US" altLang="zh-CN" sz="2400" b="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2</a:t>
            </a:r>
            <a:r>
              <a:rPr kumimoji="1" lang="zh-CN" altLang="en-US" sz="2400" b="1" dirty="0">
                <a:solidFill>
                  <a:schemeClr val="tx2"/>
                </a:solidFill>
                <a:latin typeface="Times New Roman" panose="02020603050405020304" pitchFamily="18" charset="0"/>
              </a:rPr>
              <a:t>）</a:t>
            </a:r>
            <a:r>
              <a:rPr kumimoji="1" lang="zh-CN" altLang="en-US" sz="2400"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参考方向一经选定，必须在图中相应位置标注 （包括方向和</a:t>
            </a:r>
            <a:r>
              <a:rPr kumimoji="1" lang="zh-CN" altLang="zh-CN" sz="2400" b="1" dirty="0">
                <a:solidFill>
                  <a:schemeClr val="tx2"/>
                </a:solidFill>
                <a:latin typeface="Times New Roman" panose="02020603050405020304" pitchFamily="18" charset="0"/>
              </a:rPr>
              <a:t>符号</a:t>
            </a:r>
            <a:r>
              <a:rPr kumimoji="1" lang="zh-CN" altLang="en-US" sz="2400" b="1" dirty="0">
                <a:solidFill>
                  <a:schemeClr val="tx2"/>
                </a:solidFill>
                <a:latin typeface="Times New Roman" panose="02020603050405020304" pitchFamily="18" charset="0"/>
              </a:rPr>
              <a:t>），在计算过程中不得任意改变。</a:t>
            </a:r>
          </a:p>
        </p:txBody>
      </p:sp>
      <p:sp>
        <p:nvSpPr>
          <p:cNvPr id="388130" name="Text Box 34"/>
          <p:cNvSpPr txBox="1">
            <a:spLocks noChangeArrowheads="1"/>
          </p:cNvSpPr>
          <p:nvPr/>
        </p:nvSpPr>
        <p:spPr bwMode="auto">
          <a:xfrm>
            <a:off x="361950" y="2132856"/>
            <a:ext cx="802640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dirty="0">
                <a:solidFill>
                  <a:srgbClr val="000000"/>
                </a:solidFill>
                <a:latin typeface="Times New Roman" panose="02020603050405020304" pitchFamily="18" charset="0"/>
                <a:sym typeface="Symbol" panose="05050102010706020507" pitchFamily="18" charset="2"/>
              </a:rPr>
              <a:t>      </a:t>
            </a:r>
            <a:r>
              <a:rPr kumimoji="1" lang="zh-CN" altLang="en-US" sz="2400" b="1" dirty="0">
                <a:solidFill>
                  <a:srgbClr val="000000"/>
                </a:solidFill>
                <a:latin typeface="Times New Roman" panose="02020603050405020304" pitchFamily="18" charset="0"/>
                <a:sym typeface="Symbol" panose="05050102010706020507" pitchFamily="18" charset="2"/>
              </a:rPr>
              <a:t>（</a:t>
            </a:r>
            <a:r>
              <a:rPr kumimoji="1" lang="en-US" altLang="zh-CN" sz="2400" b="1" dirty="0">
                <a:solidFill>
                  <a:srgbClr val="000000"/>
                </a:solidFill>
                <a:latin typeface="Times New Roman" panose="02020603050405020304" pitchFamily="18" charset="0"/>
                <a:sym typeface="Symbol" panose="05050102010706020507" pitchFamily="18" charset="2"/>
              </a:rPr>
              <a:t>3</a:t>
            </a:r>
            <a:r>
              <a:rPr kumimoji="1" lang="zh-CN" altLang="en-US" sz="2400" b="1" dirty="0">
                <a:solidFill>
                  <a:srgbClr val="000000"/>
                </a:solidFill>
                <a:latin typeface="Times New Roman" panose="02020603050405020304" pitchFamily="18" charset="0"/>
                <a:sym typeface="Symbol" panose="05050102010706020507" pitchFamily="18" charset="2"/>
              </a:rPr>
              <a:t>） </a:t>
            </a:r>
            <a:r>
              <a:rPr kumimoji="1" lang="zh-CN" altLang="en-US" sz="2400" b="1" dirty="0">
                <a:solidFill>
                  <a:schemeClr val="tx2"/>
                </a:solidFill>
                <a:latin typeface="宋体" panose="02010600030101010101" pitchFamily="2" charset="-122"/>
                <a:ea typeface="宋体" panose="02010600030101010101" pitchFamily="2" charset="-122"/>
              </a:rPr>
              <a:t>参考方向不同时，其表达式符号也不同，但实际方向不变。</a:t>
            </a:r>
            <a:endParaRPr kumimoji="1" lang="zh-CN" altLang="en-US" sz="2400" b="1" dirty="0">
              <a:solidFill>
                <a:srgbClr val="000000"/>
              </a:solidFill>
              <a:latin typeface="宋体" panose="02010600030101010101" pitchFamily="2" charset="-122"/>
              <a:ea typeface="宋体" panose="02010600030101010101" pitchFamily="2" charset="-122"/>
              <a:sym typeface="Symbol" panose="05050102010706020507" pitchFamily="18" charset="2"/>
            </a:endParaRPr>
          </a:p>
        </p:txBody>
      </p:sp>
      <p:sp>
        <p:nvSpPr>
          <p:cNvPr id="7" name="Text Box 5"/>
          <p:cNvSpPr txBox="1">
            <a:spLocks noChangeArrowheads="1"/>
          </p:cNvSpPr>
          <p:nvPr/>
        </p:nvSpPr>
        <p:spPr bwMode="auto">
          <a:xfrm>
            <a:off x="323528" y="2924944"/>
            <a:ext cx="7893050"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476250">
              <a:defRPr>
                <a:solidFill>
                  <a:schemeClr val="tx1"/>
                </a:solidFill>
                <a:latin typeface="Arial" panose="020B0604020202020204" pitchFamily="34" charset="0"/>
                <a:ea typeface="宋体" panose="02010600030101010101" pitchFamily="2" charset="-122"/>
              </a:defRPr>
            </a:lvl1pPr>
            <a:lvl2pPr marL="1047750">
              <a:defRPr>
                <a:solidFill>
                  <a:schemeClr val="tx1"/>
                </a:solidFill>
                <a:latin typeface="Arial" panose="020B0604020202020204" pitchFamily="34" charset="0"/>
                <a:ea typeface="宋体" panose="02010600030101010101" pitchFamily="2" charset="-122"/>
              </a:defRPr>
            </a:lvl2pPr>
            <a:lvl3pPr marL="1238250">
              <a:defRPr>
                <a:solidFill>
                  <a:schemeClr val="tx1"/>
                </a:solidFill>
                <a:latin typeface="Arial" panose="020B0604020202020204" pitchFamily="34" charset="0"/>
                <a:ea typeface="宋体" panose="02010600030101010101" pitchFamily="2" charset="-122"/>
              </a:defRPr>
            </a:lvl3pPr>
            <a:lvl4pPr marL="1428750">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spcBef>
                <a:spcPct val="50000"/>
              </a:spcBef>
            </a:pPr>
            <a:r>
              <a:rPr kumimoji="1" lang="zh-CN" altLang="en-US" sz="2400" b="1" dirty="0">
                <a:solidFill>
                  <a:schemeClr val="tx2"/>
                </a:solidFill>
                <a:latin typeface="Times New Roman" panose="02020603050405020304" pitchFamily="18" charset="0"/>
              </a:rPr>
              <a:t>（</a:t>
            </a:r>
            <a:r>
              <a:rPr kumimoji="1" lang="en-US" altLang="zh-CN" sz="2400" b="1" dirty="0">
                <a:solidFill>
                  <a:schemeClr val="tx2"/>
                </a:solidFill>
                <a:latin typeface="Times New Roman" panose="02020603050405020304" pitchFamily="18" charset="0"/>
              </a:rPr>
              <a:t>4</a:t>
            </a:r>
            <a:r>
              <a:rPr kumimoji="1" lang="zh-CN" altLang="en-US" sz="2400" b="1" dirty="0">
                <a:solidFill>
                  <a:schemeClr val="tx2"/>
                </a:solidFill>
                <a:latin typeface="Times New Roman" panose="02020603050405020304" pitchFamily="18" charset="0"/>
              </a:rPr>
              <a:t>） 元件或支路的</a:t>
            </a:r>
            <a:r>
              <a:rPr kumimoji="1" lang="en-US" altLang="zh-CN" sz="2400" b="1" i="1" dirty="0">
                <a:solidFill>
                  <a:schemeClr val="tx2"/>
                </a:solidFill>
                <a:latin typeface="Times New Roman" panose="02020603050405020304" pitchFamily="18" charset="0"/>
              </a:rPr>
              <a:t>u</a:t>
            </a:r>
            <a:r>
              <a:rPr kumimoji="1" lang="zh-CN" altLang="en-US" sz="2400" b="1" dirty="0">
                <a:solidFill>
                  <a:schemeClr val="tx2"/>
                </a:solidFill>
                <a:latin typeface="Times New Roman" panose="02020603050405020304" pitchFamily="18" charset="0"/>
              </a:rPr>
              <a:t>，</a:t>
            </a:r>
            <a:r>
              <a:rPr kumimoji="1" lang="en-US" altLang="zh-CN" sz="2400" b="1" i="1" dirty="0" err="1">
                <a:solidFill>
                  <a:schemeClr val="tx2"/>
                </a:solidFill>
                <a:latin typeface="Times New Roman" panose="02020603050405020304" pitchFamily="18" charset="0"/>
              </a:rPr>
              <a:t>i</a:t>
            </a:r>
            <a:r>
              <a:rPr kumimoji="1" lang="zh-CN" altLang="zh-CN" sz="2400" b="1" dirty="0">
                <a:solidFill>
                  <a:schemeClr val="tx2"/>
                </a:solidFill>
                <a:latin typeface="Times New Roman" panose="02020603050405020304" pitchFamily="18" charset="0"/>
              </a:rPr>
              <a:t>通常采用相同的参考方向</a:t>
            </a:r>
            <a:r>
              <a:rPr kumimoji="1" lang="zh-CN" altLang="en-US" sz="2400" b="1" dirty="0">
                <a:solidFill>
                  <a:schemeClr val="tx2"/>
                </a:solidFill>
                <a:latin typeface="Times New Roman" panose="02020603050405020304" pitchFamily="18" charset="0"/>
              </a:rPr>
              <a:t>（</a:t>
            </a:r>
            <a:r>
              <a:rPr kumimoji="1" lang="zh-CN" altLang="zh-CN" sz="2400" b="1" dirty="0">
                <a:solidFill>
                  <a:schemeClr val="tx2"/>
                </a:solidFill>
                <a:latin typeface="Times New Roman" panose="02020603050405020304" pitchFamily="18" charset="0"/>
              </a:rPr>
              <a:t>以减少公式中负号</a:t>
            </a:r>
            <a:r>
              <a:rPr kumimoji="1" lang="zh-CN" altLang="en-US" sz="2400" b="1" dirty="0">
                <a:solidFill>
                  <a:schemeClr val="tx2"/>
                </a:solidFill>
                <a:latin typeface="Times New Roman" panose="02020603050405020304" pitchFamily="18" charset="0"/>
              </a:rPr>
              <a:t>）</a:t>
            </a:r>
            <a:r>
              <a:rPr kumimoji="1" lang="zh-CN" altLang="zh-CN" sz="2400" b="1" dirty="0">
                <a:solidFill>
                  <a:schemeClr val="tx2"/>
                </a:solidFill>
                <a:latin typeface="Times New Roman" panose="02020603050405020304" pitchFamily="18" charset="0"/>
              </a:rPr>
              <a:t>称之为</a:t>
            </a:r>
            <a:r>
              <a:rPr kumimoji="1" lang="zh-CN" altLang="zh-CN" sz="2400" b="1" dirty="0">
                <a:solidFill>
                  <a:srgbClr val="FF0000"/>
                </a:solidFill>
                <a:latin typeface="Times New Roman" panose="02020603050405020304" pitchFamily="18" charset="0"/>
              </a:rPr>
              <a:t>关联参考方向</a:t>
            </a:r>
            <a:r>
              <a:rPr kumimoji="1" lang="zh-CN" altLang="zh-CN" sz="2400" b="1" dirty="0">
                <a:solidFill>
                  <a:schemeClr val="tx2"/>
                </a:solidFill>
                <a:latin typeface="Times New Roman" panose="02020603050405020304" pitchFamily="18" charset="0"/>
              </a:rPr>
              <a:t>。反之，称为</a:t>
            </a:r>
            <a:r>
              <a:rPr kumimoji="1" lang="zh-CN" altLang="zh-CN" sz="2400" b="1" dirty="0">
                <a:solidFill>
                  <a:srgbClr val="FF0000"/>
                </a:solidFill>
                <a:latin typeface="Times New Roman" panose="02020603050405020304" pitchFamily="18" charset="0"/>
              </a:rPr>
              <a:t>非关联参考方向</a:t>
            </a:r>
            <a:r>
              <a:rPr kumimoji="1" lang="zh-CN" altLang="zh-CN" sz="2400" b="1" dirty="0">
                <a:solidFill>
                  <a:schemeClr val="tx2"/>
                </a:solidFill>
                <a:latin typeface="Times New Roman" panose="02020603050405020304" pitchFamily="18" charset="0"/>
              </a:rPr>
              <a:t>。</a:t>
            </a:r>
            <a:endParaRPr kumimoji="1" lang="zh-CN" altLang="en-US" sz="2400" b="1" dirty="0">
              <a:solidFill>
                <a:schemeClr val="tx2"/>
              </a:solidFill>
              <a:latin typeface="Times New Roman" panose="02020603050405020304" pitchFamily="18" charset="0"/>
            </a:endParaRPr>
          </a:p>
        </p:txBody>
      </p:sp>
      <p:grpSp>
        <p:nvGrpSpPr>
          <p:cNvPr id="8" name="Group 6"/>
          <p:cNvGrpSpPr>
            <a:grpSpLocks/>
          </p:cNvGrpSpPr>
          <p:nvPr/>
        </p:nvGrpSpPr>
        <p:grpSpPr bwMode="auto">
          <a:xfrm>
            <a:off x="715516" y="4199886"/>
            <a:ext cx="3429000" cy="1647825"/>
            <a:chOff x="772" y="1635"/>
            <a:chExt cx="2160" cy="1038"/>
          </a:xfrm>
        </p:grpSpPr>
        <p:sp>
          <p:nvSpPr>
            <p:cNvPr id="9" name="Rectangle 7"/>
            <p:cNvSpPr>
              <a:spLocks noChangeArrowheads="1"/>
            </p:cNvSpPr>
            <p:nvPr/>
          </p:nvSpPr>
          <p:spPr bwMode="auto">
            <a:xfrm>
              <a:off x="1582" y="2058"/>
              <a:ext cx="576" cy="240"/>
            </a:xfrm>
            <a:prstGeom prst="rect">
              <a:avLst/>
            </a:prstGeom>
            <a:solidFill>
              <a:schemeClr val="accent2"/>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 name="Line 8"/>
            <p:cNvSpPr>
              <a:spLocks noChangeShapeType="1"/>
            </p:cNvSpPr>
            <p:nvPr/>
          </p:nvSpPr>
          <p:spPr bwMode="auto">
            <a:xfrm>
              <a:off x="964" y="2178"/>
              <a:ext cx="6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1" name="Line 9"/>
            <p:cNvSpPr>
              <a:spLocks noChangeShapeType="1"/>
            </p:cNvSpPr>
            <p:nvPr/>
          </p:nvSpPr>
          <p:spPr bwMode="auto">
            <a:xfrm>
              <a:off x="2164" y="2178"/>
              <a:ext cx="5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 name="Text Box 10"/>
            <p:cNvSpPr txBox="1">
              <a:spLocks noChangeArrowheads="1"/>
            </p:cNvSpPr>
            <p:nvPr/>
          </p:nvSpPr>
          <p:spPr bwMode="auto">
            <a:xfrm>
              <a:off x="772" y="2298"/>
              <a:ext cx="38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rPr>
                <a:t>+</a:t>
              </a:r>
              <a:endParaRPr kumimoji="1" lang="en-US" altLang="zh-CN" sz="2400" b="1">
                <a:solidFill>
                  <a:schemeClr val="tx2"/>
                </a:solidFill>
                <a:latin typeface="Times New Roman" panose="02020603050405020304" pitchFamily="18" charset="0"/>
              </a:endParaRPr>
            </a:p>
          </p:txBody>
        </p:sp>
        <p:sp>
          <p:nvSpPr>
            <p:cNvPr id="13" name="Text Box 11"/>
            <p:cNvSpPr txBox="1">
              <a:spLocks noChangeArrowheads="1"/>
            </p:cNvSpPr>
            <p:nvPr/>
          </p:nvSpPr>
          <p:spPr bwMode="auto">
            <a:xfrm>
              <a:off x="2404" y="2279"/>
              <a:ext cx="5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a:solidFill>
                    <a:schemeClr val="tx2"/>
                  </a:solidFill>
                  <a:latin typeface="黑体" panose="02010609060101010101" pitchFamily="49" charset="-122"/>
                  <a:ea typeface="黑体" panose="02010609060101010101" pitchFamily="49" charset="-122"/>
                </a:rPr>
                <a:t>-</a:t>
              </a:r>
            </a:p>
          </p:txBody>
        </p:sp>
        <p:sp>
          <p:nvSpPr>
            <p:cNvPr id="14" name="Text Box 12"/>
            <p:cNvSpPr txBox="1">
              <a:spLocks noChangeArrowheads="1"/>
            </p:cNvSpPr>
            <p:nvPr/>
          </p:nvSpPr>
          <p:spPr bwMode="auto">
            <a:xfrm>
              <a:off x="1588" y="1746"/>
              <a:ext cx="5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endParaRPr kumimoji="1" lang="zh-CN" altLang="zh-CN" sz="2400" b="1">
                <a:solidFill>
                  <a:schemeClr val="tx2"/>
                </a:solidFill>
                <a:latin typeface="Times New Roman" panose="02020603050405020304" pitchFamily="18" charset="0"/>
              </a:endParaRPr>
            </a:p>
          </p:txBody>
        </p:sp>
        <p:sp>
          <p:nvSpPr>
            <p:cNvPr id="15" name="Oval 13"/>
            <p:cNvSpPr>
              <a:spLocks noChangeArrowheads="1"/>
            </p:cNvSpPr>
            <p:nvPr/>
          </p:nvSpPr>
          <p:spPr bwMode="auto">
            <a:xfrm>
              <a:off x="896" y="2144"/>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 name="Oval 14"/>
            <p:cNvSpPr>
              <a:spLocks noChangeArrowheads="1"/>
            </p:cNvSpPr>
            <p:nvPr/>
          </p:nvSpPr>
          <p:spPr bwMode="auto">
            <a:xfrm>
              <a:off x="2692" y="2144"/>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 name="Line 15"/>
            <p:cNvSpPr>
              <a:spLocks noChangeShapeType="1"/>
            </p:cNvSpPr>
            <p:nvPr/>
          </p:nvSpPr>
          <p:spPr bwMode="auto">
            <a:xfrm>
              <a:off x="964" y="1962"/>
              <a:ext cx="48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 name="Text Box 16"/>
            <p:cNvSpPr txBox="1">
              <a:spLocks noChangeArrowheads="1"/>
            </p:cNvSpPr>
            <p:nvPr/>
          </p:nvSpPr>
          <p:spPr bwMode="auto">
            <a:xfrm>
              <a:off x="964" y="1635"/>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sp>
          <p:nvSpPr>
            <p:cNvPr id="19" name="Text Box 17"/>
            <p:cNvSpPr txBox="1">
              <a:spLocks noChangeArrowheads="1"/>
            </p:cNvSpPr>
            <p:nvPr/>
          </p:nvSpPr>
          <p:spPr bwMode="auto">
            <a:xfrm>
              <a:off x="1540" y="2346"/>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grpSp>
      <p:grpSp>
        <p:nvGrpSpPr>
          <p:cNvPr id="20" name="Group 18"/>
          <p:cNvGrpSpPr>
            <a:grpSpLocks/>
          </p:cNvGrpSpPr>
          <p:nvPr/>
        </p:nvGrpSpPr>
        <p:grpSpPr bwMode="auto">
          <a:xfrm>
            <a:off x="4716016" y="4125273"/>
            <a:ext cx="3429000" cy="1647825"/>
            <a:chOff x="3292" y="1588"/>
            <a:chExt cx="2160" cy="1038"/>
          </a:xfrm>
        </p:grpSpPr>
        <p:sp>
          <p:nvSpPr>
            <p:cNvPr id="21" name="Rectangle 19"/>
            <p:cNvSpPr>
              <a:spLocks noChangeArrowheads="1"/>
            </p:cNvSpPr>
            <p:nvPr/>
          </p:nvSpPr>
          <p:spPr bwMode="auto">
            <a:xfrm>
              <a:off x="4102" y="2011"/>
              <a:ext cx="576" cy="240"/>
            </a:xfrm>
            <a:prstGeom prst="rect">
              <a:avLst/>
            </a:prstGeom>
            <a:solidFill>
              <a:schemeClr val="accent2"/>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 name="Line 20"/>
            <p:cNvSpPr>
              <a:spLocks noChangeShapeType="1"/>
            </p:cNvSpPr>
            <p:nvPr/>
          </p:nvSpPr>
          <p:spPr bwMode="auto">
            <a:xfrm>
              <a:off x="3484" y="2131"/>
              <a:ext cx="6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3" name="Line 21"/>
            <p:cNvSpPr>
              <a:spLocks noChangeShapeType="1"/>
            </p:cNvSpPr>
            <p:nvPr/>
          </p:nvSpPr>
          <p:spPr bwMode="auto">
            <a:xfrm>
              <a:off x="4684" y="2131"/>
              <a:ext cx="5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 name="Text Box 22"/>
            <p:cNvSpPr txBox="1">
              <a:spLocks noChangeArrowheads="1"/>
            </p:cNvSpPr>
            <p:nvPr/>
          </p:nvSpPr>
          <p:spPr bwMode="auto">
            <a:xfrm>
              <a:off x="3292" y="2251"/>
              <a:ext cx="38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rPr>
                <a:t>+</a:t>
              </a:r>
              <a:endParaRPr kumimoji="1" lang="en-US" altLang="zh-CN" sz="2400" b="1">
                <a:solidFill>
                  <a:schemeClr val="tx2"/>
                </a:solidFill>
                <a:latin typeface="Times New Roman" panose="02020603050405020304" pitchFamily="18" charset="0"/>
              </a:endParaRPr>
            </a:p>
          </p:txBody>
        </p:sp>
        <p:sp>
          <p:nvSpPr>
            <p:cNvPr id="25" name="Text Box 23"/>
            <p:cNvSpPr txBox="1">
              <a:spLocks noChangeArrowheads="1"/>
            </p:cNvSpPr>
            <p:nvPr/>
          </p:nvSpPr>
          <p:spPr bwMode="auto">
            <a:xfrm>
              <a:off x="4924" y="2232"/>
              <a:ext cx="5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a:solidFill>
                    <a:schemeClr val="tx2"/>
                  </a:solidFill>
                  <a:latin typeface="黑体" panose="02010609060101010101" pitchFamily="49" charset="-122"/>
                  <a:ea typeface="黑体" panose="02010609060101010101" pitchFamily="49" charset="-122"/>
                </a:rPr>
                <a:t>-</a:t>
              </a:r>
            </a:p>
          </p:txBody>
        </p:sp>
        <p:sp>
          <p:nvSpPr>
            <p:cNvPr id="26" name="Text Box 24"/>
            <p:cNvSpPr txBox="1">
              <a:spLocks noChangeArrowheads="1"/>
            </p:cNvSpPr>
            <p:nvPr/>
          </p:nvSpPr>
          <p:spPr bwMode="auto">
            <a:xfrm>
              <a:off x="4108" y="1699"/>
              <a:ext cx="5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endParaRPr kumimoji="1" lang="zh-CN" altLang="zh-CN" sz="2400" b="1">
                <a:solidFill>
                  <a:schemeClr val="tx2"/>
                </a:solidFill>
                <a:latin typeface="Times New Roman" panose="02020603050405020304" pitchFamily="18" charset="0"/>
              </a:endParaRPr>
            </a:p>
          </p:txBody>
        </p:sp>
        <p:sp>
          <p:nvSpPr>
            <p:cNvPr id="27" name="Oval 25"/>
            <p:cNvSpPr>
              <a:spLocks noChangeArrowheads="1"/>
            </p:cNvSpPr>
            <p:nvPr/>
          </p:nvSpPr>
          <p:spPr bwMode="auto">
            <a:xfrm>
              <a:off x="3416" y="2097"/>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 name="Oval 26"/>
            <p:cNvSpPr>
              <a:spLocks noChangeArrowheads="1"/>
            </p:cNvSpPr>
            <p:nvPr/>
          </p:nvSpPr>
          <p:spPr bwMode="auto">
            <a:xfrm>
              <a:off x="5212" y="2097"/>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 name="Line 27"/>
            <p:cNvSpPr>
              <a:spLocks noChangeShapeType="1"/>
            </p:cNvSpPr>
            <p:nvPr/>
          </p:nvSpPr>
          <p:spPr bwMode="auto">
            <a:xfrm flipH="1">
              <a:off x="3484" y="1915"/>
              <a:ext cx="480" cy="0"/>
            </a:xfrm>
            <a:prstGeom prst="line">
              <a:avLst/>
            </a:prstGeom>
            <a:noFill/>
            <a:ln w="19050">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 name="Text Box 28"/>
            <p:cNvSpPr txBox="1">
              <a:spLocks noChangeArrowheads="1"/>
            </p:cNvSpPr>
            <p:nvPr/>
          </p:nvSpPr>
          <p:spPr bwMode="auto">
            <a:xfrm>
              <a:off x="3484" y="1588"/>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i</a:t>
              </a:r>
              <a:endParaRPr kumimoji="1" lang="en-US" altLang="zh-CN" sz="2400" b="1">
                <a:solidFill>
                  <a:schemeClr val="tx2"/>
                </a:solidFill>
                <a:latin typeface="Times New Roman" panose="02020603050405020304" pitchFamily="18" charset="0"/>
              </a:endParaRPr>
            </a:p>
          </p:txBody>
        </p:sp>
        <p:sp>
          <p:nvSpPr>
            <p:cNvPr id="31" name="Text Box 29"/>
            <p:cNvSpPr txBox="1">
              <a:spLocks noChangeArrowheads="1"/>
            </p:cNvSpPr>
            <p:nvPr/>
          </p:nvSpPr>
          <p:spPr bwMode="auto">
            <a:xfrm>
              <a:off x="4060" y="2299"/>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grpSp>
      <p:sp>
        <p:nvSpPr>
          <p:cNvPr id="32" name="Text Box 30"/>
          <p:cNvSpPr txBox="1">
            <a:spLocks noChangeArrowheads="1"/>
          </p:cNvSpPr>
          <p:nvPr/>
        </p:nvSpPr>
        <p:spPr bwMode="auto">
          <a:xfrm>
            <a:off x="1109216" y="5717536"/>
            <a:ext cx="27797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zh-CN" altLang="zh-CN" sz="2800" b="1">
                <a:solidFill>
                  <a:srgbClr val="FF0000"/>
                </a:solidFill>
                <a:latin typeface="Times New Roman" panose="02020603050405020304" pitchFamily="18" charset="0"/>
              </a:rPr>
              <a:t>关联参考方向</a:t>
            </a:r>
            <a:endParaRPr kumimoji="1" lang="zh-CN" altLang="en-US" sz="2800" b="1">
              <a:solidFill>
                <a:srgbClr val="FF0000"/>
              </a:solidFill>
              <a:latin typeface="Times New Roman" panose="02020603050405020304" pitchFamily="18" charset="0"/>
            </a:endParaRPr>
          </a:p>
        </p:txBody>
      </p:sp>
      <p:sp>
        <p:nvSpPr>
          <p:cNvPr id="33" name="Text Box 31"/>
          <p:cNvSpPr txBox="1">
            <a:spLocks noChangeArrowheads="1"/>
          </p:cNvSpPr>
          <p:nvPr/>
        </p:nvSpPr>
        <p:spPr bwMode="auto">
          <a:xfrm>
            <a:off x="5139879" y="5696898"/>
            <a:ext cx="26955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zh-CN" sz="2800" b="1">
                <a:solidFill>
                  <a:srgbClr val="FF0000"/>
                </a:solidFill>
                <a:latin typeface="Times New Roman" panose="02020603050405020304" pitchFamily="18" charset="0"/>
              </a:rPr>
              <a:t>非关联参考方向</a:t>
            </a:r>
            <a:endParaRPr kumimoji="1" lang="zh-CN" altLang="en-US" sz="2800" b="1">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31933480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88101"/>
                                        </p:tgtEl>
                                        <p:attrNameLst>
                                          <p:attrName>style.visibility</p:attrName>
                                        </p:attrNameLst>
                                      </p:cBhvr>
                                      <p:to>
                                        <p:strVal val="visible"/>
                                      </p:to>
                                    </p:set>
                                    <p:animEffect transition="in" filter="dissolve">
                                      <p:cBhvr>
                                        <p:cTn id="7" dur="500"/>
                                        <p:tgtEl>
                                          <p:spTgt spid="3881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iterate type="lt">
                                    <p:tmPct val="100000"/>
                                  </p:iterate>
                                  <p:childTnLst>
                                    <p:set>
                                      <p:cBhvr>
                                        <p:cTn id="11" dur="1" fill="hold">
                                          <p:stCondLst>
                                            <p:cond delay="0"/>
                                          </p:stCondLst>
                                        </p:cTn>
                                        <p:tgtEl>
                                          <p:spTgt spid="388102"/>
                                        </p:tgtEl>
                                        <p:attrNameLst>
                                          <p:attrName>style.visibility</p:attrName>
                                        </p:attrNameLst>
                                      </p:cBhvr>
                                      <p:to>
                                        <p:strVal val="visible"/>
                                      </p:to>
                                    </p:set>
                                    <p:anim calcmode="lin" valueType="num">
                                      <p:cBhvr>
                                        <p:cTn id="12" dur="75" fill="hold"/>
                                        <p:tgtEl>
                                          <p:spTgt spid="388102"/>
                                        </p:tgtEl>
                                        <p:attrNameLst>
                                          <p:attrName>ppt_x</p:attrName>
                                        </p:attrNameLst>
                                      </p:cBhvr>
                                      <p:tavLst>
                                        <p:tav tm="0">
                                          <p:val>
                                            <p:strVal val="#ppt_x-#ppt_w/2"/>
                                          </p:val>
                                        </p:tav>
                                        <p:tav tm="100000">
                                          <p:val>
                                            <p:strVal val="#ppt_x"/>
                                          </p:val>
                                        </p:tav>
                                      </p:tavLst>
                                    </p:anim>
                                    <p:anim calcmode="lin" valueType="num">
                                      <p:cBhvr>
                                        <p:cTn id="13" dur="75" fill="hold"/>
                                        <p:tgtEl>
                                          <p:spTgt spid="388102"/>
                                        </p:tgtEl>
                                        <p:attrNameLst>
                                          <p:attrName>ppt_y</p:attrName>
                                        </p:attrNameLst>
                                      </p:cBhvr>
                                      <p:tavLst>
                                        <p:tav tm="0">
                                          <p:val>
                                            <p:strVal val="#ppt_y"/>
                                          </p:val>
                                        </p:tav>
                                        <p:tav tm="100000">
                                          <p:val>
                                            <p:strVal val="#ppt_y"/>
                                          </p:val>
                                        </p:tav>
                                      </p:tavLst>
                                    </p:anim>
                                    <p:anim calcmode="lin" valueType="num">
                                      <p:cBhvr>
                                        <p:cTn id="14" dur="75" fill="hold"/>
                                        <p:tgtEl>
                                          <p:spTgt spid="388102"/>
                                        </p:tgtEl>
                                        <p:attrNameLst>
                                          <p:attrName>ppt_w</p:attrName>
                                        </p:attrNameLst>
                                      </p:cBhvr>
                                      <p:tavLst>
                                        <p:tav tm="0">
                                          <p:val>
                                            <p:fltVal val="0"/>
                                          </p:val>
                                        </p:tav>
                                        <p:tav tm="100000">
                                          <p:val>
                                            <p:strVal val="#ppt_w"/>
                                          </p:val>
                                        </p:tav>
                                      </p:tavLst>
                                    </p:anim>
                                    <p:anim calcmode="lin" valueType="num">
                                      <p:cBhvr>
                                        <p:cTn id="15" dur="75" fill="hold"/>
                                        <p:tgtEl>
                                          <p:spTgt spid="388102"/>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0" fill="hold" grpId="0" nodeType="clickEffect">
                                  <p:stCondLst>
                                    <p:cond delay="0"/>
                                  </p:stCondLst>
                                  <p:iterate type="lt">
                                    <p:tmPct val="100000"/>
                                  </p:iterate>
                                  <p:childTnLst>
                                    <p:set>
                                      <p:cBhvr>
                                        <p:cTn id="19" dur="1" fill="hold">
                                          <p:stCondLst>
                                            <p:cond delay="0"/>
                                          </p:stCondLst>
                                        </p:cTn>
                                        <p:tgtEl>
                                          <p:spTgt spid="388103"/>
                                        </p:tgtEl>
                                        <p:attrNameLst>
                                          <p:attrName>style.visibility</p:attrName>
                                        </p:attrNameLst>
                                      </p:cBhvr>
                                      <p:to>
                                        <p:strVal val="visible"/>
                                      </p:to>
                                    </p:set>
                                    <p:anim calcmode="lin" valueType="num">
                                      <p:cBhvr>
                                        <p:cTn id="20" dur="75" fill="hold"/>
                                        <p:tgtEl>
                                          <p:spTgt spid="388103"/>
                                        </p:tgtEl>
                                        <p:attrNameLst>
                                          <p:attrName>ppt_w</p:attrName>
                                        </p:attrNameLst>
                                      </p:cBhvr>
                                      <p:tavLst>
                                        <p:tav tm="0">
                                          <p:val>
                                            <p:fltVal val="0"/>
                                          </p:val>
                                        </p:tav>
                                        <p:tav tm="100000">
                                          <p:val>
                                            <p:strVal val="#ppt_w"/>
                                          </p:val>
                                        </p:tav>
                                      </p:tavLst>
                                    </p:anim>
                                    <p:anim calcmode="lin" valueType="num">
                                      <p:cBhvr>
                                        <p:cTn id="21" dur="75" fill="hold"/>
                                        <p:tgtEl>
                                          <p:spTgt spid="388103"/>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88130"/>
                                        </p:tgtEl>
                                        <p:attrNameLst>
                                          <p:attrName>style.visibility</p:attrName>
                                        </p:attrNameLst>
                                      </p:cBhvr>
                                      <p:to>
                                        <p:strVal val="visible"/>
                                      </p:to>
                                    </p:set>
                                    <p:animEffect transition="in" filter="blinds(horizontal)">
                                      <p:cBhvr>
                                        <p:cTn id="26" dur="500"/>
                                        <p:tgtEl>
                                          <p:spTgt spid="388130"/>
                                        </p:tgtEl>
                                      </p:cBhvr>
                                    </p:animEffect>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iterate type="lt">
                                    <p:tmPct val="100000"/>
                                  </p:iterate>
                                  <p:childTnLst>
                                    <p:set>
                                      <p:cBhvr>
                                        <p:cTn id="30" dur="1" fill="hold">
                                          <p:stCondLst>
                                            <p:cond delay="0"/>
                                          </p:stCondLst>
                                        </p:cTn>
                                        <p:tgtEl>
                                          <p:spTgt spid="7"/>
                                        </p:tgtEl>
                                        <p:attrNameLst>
                                          <p:attrName>style.visibility</p:attrName>
                                        </p:attrNameLst>
                                      </p:cBhvr>
                                      <p:to>
                                        <p:strVal val="visible"/>
                                      </p:to>
                                    </p:set>
                                    <p:anim calcmode="lin" valueType="num">
                                      <p:cBhvr>
                                        <p:cTn id="31" dur="75" fill="hold"/>
                                        <p:tgtEl>
                                          <p:spTgt spid="7"/>
                                        </p:tgtEl>
                                        <p:attrNameLst>
                                          <p:attrName>ppt_w</p:attrName>
                                        </p:attrNameLst>
                                      </p:cBhvr>
                                      <p:tavLst>
                                        <p:tav tm="0">
                                          <p:val>
                                            <p:fltVal val="0"/>
                                          </p:val>
                                        </p:tav>
                                        <p:tav tm="100000">
                                          <p:val>
                                            <p:strVal val="#ppt_w"/>
                                          </p:val>
                                        </p:tav>
                                      </p:tavLst>
                                    </p:anim>
                                    <p:anim calcmode="lin" valueType="num">
                                      <p:cBhvr>
                                        <p:cTn id="32" dur="75"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additive="base">
                                        <p:cTn id="42" dur="500" fill="hold"/>
                                        <p:tgtEl>
                                          <p:spTgt spid="32"/>
                                        </p:tgtEl>
                                        <p:attrNameLst>
                                          <p:attrName>ppt_x</p:attrName>
                                        </p:attrNameLst>
                                      </p:cBhvr>
                                      <p:tavLst>
                                        <p:tav tm="0">
                                          <p:val>
                                            <p:strVal val="#ppt_x"/>
                                          </p:val>
                                        </p:tav>
                                        <p:tav tm="100000">
                                          <p:val>
                                            <p:strVal val="#ppt_x"/>
                                          </p:val>
                                        </p:tav>
                                      </p:tavLst>
                                    </p:anim>
                                    <p:anim calcmode="lin" valueType="num">
                                      <p:cBhvr additive="base">
                                        <p:cTn id="4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left)">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fill="hold"/>
                                        <p:tgtEl>
                                          <p:spTgt spid="33"/>
                                        </p:tgtEl>
                                        <p:attrNameLst>
                                          <p:attrName>ppt_x</p:attrName>
                                        </p:attrNameLst>
                                      </p:cBhvr>
                                      <p:tavLst>
                                        <p:tav tm="0">
                                          <p:val>
                                            <p:strVal val="#ppt_x"/>
                                          </p:val>
                                        </p:tav>
                                        <p:tav tm="100000">
                                          <p:val>
                                            <p:strVal val="#ppt_x"/>
                                          </p:val>
                                        </p:tav>
                                      </p:tavLst>
                                    </p:anim>
                                    <p:anim calcmode="lin" valueType="num">
                                      <p:cBhvr additive="base">
                                        <p:cTn id="5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1" grpId="0" autoUpdateAnimBg="0"/>
      <p:bldP spid="388102" grpId="0" autoUpdateAnimBg="0"/>
      <p:bldP spid="388103" grpId="0" autoUpdateAnimBg="0"/>
      <p:bldP spid="388130" grpId="0" autoUpdateAnimBg="0"/>
      <p:bldP spid="7" grpId="0" autoUpdateAnimBg="0"/>
      <p:bldP spid="32" grpId="0" autoUpdateAnimBg="0"/>
      <p:bldP spid="3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rcRect l="11362" t="16869" r="5061" b="-776"/>
          <a:stretch>
            <a:fillRect/>
          </a:stretch>
        </p:blipFill>
        <p:spPr>
          <a:xfrm>
            <a:off x="0" y="74930"/>
            <a:ext cx="9312910" cy="58242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3804426A-4060-4257-B5A2-26584D8502EA}" type="datetime1">
              <a:rPr lang="zh-CN" altLang="en-US" smtClean="0"/>
              <a:pPr>
                <a:defRPr/>
              </a:pPr>
              <a:t>2024/8/17</a:t>
            </a:fld>
            <a:endParaRPr lang="en-US" altLang="zh-CN"/>
          </a:p>
        </p:txBody>
      </p:sp>
      <p:sp>
        <p:nvSpPr>
          <p:cNvPr id="11"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12"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E0F857F6-7025-4682-A966-3EA984379F32}" type="slidenum">
              <a:rPr lang="en-US" altLang="zh-CN" smtClean="0"/>
              <a:pPr>
                <a:defRPr/>
              </a:pPr>
              <a:t>7</a:t>
            </a:fld>
            <a:endParaRPr lang="en-US" altLang="zh-CN"/>
          </a:p>
        </p:txBody>
      </p:sp>
      <p:sp>
        <p:nvSpPr>
          <p:cNvPr id="13317" name="Rectangle 2"/>
          <p:cNvSpPr>
            <a:spLocks noGrp="1" noChangeArrowheads="1"/>
          </p:cNvSpPr>
          <p:nvPr>
            <p:ph type="title" idx="4294967295"/>
          </p:nvPr>
        </p:nvSpPr>
        <p:spPr>
          <a:xfrm>
            <a:off x="381000" y="620713"/>
            <a:ext cx="8458200" cy="457200"/>
          </a:xfrm>
        </p:spPr>
        <p:txBody>
          <a:bodyPr/>
          <a:lstStyle/>
          <a:p>
            <a:pPr algn="l" eaLnBrk="1" hangingPunct="1"/>
            <a:r>
              <a:rPr lang="zh-CN" altLang="en-US" sz="2400" dirty="0">
                <a:solidFill>
                  <a:srgbClr val="CC3300"/>
                </a:solidFill>
                <a:ea typeface="隶书" panose="02010509060101010101" pitchFamily="49" charset="-122"/>
              </a:rPr>
              <a:t>例</a:t>
            </a:r>
            <a:r>
              <a:rPr lang="en-US" altLang="zh-CN" sz="2400" dirty="0">
                <a:solidFill>
                  <a:srgbClr val="CC3300"/>
                </a:solidFill>
                <a:ea typeface="隶书" panose="02010509060101010101" pitchFamily="49" charset="-122"/>
              </a:rPr>
              <a:t>5. The power of each circuit ?</a:t>
            </a:r>
          </a:p>
        </p:txBody>
      </p:sp>
      <p:graphicFrame>
        <p:nvGraphicFramePr>
          <p:cNvPr id="200707" name="Object 3"/>
          <p:cNvGraphicFramePr>
            <a:graphicFrameLocks noChangeAspect="1"/>
          </p:cNvGraphicFramePr>
          <p:nvPr/>
        </p:nvGraphicFramePr>
        <p:xfrm>
          <a:off x="1371600" y="1525588"/>
          <a:ext cx="3101975" cy="966787"/>
        </p:xfrm>
        <a:graphic>
          <a:graphicData uri="http://schemas.openxmlformats.org/presentationml/2006/ole">
            <mc:AlternateContent xmlns:mc="http://schemas.openxmlformats.org/markup-compatibility/2006">
              <mc:Choice xmlns:v="urn:schemas-microsoft-com:vml" Requires="v">
                <p:oleObj name="VISIO" r:id="rId2" imgW="1550372" imgH="482304" progId="Visio.Drawing.5">
                  <p:embed/>
                </p:oleObj>
              </mc:Choice>
              <mc:Fallback>
                <p:oleObj name="VISIO" r:id="rId2" imgW="1550372" imgH="482304" progId="Visio.Drawing.5">
                  <p:embed/>
                  <p:pic>
                    <p:nvPicPr>
                      <p:cNvPr id="20070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525588"/>
                        <a:ext cx="3101975" cy="96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708" name="Object 4"/>
          <p:cNvGraphicFramePr>
            <a:graphicFrameLocks noChangeAspect="1"/>
          </p:cNvGraphicFramePr>
          <p:nvPr/>
        </p:nvGraphicFramePr>
        <p:xfrm>
          <a:off x="5257800" y="1524000"/>
          <a:ext cx="3101975" cy="966788"/>
        </p:xfrm>
        <a:graphic>
          <a:graphicData uri="http://schemas.openxmlformats.org/presentationml/2006/ole">
            <mc:AlternateContent xmlns:mc="http://schemas.openxmlformats.org/markup-compatibility/2006">
              <mc:Choice xmlns:v="urn:schemas-microsoft-com:vml" Requires="v">
                <p:oleObj name="VISIO" r:id="rId4" imgW="1550372" imgH="482304" progId="Visio.Drawing.5">
                  <p:embed/>
                </p:oleObj>
              </mc:Choice>
              <mc:Fallback>
                <p:oleObj name="VISIO" r:id="rId4" imgW="1550372" imgH="482304" progId="Visio.Drawing.5">
                  <p:embed/>
                  <p:pic>
                    <p:nvPicPr>
                      <p:cNvPr id="20070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1524000"/>
                        <a:ext cx="3101975" cy="96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0709" name="Rectangle 5"/>
          <p:cNvSpPr>
            <a:spLocks noChangeArrowheads="1"/>
          </p:cNvSpPr>
          <p:nvPr/>
        </p:nvSpPr>
        <p:spPr bwMode="auto">
          <a:xfrm>
            <a:off x="468313" y="2924175"/>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0"/>
              </a:spcBef>
              <a:buFontTx/>
              <a:buNone/>
            </a:pPr>
            <a:r>
              <a:rPr lang="zh-CN" altLang="en-US" dirty="0">
                <a:solidFill>
                  <a:srgbClr val="CC3300"/>
                </a:solidFill>
                <a:ea typeface="隶书" panose="02010509060101010101" pitchFamily="49" charset="-122"/>
              </a:rPr>
              <a:t>例</a:t>
            </a:r>
            <a:r>
              <a:rPr lang="en-US" altLang="zh-CN" dirty="0">
                <a:solidFill>
                  <a:srgbClr val="CC3300"/>
                </a:solidFill>
                <a:ea typeface="隶书" panose="02010509060101010101" pitchFamily="49" charset="-122"/>
              </a:rPr>
              <a:t>6. The power of each network ?</a:t>
            </a:r>
          </a:p>
        </p:txBody>
      </p:sp>
      <p:graphicFrame>
        <p:nvGraphicFramePr>
          <p:cNvPr id="200710" name="Object 6"/>
          <p:cNvGraphicFramePr>
            <a:graphicFrameLocks noChangeAspect="1"/>
          </p:cNvGraphicFramePr>
          <p:nvPr/>
        </p:nvGraphicFramePr>
        <p:xfrm>
          <a:off x="685800" y="3733800"/>
          <a:ext cx="2684463" cy="1304925"/>
        </p:xfrm>
        <a:graphic>
          <a:graphicData uri="http://schemas.openxmlformats.org/presentationml/2006/ole">
            <mc:AlternateContent xmlns:mc="http://schemas.openxmlformats.org/markup-compatibility/2006">
              <mc:Choice xmlns:v="urn:schemas-microsoft-com:vml" Requires="v">
                <p:oleObj name="Visio" r:id="rId6" imgW="1370076" imgH="681533" progId="Visio.Drawing.11">
                  <p:embed/>
                </p:oleObj>
              </mc:Choice>
              <mc:Fallback>
                <p:oleObj name="Visio" r:id="rId6" imgW="1370076" imgH="681533" progId="Visio.Drawing.11">
                  <p:embed/>
                  <p:pic>
                    <p:nvPicPr>
                      <p:cNvPr id="20071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3733800"/>
                        <a:ext cx="2684463"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711" name="Object 7"/>
          <p:cNvGraphicFramePr>
            <a:graphicFrameLocks noChangeAspect="1"/>
          </p:cNvGraphicFramePr>
          <p:nvPr/>
        </p:nvGraphicFramePr>
        <p:xfrm>
          <a:off x="3911600" y="4038600"/>
          <a:ext cx="1144588" cy="814388"/>
        </p:xfrm>
        <a:graphic>
          <a:graphicData uri="http://schemas.openxmlformats.org/presentationml/2006/ole">
            <mc:AlternateContent xmlns:mc="http://schemas.openxmlformats.org/markup-compatibility/2006">
              <mc:Choice xmlns:v="urn:schemas-microsoft-com:vml" Requires="v">
                <p:oleObj name="Equation" r:id="rId8" imgW="571252" imgH="406224" progId="Equation.DSMT4">
                  <p:embed/>
                </p:oleObj>
              </mc:Choice>
              <mc:Fallback>
                <p:oleObj name="Equation" r:id="rId8" imgW="571252" imgH="406224" progId="Equation.DSMT4">
                  <p:embed/>
                  <p:pic>
                    <p:nvPicPr>
                      <p:cNvPr id="200711"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11600" y="4038600"/>
                        <a:ext cx="1144588" cy="81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0713" name="Rectangle 9"/>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a:solidFill>
                  <a:schemeClr val="tx1"/>
                </a:solidFill>
                <a:effectLst>
                  <a:outerShdw blurRad="38100" dist="38100" dir="2700000" algn="tl">
                    <a:srgbClr val="C0C0C0"/>
                  </a:outerShdw>
                </a:effectLst>
                <a:ea typeface="隶书" panose="02010509060101010101" pitchFamily="49" charset="-122"/>
              </a:rPr>
              <a:t>讨论</a:t>
            </a:r>
            <a:r>
              <a:rPr lang="en-US" altLang="zh-CN">
                <a:solidFill>
                  <a:schemeClr val="tx1"/>
                </a:solidFill>
                <a:effectLst>
                  <a:outerShdw blurRad="38100" dist="38100" dir="2700000" algn="tl">
                    <a:srgbClr val="C0C0C0"/>
                  </a:outerShdw>
                </a:effectLst>
                <a:ea typeface="隶书" panose="02010509060101010101" pitchFamily="49" charset="-122"/>
              </a:rPr>
              <a:t>——</a:t>
            </a:r>
            <a:r>
              <a:rPr lang="zh-CN" altLang="en-US">
                <a:solidFill>
                  <a:schemeClr val="tx1"/>
                </a:solidFill>
                <a:effectLst>
                  <a:outerShdw blurRad="38100" dist="38100" dir="2700000" algn="tl">
                    <a:srgbClr val="C0C0C0"/>
                  </a:outerShdw>
                </a:effectLst>
                <a:ea typeface="隶书" panose="02010509060101010101" pitchFamily="49" charset="-122"/>
              </a:rPr>
              <a:t>目标</a:t>
            </a:r>
            <a:r>
              <a:rPr lang="en-US" altLang="zh-CN">
                <a:solidFill>
                  <a:schemeClr val="tx1"/>
                </a:solidFill>
                <a:effectLst>
                  <a:outerShdw blurRad="38100" dist="38100" dir="2700000" algn="tl">
                    <a:srgbClr val="C0C0C0"/>
                  </a:outerShdw>
                </a:effectLst>
                <a:ea typeface="隶书" panose="02010509060101010101" pitchFamily="49" charset="-122"/>
              </a:rPr>
              <a:t>1</a:t>
            </a:r>
            <a:r>
              <a:rPr lang="zh-CN" altLang="en-US">
                <a:solidFill>
                  <a:schemeClr val="tx1"/>
                </a:solidFill>
                <a:effectLst>
                  <a:outerShdw blurRad="38100" dist="38100" dir="2700000" algn="tl">
                    <a:srgbClr val="C0C0C0"/>
                  </a:outerShdw>
                </a:effectLst>
                <a:ea typeface="隶书" panose="02010509060101010101" pitchFamily="49" charset="-122"/>
              </a:rPr>
              <a:t>：电功率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07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007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070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007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007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4" name="Text Box 4"/>
          <p:cNvSpPr txBox="1">
            <a:spLocks noChangeArrowheads="1"/>
          </p:cNvSpPr>
          <p:nvPr/>
        </p:nvSpPr>
        <p:spPr bwMode="auto">
          <a:xfrm>
            <a:off x="179388" y="1706140"/>
            <a:ext cx="54721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rgbClr val="CC0099"/>
                </a:solidFill>
                <a:latin typeface="Times New Roman" panose="02020603050405020304" pitchFamily="18" charset="0"/>
              </a:rPr>
              <a:t>一、独立电源 </a:t>
            </a:r>
            <a:r>
              <a:rPr kumimoji="1" lang="en-US" altLang="zh-CN" sz="2400" b="1">
                <a:solidFill>
                  <a:srgbClr val="CC0099"/>
                </a:solidFill>
                <a:latin typeface="Times New Roman" panose="02020603050405020304" pitchFamily="18" charset="0"/>
              </a:rPr>
              <a:t>(</a:t>
            </a:r>
            <a:r>
              <a:rPr kumimoji="1" lang="en-US" altLang="zh-CN" sz="2400" b="1" i="1">
                <a:solidFill>
                  <a:srgbClr val="CC0099"/>
                </a:solidFill>
                <a:latin typeface="Times New Roman" panose="02020603050405020304" pitchFamily="18" charset="0"/>
              </a:rPr>
              <a:t>independent source</a:t>
            </a:r>
            <a:r>
              <a:rPr kumimoji="1" lang="en-US" altLang="zh-CN" sz="2400" b="1">
                <a:solidFill>
                  <a:srgbClr val="CC0099"/>
                </a:solidFill>
                <a:latin typeface="Times New Roman" panose="02020603050405020304" pitchFamily="18" charset="0"/>
              </a:rPr>
              <a:t>)</a:t>
            </a:r>
          </a:p>
        </p:txBody>
      </p:sp>
      <p:sp>
        <p:nvSpPr>
          <p:cNvPr id="353285" name="Text Box 5"/>
          <p:cNvSpPr txBox="1">
            <a:spLocks noChangeArrowheads="1"/>
          </p:cNvSpPr>
          <p:nvPr/>
        </p:nvSpPr>
        <p:spPr bwMode="auto">
          <a:xfrm>
            <a:off x="251520" y="1070347"/>
            <a:ext cx="1943100" cy="519112"/>
          </a:xfrm>
          <a:prstGeom prst="rect">
            <a:avLst/>
          </a:prstGeom>
          <a:solidFill>
            <a:srgbClr val="E7FFFF"/>
          </a:solidFill>
          <a:ln>
            <a:noFill/>
          </a:ln>
          <a:effectLst>
            <a:prstShdw prst="shdw17" dist="17961" dir="2700000">
              <a:srgbClr val="E7FFFF">
                <a:gamma/>
                <a:shade val="60000"/>
                <a:invGamma/>
              </a:srgbClr>
            </a:prstShdw>
          </a:effectLst>
          <a:extLst>
            <a:ext uri="{91240B29-F687-4F45-9708-019B960494DF}">
              <a14:hiddenLine xmlns:a14="http://schemas.microsoft.com/office/drawing/2010/main" w="9525" algn="ctr">
                <a:solidFill>
                  <a:schemeClr val="folHlink"/>
                </a:solidFill>
                <a:miter lim="800000"/>
                <a:headEnd/>
                <a:tailEnd/>
              </a14:hiddenLine>
            </a:ext>
          </a:extLst>
        </p:spPr>
        <p:txBody>
          <a:bodyPr>
            <a:spAutoFit/>
          </a:bodyPr>
          <a:lstStyle/>
          <a:p>
            <a:pPr>
              <a:spcBef>
                <a:spcPct val="50000"/>
              </a:spcBef>
            </a:pPr>
            <a:r>
              <a:rPr lang="en-US" altLang="zh-CN" sz="2800" b="1" dirty="0">
                <a:latin typeface="楷体_GB2312" pitchFamily="49" charset="-122"/>
                <a:ea typeface="楷体_GB2312" pitchFamily="49" charset="-122"/>
              </a:rPr>
              <a:t>2</a:t>
            </a:r>
            <a:r>
              <a:rPr lang="zh-CN" altLang="en-US" sz="2800" b="1" dirty="0">
                <a:latin typeface="楷体_GB2312" pitchFamily="49" charset="-122"/>
                <a:ea typeface="楷体_GB2312" pitchFamily="49" charset="-122"/>
              </a:rPr>
              <a:t>、电源</a:t>
            </a:r>
          </a:p>
        </p:txBody>
      </p:sp>
      <p:sp>
        <p:nvSpPr>
          <p:cNvPr id="353286" name="Text Box 6"/>
          <p:cNvSpPr txBox="1">
            <a:spLocks noChangeArrowheads="1"/>
          </p:cNvSpPr>
          <p:nvPr/>
        </p:nvSpPr>
        <p:spPr bwMode="auto">
          <a:xfrm>
            <a:off x="576263" y="4376315"/>
            <a:ext cx="2124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0000F0"/>
                </a:solidFill>
                <a:latin typeface="Times New Roman" panose="02020603050405020304" pitchFamily="18" charset="0"/>
                <a:sym typeface="Symbol" panose="05050102010706020507" pitchFamily="18" charset="2"/>
              </a:rPr>
              <a:t>（</a:t>
            </a:r>
            <a:r>
              <a:rPr kumimoji="1" lang="en-US" altLang="zh-CN" sz="2400" b="1">
                <a:solidFill>
                  <a:srgbClr val="0000F0"/>
                </a:solidFill>
                <a:latin typeface="Times New Roman" panose="02020603050405020304" pitchFamily="18" charset="0"/>
                <a:sym typeface="Symbol" panose="05050102010706020507" pitchFamily="18" charset="2"/>
              </a:rPr>
              <a:t>1</a:t>
            </a:r>
            <a:r>
              <a:rPr kumimoji="1" lang="zh-CN" altLang="en-US" sz="2400" b="1">
                <a:solidFill>
                  <a:srgbClr val="0000F0"/>
                </a:solidFill>
                <a:latin typeface="Times New Roman" panose="02020603050405020304" pitchFamily="18" charset="0"/>
                <a:sym typeface="Symbol" panose="05050102010706020507" pitchFamily="18" charset="2"/>
              </a:rPr>
              <a:t>） 特点</a:t>
            </a:r>
          </a:p>
        </p:txBody>
      </p:sp>
      <p:sp>
        <p:nvSpPr>
          <p:cNvPr id="353287" name="Text Box 7"/>
          <p:cNvSpPr txBox="1">
            <a:spLocks noChangeArrowheads="1"/>
          </p:cNvSpPr>
          <p:nvPr/>
        </p:nvSpPr>
        <p:spPr bwMode="auto">
          <a:xfrm>
            <a:off x="1042988" y="5097040"/>
            <a:ext cx="77422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Wingdings 2" panose="05020102010507070707" pitchFamily="18" charset="2"/>
              </a:rPr>
              <a:t>（</a:t>
            </a:r>
            <a:r>
              <a:rPr kumimoji="1" lang="en-US" altLang="zh-CN" sz="2400" b="1">
                <a:solidFill>
                  <a:schemeClr val="tx2"/>
                </a:solidFill>
                <a:latin typeface="Times New Roman" panose="02020603050405020304" pitchFamily="18" charset="0"/>
                <a:sym typeface="Wingdings 2" panose="05020102010507070707" pitchFamily="18" charset="2"/>
              </a:rPr>
              <a:t>a</a:t>
            </a:r>
            <a:r>
              <a:rPr kumimoji="1" lang="zh-CN" altLang="en-US" sz="2400" b="1">
                <a:solidFill>
                  <a:schemeClr val="tx2"/>
                </a:solidFill>
                <a:latin typeface="Times New Roman" panose="02020603050405020304" pitchFamily="18" charset="0"/>
                <a:sym typeface="Wingdings 2" panose="050201020105070707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电源两端电压由电源本身决定，与外电路无关；</a:t>
            </a:r>
          </a:p>
        </p:txBody>
      </p:sp>
      <p:sp>
        <p:nvSpPr>
          <p:cNvPr id="353288" name="Text Box 8"/>
          <p:cNvSpPr txBox="1">
            <a:spLocks noChangeArrowheads="1"/>
          </p:cNvSpPr>
          <p:nvPr/>
        </p:nvSpPr>
        <p:spPr bwMode="auto">
          <a:xfrm>
            <a:off x="1042988" y="5924128"/>
            <a:ext cx="62436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Wingdings 2" panose="05020102010507070707" pitchFamily="18" charset="2"/>
              </a:rPr>
              <a:t>（</a:t>
            </a:r>
            <a:r>
              <a:rPr kumimoji="1" lang="en-US" altLang="zh-CN" sz="2400" b="1">
                <a:solidFill>
                  <a:schemeClr val="tx2"/>
                </a:solidFill>
                <a:latin typeface="Times New Roman" panose="02020603050405020304" pitchFamily="18" charset="0"/>
                <a:sym typeface="Wingdings 2" panose="05020102010507070707" pitchFamily="18" charset="2"/>
              </a:rPr>
              <a:t>b</a:t>
            </a:r>
            <a:r>
              <a:rPr kumimoji="1" lang="zh-CN" altLang="en-US" sz="2400" b="1">
                <a:solidFill>
                  <a:schemeClr val="tx2"/>
                </a:solidFill>
                <a:latin typeface="Times New Roman" panose="02020603050405020304" pitchFamily="18" charset="0"/>
                <a:sym typeface="Wingdings 2" panose="050201020105070707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通过它的电流由外电路决定。</a:t>
            </a:r>
          </a:p>
        </p:txBody>
      </p:sp>
      <p:sp>
        <p:nvSpPr>
          <p:cNvPr id="353289" name="Text Box 9"/>
          <p:cNvSpPr txBox="1">
            <a:spLocks noChangeArrowheads="1"/>
          </p:cNvSpPr>
          <p:nvPr/>
        </p:nvSpPr>
        <p:spPr bwMode="auto">
          <a:xfrm>
            <a:off x="1109663" y="3260303"/>
            <a:ext cx="1416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pPr>
            <a:r>
              <a:rPr kumimoji="1" lang="zh-CN" altLang="en-US" sz="2400" b="1">
                <a:solidFill>
                  <a:schemeClr val="tx2"/>
                </a:solidFill>
                <a:latin typeface="Times New Roman" panose="02020603050405020304" pitchFamily="18" charset="0"/>
              </a:rPr>
              <a:t>电路符号</a:t>
            </a:r>
            <a:endParaRPr kumimoji="1" lang="zh-CN" altLang="en-US" sz="2400" b="1">
              <a:solidFill>
                <a:srgbClr val="000000"/>
              </a:solidFill>
              <a:latin typeface="Times New Roman" panose="02020603050405020304" pitchFamily="18" charset="0"/>
            </a:endParaRPr>
          </a:p>
        </p:txBody>
      </p:sp>
      <p:grpSp>
        <p:nvGrpSpPr>
          <p:cNvPr id="353290" name="Group 10"/>
          <p:cNvGrpSpPr>
            <a:grpSpLocks/>
          </p:cNvGrpSpPr>
          <p:nvPr/>
        </p:nvGrpSpPr>
        <p:grpSpPr bwMode="auto">
          <a:xfrm>
            <a:off x="3368675" y="2944390"/>
            <a:ext cx="2219325" cy="958850"/>
            <a:chOff x="1898" y="1248"/>
            <a:chExt cx="1398" cy="604"/>
          </a:xfrm>
        </p:grpSpPr>
        <p:sp>
          <p:nvSpPr>
            <p:cNvPr id="353291" name="Text Box 11"/>
            <p:cNvSpPr txBox="1">
              <a:spLocks noChangeArrowheads="1"/>
            </p:cNvSpPr>
            <p:nvPr/>
          </p:nvSpPr>
          <p:spPr bwMode="auto">
            <a:xfrm>
              <a:off x="2448" y="1248"/>
              <a:ext cx="26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u</a:t>
              </a:r>
              <a:r>
                <a:rPr kumimoji="1" lang="en-US" altLang="zh-CN" sz="2000" b="1" baseline="-25000">
                  <a:solidFill>
                    <a:schemeClr val="tx2"/>
                  </a:solidFill>
                  <a:latin typeface="Times New Roman" panose="02020603050405020304" pitchFamily="18" charset="0"/>
                  <a:sym typeface="Symbol" panose="05050102010706020507" pitchFamily="18" charset="2"/>
                </a:rPr>
                <a:t>S</a:t>
              </a:r>
              <a:endParaRPr kumimoji="1" lang="en-US" altLang="zh-CN" sz="2000" b="1" i="1">
                <a:solidFill>
                  <a:schemeClr val="tx2"/>
                </a:solidFill>
                <a:latin typeface="Times New Roman" panose="02020603050405020304" pitchFamily="18" charset="0"/>
                <a:sym typeface="Symbol" panose="05050102010706020507" pitchFamily="18" charset="2"/>
              </a:endParaRPr>
            </a:p>
          </p:txBody>
        </p:sp>
        <p:sp>
          <p:nvSpPr>
            <p:cNvPr id="353292" name="Line 12"/>
            <p:cNvSpPr>
              <a:spLocks noChangeShapeType="1"/>
            </p:cNvSpPr>
            <p:nvPr/>
          </p:nvSpPr>
          <p:spPr bwMode="auto">
            <a:xfrm rot="5400000">
              <a:off x="2592" y="1057"/>
              <a:ext cx="0" cy="127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53293" name="Oval 13"/>
            <p:cNvSpPr>
              <a:spLocks noChangeArrowheads="1"/>
            </p:cNvSpPr>
            <p:nvPr/>
          </p:nvSpPr>
          <p:spPr bwMode="auto">
            <a:xfrm rot="5400000">
              <a:off x="3228" y="1658"/>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3294" name="Oval 14"/>
            <p:cNvSpPr>
              <a:spLocks noChangeArrowheads="1"/>
            </p:cNvSpPr>
            <p:nvPr/>
          </p:nvSpPr>
          <p:spPr bwMode="auto">
            <a:xfrm rot="5400000">
              <a:off x="1898" y="1658"/>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3295" name="Oval 15"/>
            <p:cNvSpPr>
              <a:spLocks noChangeArrowheads="1"/>
            </p:cNvSpPr>
            <p:nvPr/>
          </p:nvSpPr>
          <p:spPr bwMode="auto">
            <a:xfrm>
              <a:off x="2372" y="1512"/>
              <a:ext cx="340" cy="340"/>
            </a:xfrm>
            <a:prstGeom prst="ellipse">
              <a:avLst/>
            </a:prstGeom>
            <a:noFill/>
            <a:ln w="317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3296" name="Group 16"/>
            <p:cNvGrpSpPr>
              <a:grpSpLocks/>
            </p:cNvGrpSpPr>
            <p:nvPr/>
          </p:nvGrpSpPr>
          <p:grpSpPr bwMode="auto">
            <a:xfrm>
              <a:off x="2208" y="1524"/>
              <a:ext cx="96" cy="96"/>
              <a:chOff x="2928" y="2016"/>
              <a:chExt cx="96" cy="96"/>
            </a:xfrm>
          </p:grpSpPr>
          <p:sp>
            <p:nvSpPr>
              <p:cNvPr id="353297" name="Line 17"/>
              <p:cNvSpPr>
                <a:spLocks noChangeShapeType="1"/>
              </p:cNvSpPr>
              <p:nvPr/>
            </p:nvSpPr>
            <p:spPr bwMode="auto">
              <a:xfrm>
                <a:off x="2928" y="2064"/>
                <a:ext cx="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8" name="Line 18"/>
              <p:cNvSpPr>
                <a:spLocks noChangeShapeType="1"/>
              </p:cNvSpPr>
              <p:nvPr/>
            </p:nvSpPr>
            <p:spPr bwMode="auto">
              <a:xfrm rot="-5400000">
                <a:off x="2928" y="2064"/>
                <a:ext cx="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53299" name="Line 19"/>
            <p:cNvSpPr>
              <a:spLocks noChangeShapeType="1"/>
            </p:cNvSpPr>
            <p:nvPr/>
          </p:nvSpPr>
          <p:spPr bwMode="auto">
            <a:xfrm>
              <a:off x="2808" y="1596"/>
              <a:ext cx="9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53300" name="Text Box 20"/>
          <p:cNvSpPr txBox="1">
            <a:spLocks noChangeArrowheads="1"/>
          </p:cNvSpPr>
          <p:nvPr/>
        </p:nvSpPr>
        <p:spPr bwMode="auto">
          <a:xfrm>
            <a:off x="376238" y="2396703"/>
            <a:ext cx="53117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rgbClr val="FF0000"/>
                </a:solidFill>
                <a:latin typeface="Times New Roman" panose="02020603050405020304" pitchFamily="18" charset="0"/>
              </a:rPr>
              <a:t>1. </a:t>
            </a:r>
            <a:r>
              <a:rPr kumimoji="1" lang="zh-CN" altLang="en-US" sz="2400" b="1">
                <a:solidFill>
                  <a:srgbClr val="FF0000"/>
                </a:solidFill>
                <a:latin typeface="Times New Roman" panose="02020603050405020304" pitchFamily="18" charset="0"/>
              </a:rPr>
              <a:t>理想电压源（</a:t>
            </a:r>
            <a:r>
              <a:rPr kumimoji="1" lang="en-US" altLang="zh-CN" sz="2400" b="1" i="1">
                <a:solidFill>
                  <a:srgbClr val="FF0000"/>
                </a:solidFill>
                <a:latin typeface="Times New Roman" panose="02020603050405020304" pitchFamily="18" charset="0"/>
              </a:rPr>
              <a:t>ideal voltage source</a:t>
            </a:r>
            <a:r>
              <a:rPr kumimoji="1" lang="zh-CN" altLang="en-US" sz="2400" b="1">
                <a:solidFill>
                  <a:srgbClr val="FF0000"/>
                </a:solidFill>
                <a:latin typeface="Times New Roman" panose="02020603050405020304" pitchFamily="18" charset="0"/>
              </a:rPr>
              <a:t>）</a:t>
            </a:r>
          </a:p>
        </p:txBody>
      </p:sp>
    </p:spTree>
    <p:extLst>
      <p:ext uri="{BB962C8B-B14F-4D97-AF65-F5344CB8AC3E}">
        <p14:creationId xmlns:p14="http://schemas.microsoft.com/office/powerpoint/2010/main" val="20399107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3284"/>
                                        </p:tgtEl>
                                        <p:attrNameLst>
                                          <p:attrName>style.visibility</p:attrName>
                                        </p:attrNameLst>
                                      </p:cBhvr>
                                      <p:to>
                                        <p:strVal val="visible"/>
                                      </p:to>
                                    </p:set>
                                    <p:animEffect transition="in" filter="wipe(left)">
                                      <p:cBhvr>
                                        <p:cTn id="7" dur="500"/>
                                        <p:tgtEl>
                                          <p:spTgt spid="3532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5330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5328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353290"/>
                                        </p:tgtEl>
                                        <p:attrNameLst>
                                          <p:attrName>style.visibility</p:attrName>
                                        </p:attrNameLst>
                                      </p:cBhvr>
                                      <p:to>
                                        <p:strVal val="visible"/>
                                      </p:to>
                                    </p:set>
                                    <p:animEffect transition="in" filter="dissolve">
                                      <p:cBhvr>
                                        <p:cTn id="20" dur="500"/>
                                        <p:tgtEl>
                                          <p:spTgt spid="35329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5328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353287"/>
                                        </p:tgtEl>
                                        <p:attrNameLst>
                                          <p:attrName>style.visibility</p:attrName>
                                        </p:attrNameLst>
                                      </p:cBhvr>
                                      <p:to>
                                        <p:strVal val="visible"/>
                                      </p:to>
                                    </p:set>
                                    <p:anim calcmode="lin" valueType="num">
                                      <p:cBhvr additive="base">
                                        <p:cTn id="29" dur="500" fill="hold"/>
                                        <p:tgtEl>
                                          <p:spTgt spid="353287"/>
                                        </p:tgtEl>
                                        <p:attrNameLst>
                                          <p:attrName>ppt_x</p:attrName>
                                        </p:attrNameLst>
                                      </p:cBhvr>
                                      <p:tavLst>
                                        <p:tav tm="0">
                                          <p:val>
                                            <p:strVal val="1+#ppt_w/2"/>
                                          </p:val>
                                        </p:tav>
                                        <p:tav tm="100000">
                                          <p:val>
                                            <p:strVal val="#ppt_x"/>
                                          </p:val>
                                        </p:tav>
                                      </p:tavLst>
                                    </p:anim>
                                    <p:anim calcmode="lin" valueType="num">
                                      <p:cBhvr additive="base">
                                        <p:cTn id="30" dur="500" fill="hold"/>
                                        <p:tgtEl>
                                          <p:spTgt spid="35328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353288"/>
                                        </p:tgtEl>
                                        <p:attrNameLst>
                                          <p:attrName>style.visibility</p:attrName>
                                        </p:attrNameLst>
                                      </p:cBhvr>
                                      <p:to>
                                        <p:strVal val="visible"/>
                                      </p:to>
                                    </p:set>
                                    <p:anim calcmode="lin" valueType="num">
                                      <p:cBhvr additive="base">
                                        <p:cTn id="35" dur="500" fill="hold"/>
                                        <p:tgtEl>
                                          <p:spTgt spid="353288"/>
                                        </p:tgtEl>
                                        <p:attrNameLst>
                                          <p:attrName>ppt_x</p:attrName>
                                        </p:attrNameLst>
                                      </p:cBhvr>
                                      <p:tavLst>
                                        <p:tav tm="0">
                                          <p:val>
                                            <p:strVal val="1+#ppt_w/2"/>
                                          </p:val>
                                        </p:tav>
                                        <p:tav tm="100000">
                                          <p:val>
                                            <p:strVal val="#ppt_x"/>
                                          </p:val>
                                        </p:tav>
                                      </p:tavLst>
                                    </p:anim>
                                    <p:anim calcmode="lin" valueType="num">
                                      <p:cBhvr additive="base">
                                        <p:cTn id="36" dur="500" fill="hold"/>
                                        <p:tgtEl>
                                          <p:spTgt spid="3532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4" grpId="0" autoUpdateAnimBg="0"/>
      <p:bldP spid="353286" grpId="0" autoUpdateAnimBg="0"/>
      <p:bldP spid="353287" grpId="0" autoUpdateAnimBg="0"/>
      <p:bldP spid="353288" grpId="0" autoUpdateAnimBg="0"/>
      <p:bldP spid="353289" grpId="0" autoUpdateAnimBg="0"/>
      <p:bldP spid="35330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6" name="Text Box 4"/>
          <p:cNvSpPr txBox="1">
            <a:spLocks noChangeArrowheads="1"/>
          </p:cNvSpPr>
          <p:nvPr/>
        </p:nvSpPr>
        <p:spPr bwMode="auto">
          <a:xfrm>
            <a:off x="215900" y="260350"/>
            <a:ext cx="6264275" cy="584200"/>
          </a:xfrm>
          <a:prstGeom prst="rect">
            <a:avLst/>
          </a:prstGeom>
          <a:noFill/>
          <a:ln>
            <a:noFill/>
          </a:ln>
          <a:effectLst/>
          <a:extLst>
            <a:ext uri="{909E8E84-426E-40DD-AFC4-6F175D3DCCD1}">
              <a14:hiddenFill xmlns:a14="http://schemas.microsoft.com/office/drawing/2010/main">
                <a:solidFill>
                  <a:srgbClr val="FF0000">
                    <a:alpha val="50000"/>
                  </a:srgbClr>
                </a:solidFill>
              </a14:hiddenFill>
            </a:ext>
            <a:ext uri="{91240B29-F687-4F45-9708-019B960494DF}">
              <a14:hiddenLine xmlns:a14="http://schemas.microsoft.com/office/drawing/2010/main" w="12700" cap="rnd">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476500" indent="-2476500">
              <a:defRPr>
                <a:solidFill>
                  <a:schemeClr val="tx1"/>
                </a:solidFill>
                <a:latin typeface="Arial" panose="020B0604020202020204" pitchFamily="34" charset="0"/>
                <a:ea typeface="宋体" panose="02010600030101010101" pitchFamily="2" charset="-122"/>
              </a:defRPr>
            </a:lvl1pPr>
            <a:lvl2pPr marL="2857500">
              <a:defRPr>
                <a:solidFill>
                  <a:schemeClr val="tx1"/>
                </a:solidFill>
                <a:latin typeface="Arial" panose="020B0604020202020204" pitchFamily="34" charset="0"/>
                <a:ea typeface="宋体" panose="02010600030101010101" pitchFamily="2" charset="-122"/>
              </a:defRPr>
            </a:lvl2pPr>
            <a:lvl3pPr marL="3048000">
              <a:defRPr>
                <a:solidFill>
                  <a:schemeClr val="tx1"/>
                </a:solidFill>
                <a:latin typeface="Arial" panose="020B0604020202020204" pitchFamily="34" charset="0"/>
                <a:ea typeface="宋体" panose="02010600030101010101" pitchFamily="2" charset="-122"/>
              </a:defRPr>
            </a:lvl3pPr>
            <a:lvl4pPr marL="3238500">
              <a:defRPr>
                <a:solidFill>
                  <a:schemeClr val="tx1"/>
                </a:solidFill>
                <a:latin typeface="Arial" panose="020B0604020202020204" pitchFamily="34" charset="0"/>
                <a:ea typeface="宋体" panose="02010600030101010101" pitchFamily="2" charset="-122"/>
              </a:defRPr>
            </a:lvl4pPr>
            <a:lvl5pPr marL="3429000">
              <a:defRPr>
                <a:solidFill>
                  <a:schemeClr val="tx1"/>
                </a:solidFill>
                <a:latin typeface="Arial" panose="020B0604020202020204" pitchFamily="34" charset="0"/>
                <a:ea typeface="宋体" panose="02010600030101010101" pitchFamily="2" charset="-122"/>
              </a:defRPr>
            </a:lvl5pPr>
            <a:lvl6pPr marL="3886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4343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4800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5257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spcBef>
                <a:spcPct val="50000"/>
              </a:spcBef>
            </a:pPr>
            <a:r>
              <a:rPr kumimoji="1" lang="en-US" altLang="zh-CN" sz="2400" b="1">
                <a:solidFill>
                  <a:srgbClr val="FF0000"/>
                </a:solidFill>
                <a:latin typeface="Times New Roman" panose="02020603050405020304" pitchFamily="18" charset="0"/>
              </a:rPr>
              <a:t>2.  </a:t>
            </a:r>
            <a:r>
              <a:rPr kumimoji="1" lang="zh-CN" altLang="en-US" sz="2400" b="1">
                <a:solidFill>
                  <a:srgbClr val="FF0000"/>
                </a:solidFill>
                <a:latin typeface="Times New Roman" panose="02020603050405020304" pitchFamily="18" charset="0"/>
              </a:rPr>
              <a:t>理想电流源（</a:t>
            </a:r>
            <a:r>
              <a:rPr kumimoji="1" lang="en-US" altLang="zh-CN" sz="2400" b="1" i="1">
                <a:solidFill>
                  <a:srgbClr val="FF0000"/>
                </a:solidFill>
                <a:latin typeface="Times New Roman" panose="02020603050405020304" pitchFamily="18" charset="0"/>
              </a:rPr>
              <a:t>ideal current source</a:t>
            </a:r>
            <a:r>
              <a:rPr kumimoji="1" lang="zh-CN" altLang="en-US" sz="2400" b="1">
                <a:solidFill>
                  <a:srgbClr val="FF0000"/>
                </a:solidFill>
                <a:latin typeface="Times New Roman" panose="02020603050405020304" pitchFamily="18" charset="0"/>
              </a:rPr>
              <a:t>）</a:t>
            </a:r>
            <a:endParaRPr kumimoji="1" lang="zh-CN" altLang="en-US" sz="2000" b="1">
              <a:solidFill>
                <a:srgbClr val="FF0000"/>
              </a:solidFill>
              <a:latin typeface="Times New Roman" panose="02020603050405020304" pitchFamily="18" charset="0"/>
            </a:endParaRPr>
          </a:p>
        </p:txBody>
      </p:sp>
      <p:sp>
        <p:nvSpPr>
          <p:cNvPr id="392197" name="Text Box 5"/>
          <p:cNvSpPr txBox="1">
            <a:spLocks noChangeArrowheads="1"/>
          </p:cNvSpPr>
          <p:nvPr/>
        </p:nvSpPr>
        <p:spPr bwMode="auto">
          <a:xfrm>
            <a:off x="465138" y="2216150"/>
            <a:ext cx="20907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0000F0"/>
                </a:solidFill>
                <a:latin typeface="Times New Roman" panose="02020603050405020304" pitchFamily="18" charset="0"/>
                <a:sym typeface="Symbol" panose="05050102010706020507" pitchFamily="18" charset="2"/>
              </a:rPr>
              <a:t>（</a:t>
            </a:r>
            <a:r>
              <a:rPr kumimoji="1" lang="en-US" altLang="zh-CN" sz="2400" b="1">
                <a:solidFill>
                  <a:srgbClr val="0000F0"/>
                </a:solidFill>
                <a:latin typeface="Times New Roman" panose="02020603050405020304" pitchFamily="18" charset="0"/>
                <a:sym typeface="Symbol" panose="05050102010706020507" pitchFamily="18" charset="2"/>
              </a:rPr>
              <a:t>1</a:t>
            </a:r>
            <a:r>
              <a:rPr kumimoji="1" lang="zh-CN" altLang="en-US" sz="2400" b="1">
                <a:solidFill>
                  <a:srgbClr val="0000F0"/>
                </a:solidFill>
                <a:latin typeface="Times New Roman" panose="02020603050405020304" pitchFamily="18" charset="0"/>
                <a:sym typeface="Symbol" panose="05050102010706020507" pitchFamily="18" charset="2"/>
              </a:rPr>
              <a:t>） 特点</a:t>
            </a:r>
          </a:p>
        </p:txBody>
      </p:sp>
      <p:sp>
        <p:nvSpPr>
          <p:cNvPr id="392198" name="Text Box 6"/>
          <p:cNvSpPr txBox="1">
            <a:spLocks noChangeArrowheads="1"/>
          </p:cNvSpPr>
          <p:nvPr/>
        </p:nvSpPr>
        <p:spPr bwMode="auto">
          <a:xfrm>
            <a:off x="576263" y="2816225"/>
            <a:ext cx="71278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Wingdings 2" panose="05020102010507070707" pitchFamily="18" charset="2"/>
              </a:rPr>
              <a:t>（</a:t>
            </a:r>
            <a:r>
              <a:rPr kumimoji="1" lang="en-US" altLang="zh-CN" sz="2400" b="1">
                <a:solidFill>
                  <a:schemeClr val="tx2"/>
                </a:solidFill>
                <a:latin typeface="Times New Roman" panose="02020603050405020304" pitchFamily="18" charset="0"/>
                <a:sym typeface="Wingdings 2" panose="05020102010507070707" pitchFamily="18" charset="2"/>
              </a:rPr>
              <a:t>a</a:t>
            </a:r>
            <a:r>
              <a:rPr kumimoji="1" lang="zh-CN" altLang="en-US" sz="2400" b="1">
                <a:solidFill>
                  <a:schemeClr val="tx2"/>
                </a:solidFill>
                <a:latin typeface="Times New Roman" panose="02020603050405020304" pitchFamily="18" charset="0"/>
                <a:sym typeface="Wingdings 2" panose="050201020105070707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电源电流由电源本身决定，与外电路无关；</a:t>
            </a:r>
          </a:p>
        </p:txBody>
      </p:sp>
      <p:sp>
        <p:nvSpPr>
          <p:cNvPr id="392199" name="Text Box 7"/>
          <p:cNvSpPr txBox="1">
            <a:spLocks noChangeArrowheads="1"/>
          </p:cNvSpPr>
          <p:nvPr/>
        </p:nvSpPr>
        <p:spPr bwMode="auto">
          <a:xfrm>
            <a:off x="581025" y="3432175"/>
            <a:ext cx="57991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Wingdings 2" panose="05020102010507070707" pitchFamily="18" charset="2"/>
              </a:rPr>
              <a:t>（</a:t>
            </a:r>
            <a:r>
              <a:rPr kumimoji="1" lang="en-US" altLang="zh-CN" sz="2400" b="1">
                <a:solidFill>
                  <a:schemeClr val="tx2"/>
                </a:solidFill>
                <a:latin typeface="Times New Roman" panose="02020603050405020304" pitchFamily="18" charset="0"/>
                <a:sym typeface="Wingdings 2" panose="05020102010507070707" pitchFamily="18" charset="2"/>
              </a:rPr>
              <a:t>b</a:t>
            </a:r>
            <a:r>
              <a:rPr kumimoji="1" lang="zh-CN" altLang="en-US" sz="2400" b="1">
                <a:solidFill>
                  <a:schemeClr val="tx2"/>
                </a:solidFill>
                <a:latin typeface="Times New Roman" panose="02020603050405020304" pitchFamily="18" charset="0"/>
                <a:sym typeface="Wingdings 2" panose="05020102010507070707" pitchFamily="18" charset="2"/>
              </a:rPr>
              <a:t>） 电源两端电压</a:t>
            </a:r>
            <a:r>
              <a:rPr kumimoji="1" lang="zh-CN" altLang="en-US" sz="2400" b="1">
                <a:solidFill>
                  <a:schemeClr val="tx2"/>
                </a:solidFill>
                <a:latin typeface="Times New Roman" panose="02020603050405020304" pitchFamily="18" charset="0"/>
                <a:sym typeface="Symbol" panose="05050102010706020507" pitchFamily="18" charset="2"/>
              </a:rPr>
              <a:t>由外电路决定。</a:t>
            </a:r>
          </a:p>
        </p:txBody>
      </p:sp>
      <p:sp>
        <p:nvSpPr>
          <p:cNvPr id="392200" name="Text Box 8"/>
          <p:cNvSpPr txBox="1">
            <a:spLocks noChangeArrowheads="1"/>
          </p:cNvSpPr>
          <p:nvPr/>
        </p:nvSpPr>
        <p:spPr bwMode="auto">
          <a:xfrm>
            <a:off x="1655763" y="1341438"/>
            <a:ext cx="1416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pPr>
            <a:r>
              <a:rPr kumimoji="1" lang="zh-CN" altLang="en-US" sz="2400" b="1">
                <a:solidFill>
                  <a:schemeClr val="tx2"/>
                </a:solidFill>
                <a:latin typeface="Times New Roman" panose="02020603050405020304" pitchFamily="18" charset="0"/>
              </a:rPr>
              <a:t>电路符号</a:t>
            </a:r>
            <a:endParaRPr kumimoji="1" lang="zh-CN" altLang="en-US" sz="2400" b="1">
              <a:solidFill>
                <a:srgbClr val="000000"/>
              </a:solidFill>
              <a:latin typeface="Times New Roman" panose="02020603050405020304" pitchFamily="18" charset="0"/>
            </a:endParaRPr>
          </a:p>
        </p:txBody>
      </p:sp>
      <p:grpSp>
        <p:nvGrpSpPr>
          <p:cNvPr id="392201" name="Group 9"/>
          <p:cNvGrpSpPr>
            <a:grpSpLocks/>
          </p:cNvGrpSpPr>
          <p:nvPr/>
        </p:nvGrpSpPr>
        <p:grpSpPr bwMode="auto">
          <a:xfrm>
            <a:off x="3384550" y="908050"/>
            <a:ext cx="2284413" cy="1049338"/>
            <a:chOff x="2689" y="576"/>
            <a:chExt cx="1439" cy="661"/>
          </a:xfrm>
        </p:grpSpPr>
        <p:sp>
          <p:nvSpPr>
            <p:cNvPr id="392202" name="Text Box 10"/>
            <p:cNvSpPr txBox="1">
              <a:spLocks noChangeArrowheads="1"/>
            </p:cNvSpPr>
            <p:nvPr/>
          </p:nvSpPr>
          <p:spPr bwMode="auto">
            <a:xfrm>
              <a:off x="3306" y="576"/>
              <a:ext cx="21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000" b="1" i="1">
                  <a:solidFill>
                    <a:schemeClr val="tx2"/>
                  </a:solidFill>
                  <a:latin typeface="Times New Roman" panose="02020603050405020304" pitchFamily="18" charset="0"/>
                  <a:sym typeface="Symbol" panose="05050102010706020507" pitchFamily="18" charset="2"/>
                </a:rPr>
                <a:t>i</a:t>
              </a:r>
              <a:r>
                <a:rPr kumimoji="1" lang="en-US" altLang="zh-CN" sz="2000" b="1" baseline="-25000">
                  <a:solidFill>
                    <a:schemeClr val="tx2"/>
                  </a:solidFill>
                  <a:latin typeface="Times New Roman" panose="02020603050405020304" pitchFamily="18" charset="0"/>
                  <a:sym typeface="Symbol" panose="05050102010706020507" pitchFamily="18" charset="2"/>
                </a:rPr>
                <a:t>S</a:t>
              </a:r>
              <a:endParaRPr kumimoji="1" lang="en-US" altLang="zh-CN" sz="2000" b="1" i="1">
                <a:solidFill>
                  <a:schemeClr val="tx2"/>
                </a:solidFill>
                <a:latin typeface="Times New Roman" panose="02020603050405020304" pitchFamily="18" charset="0"/>
                <a:sym typeface="Symbol" panose="05050102010706020507" pitchFamily="18" charset="2"/>
              </a:endParaRPr>
            </a:p>
          </p:txBody>
        </p:sp>
        <p:sp>
          <p:nvSpPr>
            <p:cNvPr id="392203" name="Line 11"/>
            <p:cNvSpPr>
              <a:spLocks noChangeShapeType="1"/>
            </p:cNvSpPr>
            <p:nvPr/>
          </p:nvSpPr>
          <p:spPr bwMode="auto">
            <a:xfrm flipH="1">
              <a:off x="3230" y="826"/>
              <a:ext cx="289" cy="0"/>
            </a:xfrm>
            <a:prstGeom prst="line">
              <a:avLst/>
            </a:prstGeom>
            <a:noFill/>
            <a:ln w="1905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4" name="Line 12"/>
            <p:cNvSpPr>
              <a:spLocks noChangeShapeType="1"/>
            </p:cNvSpPr>
            <p:nvPr/>
          </p:nvSpPr>
          <p:spPr bwMode="auto">
            <a:xfrm rot="5400000">
              <a:off x="3815" y="811"/>
              <a:ext cx="0" cy="49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5" name="Oval 13"/>
            <p:cNvSpPr>
              <a:spLocks noChangeArrowheads="1"/>
            </p:cNvSpPr>
            <p:nvPr/>
          </p:nvSpPr>
          <p:spPr bwMode="auto">
            <a:xfrm rot="5400000">
              <a:off x="3230" y="897"/>
              <a:ext cx="340" cy="340"/>
            </a:xfrm>
            <a:prstGeom prst="ellipse">
              <a:avLst/>
            </a:prstGeom>
            <a:noFill/>
            <a:ln w="3175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06" name="Oval 14"/>
            <p:cNvSpPr>
              <a:spLocks noChangeArrowheads="1"/>
            </p:cNvSpPr>
            <p:nvPr/>
          </p:nvSpPr>
          <p:spPr bwMode="auto">
            <a:xfrm rot="5400000">
              <a:off x="4060" y="1021"/>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07" name="Oval 15"/>
            <p:cNvSpPr>
              <a:spLocks noChangeArrowheads="1"/>
            </p:cNvSpPr>
            <p:nvPr/>
          </p:nvSpPr>
          <p:spPr bwMode="auto">
            <a:xfrm rot="5400000">
              <a:off x="2689" y="1021"/>
              <a:ext cx="68" cy="68"/>
            </a:xfrm>
            <a:prstGeom prst="ellipse">
              <a:avLst/>
            </a:prstGeom>
            <a:noFill/>
            <a:ln w="1905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2208" name="Line 16"/>
            <p:cNvSpPr>
              <a:spLocks noChangeShapeType="1"/>
            </p:cNvSpPr>
            <p:nvPr/>
          </p:nvSpPr>
          <p:spPr bwMode="auto">
            <a:xfrm rot="5400000">
              <a:off x="2994" y="819"/>
              <a:ext cx="0" cy="473"/>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2209" name="Line 17"/>
            <p:cNvSpPr>
              <a:spLocks noChangeShapeType="1"/>
            </p:cNvSpPr>
            <p:nvPr/>
          </p:nvSpPr>
          <p:spPr bwMode="auto">
            <a:xfrm>
              <a:off x="3396" y="907"/>
              <a:ext cx="0" cy="33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392212" name="Group 20"/>
          <p:cNvGrpSpPr>
            <a:grpSpLocks/>
          </p:cNvGrpSpPr>
          <p:nvPr/>
        </p:nvGrpSpPr>
        <p:grpSpPr bwMode="auto">
          <a:xfrm>
            <a:off x="2409825" y="4729163"/>
            <a:ext cx="404813" cy="914400"/>
            <a:chOff x="4800" y="1200"/>
            <a:chExt cx="255" cy="576"/>
          </a:xfrm>
        </p:grpSpPr>
        <p:sp>
          <p:nvSpPr>
            <p:cNvPr id="392213" name="Line 21"/>
            <p:cNvSpPr>
              <a:spLocks noChangeShapeType="1"/>
            </p:cNvSpPr>
            <p:nvPr/>
          </p:nvSpPr>
          <p:spPr bwMode="auto">
            <a:xfrm>
              <a:off x="4896" y="1776"/>
              <a:ext cx="9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2214" name="Group 22"/>
            <p:cNvGrpSpPr>
              <a:grpSpLocks/>
            </p:cNvGrpSpPr>
            <p:nvPr/>
          </p:nvGrpSpPr>
          <p:grpSpPr bwMode="auto">
            <a:xfrm>
              <a:off x="4896" y="1200"/>
              <a:ext cx="96" cy="96"/>
              <a:chOff x="5520" y="2112"/>
              <a:chExt cx="96" cy="96"/>
            </a:xfrm>
          </p:grpSpPr>
          <p:sp>
            <p:nvSpPr>
              <p:cNvPr id="392215" name="Line 23"/>
              <p:cNvSpPr>
                <a:spLocks noChangeShapeType="1"/>
              </p:cNvSpPr>
              <p:nvPr/>
            </p:nvSpPr>
            <p:spPr bwMode="auto">
              <a:xfrm>
                <a:off x="5520" y="2160"/>
                <a:ext cx="9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16" name="Line 24"/>
              <p:cNvSpPr>
                <a:spLocks noChangeShapeType="1"/>
              </p:cNvSpPr>
              <p:nvPr/>
            </p:nvSpPr>
            <p:spPr bwMode="auto">
              <a:xfrm rot="-5400000">
                <a:off x="5520" y="2160"/>
                <a:ext cx="9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2217" name="Text Box 25"/>
            <p:cNvSpPr txBox="1">
              <a:spLocks noChangeArrowheads="1"/>
            </p:cNvSpPr>
            <p:nvPr/>
          </p:nvSpPr>
          <p:spPr bwMode="auto">
            <a:xfrm>
              <a:off x="4800" y="1344"/>
              <a:ext cx="25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endParaRPr kumimoji="1" lang="en-US" altLang="zh-CN" sz="2400" b="1" i="1">
                <a:solidFill>
                  <a:srgbClr val="000000"/>
                </a:solidFill>
                <a:latin typeface="Times New Roman" panose="02020603050405020304" pitchFamily="18" charset="0"/>
                <a:sym typeface="Symbol" panose="05050102010706020507" pitchFamily="18" charset="2"/>
              </a:endParaRPr>
            </a:p>
          </p:txBody>
        </p:sp>
      </p:grpSp>
      <p:grpSp>
        <p:nvGrpSpPr>
          <p:cNvPr id="392218" name="Group 26"/>
          <p:cNvGrpSpPr>
            <a:grpSpLocks/>
          </p:cNvGrpSpPr>
          <p:nvPr/>
        </p:nvGrpSpPr>
        <p:grpSpPr bwMode="auto">
          <a:xfrm>
            <a:off x="3095625" y="4500563"/>
            <a:ext cx="381000" cy="457200"/>
            <a:chOff x="5232" y="1104"/>
            <a:chExt cx="240" cy="288"/>
          </a:xfrm>
        </p:grpSpPr>
        <p:sp>
          <p:nvSpPr>
            <p:cNvPr id="392219" name="Line 27"/>
            <p:cNvSpPr>
              <a:spLocks noChangeShapeType="1"/>
            </p:cNvSpPr>
            <p:nvPr/>
          </p:nvSpPr>
          <p:spPr bwMode="auto">
            <a:xfrm>
              <a:off x="5232" y="1152"/>
              <a:ext cx="0" cy="240"/>
            </a:xfrm>
            <a:prstGeom prst="line">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0" name="Text Box 28"/>
            <p:cNvSpPr txBox="1">
              <a:spLocks noChangeArrowheads="1"/>
            </p:cNvSpPr>
            <p:nvPr/>
          </p:nvSpPr>
          <p:spPr bwMode="auto">
            <a:xfrm>
              <a:off x="5281" y="1104"/>
              <a:ext cx="191"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I</a:t>
              </a:r>
              <a:endParaRPr kumimoji="1" lang="en-US" altLang="zh-CN" sz="2400" b="1" i="1">
                <a:solidFill>
                  <a:srgbClr val="000000"/>
                </a:solidFill>
                <a:latin typeface="Times New Roman" panose="02020603050405020304" pitchFamily="18" charset="0"/>
                <a:sym typeface="Symbol" panose="05050102010706020507" pitchFamily="18" charset="2"/>
              </a:endParaRPr>
            </a:p>
          </p:txBody>
        </p:sp>
      </p:grpSp>
      <p:grpSp>
        <p:nvGrpSpPr>
          <p:cNvPr id="392221" name="Group 29"/>
          <p:cNvGrpSpPr>
            <a:grpSpLocks/>
          </p:cNvGrpSpPr>
          <p:nvPr/>
        </p:nvGrpSpPr>
        <p:grpSpPr bwMode="auto">
          <a:xfrm>
            <a:off x="1470025" y="4614863"/>
            <a:ext cx="1911350" cy="1295400"/>
            <a:chOff x="-602" y="2064"/>
            <a:chExt cx="1204" cy="816"/>
          </a:xfrm>
        </p:grpSpPr>
        <p:sp>
          <p:nvSpPr>
            <p:cNvPr id="392222" name="Oval 30"/>
            <p:cNvSpPr>
              <a:spLocks noChangeArrowheads="1"/>
            </p:cNvSpPr>
            <p:nvPr/>
          </p:nvSpPr>
          <p:spPr bwMode="auto">
            <a:xfrm>
              <a:off x="-602" y="2352"/>
              <a:ext cx="192" cy="192"/>
            </a:xfrm>
            <a:prstGeom prst="ellipse">
              <a:avLst/>
            </a:prstGeom>
            <a:solidFill>
              <a:srgbClr val="00FF00"/>
            </a:solidFill>
            <a:ln w="317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3" name="Line 31"/>
            <p:cNvSpPr>
              <a:spLocks noChangeShapeType="1"/>
            </p:cNvSpPr>
            <p:nvPr/>
          </p:nvSpPr>
          <p:spPr bwMode="auto">
            <a:xfrm>
              <a:off x="310" y="2064"/>
              <a:ext cx="0" cy="81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4" name="Rectangle 32"/>
            <p:cNvSpPr>
              <a:spLocks noChangeArrowheads="1"/>
            </p:cNvSpPr>
            <p:nvPr/>
          </p:nvSpPr>
          <p:spPr bwMode="auto">
            <a:xfrm>
              <a:off x="262" y="2304"/>
              <a:ext cx="96" cy="288"/>
            </a:xfrm>
            <a:prstGeom prst="rect">
              <a:avLst/>
            </a:prstGeom>
            <a:solidFill>
              <a:srgbClr val="00FF00"/>
            </a:solidFill>
            <a:ln w="317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5" name="Line 33"/>
            <p:cNvSpPr>
              <a:spLocks noChangeShapeType="1"/>
            </p:cNvSpPr>
            <p:nvPr/>
          </p:nvSpPr>
          <p:spPr bwMode="auto">
            <a:xfrm>
              <a:off x="-506" y="2064"/>
              <a:ext cx="81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6" name="Line 34"/>
            <p:cNvSpPr>
              <a:spLocks noChangeShapeType="1"/>
            </p:cNvSpPr>
            <p:nvPr/>
          </p:nvSpPr>
          <p:spPr bwMode="auto">
            <a:xfrm>
              <a:off x="-506" y="2880"/>
              <a:ext cx="81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27" name="Text Box 35"/>
            <p:cNvSpPr txBox="1">
              <a:spLocks noChangeArrowheads="1"/>
            </p:cNvSpPr>
            <p:nvPr/>
          </p:nvSpPr>
          <p:spPr bwMode="auto">
            <a:xfrm>
              <a:off x="358" y="2304"/>
              <a:ext cx="244"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i="1">
                  <a:solidFill>
                    <a:srgbClr val="000000"/>
                  </a:solidFill>
                  <a:latin typeface="Times New Roman" panose="02020603050405020304" pitchFamily="18" charset="0"/>
                  <a:sym typeface="Symbol" panose="05050102010706020507" pitchFamily="18" charset="2"/>
                </a:rPr>
                <a:t>R</a:t>
              </a:r>
            </a:p>
          </p:txBody>
        </p:sp>
        <p:sp>
          <p:nvSpPr>
            <p:cNvPr id="392228" name="Text Box 36"/>
            <p:cNvSpPr txBox="1">
              <a:spLocks noChangeArrowheads="1"/>
            </p:cNvSpPr>
            <p:nvPr/>
          </p:nvSpPr>
          <p:spPr bwMode="auto">
            <a:xfrm>
              <a:off x="-410" y="2160"/>
              <a:ext cx="351"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000000"/>
                  </a:solidFill>
                  <a:latin typeface="Times New Roman" panose="02020603050405020304" pitchFamily="18" charset="0"/>
                  <a:sym typeface="Symbol" panose="05050102010706020507" pitchFamily="18" charset="2"/>
                </a:rPr>
                <a:t>1A</a:t>
              </a:r>
            </a:p>
          </p:txBody>
        </p:sp>
        <p:sp>
          <p:nvSpPr>
            <p:cNvPr id="392229" name="Line 37"/>
            <p:cNvSpPr>
              <a:spLocks noChangeShapeType="1"/>
            </p:cNvSpPr>
            <p:nvPr/>
          </p:nvSpPr>
          <p:spPr bwMode="auto">
            <a:xfrm>
              <a:off x="-506" y="2064"/>
              <a:ext cx="0" cy="2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0" name="Line 38"/>
            <p:cNvSpPr>
              <a:spLocks noChangeShapeType="1"/>
            </p:cNvSpPr>
            <p:nvPr/>
          </p:nvSpPr>
          <p:spPr bwMode="auto">
            <a:xfrm>
              <a:off x="-506" y="2544"/>
              <a:ext cx="0" cy="3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1" name="Line 39"/>
            <p:cNvSpPr>
              <a:spLocks noChangeShapeType="1"/>
            </p:cNvSpPr>
            <p:nvPr/>
          </p:nvSpPr>
          <p:spPr bwMode="auto">
            <a:xfrm>
              <a:off x="-602" y="2448"/>
              <a:ext cx="19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2232" name="Line 40"/>
            <p:cNvSpPr>
              <a:spLocks noChangeShapeType="1"/>
            </p:cNvSpPr>
            <p:nvPr/>
          </p:nvSpPr>
          <p:spPr bwMode="auto">
            <a:xfrm flipV="1">
              <a:off x="-410" y="2160"/>
              <a:ext cx="0" cy="19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392233" name="Object 41"/>
          <p:cNvGraphicFramePr>
            <a:graphicFrameLocks noChangeAspect="1"/>
          </p:cNvGraphicFramePr>
          <p:nvPr/>
        </p:nvGraphicFramePr>
        <p:xfrm>
          <a:off x="4032250" y="4652963"/>
          <a:ext cx="3460750" cy="428625"/>
        </p:xfrm>
        <a:graphic>
          <a:graphicData uri="http://schemas.openxmlformats.org/presentationml/2006/ole">
            <mc:AlternateContent xmlns:mc="http://schemas.openxmlformats.org/markup-compatibility/2006">
              <mc:Choice xmlns:v="urn:schemas-microsoft-com:vml" Requires="v">
                <p:oleObj name="Equation" r:id="rId3" imgW="1625400" imgH="203040" progId="Equation.3">
                  <p:embed/>
                </p:oleObj>
              </mc:Choice>
              <mc:Fallback>
                <p:oleObj name="Equation" r:id="rId3" imgW="1625400" imgH="203040" progId="Equation.3">
                  <p:embed/>
                  <p:pic>
                    <p:nvPicPr>
                      <p:cNvPr id="392233"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2250" y="4652963"/>
                        <a:ext cx="346075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2234" name="Object 42"/>
          <p:cNvGraphicFramePr>
            <a:graphicFrameLocks noChangeAspect="1"/>
          </p:cNvGraphicFramePr>
          <p:nvPr/>
        </p:nvGraphicFramePr>
        <p:xfrm>
          <a:off x="3986213" y="5214938"/>
          <a:ext cx="3811587" cy="428625"/>
        </p:xfrm>
        <a:graphic>
          <a:graphicData uri="http://schemas.openxmlformats.org/presentationml/2006/ole">
            <mc:AlternateContent xmlns:mc="http://schemas.openxmlformats.org/markup-compatibility/2006">
              <mc:Choice xmlns:v="urn:schemas-microsoft-com:vml" Requires="v">
                <p:oleObj name="Equation" r:id="rId5" imgW="1790640" imgH="203040" progId="Equation.3">
                  <p:embed/>
                </p:oleObj>
              </mc:Choice>
              <mc:Fallback>
                <p:oleObj name="Equation" r:id="rId5" imgW="1790640" imgH="203040" progId="Equation.3">
                  <p:embed/>
                  <p:pic>
                    <p:nvPicPr>
                      <p:cNvPr id="392234"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6213" y="5214938"/>
                        <a:ext cx="3811587"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2235" name="Text Box 43"/>
          <p:cNvSpPr txBox="1">
            <a:spLocks noChangeArrowheads="1"/>
          </p:cNvSpPr>
          <p:nvPr/>
        </p:nvSpPr>
        <p:spPr bwMode="auto">
          <a:xfrm>
            <a:off x="806450" y="4178300"/>
            <a:ext cx="777875" cy="4572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400" b="1">
                <a:solidFill>
                  <a:srgbClr val="FF0000"/>
                </a:solidFill>
                <a:latin typeface="Times New Roman" panose="02020603050405020304" pitchFamily="18" charset="0"/>
                <a:sym typeface="Symbol" panose="05050102010706020507" pitchFamily="18" charset="2"/>
              </a:rPr>
              <a:t>例</a:t>
            </a:r>
          </a:p>
        </p:txBody>
      </p:sp>
    </p:spTree>
    <p:extLst>
      <p:ext uri="{BB962C8B-B14F-4D97-AF65-F5344CB8AC3E}">
        <p14:creationId xmlns:p14="http://schemas.microsoft.com/office/powerpoint/2010/main" val="1121182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392196"/>
                                        </p:tgtEl>
                                        <p:attrNameLst>
                                          <p:attrName>style.visibility</p:attrName>
                                        </p:attrNameLst>
                                      </p:cBhvr>
                                      <p:to>
                                        <p:strVal val="visible"/>
                                      </p:to>
                                    </p:set>
                                    <p:anim calcmode="lin" valueType="num">
                                      <p:cBhvr>
                                        <p:cTn id="7" dur="500" fill="hold"/>
                                        <p:tgtEl>
                                          <p:spTgt spid="392196"/>
                                        </p:tgtEl>
                                        <p:attrNameLst>
                                          <p:attrName>ppt_w</p:attrName>
                                        </p:attrNameLst>
                                      </p:cBhvr>
                                      <p:tavLst>
                                        <p:tav tm="0">
                                          <p:val>
                                            <p:fltVal val="0"/>
                                          </p:val>
                                        </p:tav>
                                        <p:tav tm="100000">
                                          <p:val>
                                            <p:strVal val="#ppt_w"/>
                                          </p:val>
                                        </p:tav>
                                      </p:tavLst>
                                    </p:anim>
                                    <p:anim calcmode="lin" valueType="num">
                                      <p:cBhvr>
                                        <p:cTn id="8" dur="500" fill="hold"/>
                                        <p:tgtEl>
                                          <p:spTgt spid="39219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39220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92201"/>
                                        </p:tgtEl>
                                        <p:attrNameLst>
                                          <p:attrName>style.visibility</p:attrName>
                                        </p:attrNameLst>
                                      </p:cBhvr>
                                      <p:to>
                                        <p:strVal val="visible"/>
                                      </p:to>
                                    </p:set>
                                    <p:animEffect transition="in" filter="wipe(left)">
                                      <p:cBhvr>
                                        <p:cTn id="17" dur="500"/>
                                        <p:tgtEl>
                                          <p:spTgt spid="3922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392197"/>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392198"/>
                                        </p:tgtEl>
                                        <p:attrNameLst>
                                          <p:attrName>style.visibility</p:attrName>
                                        </p:attrNameLst>
                                      </p:cBhvr>
                                      <p:to>
                                        <p:strVal val="visible"/>
                                      </p:to>
                                    </p:set>
                                    <p:anim calcmode="lin" valueType="num">
                                      <p:cBhvr additive="base">
                                        <p:cTn id="26" dur="500" fill="hold"/>
                                        <p:tgtEl>
                                          <p:spTgt spid="392198"/>
                                        </p:tgtEl>
                                        <p:attrNameLst>
                                          <p:attrName>ppt_x</p:attrName>
                                        </p:attrNameLst>
                                      </p:cBhvr>
                                      <p:tavLst>
                                        <p:tav tm="0">
                                          <p:val>
                                            <p:strVal val="0-#ppt_w/2"/>
                                          </p:val>
                                        </p:tav>
                                        <p:tav tm="100000">
                                          <p:val>
                                            <p:strVal val="#ppt_x"/>
                                          </p:val>
                                        </p:tav>
                                      </p:tavLst>
                                    </p:anim>
                                    <p:anim calcmode="lin" valueType="num">
                                      <p:cBhvr additive="base">
                                        <p:cTn id="27" dur="500" fill="hold"/>
                                        <p:tgtEl>
                                          <p:spTgt spid="392198"/>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392199"/>
                                        </p:tgtEl>
                                        <p:attrNameLst>
                                          <p:attrName>style.visibility</p:attrName>
                                        </p:attrNameLst>
                                      </p:cBhvr>
                                      <p:to>
                                        <p:strVal val="visible"/>
                                      </p:to>
                                    </p:set>
                                    <p:anim calcmode="lin" valueType="num">
                                      <p:cBhvr additive="base">
                                        <p:cTn id="32" dur="500" fill="hold"/>
                                        <p:tgtEl>
                                          <p:spTgt spid="392199"/>
                                        </p:tgtEl>
                                        <p:attrNameLst>
                                          <p:attrName>ppt_x</p:attrName>
                                        </p:attrNameLst>
                                      </p:cBhvr>
                                      <p:tavLst>
                                        <p:tav tm="0">
                                          <p:val>
                                            <p:strVal val="0-#ppt_w/2"/>
                                          </p:val>
                                        </p:tav>
                                        <p:tav tm="100000">
                                          <p:val>
                                            <p:strVal val="#ppt_x"/>
                                          </p:val>
                                        </p:tav>
                                      </p:tavLst>
                                    </p:anim>
                                    <p:anim calcmode="lin" valueType="num">
                                      <p:cBhvr additive="base">
                                        <p:cTn id="33" dur="500" fill="hold"/>
                                        <p:tgtEl>
                                          <p:spTgt spid="392199"/>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92235">
                                            <p:txEl>
                                              <p:pRg st="0" end="0"/>
                                            </p:txEl>
                                          </p:spTgt>
                                        </p:tgtEl>
                                        <p:attrNameLst>
                                          <p:attrName>style.visibility</p:attrName>
                                        </p:attrNameLst>
                                      </p:cBhvr>
                                      <p:to>
                                        <p:strVal val="visible"/>
                                      </p:to>
                                    </p:set>
                                    <p:animEffect transition="in" filter="wipe(left)">
                                      <p:cBhvr>
                                        <p:cTn id="38" dur="500"/>
                                        <p:tgtEl>
                                          <p:spTgt spid="392235">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392221"/>
                                        </p:tgtEl>
                                        <p:attrNameLst>
                                          <p:attrName>style.visibility</p:attrName>
                                        </p:attrNameLst>
                                      </p:cBhvr>
                                      <p:to>
                                        <p:strVal val="visible"/>
                                      </p:to>
                                    </p:set>
                                    <p:anim calcmode="lin" valueType="num">
                                      <p:cBhvr additive="base">
                                        <p:cTn id="43" dur="500" fill="hold"/>
                                        <p:tgtEl>
                                          <p:spTgt spid="392221"/>
                                        </p:tgtEl>
                                        <p:attrNameLst>
                                          <p:attrName>ppt_x</p:attrName>
                                        </p:attrNameLst>
                                      </p:cBhvr>
                                      <p:tavLst>
                                        <p:tav tm="0">
                                          <p:val>
                                            <p:strVal val="0-#ppt_w/2"/>
                                          </p:val>
                                        </p:tav>
                                        <p:tav tm="100000">
                                          <p:val>
                                            <p:strVal val="#ppt_x"/>
                                          </p:val>
                                        </p:tav>
                                      </p:tavLst>
                                    </p:anim>
                                    <p:anim calcmode="lin" valueType="num">
                                      <p:cBhvr additive="base">
                                        <p:cTn id="44" dur="500" fill="hold"/>
                                        <p:tgtEl>
                                          <p:spTgt spid="392221"/>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392212"/>
                                        </p:tgtEl>
                                        <p:attrNameLst>
                                          <p:attrName>style.visibility</p:attrName>
                                        </p:attrNameLst>
                                      </p:cBhvr>
                                      <p:to>
                                        <p:strVal val="visible"/>
                                      </p:to>
                                    </p:set>
                                    <p:animEffect transition="in" filter="dissolve">
                                      <p:cBhvr>
                                        <p:cTn id="49" dur="500"/>
                                        <p:tgtEl>
                                          <p:spTgt spid="39221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392218"/>
                                        </p:tgtEl>
                                        <p:attrNameLst>
                                          <p:attrName>style.visibility</p:attrName>
                                        </p:attrNameLst>
                                      </p:cBhvr>
                                      <p:to>
                                        <p:strVal val="visible"/>
                                      </p:to>
                                    </p:set>
                                    <p:animEffect transition="in" filter="dissolve">
                                      <p:cBhvr>
                                        <p:cTn id="54" dur="500"/>
                                        <p:tgtEl>
                                          <p:spTgt spid="39221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392233"/>
                                        </p:tgtEl>
                                        <p:attrNameLst>
                                          <p:attrName>style.visibility</p:attrName>
                                        </p:attrNameLst>
                                      </p:cBhvr>
                                      <p:to>
                                        <p:strVal val="visible"/>
                                      </p:to>
                                    </p:set>
                                    <p:anim calcmode="lin" valueType="num">
                                      <p:cBhvr additive="base">
                                        <p:cTn id="59" dur="500" fill="hold"/>
                                        <p:tgtEl>
                                          <p:spTgt spid="392233"/>
                                        </p:tgtEl>
                                        <p:attrNameLst>
                                          <p:attrName>ppt_x</p:attrName>
                                        </p:attrNameLst>
                                      </p:cBhvr>
                                      <p:tavLst>
                                        <p:tav tm="0">
                                          <p:val>
                                            <p:strVal val="#ppt_x"/>
                                          </p:val>
                                        </p:tav>
                                        <p:tav tm="100000">
                                          <p:val>
                                            <p:strVal val="#ppt_x"/>
                                          </p:val>
                                        </p:tav>
                                      </p:tavLst>
                                    </p:anim>
                                    <p:anim calcmode="lin" valueType="num">
                                      <p:cBhvr additive="base">
                                        <p:cTn id="60" dur="500" fill="hold"/>
                                        <p:tgtEl>
                                          <p:spTgt spid="392233"/>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392234"/>
                                        </p:tgtEl>
                                        <p:attrNameLst>
                                          <p:attrName>style.visibility</p:attrName>
                                        </p:attrNameLst>
                                      </p:cBhvr>
                                      <p:to>
                                        <p:strVal val="visible"/>
                                      </p:to>
                                    </p:set>
                                    <p:anim calcmode="lin" valueType="num">
                                      <p:cBhvr additive="base">
                                        <p:cTn id="65" dur="500" fill="hold"/>
                                        <p:tgtEl>
                                          <p:spTgt spid="392234"/>
                                        </p:tgtEl>
                                        <p:attrNameLst>
                                          <p:attrName>ppt_x</p:attrName>
                                        </p:attrNameLst>
                                      </p:cBhvr>
                                      <p:tavLst>
                                        <p:tav tm="0">
                                          <p:val>
                                            <p:strVal val="#ppt_x"/>
                                          </p:val>
                                        </p:tav>
                                        <p:tav tm="100000">
                                          <p:val>
                                            <p:strVal val="#ppt_x"/>
                                          </p:val>
                                        </p:tav>
                                      </p:tavLst>
                                    </p:anim>
                                    <p:anim calcmode="lin" valueType="num">
                                      <p:cBhvr additive="base">
                                        <p:cTn id="66" dur="500" fill="hold"/>
                                        <p:tgtEl>
                                          <p:spTgt spid="3922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6" grpId="0" autoUpdateAnimBg="0"/>
      <p:bldP spid="392197" grpId="0" autoUpdateAnimBg="0"/>
      <p:bldP spid="392198" grpId="0" autoUpdateAnimBg="0"/>
      <p:bldP spid="392199" grpId="0" autoUpdateAnimBg="0"/>
      <p:bldP spid="392200" grpId="0" autoUpdateAnimBg="0"/>
      <p:bldP spid="39223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3804426A-4060-4257-B5A2-26584D8502EA}" type="datetime1">
              <a:rPr lang="zh-CN" altLang="en-US" smtClean="0"/>
              <a:pPr>
                <a:defRPr/>
              </a:pPr>
              <a:t>2024/8/17</a:t>
            </a:fld>
            <a:endParaRPr lang="en-US" altLang="zh-CN"/>
          </a:p>
        </p:txBody>
      </p:sp>
      <p:sp>
        <p:nvSpPr>
          <p:cNvPr id="27"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28"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E0F857F6-7025-4682-A966-3EA984379F32}" type="slidenum">
              <a:rPr lang="en-US" altLang="zh-CN" smtClean="0"/>
              <a:pPr>
                <a:defRPr/>
              </a:pPr>
              <a:t>10</a:t>
            </a:fld>
            <a:endParaRPr lang="en-US" altLang="zh-CN"/>
          </a:p>
        </p:txBody>
      </p:sp>
      <p:sp>
        <p:nvSpPr>
          <p:cNvPr id="15365" name="Rectangle 105"/>
          <p:cNvSpPr>
            <a:spLocks noGrp="1" noChangeArrowheads="1"/>
          </p:cNvSpPr>
          <p:nvPr>
            <p:ph type="title" idx="4294967295"/>
          </p:nvPr>
        </p:nvSpPr>
        <p:spPr>
          <a:xfrm>
            <a:off x="323850" y="692150"/>
            <a:ext cx="8458200" cy="457200"/>
          </a:xfrm>
        </p:spPr>
        <p:txBody>
          <a:bodyPr/>
          <a:lstStyle/>
          <a:p>
            <a:pPr marL="342900" indent="-342900" algn="l" eaLnBrk="1" hangingPunct="1">
              <a:spcBef>
                <a:spcPct val="20000"/>
              </a:spcBef>
            </a:pPr>
            <a:r>
              <a:rPr lang="en-US" altLang="zh-CN" sz="2400">
                <a:solidFill>
                  <a:srgbClr val="CC3300"/>
                </a:solidFill>
                <a:ea typeface="隶书" panose="02010509060101010101" pitchFamily="49" charset="-122"/>
              </a:rPr>
              <a:t>2.</a:t>
            </a:r>
            <a:r>
              <a:rPr lang="zh-CN" altLang="en-US" sz="2400">
                <a:solidFill>
                  <a:srgbClr val="CC3300"/>
                </a:solidFill>
                <a:ea typeface="隶书" panose="02010509060101010101" pitchFamily="49" charset="-122"/>
              </a:rPr>
              <a:t>受控电源 </a:t>
            </a:r>
            <a:r>
              <a:rPr lang="en-US" altLang="zh-CN" sz="2400">
                <a:solidFill>
                  <a:srgbClr val="CC3300"/>
                </a:solidFill>
                <a:ea typeface="隶书" panose="02010509060101010101" pitchFamily="49" charset="-122"/>
              </a:rPr>
              <a:t>Dependent Source (active elements)</a:t>
            </a:r>
          </a:p>
        </p:txBody>
      </p:sp>
      <p:grpSp>
        <p:nvGrpSpPr>
          <p:cNvPr id="21628" name="Group 124"/>
          <p:cNvGrpSpPr>
            <a:grpSpLocks/>
          </p:cNvGrpSpPr>
          <p:nvPr/>
        </p:nvGrpSpPr>
        <p:grpSpPr bwMode="auto">
          <a:xfrm>
            <a:off x="5029200" y="5002213"/>
            <a:ext cx="3365500" cy="1625600"/>
            <a:chOff x="3168" y="3151"/>
            <a:chExt cx="2120" cy="1024"/>
          </a:xfrm>
        </p:grpSpPr>
        <p:graphicFrame>
          <p:nvGraphicFramePr>
            <p:cNvPr id="15387" name="Object 111"/>
            <p:cNvGraphicFramePr>
              <a:graphicFrameLocks noChangeAspect="1"/>
            </p:cNvGraphicFramePr>
            <p:nvPr/>
          </p:nvGraphicFramePr>
          <p:xfrm>
            <a:off x="3792" y="3151"/>
            <a:ext cx="1496" cy="1024"/>
          </p:xfrm>
          <a:graphic>
            <a:graphicData uri="http://schemas.openxmlformats.org/presentationml/2006/ole">
              <mc:AlternateContent xmlns:mc="http://schemas.openxmlformats.org/markup-compatibility/2006">
                <mc:Choice xmlns:v="urn:schemas-microsoft-com:vml" Requires="v">
                  <p:oleObj name="VISIO" r:id="rId2" imgW="1189785" imgH="812462" progId="Visio.Drawing.5">
                    <p:embed/>
                  </p:oleObj>
                </mc:Choice>
                <mc:Fallback>
                  <p:oleObj name="VISIO" r:id="rId2" imgW="1189785" imgH="812462" progId="Visio.Drawing.5">
                    <p:embed/>
                    <p:pic>
                      <p:nvPicPr>
                        <p:cNvPr id="15387" name="Object 1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 y="3151"/>
                          <a:ext cx="1496" cy="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8" name="Rectangle 113"/>
            <p:cNvSpPr>
              <a:spLocks noChangeArrowheads="1"/>
            </p:cNvSpPr>
            <p:nvPr/>
          </p:nvSpPr>
          <p:spPr bwMode="auto">
            <a:xfrm>
              <a:off x="3168" y="3583"/>
              <a:ext cx="6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VCVS</a:t>
              </a:r>
            </a:p>
          </p:txBody>
        </p:sp>
      </p:grpSp>
      <p:grpSp>
        <p:nvGrpSpPr>
          <p:cNvPr id="21625" name="Group 121"/>
          <p:cNvGrpSpPr>
            <a:grpSpLocks/>
          </p:cNvGrpSpPr>
          <p:nvPr/>
        </p:nvGrpSpPr>
        <p:grpSpPr bwMode="auto">
          <a:xfrm>
            <a:off x="715963" y="3173413"/>
            <a:ext cx="3251200" cy="1765300"/>
            <a:chOff x="451" y="1999"/>
            <a:chExt cx="2048" cy="1112"/>
          </a:xfrm>
        </p:grpSpPr>
        <p:graphicFrame>
          <p:nvGraphicFramePr>
            <p:cNvPr id="15385" name="Object 108"/>
            <p:cNvGraphicFramePr>
              <a:graphicFrameLocks noChangeAspect="1"/>
            </p:cNvGraphicFramePr>
            <p:nvPr/>
          </p:nvGraphicFramePr>
          <p:xfrm>
            <a:off x="1075" y="1999"/>
            <a:ext cx="1424" cy="1112"/>
          </p:xfrm>
          <a:graphic>
            <a:graphicData uri="http://schemas.openxmlformats.org/presentationml/2006/ole">
              <mc:AlternateContent xmlns:mc="http://schemas.openxmlformats.org/markup-compatibility/2006">
                <mc:Choice xmlns:v="urn:schemas-microsoft-com:vml" Requires="v">
                  <p:oleObj name="Visio" r:id="rId4" imgW="1158804" imgH="910953" progId="Visio.Drawing.11">
                    <p:embed/>
                  </p:oleObj>
                </mc:Choice>
                <mc:Fallback>
                  <p:oleObj name="Visio" r:id="rId4" imgW="1158804" imgH="910953" progId="Visio.Drawing.11">
                    <p:embed/>
                    <p:pic>
                      <p:nvPicPr>
                        <p:cNvPr id="15385" name="Object 10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 y="1999"/>
                          <a:ext cx="1424" cy="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6" name="Rectangle 114"/>
            <p:cNvSpPr>
              <a:spLocks noChangeArrowheads="1"/>
            </p:cNvSpPr>
            <p:nvPr/>
          </p:nvSpPr>
          <p:spPr bwMode="auto">
            <a:xfrm>
              <a:off x="451" y="2431"/>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CCCS</a:t>
              </a:r>
            </a:p>
          </p:txBody>
        </p:sp>
      </p:grpSp>
      <p:grpSp>
        <p:nvGrpSpPr>
          <p:cNvPr id="21626" name="Group 122"/>
          <p:cNvGrpSpPr>
            <a:grpSpLocks/>
          </p:cNvGrpSpPr>
          <p:nvPr/>
        </p:nvGrpSpPr>
        <p:grpSpPr bwMode="auto">
          <a:xfrm>
            <a:off x="5029200" y="3097213"/>
            <a:ext cx="3251200" cy="1765300"/>
            <a:chOff x="3168" y="1951"/>
            <a:chExt cx="2048" cy="1112"/>
          </a:xfrm>
        </p:grpSpPr>
        <p:graphicFrame>
          <p:nvGraphicFramePr>
            <p:cNvPr id="15383" name="Object 109"/>
            <p:cNvGraphicFramePr>
              <a:graphicFrameLocks noChangeAspect="1"/>
            </p:cNvGraphicFramePr>
            <p:nvPr/>
          </p:nvGraphicFramePr>
          <p:xfrm>
            <a:off x="3792" y="1951"/>
            <a:ext cx="1424" cy="1112"/>
          </p:xfrm>
          <a:graphic>
            <a:graphicData uri="http://schemas.openxmlformats.org/presentationml/2006/ole">
              <mc:AlternateContent xmlns:mc="http://schemas.openxmlformats.org/markup-compatibility/2006">
                <mc:Choice xmlns:v="urn:schemas-microsoft-com:vml" Requires="v">
                  <p:oleObj name="VISIO" r:id="rId6" imgW="1132332" imgH="880872" progId="Visio.Drawing.5">
                    <p:embed/>
                  </p:oleObj>
                </mc:Choice>
                <mc:Fallback>
                  <p:oleObj name="VISIO" r:id="rId6" imgW="1132332" imgH="880872" progId="Visio.Drawing.5">
                    <p:embed/>
                    <p:pic>
                      <p:nvPicPr>
                        <p:cNvPr id="15383" name="Object 10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2" y="1951"/>
                          <a:ext cx="1424" cy="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4" name="Rectangle 115"/>
            <p:cNvSpPr>
              <a:spLocks noChangeArrowheads="1"/>
            </p:cNvSpPr>
            <p:nvPr/>
          </p:nvSpPr>
          <p:spPr bwMode="auto">
            <a:xfrm>
              <a:off x="3168" y="2383"/>
              <a:ext cx="6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VCCS</a:t>
              </a:r>
            </a:p>
          </p:txBody>
        </p:sp>
      </p:grpSp>
      <p:grpSp>
        <p:nvGrpSpPr>
          <p:cNvPr id="21627" name="Group 123"/>
          <p:cNvGrpSpPr>
            <a:grpSpLocks/>
          </p:cNvGrpSpPr>
          <p:nvPr/>
        </p:nvGrpSpPr>
        <p:grpSpPr bwMode="auto">
          <a:xfrm>
            <a:off x="792163" y="5002213"/>
            <a:ext cx="3246437" cy="1627187"/>
            <a:chOff x="499" y="3151"/>
            <a:chExt cx="2045" cy="1025"/>
          </a:xfrm>
        </p:grpSpPr>
        <p:graphicFrame>
          <p:nvGraphicFramePr>
            <p:cNvPr id="15381" name="Object 110"/>
            <p:cNvGraphicFramePr>
              <a:graphicFrameLocks noChangeAspect="1"/>
            </p:cNvGraphicFramePr>
            <p:nvPr/>
          </p:nvGraphicFramePr>
          <p:xfrm>
            <a:off x="1075" y="3151"/>
            <a:ext cx="1469" cy="1025"/>
          </p:xfrm>
          <a:graphic>
            <a:graphicData uri="http://schemas.openxmlformats.org/presentationml/2006/ole">
              <mc:AlternateContent xmlns:mc="http://schemas.openxmlformats.org/markup-compatibility/2006">
                <mc:Choice xmlns:v="urn:schemas-microsoft-com:vml" Requires="v">
                  <p:oleObj name="VISIO" r:id="rId8" imgW="1166963" imgH="812462" progId="Visio.Drawing.5">
                    <p:embed/>
                  </p:oleObj>
                </mc:Choice>
                <mc:Fallback>
                  <p:oleObj name="VISIO" r:id="rId8" imgW="1166963" imgH="812462" progId="Visio.Drawing.5">
                    <p:embed/>
                    <p:pic>
                      <p:nvPicPr>
                        <p:cNvPr id="15381" name="Object 1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5" y="3151"/>
                          <a:ext cx="1469" cy="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2" name="Rectangle 116"/>
            <p:cNvSpPr>
              <a:spLocks noChangeArrowheads="1"/>
            </p:cNvSpPr>
            <p:nvPr/>
          </p:nvSpPr>
          <p:spPr bwMode="auto">
            <a:xfrm>
              <a:off x="499" y="3583"/>
              <a:ext cx="6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CCVS</a:t>
              </a:r>
            </a:p>
          </p:txBody>
        </p:sp>
      </p:grpSp>
      <p:grpSp>
        <p:nvGrpSpPr>
          <p:cNvPr id="21631" name="Group 127"/>
          <p:cNvGrpSpPr>
            <a:grpSpLocks/>
          </p:cNvGrpSpPr>
          <p:nvPr/>
        </p:nvGrpSpPr>
        <p:grpSpPr bwMode="auto">
          <a:xfrm>
            <a:off x="323850" y="1160463"/>
            <a:ext cx="2366963" cy="1981200"/>
            <a:chOff x="1156" y="731"/>
            <a:chExt cx="1491" cy="1248"/>
          </a:xfrm>
        </p:grpSpPr>
        <p:graphicFrame>
          <p:nvGraphicFramePr>
            <p:cNvPr id="15379" name="Object 106"/>
            <p:cNvGraphicFramePr>
              <a:graphicFrameLocks noChangeAspect="1"/>
            </p:cNvGraphicFramePr>
            <p:nvPr/>
          </p:nvGraphicFramePr>
          <p:xfrm>
            <a:off x="1305" y="731"/>
            <a:ext cx="1143" cy="947"/>
          </p:xfrm>
          <a:graphic>
            <a:graphicData uri="http://schemas.openxmlformats.org/presentationml/2006/ole">
              <mc:AlternateContent xmlns:mc="http://schemas.openxmlformats.org/markup-compatibility/2006">
                <mc:Choice xmlns:v="urn:schemas-microsoft-com:vml" Requires="v">
                  <p:oleObj name="VISIO" r:id="rId10" imgW="908314" imgH="750082" progId="Visio.Drawing.5">
                    <p:embed/>
                  </p:oleObj>
                </mc:Choice>
                <mc:Fallback>
                  <p:oleObj name="VISIO" r:id="rId10" imgW="908314" imgH="750082" progId="Visio.Drawing.5">
                    <p:embed/>
                    <p:pic>
                      <p:nvPicPr>
                        <p:cNvPr id="15379" name="Object 10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5" y="731"/>
                          <a:ext cx="1143" cy="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0" name="Rectangle 117"/>
            <p:cNvSpPr>
              <a:spLocks noChangeArrowheads="1"/>
            </p:cNvSpPr>
            <p:nvPr/>
          </p:nvSpPr>
          <p:spPr bwMode="auto">
            <a:xfrm>
              <a:off x="1156" y="1691"/>
              <a:ext cx="14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a:ea typeface="隶书" panose="02010509060101010101" pitchFamily="49" charset="-122"/>
                </a:rPr>
                <a:t>晶体管 </a:t>
              </a:r>
              <a:r>
                <a:rPr lang="en-US" altLang="zh-CN">
                  <a:ea typeface="隶书" panose="02010509060101010101" pitchFamily="49" charset="-122"/>
                </a:rPr>
                <a:t>transistor</a:t>
              </a:r>
            </a:p>
          </p:txBody>
        </p:sp>
      </p:grpSp>
      <p:grpSp>
        <p:nvGrpSpPr>
          <p:cNvPr id="21629" name="Group 125"/>
          <p:cNvGrpSpPr>
            <a:grpSpLocks/>
          </p:cNvGrpSpPr>
          <p:nvPr/>
        </p:nvGrpSpPr>
        <p:grpSpPr bwMode="auto">
          <a:xfrm>
            <a:off x="2555875" y="1236663"/>
            <a:ext cx="3276600" cy="1905000"/>
            <a:chOff x="2688" y="576"/>
            <a:chExt cx="2064" cy="1200"/>
          </a:xfrm>
        </p:grpSpPr>
        <p:sp>
          <p:nvSpPr>
            <p:cNvPr id="15375" name="Line 112"/>
            <p:cNvSpPr>
              <a:spLocks noChangeShapeType="1"/>
            </p:cNvSpPr>
            <p:nvPr/>
          </p:nvSpPr>
          <p:spPr bwMode="auto">
            <a:xfrm>
              <a:off x="2688" y="1104"/>
              <a:ext cx="480" cy="0"/>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376" name="Group 120"/>
            <p:cNvGrpSpPr>
              <a:grpSpLocks/>
            </p:cNvGrpSpPr>
            <p:nvPr/>
          </p:nvGrpSpPr>
          <p:grpSpPr bwMode="auto">
            <a:xfrm>
              <a:off x="3504" y="576"/>
              <a:ext cx="1248" cy="1200"/>
              <a:chOff x="3504" y="576"/>
              <a:chExt cx="1248" cy="1200"/>
            </a:xfrm>
          </p:grpSpPr>
          <p:graphicFrame>
            <p:nvGraphicFramePr>
              <p:cNvPr id="15377" name="Object 107"/>
              <p:cNvGraphicFramePr>
                <a:graphicFrameLocks noChangeAspect="1"/>
              </p:cNvGraphicFramePr>
              <p:nvPr/>
            </p:nvGraphicFramePr>
            <p:xfrm>
              <a:off x="3504" y="576"/>
              <a:ext cx="1224" cy="1031"/>
            </p:xfrm>
            <a:graphic>
              <a:graphicData uri="http://schemas.openxmlformats.org/presentationml/2006/ole">
                <mc:AlternateContent xmlns:mc="http://schemas.openxmlformats.org/markup-compatibility/2006">
                  <mc:Choice xmlns:v="urn:schemas-microsoft-com:vml" Requires="v">
                    <p:oleObj name="Visio" r:id="rId12" imgW="1001268" imgH="847820" progId="Visio.Drawing.11">
                      <p:embed/>
                    </p:oleObj>
                  </mc:Choice>
                  <mc:Fallback>
                    <p:oleObj name="Visio" r:id="rId12" imgW="1001268" imgH="847820" progId="Visio.Drawing.11">
                      <p:embed/>
                      <p:pic>
                        <p:nvPicPr>
                          <p:cNvPr id="15377" name="Object 10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4" y="576"/>
                            <a:ext cx="1224" cy="1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8" name="Rectangle 118"/>
              <p:cNvSpPr>
                <a:spLocks noChangeArrowheads="1"/>
              </p:cNvSpPr>
              <p:nvPr/>
            </p:nvSpPr>
            <p:spPr bwMode="auto">
              <a:xfrm>
                <a:off x="3552" y="1488"/>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en-US" altLang="zh-CN">
                    <a:ea typeface="隶书" panose="02010509060101010101" pitchFamily="49" charset="-122"/>
                  </a:rPr>
                  <a:t>circuit model</a:t>
                </a:r>
              </a:p>
            </p:txBody>
          </p:sp>
        </p:grpSp>
      </p:grpSp>
      <p:sp>
        <p:nvSpPr>
          <p:cNvPr id="21633" name="Line 129"/>
          <p:cNvSpPr>
            <a:spLocks noChangeShapeType="1"/>
          </p:cNvSpPr>
          <p:nvPr/>
        </p:nvSpPr>
        <p:spPr bwMode="auto">
          <a:xfrm>
            <a:off x="6186488" y="1963738"/>
            <a:ext cx="762000" cy="0"/>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1637" name="Object 133"/>
          <p:cNvGraphicFramePr>
            <a:graphicFrameLocks noChangeAspect="1"/>
          </p:cNvGraphicFramePr>
          <p:nvPr/>
        </p:nvGraphicFramePr>
        <p:xfrm>
          <a:off x="6659563" y="1155700"/>
          <a:ext cx="2089150" cy="1625600"/>
        </p:xfrm>
        <a:graphic>
          <a:graphicData uri="http://schemas.openxmlformats.org/presentationml/2006/ole">
            <mc:AlternateContent xmlns:mc="http://schemas.openxmlformats.org/markup-compatibility/2006">
              <mc:Choice xmlns:v="urn:schemas-microsoft-com:vml" Requires="v">
                <p:oleObj name="Visio" r:id="rId14" imgW="1114854" imgH="898827" progId="Visio.Drawing.11">
                  <p:embed/>
                </p:oleObj>
              </mc:Choice>
              <mc:Fallback>
                <p:oleObj name="Visio" r:id="rId14" imgW="1114854" imgH="898827" progId="Visio.Drawing.11">
                  <p:embed/>
                  <p:pic>
                    <p:nvPicPr>
                      <p:cNvPr id="21637" name="Object 1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59563" y="1155700"/>
                        <a:ext cx="2089150"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6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1629"/>
                                        </p:tgtEl>
                                        <p:attrNameLst>
                                          <p:attrName>style.visibility</p:attrName>
                                        </p:attrNameLst>
                                      </p:cBhvr>
                                      <p:to>
                                        <p:strVal val="visible"/>
                                      </p:to>
                                    </p:set>
                                  </p:childTnLst>
                                </p:cTn>
                              </p:par>
                            </p:childTnLst>
                          </p:cTn>
                        </p:par>
                        <p:par>
                          <p:cTn id="11" fill="hold" nodeType="with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21633"/>
                                        </p:tgtEl>
                                        <p:attrNameLst>
                                          <p:attrName>style.visibility</p:attrName>
                                        </p:attrNameLst>
                                      </p:cBhvr>
                                      <p:to>
                                        <p:strVal val="visible"/>
                                      </p:to>
                                    </p:set>
                                    <p:animEffect transition="in" filter="wipe(left)">
                                      <p:cBhvr>
                                        <p:cTn id="14" dur="500"/>
                                        <p:tgtEl>
                                          <p:spTgt spid="2163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1637"/>
                                        </p:tgtEl>
                                        <p:attrNameLst>
                                          <p:attrName>style.visibility</p:attrName>
                                        </p:attrNameLst>
                                      </p:cBhvr>
                                      <p:to>
                                        <p:strVal val="visible"/>
                                      </p:to>
                                    </p:set>
                                    <p:animEffect transition="in" filter="wipe(left)">
                                      <p:cBhvr>
                                        <p:cTn id="19" dur="1000"/>
                                        <p:tgtEl>
                                          <p:spTgt spid="2163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21625"/>
                                        </p:tgtEl>
                                        <p:attrNameLst>
                                          <p:attrName>style.visibility</p:attrName>
                                        </p:attrNameLst>
                                      </p:cBhvr>
                                      <p:to>
                                        <p:strVal val="visible"/>
                                      </p:to>
                                    </p:set>
                                    <p:anim calcmode="lin" valueType="num">
                                      <p:cBhvr additive="base">
                                        <p:cTn id="24" dur="500" fill="hold"/>
                                        <p:tgtEl>
                                          <p:spTgt spid="21625"/>
                                        </p:tgtEl>
                                        <p:attrNameLst>
                                          <p:attrName>ppt_x</p:attrName>
                                        </p:attrNameLst>
                                      </p:cBhvr>
                                      <p:tavLst>
                                        <p:tav tm="0">
                                          <p:val>
                                            <p:strVal val="0-#ppt_w/2"/>
                                          </p:val>
                                        </p:tav>
                                        <p:tav tm="100000">
                                          <p:val>
                                            <p:strVal val="#ppt_x"/>
                                          </p:val>
                                        </p:tav>
                                      </p:tavLst>
                                    </p:anim>
                                    <p:anim calcmode="lin" valueType="num">
                                      <p:cBhvr additive="base">
                                        <p:cTn id="25" dur="500" fill="hold"/>
                                        <p:tgtEl>
                                          <p:spTgt spid="21625"/>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21626"/>
                                        </p:tgtEl>
                                        <p:attrNameLst>
                                          <p:attrName>style.visibility</p:attrName>
                                        </p:attrNameLst>
                                      </p:cBhvr>
                                      <p:to>
                                        <p:strVal val="visible"/>
                                      </p:to>
                                    </p:set>
                                    <p:anim calcmode="lin" valueType="num">
                                      <p:cBhvr additive="base">
                                        <p:cTn id="30" dur="500" fill="hold"/>
                                        <p:tgtEl>
                                          <p:spTgt spid="21626"/>
                                        </p:tgtEl>
                                        <p:attrNameLst>
                                          <p:attrName>ppt_x</p:attrName>
                                        </p:attrNameLst>
                                      </p:cBhvr>
                                      <p:tavLst>
                                        <p:tav tm="0">
                                          <p:val>
                                            <p:strVal val="0-#ppt_w/2"/>
                                          </p:val>
                                        </p:tav>
                                        <p:tav tm="100000">
                                          <p:val>
                                            <p:strVal val="#ppt_x"/>
                                          </p:val>
                                        </p:tav>
                                      </p:tavLst>
                                    </p:anim>
                                    <p:anim calcmode="lin" valueType="num">
                                      <p:cBhvr additive="base">
                                        <p:cTn id="31" dur="500" fill="hold"/>
                                        <p:tgtEl>
                                          <p:spTgt spid="21626"/>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21627"/>
                                        </p:tgtEl>
                                        <p:attrNameLst>
                                          <p:attrName>style.visibility</p:attrName>
                                        </p:attrNameLst>
                                      </p:cBhvr>
                                      <p:to>
                                        <p:strVal val="visible"/>
                                      </p:to>
                                    </p:set>
                                    <p:anim calcmode="lin" valueType="num">
                                      <p:cBhvr additive="base">
                                        <p:cTn id="36" dur="500" fill="hold"/>
                                        <p:tgtEl>
                                          <p:spTgt spid="21627"/>
                                        </p:tgtEl>
                                        <p:attrNameLst>
                                          <p:attrName>ppt_x</p:attrName>
                                        </p:attrNameLst>
                                      </p:cBhvr>
                                      <p:tavLst>
                                        <p:tav tm="0">
                                          <p:val>
                                            <p:strVal val="0-#ppt_w/2"/>
                                          </p:val>
                                        </p:tav>
                                        <p:tav tm="100000">
                                          <p:val>
                                            <p:strVal val="#ppt_x"/>
                                          </p:val>
                                        </p:tav>
                                      </p:tavLst>
                                    </p:anim>
                                    <p:anim calcmode="lin" valueType="num">
                                      <p:cBhvr additive="base">
                                        <p:cTn id="37" dur="500" fill="hold"/>
                                        <p:tgtEl>
                                          <p:spTgt spid="21627"/>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nodeType="clickEffect">
                                  <p:stCondLst>
                                    <p:cond delay="0"/>
                                  </p:stCondLst>
                                  <p:childTnLst>
                                    <p:set>
                                      <p:cBhvr>
                                        <p:cTn id="41" dur="1" fill="hold">
                                          <p:stCondLst>
                                            <p:cond delay="0"/>
                                          </p:stCondLst>
                                        </p:cTn>
                                        <p:tgtEl>
                                          <p:spTgt spid="21628"/>
                                        </p:tgtEl>
                                        <p:attrNameLst>
                                          <p:attrName>style.visibility</p:attrName>
                                        </p:attrNameLst>
                                      </p:cBhvr>
                                      <p:to>
                                        <p:strVal val="visible"/>
                                      </p:to>
                                    </p:set>
                                    <p:anim calcmode="lin" valueType="num">
                                      <p:cBhvr additive="base">
                                        <p:cTn id="42" dur="500" fill="hold"/>
                                        <p:tgtEl>
                                          <p:spTgt spid="21628"/>
                                        </p:tgtEl>
                                        <p:attrNameLst>
                                          <p:attrName>ppt_x</p:attrName>
                                        </p:attrNameLst>
                                      </p:cBhvr>
                                      <p:tavLst>
                                        <p:tav tm="0">
                                          <p:val>
                                            <p:strVal val="0-#ppt_w/2"/>
                                          </p:val>
                                        </p:tav>
                                        <p:tav tm="100000">
                                          <p:val>
                                            <p:strVal val="#ppt_x"/>
                                          </p:val>
                                        </p:tav>
                                      </p:tavLst>
                                    </p:anim>
                                    <p:anim calcmode="lin" valueType="num">
                                      <p:cBhvr additive="base">
                                        <p:cTn id="43" dur="500" fill="hold"/>
                                        <p:tgtEl>
                                          <p:spTgt spid="216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7013" name="Group 5"/>
          <p:cNvGrpSpPr>
            <a:grpSpLocks/>
          </p:cNvGrpSpPr>
          <p:nvPr/>
        </p:nvGrpSpPr>
        <p:grpSpPr bwMode="auto">
          <a:xfrm>
            <a:off x="928688" y="2741613"/>
            <a:ext cx="1512887" cy="1397000"/>
            <a:chOff x="352" y="956"/>
            <a:chExt cx="953" cy="880"/>
          </a:xfrm>
        </p:grpSpPr>
        <p:sp>
          <p:nvSpPr>
            <p:cNvPr id="427014" name="Line 6"/>
            <p:cNvSpPr>
              <a:spLocks noChangeShapeType="1"/>
            </p:cNvSpPr>
            <p:nvPr/>
          </p:nvSpPr>
          <p:spPr bwMode="auto">
            <a:xfrm>
              <a:off x="1248" y="1094"/>
              <a:ext cx="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15" name="Line 7"/>
            <p:cNvSpPr>
              <a:spLocks noChangeShapeType="1"/>
            </p:cNvSpPr>
            <p:nvPr/>
          </p:nvSpPr>
          <p:spPr bwMode="auto">
            <a:xfrm flipH="1">
              <a:off x="432" y="1094"/>
              <a:ext cx="672" cy="68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16" name="Line 8"/>
            <p:cNvSpPr>
              <a:spLocks noChangeShapeType="1"/>
            </p:cNvSpPr>
            <p:nvPr/>
          </p:nvSpPr>
          <p:spPr bwMode="auto">
            <a:xfrm flipH="1" flipV="1">
              <a:off x="432" y="1094"/>
              <a:ext cx="816" cy="68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17" name="Line 9"/>
            <p:cNvSpPr>
              <a:spLocks noChangeShapeType="1"/>
            </p:cNvSpPr>
            <p:nvPr/>
          </p:nvSpPr>
          <p:spPr bwMode="auto">
            <a:xfrm flipV="1">
              <a:off x="771" y="1152"/>
              <a:ext cx="273" cy="28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27018" name="Line 10"/>
            <p:cNvSpPr>
              <a:spLocks noChangeShapeType="1"/>
            </p:cNvSpPr>
            <p:nvPr/>
          </p:nvSpPr>
          <p:spPr bwMode="auto">
            <a:xfrm flipH="1">
              <a:off x="576" y="1452"/>
              <a:ext cx="180" cy="19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19" name="Line 11"/>
            <p:cNvSpPr>
              <a:spLocks noChangeShapeType="1"/>
            </p:cNvSpPr>
            <p:nvPr/>
          </p:nvSpPr>
          <p:spPr bwMode="auto">
            <a:xfrm>
              <a:off x="552" y="1190"/>
              <a:ext cx="72" cy="58"/>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20" name="Line 12"/>
            <p:cNvSpPr>
              <a:spLocks noChangeShapeType="1"/>
            </p:cNvSpPr>
            <p:nvPr/>
          </p:nvSpPr>
          <p:spPr bwMode="auto">
            <a:xfrm rot="-1438438" flipH="1" flipV="1">
              <a:off x="1092" y="1584"/>
              <a:ext cx="144" cy="252"/>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21" name="Text Box 13"/>
            <p:cNvSpPr txBox="1">
              <a:spLocks noChangeArrowheads="1"/>
            </p:cNvSpPr>
            <p:nvPr/>
          </p:nvSpPr>
          <p:spPr bwMode="auto">
            <a:xfrm>
              <a:off x="538" y="956"/>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22" name="Text Box 14"/>
            <p:cNvSpPr txBox="1">
              <a:spLocks noChangeArrowheads="1"/>
            </p:cNvSpPr>
            <p:nvPr/>
          </p:nvSpPr>
          <p:spPr bwMode="auto">
            <a:xfrm>
              <a:off x="1024" y="1142"/>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4</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23" name="Text Box 15"/>
            <p:cNvSpPr txBox="1">
              <a:spLocks noChangeArrowheads="1"/>
            </p:cNvSpPr>
            <p:nvPr/>
          </p:nvSpPr>
          <p:spPr bwMode="auto">
            <a:xfrm>
              <a:off x="352" y="1368"/>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24" name="Text Box 16"/>
            <p:cNvSpPr txBox="1">
              <a:spLocks noChangeArrowheads="1"/>
            </p:cNvSpPr>
            <p:nvPr/>
          </p:nvSpPr>
          <p:spPr bwMode="auto">
            <a:xfrm>
              <a:off x="1072" y="1446"/>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3</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25" name="Text Box 17"/>
            <p:cNvSpPr txBox="1">
              <a:spLocks noChangeArrowheads="1"/>
            </p:cNvSpPr>
            <p:nvPr/>
          </p:nvSpPr>
          <p:spPr bwMode="auto">
            <a:xfrm>
              <a:off x="708" y="1248"/>
              <a:ext cx="18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grpSp>
      <p:sp>
        <p:nvSpPr>
          <p:cNvPr id="427026" name="Text Box 18"/>
          <p:cNvSpPr txBox="1">
            <a:spLocks noChangeArrowheads="1"/>
          </p:cNvSpPr>
          <p:nvPr/>
        </p:nvSpPr>
        <p:spPr bwMode="auto">
          <a:xfrm>
            <a:off x="3378200" y="2640013"/>
            <a:ext cx="3479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令电流流出为“</a:t>
            </a: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27027" name="Text Box 19"/>
          <p:cNvSpPr txBox="1">
            <a:spLocks noChangeArrowheads="1"/>
          </p:cNvSpPr>
          <p:nvPr/>
        </p:nvSpPr>
        <p:spPr bwMode="auto">
          <a:xfrm>
            <a:off x="2667000" y="3133725"/>
            <a:ext cx="3581400"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3</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4</a:t>
            </a:r>
            <a:r>
              <a:rPr kumimoji="1" lang="en-US" altLang="zh-CN" sz="2400" b="1" i="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0</a:t>
            </a:r>
            <a:endParaRPr kumimoji="1" lang="en-US" altLang="zh-CN" sz="2400" b="1" i="1">
              <a:solidFill>
                <a:schemeClr val="tx2"/>
              </a:solidFill>
              <a:latin typeface="Times New Roman" panose="02020603050405020304" pitchFamily="18" charset="0"/>
              <a:sym typeface="Symbol" panose="05050102010706020507" pitchFamily="18" charset="2"/>
            </a:endParaRPr>
          </a:p>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3</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4</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grpSp>
        <p:nvGrpSpPr>
          <p:cNvPr id="427054" name="Group 46"/>
          <p:cNvGrpSpPr>
            <a:grpSpLocks/>
          </p:cNvGrpSpPr>
          <p:nvPr/>
        </p:nvGrpSpPr>
        <p:grpSpPr bwMode="auto">
          <a:xfrm>
            <a:off x="733425" y="4539257"/>
            <a:ext cx="2646363" cy="1447800"/>
            <a:chOff x="462" y="2976"/>
            <a:chExt cx="1667" cy="912"/>
          </a:xfrm>
        </p:grpSpPr>
        <p:sp>
          <p:nvSpPr>
            <p:cNvPr id="427029" name="Line 21"/>
            <p:cNvSpPr>
              <a:spLocks noChangeShapeType="1"/>
            </p:cNvSpPr>
            <p:nvPr/>
          </p:nvSpPr>
          <p:spPr bwMode="auto">
            <a:xfrm>
              <a:off x="860" y="2976"/>
              <a:ext cx="0" cy="91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27030" name="Line 22"/>
            <p:cNvSpPr>
              <a:spLocks noChangeShapeType="1"/>
            </p:cNvSpPr>
            <p:nvPr/>
          </p:nvSpPr>
          <p:spPr bwMode="auto">
            <a:xfrm>
              <a:off x="860" y="3432"/>
              <a:ext cx="1269"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1" name="Line 23"/>
            <p:cNvSpPr>
              <a:spLocks noChangeShapeType="1"/>
            </p:cNvSpPr>
            <p:nvPr/>
          </p:nvSpPr>
          <p:spPr bwMode="auto">
            <a:xfrm>
              <a:off x="1505" y="2976"/>
              <a:ext cx="0" cy="91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2" name="Line 24"/>
            <p:cNvSpPr>
              <a:spLocks noChangeShapeType="1"/>
            </p:cNvSpPr>
            <p:nvPr/>
          </p:nvSpPr>
          <p:spPr bwMode="auto">
            <a:xfrm>
              <a:off x="860" y="2976"/>
              <a:ext cx="0" cy="278"/>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3" name="Line 25"/>
            <p:cNvSpPr>
              <a:spLocks noChangeShapeType="1"/>
            </p:cNvSpPr>
            <p:nvPr/>
          </p:nvSpPr>
          <p:spPr bwMode="auto">
            <a:xfrm>
              <a:off x="860" y="3456"/>
              <a:ext cx="0" cy="346"/>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4" name="Line 26"/>
            <p:cNvSpPr>
              <a:spLocks noChangeShapeType="1"/>
            </p:cNvSpPr>
            <p:nvPr/>
          </p:nvSpPr>
          <p:spPr bwMode="auto">
            <a:xfrm>
              <a:off x="1505" y="3000"/>
              <a:ext cx="0" cy="278"/>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5" name="Line 27"/>
            <p:cNvSpPr>
              <a:spLocks noChangeShapeType="1"/>
            </p:cNvSpPr>
            <p:nvPr/>
          </p:nvSpPr>
          <p:spPr bwMode="auto">
            <a:xfrm flipV="1">
              <a:off x="1505" y="3628"/>
              <a:ext cx="0" cy="260"/>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6" name="Line 28"/>
            <p:cNvSpPr>
              <a:spLocks noChangeShapeType="1"/>
            </p:cNvSpPr>
            <p:nvPr/>
          </p:nvSpPr>
          <p:spPr bwMode="auto">
            <a:xfrm flipH="1">
              <a:off x="1205" y="3432"/>
              <a:ext cx="30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7" name="Line 29"/>
            <p:cNvSpPr>
              <a:spLocks noChangeShapeType="1"/>
            </p:cNvSpPr>
            <p:nvPr/>
          </p:nvSpPr>
          <p:spPr bwMode="auto">
            <a:xfrm>
              <a:off x="1505" y="3432"/>
              <a:ext cx="48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27038" name="Text Box 30"/>
            <p:cNvSpPr txBox="1">
              <a:spLocks noChangeArrowheads="1"/>
            </p:cNvSpPr>
            <p:nvPr/>
          </p:nvSpPr>
          <p:spPr bwMode="auto">
            <a:xfrm>
              <a:off x="749" y="3276"/>
              <a:ext cx="2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27039" name="Text Box 31"/>
            <p:cNvSpPr txBox="1">
              <a:spLocks noChangeArrowheads="1"/>
            </p:cNvSpPr>
            <p:nvPr/>
          </p:nvSpPr>
          <p:spPr bwMode="auto">
            <a:xfrm>
              <a:off x="1358" y="3292"/>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27040" name="Text Box 32"/>
            <p:cNvSpPr txBox="1">
              <a:spLocks noChangeArrowheads="1"/>
            </p:cNvSpPr>
            <p:nvPr/>
          </p:nvSpPr>
          <p:spPr bwMode="auto">
            <a:xfrm>
              <a:off x="520" y="3002"/>
              <a:ext cx="36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7A</a:t>
              </a:r>
            </a:p>
          </p:txBody>
        </p:sp>
        <p:sp>
          <p:nvSpPr>
            <p:cNvPr id="427041" name="Text Box 33"/>
            <p:cNvSpPr txBox="1">
              <a:spLocks noChangeArrowheads="1"/>
            </p:cNvSpPr>
            <p:nvPr/>
          </p:nvSpPr>
          <p:spPr bwMode="auto">
            <a:xfrm>
              <a:off x="462" y="3571"/>
              <a:ext cx="41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4A</a:t>
              </a:r>
            </a:p>
          </p:txBody>
        </p:sp>
        <p:sp>
          <p:nvSpPr>
            <p:cNvPr id="427042" name="Text Box 34"/>
            <p:cNvSpPr txBox="1">
              <a:spLocks noChangeArrowheads="1"/>
            </p:cNvSpPr>
            <p:nvPr/>
          </p:nvSpPr>
          <p:spPr bwMode="auto">
            <a:xfrm>
              <a:off x="1205" y="3144"/>
              <a:ext cx="3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27043" name="Text Box 35"/>
            <p:cNvSpPr txBox="1">
              <a:spLocks noChangeArrowheads="1"/>
            </p:cNvSpPr>
            <p:nvPr/>
          </p:nvSpPr>
          <p:spPr bwMode="auto">
            <a:xfrm>
              <a:off x="1457" y="2984"/>
              <a:ext cx="4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10A</a:t>
              </a:r>
            </a:p>
          </p:txBody>
        </p:sp>
        <p:sp>
          <p:nvSpPr>
            <p:cNvPr id="427044" name="Text Box 36"/>
            <p:cNvSpPr txBox="1">
              <a:spLocks noChangeArrowheads="1"/>
            </p:cNvSpPr>
            <p:nvPr/>
          </p:nvSpPr>
          <p:spPr bwMode="auto">
            <a:xfrm>
              <a:off x="1457" y="3600"/>
              <a:ext cx="6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a:solidFill>
                    <a:schemeClr val="tx2"/>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12A</a:t>
              </a:r>
            </a:p>
          </p:txBody>
        </p:sp>
        <p:sp>
          <p:nvSpPr>
            <p:cNvPr id="427045" name="Text Box 37"/>
            <p:cNvSpPr txBox="1">
              <a:spLocks noChangeArrowheads="1"/>
            </p:cNvSpPr>
            <p:nvPr/>
          </p:nvSpPr>
          <p:spPr bwMode="auto">
            <a:xfrm>
              <a:off x="1793" y="3150"/>
              <a:ext cx="33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a:solidFill>
                  <a:schemeClr val="tx2"/>
                </a:solidFill>
                <a:latin typeface="Times New Roman" panose="02020603050405020304" pitchFamily="18" charset="0"/>
                <a:sym typeface="Symbol" panose="05050102010706020507" pitchFamily="18" charset="2"/>
              </a:endParaRPr>
            </a:p>
          </p:txBody>
        </p:sp>
      </p:grpSp>
      <p:sp>
        <p:nvSpPr>
          <p:cNvPr id="427046" name="Text Box 38"/>
          <p:cNvSpPr txBox="1">
            <a:spLocks noChangeArrowheads="1"/>
          </p:cNvSpPr>
          <p:nvPr/>
        </p:nvSpPr>
        <p:spPr bwMode="auto">
          <a:xfrm>
            <a:off x="4038600" y="5348882"/>
            <a:ext cx="4343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a:solidFill>
                  <a:schemeClr val="tx2"/>
                </a:solidFill>
                <a:latin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a:solidFill>
                  <a:schemeClr val="tx2"/>
                </a:solidFill>
                <a:latin typeface="Times New Roman" panose="02020603050405020304" pitchFamily="18" charset="0"/>
                <a:sym typeface="Symbol" panose="05050102010706020507" pitchFamily="18" charset="2"/>
              </a:rPr>
              <a:t>–10–(–12)=0     </a:t>
            </a:r>
            <a:r>
              <a:rPr kumimoji="1" lang="en-US" altLang="zh-CN" sz="2400" b="1" i="1">
                <a:solidFill>
                  <a:schemeClr val="tx2"/>
                </a:solidFill>
                <a:latin typeface="Times New Roman" panose="02020603050405020304" pitchFamily="18" charset="0"/>
                <a:sym typeface="Symbol" panose="05050102010706020507" pitchFamily="18" charset="2"/>
              </a:rPr>
              <a:t> i</a:t>
            </a:r>
            <a:r>
              <a:rPr kumimoji="1" lang="en-US" altLang="zh-CN" sz="2400" b="1" baseline="-25000">
                <a:solidFill>
                  <a:schemeClr val="tx2"/>
                </a:solidFill>
                <a:latin typeface="Times New Roman" panose="02020603050405020304" pitchFamily="18" charset="0"/>
                <a:sym typeface="Symbol" panose="05050102010706020507" pitchFamily="18" charset="2"/>
              </a:rPr>
              <a:t>2</a:t>
            </a:r>
            <a:r>
              <a:rPr kumimoji="1" lang="en-US" altLang="zh-CN" sz="2400" b="1" i="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1A</a:t>
            </a:r>
            <a:r>
              <a:rPr kumimoji="1" lang="en-US" altLang="zh-CN" sz="2400" b="1" i="1">
                <a:solidFill>
                  <a:schemeClr val="tx2"/>
                </a:solidFill>
                <a:latin typeface="Times New Roman" panose="02020603050405020304" pitchFamily="18" charset="0"/>
                <a:sym typeface="Symbol" panose="05050102010706020507" pitchFamily="18" charset="2"/>
              </a:rPr>
              <a:t>   </a:t>
            </a:r>
          </a:p>
        </p:txBody>
      </p:sp>
      <p:sp>
        <p:nvSpPr>
          <p:cNvPr id="427047" name="Text Box 39"/>
          <p:cNvSpPr txBox="1">
            <a:spLocks noChangeArrowheads="1"/>
          </p:cNvSpPr>
          <p:nvPr/>
        </p:nvSpPr>
        <p:spPr bwMode="auto">
          <a:xfrm>
            <a:off x="230188" y="2551113"/>
            <a:ext cx="685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rgbClr val="FF0066"/>
                </a:solidFill>
                <a:latin typeface="Times New Roman" panose="02020603050405020304" pitchFamily="18" charset="0"/>
                <a:sym typeface="Symbol" panose="05050102010706020507" pitchFamily="18" charset="2"/>
              </a:rPr>
              <a:t>例</a:t>
            </a:r>
          </a:p>
        </p:txBody>
      </p:sp>
      <p:sp>
        <p:nvSpPr>
          <p:cNvPr id="427048" name="Rectangle 40"/>
          <p:cNvSpPr>
            <a:spLocks noChangeArrowheads="1"/>
          </p:cNvSpPr>
          <p:nvPr/>
        </p:nvSpPr>
        <p:spPr bwMode="auto">
          <a:xfrm>
            <a:off x="4291013" y="4712294"/>
            <a:ext cx="33289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sym typeface="Symbol" panose="05050102010706020507" pitchFamily="18" charset="2"/>
              </a:rPr>
              <a:t>4–7–</a:t>
            </a: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i="1">
                <a:solidFill>
                  <a:schemeClr val="tx2"/>
                </a:solidFill>
                <a:latin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sym typeface="Symbol" panose="05050102010706020507" pitchFamily="18" charset="2"/>
              </a:rPr>
              <a:t>0     </a:t>
            </a:r>
            <a:r>
              <a:rPr kumimoji="1" lang="en-US" altLang="zh-CN" sz="2400" b="1" i="1">
                <a:solidFill>
                  <a:schemeClr val="tx2"/>
                </a:solidFill>
                <a:latin typeface="Times New Roman" panose="02020603050405020304" pitchFamily="18" charset="0"/>
                <a:sym typeface="Symbol" panose="05050102010706020507" pitchFamily="18" charset="2"/>
              </a:rPr>
              <a:t>  i</a:t>
            </a:r>
            <a:r>
              <a:rPr kumimoji="1" lang="en-US" altLang="zh-CN" sz="2400" b="1" baseline="-25000">
                <a:solidFill>
                  <a:schemeClr val="tx2"/>
                </a:solidFill>
                <a:latin typeface="Times New Roman" panose="02020603050405020304" pitchFamily="18" charset="0"/>
                <a:sym typeface="Symbol" panose="05050102010706020507" pitchFamily="18" charset="2"/>
              </a:rPr>
              <a:t>1</a:t>
            </a:r>
            <a:r>
              <a:rPr kumimoji="1" lang="en-US" altLang="zh-CN" sz="2400" b="1" i="1">
                <a:solidFill>
                  <a:schemeClr val="tx2"/>
                </a:solidFill>
                <a:latin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sym typeface="Symbol" panose="05050102010706020507" pitchFamily="18" charset="2"/>
              </a:rPr>
              <a:t>3A</a:t>
            </a:r>
            <a:r>
              <a:rPr kumimoji="1" lang="en-US" altLang="zh-CN" sz="2400" b="1" i="1">
                <a:solidFill>
                  <a:schemeClr val="tx2"/>
                </a:solidFill>
                <a:latin typeface="Times New Roman" panose="02020603050405020304" pitchFamily="18" charset="0"/>
                <a:sym typeface="Symbol" panose="05050102010706020507" pitchFamily="18" charset="2"/>
              </a:rPr>
              <a:t> </a:t>
            </a:r>
          </a:p>
        </p:txBody>
      </p:sp>
      <p:sp>
        <p:nvSpPr>
          <p:cNvPr id="427051" name="Text Box 43"/>
          <p:cNvSpPr txBox="1">
            <a:spLocks noChangeArrowheads="1"/>
          </p:cNvSpPr>
          <p:nvPr/>
        </p:nvSpPr>
        <p:spPr bwMode="auto">
          <a:xfrm>
            <a:off x="4949825" y="1328738"/>
            <a:ext cx="184150" cy="4572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kumimoji="1" lang="zh-CN" altLang="zh-CN" sz="2400" b="1">
              <a:solidFill>
                <a:srgbClr val="000000"/>
              </a:solidFill>
              <a:latin typeface="Times New Roman" panose="02020603050405020304" pitchFamily="18" charset="0"/>
              <a:sym typeface="Symbol" panose="05050102010706020507" pitchFamily="18" charset="2"/>
            </a:endParaRPr>
          </a:p>
        </p:txBody>
      </p:sp>
      <p:graphicFrame>
        <p:nvGraphicFramePr>
          <p:cNvPr id="427052" name="Object 44"/>
          <p:cNvGraphicFramePr>
            <a:graphicFrameLocks noChangeAspect="1"/>
          </p:cNvGraphicFramePr>
          <p:nvPr/>
        </p:nvGraphicFramePr>
        <p:xfrm>
          <a:off x="3527425" y="1736725"/>
          <a:ext cx="1347788" cy="500063"/>
        </p:xfrm>
        <a:graphic>
          <a:graphicData uri="http://schemas.openxmlformats.org/presentationml/2006/ole">
            <mc:AlternateContent xmlns:mc="http://schemas.openxmlformats.org/markup-compatibility/2006">
              <mc:Choice xmlns:v="urn:schemas-microsoft-com:vml" Requires="v">
                <p:oleObj name="Equation" r:id="rId3" imgW="685800" imgH="253800" progId="Equation.3">
                  <p:embed/>
                </p:oleObj>
              </mc:Choice>
              <mc:Fallback>
                <p:oleObj name="Equation" r:id="rId3" imgW="685800" imgH="253800" progId="Equation.3">
                  <p:embed/>
                  <p:pic>
                    <p:nvPicPr>
                      <p:cNvPr id="427052"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7425" y="1736725"/>
                        <a:ext cx="1347788" cy="500063"/>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7053" name="Rectangle 45"/>
          <p:cNvSpPr>
            <a:spLocks noChangeArrowheads="1"/>
          </p:cNvSpPr>
          <p:nvPr/>
        </p:nvSpPr>
        <p:spPr bwMode="auto">
          <a:xfrm>
            <a:off x="358775" y="188913"/>
            <a:ext cx="8305800" cy="1754326"/>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zh-CN" altLang="en-US" sz="2400" b="1" dirty="0">
                <a:solidFill>
                  <a:srgbClr val="CC0099"/>
                </a:solidFill>
                <a:latin typeface="宋体" panose="02010600030101010101" pitchFamily="2" charset="-122"/>
                <a:sym typeface="Symbol" panose="05050102010706020507" pitchFamily="18" charset="2"/>
              </a:rPr>
              <a:t>二、基尔霍夫电流定律（</a:t>
            </a:r>
            <a:r>
              <a:rPr kumimoji="1" lang="en-US" altLang="zh-CN" sz="2400" b="1" dirty="0">
                <a:solidFill>
                  <a:srgbClr val="CC0099"/>
                </a:solidFill>
                <a:latin typeface="Times New Roman" panose="02020603050405020304" pitchFamily="18" charset="0"/>
                <a:sym typeface="Symbol" panose="05050102010706020507" pitchFamily="18" charset="2"/>
              </a:rPr>
              <a:t>KCL</a:t>
            </a:r>
            <a:r>
              <a:rPr kumimoji="1" lang="zh-CN" altLang="en-US" sz="2400" b="1" dirty="0">
                <a:solidFill>
                  <a:srgbClr val="CC0099"/>
                </a:solidFill>
                <a:latin typeface="宋体" panose="02010600030101010101" pitchFamily="2" charset="-122"/>
                <a:sym typeface="Symbol" panose="05050102010706020507" pitchFamily="18" charset="2"/>
              </a:rPr>
              <a:t>）</a:t>
            </a:r>
          </a:p>
          <a:p>
            <a:pPr eaLnBrk="0" hangingPunct="0">
              <a:spcBef>
                <a:spcPct val="50000"/>
              </a:spcBef>
            </a:pPr>
            <a:r>
              <a:rPr kumimoji="1" lang="zh-CN" altLang="en-US" sz="2400" b="1" dirty="0">
                <a:latin typeface="宋体" panose="02010600030101010101" pitchFamily="2" charset="-122"/>
                <a:sym typeface="Symbol" panose="05050102010706020507" pitchFamily="18" charset="2"/>
              </a:rPr>
              <a:t>    在任何</a:t>
            </a:r>
            <a:r>
              <a:rPr kumimoji="1" lang="zh-CN" altLang="zh-CN" sz="2400" b="1" dirty="0">
                <a:latin typeface="宋体" panose="02010600030101010101" pitchFamily="2" charset="-122"/>
                <a:sym typeface="Symbol" panose="05050102010706020507" pitchFamily="18" charset="2"/>
              </a:rPr>
              <a:t>集</a:t>
            </a:r>
            <a:r>
              <a:rPr kumimoji="1" lang="zh-CN" altLang="en-US" sz="2400" b="1" dirty="0">
                <a:latin typeface="宋体" panose="02010600030101010101" pitchFamily="2" charset="-122"/>
                <a:sym typeface="Symbol" panose="05050102010706020507" pitchFamily="18" charset="2"/>
              </a:rPr>
              <a:t>中</a:t>
            </a:r>
            <a:r>
              <a:rPr kumimoji="1" lang="zh-CN" altLang="zh-CN" sz="2400" b="1" dirty="0">
                <a:latin typeface="宋体" panose="02010600030101010101" pitchFamily="2" charset="-122"/>
                <a:sym typeface="Symbol" panose="05050102010706020507" pitchFamily="18" charset="2"/>
              </a:rPr>
              <a:t>参数（</a:t>
            </a:r>
            <a:r>
              <a:rPr kumimoji="1" lang="en-US" altLang="zh-CN" sz="2400" b="1" i="1" dirty="0">
                <a:latin typeface="Times New Roman" panose="02020603050405020304" pitchFamily="18" charset="0"/>
                <a:sym typeface="Symbol" panose="05050102010706020507" pitchFamily="18" charset="2"/>
              </a:rPr>
              <a:t>lumped parameter</a:t>
            </a:r>
            <a:r>
              <a:rPr kumimoji="1" lang="zh-CN" altLang="en-US" sz="2400" b="1" dirty="0">
                <a:latin typeface="Times New Roman" panose="02020603050405020304" pitchFamily="18" charset="0"/>
                <a:sym typeface="Symbol" panose="05050102010706020507" pitchFamily="18" charset="2"/>
              </a:rPr>
              <a:t>）</a:t>
            </a:r>
            <a:r>
              <a:rPr kumimoji="1" lang="zh-CN" altLang="zh-CN" sz="2400" b="1" dirty="0">
                <a:latin typeface="宋体" panose="02010600030101010101" pitchFamily="2" charset="-122"/>
                <a:sym typeface="Symbol" panose="05050102010706020507" pitchFamily="18" charset="2"/>
              </a:rPr>
              <a:t>电路中，在任一时刻，流出（流入）任一节点的各支路电流的代数和为零。 </a:t>
            </a:r>
            <a:endParaRPr kumimoji="1" lang="zh-CN" altLang="en-US" sz="2400" b="1" dirty="0">
              <a:latin typeface="宋体" panose="02010600030101010101" pitchFamily="2" charset="-122"/>
              <a:sym typeface="Symbol" panose="05050102010706020507" pitchFamily="18" charset="2"/>
            </a:endParaRPr>
          </a:p>
          <a:p>
            <a:pPr eaLnBrk="0" hangingPunct="0"/>
            <a:r>
              <a:rPr kumimoji="1" lang="zh-CN" altLang="zh-CN" sz="2400" b="1" dirty="0">
                <a:latin typeface="宋体" panose="02010600030101010101" pitchFamily="2" charset="-122"/>
                <a:sym typeface="Symbol" panose="05050102010706020507" pitchFamily="18" charset="2"/>
              </a:rPr>
              <a:t>即</a:t>
            </a:r>
            <a:endParaRPr kumimoji="1" lang="zh-CN" altLang="en-US" sz="2400" b="1" dirty="0">
              <a:latin typeface="宋体" panose="02010600030101010101" pitchFamily="2" charset="-122"/>
              <a:sym typeface="Symbol" panose="05050102010706020507" pitchFamily="18" charset="2"/>
            </a:endParaRPr>
          </a:p>
        </p:txBody>
      </p:sp>
      <p:sp>
        <p:nvSpPr>
          <p:cNvPr id="42" name="object 84"/>
          <p:cNvSpPr txBox="1"/>
          <p:nvPr/>
        </p:nvSpPr>
        <p:spPr>
          <a:xfrm>
            <a:off x="4354513" y="5985470"/>
            <a:ext cx="3454142" cy="323850"/>
          </a:xfrm>
          <a:prstGeom prst="rect">
            <a:avLst/>
          </a:prstGeom>
        </p:spPr>
        <p:txBody>
          <a:bodyPr vert="horz" wrap="square" lIns="0" tIns="0" rIns="0" bIns="0" rtlCol="0">
            <a:noAutofit/>
          </a:bodyPr>
          <a:lstStyle/>
          <a:p>
            <a:pPr marL="12700">
              <a:lnSpc>
                <a:spcPct val="100000"/>
              </a:lnSpc>
            </a:pPr>
            <a:r>
              <a:rPr sz="2000" b="1" dirty="0">
                <a:solidFill>
                  <a:srgbClr val="FF0000"/>
                </a:solidFill>
                <a:latin typeface="Adobe 黑体 Std R"/>
                <a:cs typeface="Adobe 黑体 Std R"/>
              </a:rPr>
              <a:t>独立</a:t>
            </a:r>
            <a:r>
              <a:rPr sz="2000" b="1" spc="-60" dirty="0">
                <a:solidFill>
                  <a:srgbClr val="FF0000"/>
                </a:solidFill>
                <a:latin typeface="Arial"/>
                <a:cs typeface="Arial"/>
              </a:rPr>
              <a:t>KC</a:t>
            </a:r>
            <a:r>
              <a:rPr sz="2000" b="1" spc="-50" dirty="0">
                <a:solidFill>
                  <a:srgbClr val="FF0000"/>
                </a:solidFill>
                <a:latin typeface="Arial"/>
                <a:cs typeface="Arial"/>
              </a:rPr>
              <a:t>L</a:t>
            </a:r>
            <a:r>
              <a:rPr sz="2000" b="1" spc="0" dirty="0">
                <a:solidFill>
                  <a:srgbClr val="FF0000"/>
                </a:solidFill>
                <a:latin typeface="Adobe 黑体 Std R"/>
                <a:cs typeface="Adobe 黑体 Std R"/>
              </a:rPr>
              <a:t>方程数</a:t>
            </a:r>
            <a:r>
              <a:rPr sz="2000" b="1" spc="20" dirty="0">
                <a:solidFill>
                  <a:srgbClr val="FF0000"/>
                </a:solidFill>
                <a:latin typeface="Adobe 黑体 Std R"/>
                <a:cs typeface="Adobe 黑体 Std R"/>
              </a:rPr>
              <a:t> </a:t>
            </a:r>
            <a:r>
              <a:rPr sz="2000" b="1" spc="35" dirty="0">
                <a:solidFill>
                  <a:srgbClr val="FF0000"/>
                </a:solidFill>
                <a:latin typeface="Arial"/>
                <a:cs typeface="Arial"/>
              </a:rPr>
              <a:t>=</a:t>
            </a:r>
            <a:r>
              <a:rPr sz="2000" b="1" spc="-55" dirty="0">
                <a:solidFill>
                  <a:srgbClr val="FF0000"/>
                </a:solidFill>
                <a:latin typeface="Arial"/>
                <a:cs typeface="Arial"/>
              </a:rPr>
              <a:t> </a:t>
            </a:r>
            <a:r>
              <a:rPr lang="en-US" altLang="zh-CN" sz="2000" b="1" spc="0" dirty="0">
                <a:solidFill>
                  <a:srgbClr val="FF0000"/>
                </a:solidFill>
                <a:latin typeface="Adobe 黑体 Std R"/>
                <a:cs typeface="Adobe 黑体 Std R"/>
              </a:rPr>
              <a:t>n</a:t>
            </a:r>
            <a:r>
              <a:rPr sz="2000" b="1" spc="40" dirty="0">
                <a:solidFill>
                  <a:srgbClr val="FF0000"/>
                </a:solidFill>
                <a:latin typeface="Adobe 黑体 Std R"/>
                <a:cs typeface="Adobe 黑体 Std R"/>
              </a:rPr>
              <a:t> </a:t>
            </a:r>
            <a:r>
              <a:rPr sz="2000" b="1" spc="-10" dirty="0">
                <a:solidFill>
                  <a:srgbClr val="FF0000"/>
                </a:solidFill>
                <a:latin typeface="Arial"/>
                <a:cs typeface="Arial"/>
              </a:rPr>
              <a:t>-</a:t>
            </a:r>
            <a:r>
              <a:rPr sz="2000" b="1" spc="-60" dirty="0">
                <a:solidFill>
                  <a:srgbClr val="FF0000"/>
                </a:solidFill>
                <a:latin typeface="Arial"/>
                <a:cs typeface="Arial"/>
              </a:rPr>
              <a:t> </a:t>
            </a:r>
            <a:r>
              <a:rPr sz="2000" b="1" spc="-15" dirty="0">
                <a:solidFill>
                  <a:srgbClr val="FF0000"/>
                </a:solidFill>
                <a:latin typeface="Arial"/>
                <a:cs typeface="Arial"/>
              </a:rPr>
              <a:t>1</a:t>
            </a:r>
            <a:endParaRPr sz="2000" b="1" dirty="0">
              <a:solidFill>
                <a:srgbClr val="FF0000"/>
              </a:solidFill>
              <a:latin typeface="Arial"/>
              <a:cs typeface="Arial"/>
            </a:endParaRPr>
          </a:p>
        </p:txBody>
      </p:sp>
    </p:spTree>
    <p:extLst>
      <p:ext uri="{BB962C8B-B14F-4D97-AF65-F5344CB8AC3E}">
        <p14:creationId xmlns:p14="http://schemas.microsoft.com/office/powerpoint/2010/main" val="6893561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27053">
                                            <p:txEl>
                                              <p:pRg st="0" end="0"/>
                                            </p:txEl>
                                          </p:spTgt>
                                        </p:tgtEl>
                                        <p:attrNameLst>
                                          <p:attrName>style.visibility</p:attrName>
                                        </p:attrNameLst>
                                      </p:cBhvr>
                                      <p:to>
                                        <p:strVal val="visible"/>
                                      </p:to>
                                    </p:set>
                                    <p:animEffect transition="in" filter="wipe(left)">
                                      <p:cBhvr>
                                        <p:cTn id="7" dur="500"/>
                                        <p:tgtEl>
                                          <p:spTgt spid="42705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27053">
                                            <p:txEl>
                                              <p:pRg st="1" end="1"/>
                                            </p:txEl>
                                          </p:spTgt>
                                        </p:tgtEl>
                                        <p:attrNameLst>
                                          <p:attrName>style.visibility</p:attrName>
                                        </p:attrNameLst>
                                      </p:cBhvr>
                                      <p:to>
                                        <p:strVal val="visible"/>
                                      </p:to>
                                    </p:set>
                                    <p:animEffect transition="in" filter="wipe(left)">
                                      <p:cBhvr>
                                        <p:cTn id="11" dur="500"/>
                                        <p:tgtEl>
                                          <p:spTgt spid="42705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27053">
                                            <p:txEl>
                                              <p:pRg st="2" end="2"/>
                                            </p:txEl>
                                          </p:spTgt>
                                        </p:tgtEl>
                                        <p:attrNameLst>
                                          <p:attrName>style.visibility</p:attrName>
                                        </p:attrNameLst>
                                      </p:cBhvr>
                                      <p:to>
                                        <p:strVal val="visible"/>
                                      </p:to>
                                    </p:set>
                                    <p:animEffect transition="in" filter="wipe(left)">
                                      <p:cBhvr>
                                        <p:cTn id="15" dur="500"/>
                                        <p:tgtEl>
                                          <p:spTgt spid="42705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27052"/>
                                        </p:tgtEl>
                                        <p:attrNameLst>
                                          <p:attrName>style.visibility</p:attrName>
                                        </p:attrNameLst>
                                      </p:cBhvr>
                                      <p:to>
                                        <p:strVal val="visible"/>
                                      </p:to>
                                    </p:set>
                                    <p:animEffect transition="in" filter="wipe(left)">
                                      <p:cBhvr>
                                        <p:cTn id="20" dur="500"/>
                                        <p:tgtEl>
                                          <p:spTgt spid="42705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5" presetClass="entr" presetSubtype="0" fill="hold" grpId="0" nodeType="clickEffect">
                                  <p:stCondLst>
                                    <p:cond delay="0"/>
                                  </p:stCondLst>
                                  <p:childTnLst>
                                    <p:set>
                                      <p:cBhvr>
                                        <p:cTn id="24" dur="1" fill="hold">
                                          <p:stCondLst>
                                            <p:cond delay="0"/>
                                          </p:stCondLst>
                                        </p:cTn>
                                        <p:tgtEl>
                                          <p:spTgt spid="427047"/>
                                        </p:tgtEl>
                                        <p:attrNameLst>
                                          <p:attrName>style.visibility</p:attrName>
                                        </p:attrNameLst>
                                      </p:cBhvr>
                                      <p:to>
                                        <p:strVal val="visible"/>
                                      </p:to>
                                    </p:set>
                                    <p:anim calcmode="lin" valueType="num">
                                      <p:cBhvr>
                                        <p:cTn id="25" dur="1000" fill="hold"/>
                                        <p:tgtEl>
                                          <p:spTgt spid="427047"/>
                                        </p:tgtEl>
                                        <p:attrNameLst>
                                          <p:attrName>ppt_w</p:attrName>
                                        </p:attrNameLst>
                                      </p:cBhvr>
                                      <p:tavLst>
                                        <p:tav tm="0">
                                          <p:val>
                                            <p:fltVal val="0"/>
                                          </p:val>
                                        </p:tav>
                                        <p:tav tm="100000">
                                          <p:val>
                                            <p:strVal val="#ppt_w"/>
                                          </p:val>
                                        </p:tav>
                                      </p:tavLst>
                                    </p:anim>
                                    <p:anim calcmode="lin" valueType="num">
                                      <p:cBhvr>
                                        <p:cTn id="26" dur="1000" fill="hold"/>
                                        <p:tgtEl>
                                          <p:spTgt spid="427047"/>
                                        </p:tgtEl>
                                        <p:attrNameLst>
                                          <p:attrName>ppt_h</p:attrName>
                                        </p:attrNameLst>
                                      </p:cBhvr>
                                      <p:tavLst>
                                        <p:tav tm="0">
                                          <p:val>
                                            <p:fltVal val="0"/>
                                          </p:val>
                                        </p:tav>
                                        <p:tav tm="100000">
                                          <p:val>
                                            <p:strVal val="#ppt_h"/>
                                          </p:val>
                                        </p:tav>
                                      </p:tavLst>
                                    </p:anim>
                                    <p:anim calcmode="lin" valueType="num">
                                      <p:cBhvr>
                                        <p:cTn id="27" dur="1000" fill="hold"/>
                                        <p:tgtEl>
                                          <p:spTgt spid="427047"/>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42704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childTnLst>
                                    <p:set>
                                      <p:cBhvr>
                                        <p:cTn id="32" dur="1" fill="hold">
                                          <p:stCondLst>
                                            <p:cond delay="0"/>
                                          </p:stCondLst>
                                        </p:cTn>
                                        <p:tgtEl>
                                          <p:spTgt spid="427013"/>
                                        </p:tgtEl>
                                        <p:attrNameLst>
                                          <p:attrName>style.visibility</p:attrName>
                                        </p:attrNameLst>
                                      </p:cBhvr>
                                      <p:to>
                                        <p:strVal val="visible"/>
                                      </p:to>
                                    </p:set>
                                    <p:anim calcmode="lin" valueType="num">
                                      <p:cBhvr>
                                        <p:cTn id="33" dur="500" fill="hold"/>
                                        <p:tgtEl>
                                          <p:spTgt spid="427013"/>
                                        </p:tgtEl>
                                        <p:attrNameLst>
                                          <p:attrName>ppt_w</p:attrName>
                                        </p:attrNameLst>
                                      </p:cBhvr>
                                      <p:tavLst>
                                        <p:tav tm="0">
                                          <p:val>
                                            <p:fltVal val="0"/>
                                          </p:val>
                                        </p:tav>
                                        <p:tav tm="100000">
                                          <p:val>
                                            <p:strVal val="#ppt_w"/>
                                          </p:val>
                                        </p:tav>
                                      </p:tavLst>
                                    </p:anim>
                                    <p:anim calcmode="lin" valueType="num">
                                      <p:cBhvr>
                                        <p:cTn id="34" dur="500" fill="hold"/>
                                        <p:tgtEl>
                                          <p:spTgt spid="427013"/>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427026"/>
                                        </p:tgtEl>
                                        <p:attrNameLst>
                                          <p:attrName>style.visibility</p:attrName>
                                        </p:attrNameLst>
                                      </p:cBhvr>
                                      <p:to>
                                        <p:strVal val="visible"/>
                                      </p:to>
                                    </p:set>
                                    <p:anim calcmode="lin" valueType="num">
                                      <p:cBhvr additive="base">
                                        <p:cTn id="39" dur="500" fill="hold"/>
                                        <p:tgtEl>
                                          <p:spTgt spid="427026"/>
                                        </p:tgtEl>
                                        <p:attrNameLst>
                                          <p:attrName>ppt_x</p:attrName>
                                        </p:attrNameLst>
                                      </p:cBhvr>
                                      <p:tavLst>
                                        <p:tav tm="0">
                                          <p:val>
                                            <p:strVal val="1+#ppt_w/2"/>
                                          </p:val>
                                        </p:tav>
                                        <p:tav tm="100000">
                                          <p:val>
                                            <p:strVal val="#ppt_x"/>
                                          </p:val>
                                        </p:tav>
                                      </p:tavLst>
                                    </p:anim>
                                    <p:anim calcmode="lin" valueType="num">
                                      <p:cBhvr additive="base">
                                        <p:cTn id="40" dur="500" fill="hold"/>
                                        <p:tgtEl>
                                          <p:spTgt spid="427026"/>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427027"/>
                                        </p:tgtEl>
                                        <p:attrNameLst>
                                          <p:attrName>style.visibility</p:attrName>
                                        </p:attrNameLst>
                                      </p:cBhvr>
                                      <p:to>
                                        <p:strVal val="visible"/>
                                      </p:to>
                                    </p:set>
                                    <p:anim calcmode="lin" valueType="num">
                                      <p:cBhvr additive="base">
                                        <p:cTn id="45" dur="500" fill="hold"/>
                                        <p:tgtEl>
                                          <p:spTgt spid="427027"/>
                                        </p:tgtEl>
                                        <p:attrNameLst>
                                          <p:attrName>ppt_x</p:attrName>
                                        </p:attrNameLst>
                                      </p:cBhvr>
                                      <p:tavLst>
                                        <p:tav tm="0">
                                          <p:val>
                                            <p:strVal val="1+#ppt_w/2"/>
                                          </p:val>
                                        </p:tav>
                                        <p:tav tm="100000">
                                          <p:val>
                                            <p:strVal val="#ppt_x"/>
                                          </p:val>
                                        </p:tav>
                                      </p:tavLst>
                                    </p:anim>
                                    <p:anim calcmode="lin" valueType="num">
                                      <p:cBhvr additive="base">
                                        <p:cTn id="46" dur="500" fill="hold"/>
                                        <p:tgtEl>
                                          <p:spTgt spid="427027"/>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427054"/>
                                        </p:tgtEl>
                                        <p:attrNameLst>
                                          <p:attrName>style.visibility</p:attrName>
                                        </p:attrNameLst>
                                      </p:cBhvr>
                                      <p:to>
                                        <p:strVal val="visible"/>
                                      </p:to>
                                    </p:set>
                                    <p:animEffect transition="in" filter="dissolve">
                                      <p:cBhvr>
                                        <p:cTn id="51" dur="500"/>
                                        <p:tgtEl>
                                          <p:spTgt spid="42705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427048"/>
                                        </p:tgtEl>
                                        <p:attrNameLst>
                                          <p:attrName>style.visibility</p:attrName>
                                        </p:attrNameLst>
                                      </p:cBhvr>
                                      <p:to>
                                        <p:strVal val="visible"/>
                                      </p:to>
                                    </p:set>
                                    <p:anim calcmode="lin" valueType="num">
                                      <p:cBhvr additive="base">
                                        <p:cTn id="56" dur="500" fill="hold"/>
                                        <p:tgtEl>
                                          <p:spTgt spid="427048"/>
                                        </p:tgtEl>
                                        <p:attrNameLst>
                                          <p:attrName>ppt_x</p:attrName>
                                        </p:attrNameLst>
                                      </p:cBhvr>
                                      <p:tavLst>
                                        <p:tav tm="0">
                                          <p:val>
                                            <p:strVal val="#ppt_x"/>
                                          </p:val>
                                        </p:tav>
                                        <p:tav tm="100000">
                                          <p:val>
                                            <p:strVal val="#ppt_x"/>
                                          </p:val>
                                        </p:tav>
                                      </p:tavLst>
                                    </p:anim>
                                    <p:anim calcmode="lin" valueType="num">
                                      <p:cBhvr additive="base">
                                        <p:cTn id="57" dur="500" fill="hold"/>
                                        <p:tgtEl>
                                          <p:spTgt spid="427048"/>
                                        </p:tgtEl>
                                        <p:attrNameLst>
                                          <p:attrName>ppt_y</p:attrName>
                                        </p:attrNameLst>
                                      </p:cBhvr>
                                      <p:tavLst>
                                        <p:tav tm="0">
                                          <p:val>
                                            <p:strVal val="1+#ppt_h/2"/>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427046"/>
                                        </p:tgtEl>
                                        <p:attrNameLst>
                                          <p:attrName>style.visibility</p:attrName>
                                        </p:attrNameLst>
                                      </p:cBhvr>
                                      <p:to>
                                        <p:strVal val="visible"/>
                                      </p:to>
                                    </p:set>
                                    <p:anim calcmode="lin" valueType="num">
                                      <p:cBhvr additive="base">
                                        <p:cTn id="62" dur="500" fill="hold"/>
                                        <p:tgtEl>
                                          <p:spTgt spid="427046"/>
                                        </p:tgtEl>
                                        <p:attrNameLst>
                                          <p:attrName>ppt_x</p:attrName>
                                        </p:attrNameLst>
                                      </p:cBhvr>
                                      <p:tavLst>
                                        <p:tav tm="0">
                                          <p:val>
                                            <p:strVal val="#ppt_x"/>
                                          </p:val>
                                        </p:tav>
                                        <p:tav tm="100000">
                                          <p:val>
                                            <p:strVal val="#ppt_x"/>
                                          </p:val>
                                        </p:tav>
                                      </p:tavLst>
                                    </p:anim>
                                    <p:anim calcmode="lin" valueType="num">
                                      <p:cBhvr additive="base">
                                        <p:cTn id="63" dur="500" fill="hold"/>
                                        <p:tgtEl>
                                          <p:spTgt spid="427046"/>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26" grpId="0" autoUpdateAnimBg="0"/>
      <p:bldP spid="427027" grpId="0" autoUpdateAnimBg="0"/>
      <p:bldP spid="427046" grpId="0" autoUpdateAnimBg="0"/>
      <p:bldP spid="427047" grpId="0" autoUpdateAnimBg="0"/>
      <p:bldP spid="427048" grpId="0" autoUpdateAnimBg="0"/>
      <p:bldP spid="427053" grpId="0" build="p" autoUpdateAnimBg="0"/>
      <p:bldP spid="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1108" name="Group 4"/>
          <p:cNvGrpSpPr>
            <a:grpSpLocks/>
          </p:cNvGrpSpPr>
          <p:nvPr/>
        </p:nvGrpSpPr>
        <p:grpSpPr bwMode="auto">
          <a:xfrm>
            <a:off x="1795463" y="3992563"/>
            <a:ext cx="1060450" cy="1101725"/>
            <a:chOff x="798" y="2265"/>
            <a:chExt cx="820" cy="806"/>
          </a:xfrm>
        </p:grpSpPr>
        <p:sp>
          <p:nvSpPr>
            <p:cNvPr id="431109" name="Oval 5"/>
            <p:cNvSpPr>
              <a:spLocks noChangeArrowheads="1"/>
            </p:cNvSpPr>
            <p:nvPr/>
          </p:nvSpPr>
          <p:spPr bwMode="auto">
            <a:xfrm>
              <a:off x="798" y="2265"/>
              <a:ext cx="820" cy="806"/>
            </a:xfrm>
            <a:prstGeom prst="ellipse">
              <a:avLst/>
            </a:prstGeom>
            <a:noFill/>
            <a:ln w="38100">
              <a:solidFill>
                <a:schemeClr val="hlink"/>
              </a:solidFill>
              <a:round/>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10" name="Freeform 6"/>
            <p:cNvSpPr>
              <a:spLocks/>
            </p:cNvSpPr>
            <p:nvPr/>
          </p:nvSpPr>
          <p:spPr bwMode="auto">
            <a:xfrm>
              <a:off x="1419" y="2967"/>
              <a:ext cx="63" cy="48"/>
            </a:xfrm>
            <a:custGeom>
              <a:avLst/>
              <a:gdLst>
                <a:gd name="T0" fmla="*/ 63 w 63"/>
                <a:gd name="T1" fmla="*/ 0 h 48"/>
                <a:gd name="T2" fmla="*/ 0 w 63"/>
                <a:gd name="T3" fmla="*/ 48 h 48"/>
              </a:gdLst>
              <a:ahLst/>
              <a:cxnLst>
                <a:cxn ang="0">
                  <a:pos x="T0" y="T1"/>
                </a:cxn>
                <a:cxn ang="0">
                  <a:pos x="T2" y="T3"/>
                </a:cxn>
              </a:cxnLst>
              <a:rect l="0" t="0" r="r" b="b"/>
              <a:pathLst>
                <a:path w="63" h="48">
                  <a:moveTo>
                    <a:pt x="63" y="0"/>
                  </a:moveTo>
                  <a:lnTo>
                    <a:pt x="0" y="48"/>
                  </a:lnTo>
                </a:path>
              </a:pathLst>
            </a:custGeom>
            <a:noFill/>
            <a:ln w="38100" cmpd="sng">
              <a:solidFill>
                <a:schemeClr val="hlink"/>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431111" name="Text Box 7"/>
          <p:cNvSpPr txBox="1">
            <a:spLocks noChangeArrowheads="1"/>
          </p:cNvSpPr>
          <p:nvPr/>
        </p:nvSpPr>
        <p:spPr bwMode="auto">
          <a:xfrm>
            <a:off x="1258888" y="2492375"/>
            <a:ext cx="5626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选定一个绕行方向：顺时针或逆时针。</a:t>
            </a:r>
          </a:p>
        </p:txBody>
      </p:sp>
      <p:sp>
        <p:nvSpPr>
          <p:cNvPr id="431112" name="Text Box 8"/>
          <p:cNvSpPr txBox="1">
            <a:spLocks noChangeArrowheads="1"/>
          </p:cNvSpPr>
          <p:nvPr/>
        </p:nvSpPr>
        <p:spPr bwMode="auto">
          <a:xfrm>
            <a:off x="4097186" y="5445424"/>
            <a:ext cx="44958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dirty="0">
                <a:solidFill>
                  <a:schemeClr val="tx2"/>
                </a:solidFill>
                <a:latin typeface="Times New Roman" panose="02020603050405020304" pitchFamily="18" charset="0"/>
                <a:sym typeface="Symbol" panose="05050102010706020507" pitchFamily="18" charset="2"/>
              </a:rPr>
              <a:t>–</a:t>
            </a:r>
            <a:r>
              <a:rPr kumimoji="1" lang="en-US" altLang="zh-CN" sz="2400" b="1" i="1" dirty="0">
                <a:solidFill>
                  <a:schemeClr val="tx2"/>
                </a:solidFill>
                <a:latin typeface="Times New Roman" panose="02020603050405020304" pitchFamily="18" charset="0"/>
                <a:sym typeface="Symbol" panose="05050102010706020507" pitchFamily="18" charset="2"/>
              </a:rPr>
              <a:t>R</a:t>
            </a:r>
            <a:r>
              <a:rPr kumimoji="1" lang="en-US" altLang="zh-CN" sz="2400" b="1" baseline="-25000" dirty="0">
                <a:solidFill>
                  <a:schemeClr val="tx2"/>
                </a:solidFill>
                <a:latin typeface="Times New Roman" panose="02020603050405020304" pitchFamily="18" charset="0"/>
                <a:sym typeface="Symbol" panose="05050102010706020507" pitchFamily="18" charset="2"/>
              </a:rPr>
              <a:t>1</a:t>
            </a:r>
            <a:r>
              <a:rPr kumimoji="1" lang="en-US" altLang="zh-CN" sz="2400" b="1" i="1" dirty="0">
                <a:solidFill>
                  <a:schemeClr val="tx2"/>
                </a:solidFill>
                <a:latin typeface="Times New Roman" panose="02020603050405020304" pitchFamily="18" charset="0"/>
                <a:sym typeface="Symbol" panose="05050102010706020507" pitchFamily="18" charset="2"/>
              </a:rPr>
              <a:t>I</a:t>
            </a:r>
            <a:r>
              <a:rPr kumimoji="1" lang="en-US" altLang="zh-CN" sz="2400" b="1" baseline="-25000" dirty="0">
                <a:solidFill>
                  <a:schemeClr val="tx2"/>
                </a:solidFill>
                <a:latin typeface="Times New Roman" panose="02020603050405020304" pitchFamily="18" charset="0"/>
                <a:sym typeface="Symbol" panose="05050102010706020507" pitchFamily="18" charset="2"/>
              </a:rPr>
              <a:t>1</a:t>
            </a:r>
            <a:r>
              <a:rPr kumimoji="1" lang="en-US" altLang="zh-CN" sz="2400" b="1" i="1" dirty="0">
                <a:solidFill>
                  <a:schemeClr val="tx2"/>
                </a:solidFill>
                <a:latin typeface="Times New Roman" panose="02020603050405020304" pitchFamily="18" charset="0"/>
                <a:sym typeface="Symbol" panose="05050102010706020507" pitchFamily="18" charset="2"/>
              </a:rPr>
              <a:t>–U</a:t>
            </a:r>
            <a:r>
              <a:rPr kumimoji="1" lang="en-US" altLang="zh-CN" sz="2400" b="1" baseline="-25000" dirty="0">
                <a:solidFill>
                  <a:schemeClr val="tx2"/>
                </a:solidFill>
                <a:latin typeface="Times New Roman" panose="02020603050405020304" pitchFamily="18" charset="0"/>
                <a:sym typeface="Symbol" panose="05050102010706020507" pitchFamily="18" charset="2"/>
              </a:rPr>
              <a:t>S1</a:t>
            </a:r>
            <a:r>
              <a:rPr kumimoji="1" lang="en-US" altLang="zh-CN" sz="2400" b="1" i="1" dirty="0">
                <a:solidFill>
                  <a:schemeClr val="tx2"/>
                </a:solidFill>
                <a:latin typeface="Times New Roman" panose="02020603050405020304" pitchFamily="18" charset="0"/>
                <a:sym typeface="Symbol" panose="05050102010706020507" pitchFamily="18" charset="2"/>
              </a:rPr>
              <a:t>+R</a:t>
            </a:r>
            <a:r>
              <a:rPr kumimoji="1" lang="en-US" altLang="zh-CN" sz="2400" b="1" baseline="-25000" dirty="0">
                <a:solidFill>
                  <a:schemeClr val="tx2"/>
                </a:solidFill>
                <a:latin typeface="Times New Roman" panose="02020603050405020304" pitchFamily="18" charset="0"/>
                <a:sym typeface="Symbol" panose="05050102010706020507" pitchFamily="18" charset="2"/>
              </a:rPr>
              <a:t>2</a:t>
            </a:r>
            <a:r>
              <a:rPr kumimoji="1" lang="en-US" altLang="zh-CN" sz="2400" b="1" i="1" dirty="0">
                <a:solidFill>
                  <a:schemeClr val="tx2"/>
                </a:solidFill>
                <a:latin typeface="Times New Roman" panose="02020603050405020304" pitchFamily="18" charset="0"/>
                <a:sym typeface="Symbol" panose="05050102010706020507" pitchFamily="18" charset="2"/>
              </a:rPr>
              <a:t>I</a:t>
            </a:r>
            <a:r>
              <a:rPr kumimoji="1" lang="en-US" altLang="zh-CN" sz="2400" b="1" baseline="-25000" dirty="0">
                <a:solidFill>
                  <a:schemeClr val="tx2"/>
                </a:solidFill>
                <a:latin typeface="Times New Roman" panose="02020603050405020304" pitchFamily="18" charset="0"/>
                <a:sym typeface="Symbol" panose="05050102010706020507" pitchFamily="18" charset="2"/>
              </a:rPr>
              <a:t>2</a:t>
            </a:r>
            <a:r>
              <a:rPr kumimoji="1" lang="en-US" altLang="zh-CN" sz="2400" b="1" i="1" dirty="0">
                <a:solidFill>
                  <a:schemeClr val="tx2"/>
                </a:solidFill>
                <a:latin typeface="Times New Roman" panose="02020603050405020304" pitchFamily="18" charset="0"/>
                <a:sym typeface="Symbol" panose="05050102010706020507" pitchFamily="18" charset="2"/>
              </a:rPr>
              <a:t>–R</a:t>
            </a:r>
            <a:r>
              <a:rPr kumimoji="1" lang="en-US" altLang="zh-CN" sz="2400" b="1" baseline="-25000" dirty="0">
                <a:solidFill>
                  <a:schemeClr val="tx2"/>
                </a:solidFill>
                <a:latin typeface="Times New Roman" panose="02020603050405020304" pitchFamily="18" charset="0"/>
                <a:sym typeface="Symbol" panose="05050102010706020507" pitchFamily="18" charset="2"/>
              </a:rPr>
              <a:t>3</a:t>
            </a:r>
            <a:r>
              <a:rPr kumimoji="1" lang="en-US" altLang="zh-CN" sz="2400" b="1" i="1" dirty="0">
                <a:solidFill>
                  <a:schemeClr val="tx2"/>
                </a:solidFill>
                <a:latin typeface="Times New Roman" panose="02020603050405020304" pitchFamily="18" charset="0"/>
                <a:sym typeface="Symbol" panose="05050102010706020507" pitchFamily="18" charset="2"/>
              </a:rPr>
              <a:t>I</a:t>
            </a:r>
            <a:r>
              <a:rPr kumimoji="1" lang="en-US" altLang="zh-CN" sz="2400" b="1" baseline="-25000" dirty="0">
                <a:solidFill>
                  <a:schemeClr val="tx2"/>
                </a:solidFill>
                <a:latin typeface="Times New Roman" panose="02020603050405020304" pitchFamily="18" charset="0"/>
                <a:sym typeface="Symbol" panose="05050102010706020507" pitchFamily="18" charset="2"/>
              </a:rPr>
              <a:t>3</a:t>
            </a:r>
            <a:r>
              <a:rPr kumimoji="1" lang="en-US" altLang="zh-CN" sz="2400" b="1" i="1" dirty="0">
                <a:solidFill>
                  <a:schemeClr val="tx2"/>
                </a:solidFill>
                <a:latin typeface="Times New Roman" panose="02020603050405020304" pitchFamily="18" charset="0"/>
                <a:sym typeface="Symbol" panose="05050102010706020507" pitchFamily="18" charset="2"/>
              </a:rPr>
              <a:t>+R</a:t>
            </a:r>
            <a:r>
              <a:rPr kumimoji="1" lang="en-US" altLang="zh-CN" sz="2400" b="1" baseline="-25000" dirty="0">
                <a:solidFill>
                  <a:schemeClr val="tx2"/>
                </a:solidFill>
                <a:latin typeface="Times New Roman" panose="02020603050405020304" pitchFamily="18" charset="0"/>
                <a:sym typeface="Symbol" panose="05050102010706020507" pitchFamily="18" charset="2"/>
              </a:rPr>
              <a:t>4</a:t>
            </a:r>
            <a:r>
              <a:rPr kumimoji="1" lang="en-US" altLang="zh-CN" sz="2400" b="1" i="1" dirty="0">
                <a:solidFill>
                  <a:schemeClr val="tx2"/>
                </a:solidFill>
                <a:latin typeface="Times New Roman" panose="02020603050405020304" pitchFamily="18" charset="0"/>
                <a:sym typeface="Symbol" panose="05050102010706020507" pitchFamily="18" charset="2"/>
              </a:rPr>
              <a:t>I</a:t>
            </a:r>
            <a:r>
              <a:rPr kumimoji="1" lang="en-US" altLang="zh-CN" sz="2400" b="1" baseline="-25000" dirty="0">
                <a:solidFill>
                  <a:schemeClr val="tx2"/>
                </a:solidFill>
                <a:latin typeface="Times New Roman" panose="02020603050405020304" pitchFamily="18" charset="0"/>
                <a:sym typeface="Symbol" panose="05050102010706020507" pitchFamily="18" charset="2"/>
              </a:rPr>
              <a:t>4</a:t>
            </a:r>
            <a:r>
              <a:rPr kumimoji="1" lang="en-US" altLang="zh-CN" sz="2400" b="1" i="1" dirty="0">
                <a:solidFill>
                  <a:schemeClr val="tx2"/>
                </a:solidFill>
                <a:latin typeface="Times New Roman" panose="02020603050405020304" pitchFamily="18" charset="0"/>
                <a:sym typeface="Symbol" panose="05050102010706020507" pitchFamily="18" charset="2"/>
              </a:rPr>
              <a:t>+U</a:t>
            </a:r>
            <a:r>
              <a:rPr kumimoji="1" lang="en-US" altLang="zh-CN" sz="2400" b="1" baseline="-25000" dirty="0">
                <a:solidFill>
                  <a:schemeClr val="tx2"/>
                </a:solidFill>
                <a:latin typeface="Times New Roman" panose="02020603050405020304" pitchFamily="18" charset="0"/>
                <a:sym typeface="Symbol" panose="05050102010706020507" pitchFamily="18" charset="2"/>
              </a:rPr>
              <a:t>S4</a:t>
            </a:r>
            <a:r>
              <a:rPr kumimoji="1" lang="en-US" altLang="zh-CN" sz="2400" b="1" i="1" dirty="0">
                <a:solidFill>
                  <a:schemeClr val="tx2"/>
                </a:solidFill>
                <a:latin typeface="Times New Roman" panose="02020603050405020304" pitchFamily="18" charset="0"/>
                <a:sym typeface="Symbol" panose="05050102010706020507" pitchFamily="18" charset="2"/>
              </a:rPr>
              <a:t>=</a:t>
            </a:r>
            <a:r>
              <a:rPr kumimoji="1" lang="en-US" altLang="zh-CN" sz="2400" b="1" dirty="0">
                <a:solidFill>
                  <a:schemeClr val="tx2"/>
                </a:solidFill>
                <a:latin typeface="Times New Roman" panose="02020603050405020304" pitchFamily="18" charset="0"/>
                <a:sym typeface="Symbol" panose="05050102010706020507" pitchFamily="18" charset="2"/>
              </a:rPr>
              <a:t>0</a:t>
            </a:r>
            <a:endParaRPr kumimoji="1" lang="en-US" altLang="zh-CN" sz="2400" b="1" i="1" dirty="0">
              <a:solidFill>
                <a:schemeClr val="tx2"/>
              </a:solidFill>
              <a:latin typeface="Times New Roman" panose="02020603050405020304" pitchFamily="18" charset="0"/>
              <a:sym typeface="Symbol" panose="05050102010706020507" pitchFamily="18" charset="2"/>
            </a:endParaRPr>
          </a:p>
        </p:txBody>
      </p:sp>
      <p:sp>
        <p:nvSpPr>
          <p:cNvPr id="431113" name="Rectangle 9"/>
          <p:cNvSpPr>
            <a:spLocks noChangeArrowheads="1"/>
          </p:cNvSpPr>
          <p:nvPr/>
        </p:nvSpPr>
        <p:spPr bwMode="auto">
          <a:xfrm>
            <a:off x="436563" y="2449513"/>
            <a:ext cx="49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zh-CN" altLang="en-US" sz="2400" b="1">
                <a:solidFill>
                  <a:srgbClr val="FF0000"/>
                </a:solidFill>
                <a:latin typeface="Times New Roman" panose="02020603050405020304" pitchFamily="18" charset="0"/>
                <a:sym typeface="Symbol" panose="05050102010706020507" pitchFamily="18" charset="2"/>
              </a:rPr>
              <a:t>例</a:t>
            </a:r>
          </a:p>
        </p:txBody>
      </p:sp>
      <p:graphicFrame>
        <p:nvGraphicFramePr>
          <p:cNvPr id="431114" name="Object 10"/>
          <p:cNvGraphicFramePr>
            <a:graphicFrameLocks noChangeAspect="1"/>
          </p:cNvGraphicFramePr>
          <p:nvPr/>
        </p:nvGraphicFramePr>
        <p:xfrm>
          <a:off x="7038975" y="2989263"/>
          <a:ext cx="1304925" cy="504825"/>
        </p:xfrm>
        <a:graphic>
          <a:graphicData uri="http://schemas.openxmlformats.org/presentationml/2006/ole">
            <mc:AlternateContent xmlns:mc="http://schemas.openxmlformats.org/markup-compatibility/2006">
              <mc:Choice xmlns:v="urn:schemas-microsoft-com:vml" Requires="v">
                <p:oleObj name="Equation" r:id="rId3" imgW="583920" imgH="253800" progId="Equation.3">
                  <p:embed/>
                </p:oleObj>
              </mc:Choice>
              <mc:Fallback>
                <p:oleObj name="Equation" r:id="rId3" imgW="583920" imgH="253800" progId="Equation.3">
                  <p:embed/>
                  <p:pic>
                    <p:nvPicPr>
                      <p:cNvPr id="431114"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8975" y="2989263"/>
                        <a:ext cx="1304925" cy="5048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115" name="Rectangle 11"/>
          <p:cNvSpPr>
            <a:spLocks noChangeArrowheads="1"/>
          </p:cNvSpPr>
          <p:nvPr/>
        </p:nvSpPr>
        <p:spPr bwMode="auto">
          <a:xfrm>
            <a:off x="4057650" y="3005138"/>
            <a:ext cx="29416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取顺时针方向绕行：</a:t>
            </a:r>
          </a:p>
        </p:txBody>
      </p:sp>
      <p:sp>
        <p:nvSpPr>
          <p:cNvPr id="431122" name="Text Box 18"/>
          <p:cNvSpPr txBox="1">
            <a:spLocks noChangeArrowheads="1"/>
          </p:cNvSpPr>
          <p:nvPr/>
        </p:nvSpPr>
        <p:spPr bwMode="auto">
          <a:xfrm>
            <a:off x="4129088" y="3605213"/>
            <a:ext cx="3560762"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pP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1</a:t>
            </a: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S1</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2</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3</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4</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S4</a:t>
            </a:r>
            <a:r>
              <a:rPr kumimoji="1" lang="en-US" altLang="zh-CN" sz="2400" b="1">
                <a:solidFill>
                  <a:srgbClr val="000000"/>
                </a:solidFill>
                <a:latin typeface="Times New Roman" panose="02020603050405020304" pitchFamily="18" charset="0"/>
                <a:sym typeface="Symbol" panose="05050102010706020507" pitchFamily="18" charset="2"/>
              </a:rPr>
              <a:t>=0</a:t>
            </a:r>
          </a:p>
          <a:p>
            <a:pPr eaLnBrk="0" hangingPunct="0">
              <a:spcBef>
                <a:spcPct val="50000"/>
              </a:spcBef>
            </a:pP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1</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2</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3</a:t>
            </a:r>
            <a:r>
              <a:rPr kumimoji="1" lang="en-US" altLang="zh-CN" sz="2400" b="1">
                <a:solidFill>
                  <a:srgbClr val="000000"/>
                </a:solidFill>
                <a:latin typeface="Times New Roman" panose="02020603050405020304" pitchFamily="18" charset="0"/>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4</a:t>
            </a:r>
            <a:r>
              <a:rPr kumimoji="1" lang="en-US" altLang="zh-CN" sz="2400" b="1">
                <a:solidFill>
                  <a:srgbClr val="000000"/>
                </a:solidFill>
                <a:latin typeface="Times New Roman" panose="02020603050405020304" pitchFamily="18" charset="0"/>
                <a:sym typeface="Symbol" panose="05050102010706020507" pitchFamily="18" charset="2"/>
              </a:rPr>
              <a:t>= </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S1</a:t>
            </a:r>
            <a:r>
              <a:rPr kumimoji="1" lang="en-US" altLang="zh-CN" sz="2400" b="1">
                <a:solidFill>
                  <a:srgbClr val="000000"/>
                </a:solidFill>
                <a:latin typeface="Times New Roman" panose="02020603050405020304" pitchFamily="18" charset="0"/>
                <a:sym typeface="Symbol" panose="05050102010706020507" pitchFamily="18" charset="2"/>
              </a:rPr>
              <a:t> </a:t>
            </a:r>
            <a:r>
              <a:rPr kumimoji="1" lang="en-US" altLang="zh-CN" sz="2400">
                <a:solidFill>
                  <a:srgbClr val="000000"/>
                </a:solidFill>
                <a:latin typeface="黑体" panose="02010609060101010101" pitchFamily="49" charset="-122"/>
                <a:ea typeface="黑体" panose="02010609060101010101" pitchFamily="49" charset="-122"/>
                <a:sym typeface="Symbol" panose="05050102010706020507" pitchFamily="18" charset="2"/>
              </a:rPr>
              <a:t>-</a:t>
            </a:r>
            <a:r>
              <a:rPr kumimoji="1" lang="en-US" altLang="zh-CN" sz="2400" b="1" i="1">
                <a:solidFill>
                  <a:srgbClr val="000000"/>
                </a:solidFill>
                <a:latin typeface="Times New Roman" panose="02020603050405020304" pitchFamily="18" charset="0"/>
                <a:sym typeface="Symbol" panose="05050102010706020507" pitchFamily="18" charset="2"/>
              </a:rPr>
              <a:t>U</a:t>
            </a:r>
            <a:r>
              <a:rPr kumimoji="1" lang="en-US" altLang="zh-CN" sz="1400" b="1">
                <a:solidFill>
                  <a:srgbClr val="000000"/>
                </a:solidFill>
                <a:latin typeface="Times New Roman" panose="02020603050405020304" pitchFamily="18" charset="0"/>
                <a:sym typeface="Symbol" panose="05050102010706020507" pitchFamily="18" charset="2"/>
              </a:rPr>
              <a:t>S4</a:t>
            </a:r>
            <a:r>
              <a:rPr kumimoji="1" lang="en-US" altLang="zh-CN" sz="2400" b="1">
                <a:solidFill>
                  <a:srgbClr val="000000"/>
                </a:solidFill>
                <a:latin typeface="Times New Roman" panose="02020603050405020304" pitchFamily="18" charset="0"/>
                <a:sym typeface="Symbol" panose="05050102010706020507" pitchFamily="18" charset="2"/>
              </a:rPr>
              <a:t> </a:t>
            </a:r>
          </a:p>
        </p:txBody>
      </p:sp>
      <p:grpSp>
        <p:nvGrpSpPr>
          <p:cNvPr id="431123" name="Group 19"/>
          <p:cNvGrpSpPr>
            <a:grpSpLocks/>
          </p:cNvGrpSpPr>
          <p:nvPr/>
        </p:nvGrpSpPr>
        <p:grpSpPr bwMode="auto">
          <a:xfrm>
            <a:off x="541338" y="2913063"/>
            <a:ext cx="3524250" cy="3260725"/>
            <a:chOff x="108" y="1548"/>
            <a:chExt cx="2220" cy="2054"/>
          </a:xfrm>
        </p:grpSpPr>
        <p:sp>
          <p:nvSpPr>
            <p:cNvPr id="431124" name="Oval 20"/>
            <p:cNvSpPr>
              <a:spLocks noChangeArrowheads="1"/>
            </p:cNvSpPr>
            <p:nvPr/>
          </p:nvSpPr>
          <p:spPr bwMode="auto">
            <a:xfrm>
              <a:off x="768" y="3086"/>
              <a:ext cx="288" cy="288"/>
            </a:xfrm>
            <a:prstGeom prst="ellipse">
              <a:avLst/>
            </a:prstGeom>
            <a:solidFill>
              <a:srgbClr val="33CC33"/>
            </a:solidFill>
            <a:ln w="317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25" name="Oval 21"/>
            <p:cNvSpPr>
              <a:spLocks noChangeArrowheads="1"/>
            </p:cNvSpPr>
            <p:nvPr/>
          </p:nvSpPr>
          <p:spPr bwMode="auto">
            <a:xfrm>
              <a:off x="456" y="2067"/>
              <a:ext cx="288" cy="288"/>
            </a:xfrm>
            <a:prstGeom prst="ellipse">
              <a:avLst/>
            </a:prstGeom>
            <a:solidFill>
              <a:srgbClr val="33CC33"/>
            </a:solidFill>
            <a:ln w="317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26" name="Line 22"/>
            <p:cNvSpPr>
              <a:spLocks noChangeShapeType="1"/>
            </p:cNvSpPr>
            <p:nvPr/>
          </p:nvSpPr>
          <p:spPr bwMode="auto">
            <a:xfrm>
              <a:off x="600" y="1922"/>
              <a:ext cx="124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27" name="Rectangle 23"/>
            <p:cNvSpPr>
              <a:spLocks noChangeArrowheads="1"/>
            </p:cNvSpPr>
            <p:nvPr/>
          </p:nvSpPr>
          <p:spPr bwMode="auto">
            <a:xfrm>
              <a:off x="1020" y="1838"/>
              <a:ext cx="384" cy="144"/>
            </a:xfrm>
            <a:prstGeom prst="rect">
              <a:avLst/>
            </a:prstGeom>
            <a:solidFill>
              <a:srgbClr val="33CC33"/>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28" name="Line 24"/>
            <p:cNvSpPr>
              <a:spLocks noChangeShapeType="1"/>
            </p:cNvSpPr>
            <p:nvPr/>
          </p:nvSpPr>
          <p:spPr bwMode="auto">
            <a:xfrm>
              <a:off x="600" y="1922"/>
              <a:ext cx="0" cy="130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29" name="Rectangle 25"/>
            <p:cNvSpPr>
              <a:spLocks noChangeArrowheads="1"/>
            </p:cNvSpPr>
            <p:nvPr/>
          </p:nvSpPr>
          <p:spPr bwMode="auto">
            <a:xfrm rot="-5400000">
              <a:off x="420" y="2667"/>
              <a:ext cx="384" cy="144"/>
            </a:xfrm>
            <a:prstGeom prst="rect">
              <a:avLst/>
            </a:prstGeom>
            <a:solidFill>
              <a:srgbClr val="33CC33"/>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0" name="Line 26"/>
            <p:cNvSpPr>
              <a:spLocks noChangeShapeType="1"/>
            </p:cNvSpPr>
            <p:nvPr/>
          </p:nvSpPr>
          <p:spPr bwMode="auto">
            <a:xfrm>
              <a:off x="600" y="3227"/>
              <a:ext cx="1248"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1" name="Rectangle 27"/>
            <p:cNvSpPr>
              <a:spLocks noChangeArrowheads="1"/>
            </p:cNvSpPr>
            <p:nvPr/>
          </p:nvSpPr>
          <p:spPr bwMode="auto">
            <a:xfrm>
              <a:off x="1368" y="3153"/>
              <a:ext cx="384" cy="144"/>
            </a:xfrm>
            <a:prstGeom prst="rect">
              <a:avLst/>
            </a:prstGeom>
            <a:solidFill>
              <a:srgbClr val="33CC33"/>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2" name="Line 28"/>
            <p:cNvSpPr>
              <a:spLocks noChangeShapeType="1"/>
            </p:cNvSpPr>
            <p:nvPr/>
          </p:nvSpPr>
          <p:spPr bwMode="auto">
            <a:xfrm>
              <a:off x="1848" y="1922"/>
              <a:ext cx="0" cy="1305"/>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3" name="Rectangle 29"/>
            <p:cNvSpPr>
              <a:spLocks noChangeArrowheads="1"/>
            </p:cNvSpPr>
            <p:nvPr/>
          </p:nvSpPr>
          <p:spPr bwMode="auto">
            <a:xfrm rot="-5400000">
              <a:off x="1656" y="2510"/>
              <a:ext cx="384" cy="144"/>
            </a:xfrm>
            <a:prstGeom prst="rect">
              <a:avLst/>
            </a:prstGeom>
            <a:solidFill>
              <a:srgbClr val="33CC33"/>
            </a:solidFill>
            <a:ln w="317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4" name="Line 30"/>
            <p:cNvSpPr>
              <a:spLocks noChangeShapeType="1"/>
            </p:cNvSpPr>
            <p:nvPr/>
          </p:nvSpPr>
          <p:spPr bwMode="auto">
            <a:xfrm>
              <a:off x="1848" y="3225"/>
              <a:ext cx="348" cy="23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35" name="Line 31"/>
            <p:cNvSpPr>
              <a:spLocks noChangeShapeType="1"/>
            </p:cNvSpPr>
            <p:nvPr/>
          </p:nvSpPr>
          <p:spPr bwMode="auto">
            <a:xfrm flipV="1">
              <a:off x="1836" y="1666"/>
              <a:ext cx="420" cy="257"/>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6" name="Line 32"/>
            <p:cNvSpPr>
              <a:spLocks noChangeShapeType="1"/>
            </p:cNvSpPr>
            <p:nvPr/>
          </p:nvSpPr>
          <p:spPr bwMode="auto">
            <a:xfrm flipH="1">
              <a:off x="252" y="3225"/>
              <a:ext cx="336" cy="209"/>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7" name="Line 33"/>
            <p:cNvSpPr>
              <a:spLocks noChangeShapeType="1"/>
            </p:cNvSpPr>
            <p:nvPr/>
          </p:nvSpPr>
          <p:spPr bwMode="auto">
            <a:xfrm>
              <a:off x="252" y="1635"/>
              <a:ext cx="348" cy="2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1138" name="Line 34"/>
            <p:cNvSpPr>
              <a:spLocks noChangeShapeType="1"/>
            </p:cNvSpPr>
            <p:nvPr/>
          </p:nvSpPr>
          <p:spPr bwMode="auto">
            <a:xfrm>
              <a:off x="600" y="2948"/>
              <a:ext cx="0" cy="271"/>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39" name="Line 35"/>
            <p:cNvSpPr>
              <a:spLocks noChangeShapeType="1"/>
            </p:cNvSpPr>
            <p:nvPr/>
          </p:nvSpPr>
          <p:spPr bwMode="auto">
            <a:xfrm flipH="1" flipV="1">
              <a:off x="1128" y="3225"/>
              <a:ext cx="240" cy="2"/>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40" name="Line 36"/>
            <p:cNvSpPr>
              <a:spLocks noChangeShapeType="1"/>
            </p:cNvSpPr>
            <p:nvPr/>
          </p:nvSpPr>
          <p:spPr bwMode="auto">
            <a:xfrm>
              <a:off x="1560" y="1922"/>
              <a:ext cx="192" cy="0"/>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41" name="Line 37"/>
            <p:cNvSpPr>
              <a:spLocks noChangeShapeType="1"/>
            </p:cNvSpPr>
            <p:nvPr/>
          </p:nvSpPr>
          <p:spPr bwMode="auto">
            <a:xfrm flipV="1">
              <a:off x="1848" y="2882"/>
              <a:ext cx="0" cy="271"/>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1142" name="Text Box 38"/>
            <p:cNvSpPr txBox="1">
              <a:spLocks noChangeArrowheads="1"/>
            </p:cNvSpPr>
            <p:nvPr/>
          </p:nvSpPr>
          <p:spPr bwMode="auto">
            <a:xfrm>
              <a:off x="300" y="2931"/>
              <a:ext cx="3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43" name="Text Box 39"/>
            <p:cNvSpPr txBox="1">
              <a:spLocks noChangeArrowheads="1"/>
            </p:cNvSpPr>
            <p:nvPr/>
          </p:nvSpPr>
          <p:spPr bwMode="auto">
            <a:xfrm>
              <a:off x="252" y="1887"/>
              <a:ext cx="2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31144" name="Text Box 40"/>
            <p:cNvSpPr txBox="1">
              <a:spLocks noChangeArrowheads="1"/>
            </p:cNvSpPr>
            <p:nvPr/>
          </p:nvSpPr>
          <p:spPr bwMode="auto">
            <a:xfrm>
              <a:off x="108" y="2079"/>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45" name="Text Box 41"/>
            <p:cNvSpPr txBox="1">
              <a:spLocks noChangeArrowheads="1"/>
            </p:cNvSpPr>
            <p:nvPr/>
          </p:nvSpPr>
          <p:spPr bwMode="auto">
            <a:xfrm>
              <a:off x="120" y="2595"/>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baseline="-25000">
                  <a:solidFill>
                    <a:schemeClr val="tx2"/>
                  </a:solidFill>
                  <a:latin typeface="Times New Roman" panose="02020603050405020304" pitchFamily="18" charset="0"/>
                  <a:sym typeface="Symbol" panose="05050102010706020507" pitchFamily="18" charset="2"/>
                </a:rPr>
                <a:t>1</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46" name="Text Box 42"/>
            <p:cNvSpPr txBox="1">
              <a:spLocks noChangeArrowheads="1"/>
            </p:cNvSpPr>
            <p:nvPr/>
          </p:nvSpPr>
          <p:spPr bwMode="auto">
            <a:xfrm>
              <a:off x="984" y="2931"/>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4</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431147" name="Text Box 43"/>
            <p:cNvSpPr txBox="1">
              <a:spLocks noChangeArrowheads="1"/>
            </p:cNvSpPr>
            <p:nvPr/>
          </p:nvSpPr>
          <p:spPr bwMode="auto">
            <a:xfrm>
              <a:off x="552" y="3218"/>
              <a:ext cx="1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31148" name="Text Box 44"/>
            <p:cNvSpPr txBox="1">
              <a:spLocks noChangeArrowheads="1"/>
            </p:cNvSpPr>
            <p:nvPr/>
          </p:nvSpPr>
          <p:spPr bwMode="auto">
            <a:xfrm>
              <a:off x="936" y="3314"/>
              <a:ext cx="3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431149" name="Text Box 45"/>
            <p:cNvSpPr txBox="1">
              <a:spLocks noChangeArrowheads="1"/>
            </p:cNvSpPr>
            <p:nvPr/>
          </p:nvSpPr>
          <p:spPr bwMode="auto">
            <a:xfrm>
              <a:off x="696" y="3314"/>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U</a:t>
              </a:r>
              <a:r>
                <a:rPr kumimoji="1" lang="en-US" altLang="zh-CN" sz="2400" b="1" baseline="-25000">
                  <a:solidFill>
                    <a:schemeClr val="tx2"/>
                  </a:solidFill>
                  <a:latin typeface="Times New Roman" panose="02020603050405020304" pitchFamily="18" charset="0"/>
                  <a:sym typeface="Symbol" panose="05050102010706020507" pitchFamily="18" charset="2"/>
                </a:rPr>
                <a:t>S4</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50" name="Text Box 46"/>
            <p:cNvSpPr txBox="1">
              <a:spLocks noChangeArrowheads="1"/>
            </p:cNvSpPr>
            <p:nvPr/>
          </p:nvSpPr>
          <p:spPr bwMode="auto">
            <a:xfrm>
              <a:off x="1404" y="3267"/>
              <a:ext cx="3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baseline="-25000">
                  <a:solidFill>
                    <a:schemeClr val="tx2"/>
                  </a:solidFill>
                  <a:latin typeface="Times New Roman" panose="02020603050405020304" pitchFamily="18" charset="0"/>
                  <a:sym typeface="Symbol" panose="05050102010706020507" pitchFamily="18" charset="2"/>
                </a:rPr>
                <a:t>4</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431151" name="Text Box 47"/>
            <p:cNvSpPr txBox="1">
              <a:spLocks noChangeArrowheads="1"/>
            </p:cNvSpPr>
            <p:nvPr/>
          </p:nvSpPr>
          <p:spPr bwMode="auto">
            <a:xfrm>
              <a:off x="1824" y="2864"/>
              <a:ext cx="36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3</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52" name="Text Box 48"/>
            <p:cNvSpPr txBox="1">
              <a:spLocks noChangeArrowheads="1"/>
            </p:cNvSpPr>
            <p:nvPr/>
          </p:nvSpPr>
          <p:spPr bwMode="auto">
            <a:xfrm>
              <a:off x="1896" y="2450"/>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baseline="-25000">
                  <a:solidFill>
                    <a:schemeClr val="tx2"/>
                  </a:solidFill>
                  <a:latin typeface="Times New Roman" panose="02020603050405020304" pitchFamily="18" charset="0"/>
                  <a:sym typeface="Symbol" panose="05050102010706020507" pitchFamily="18" charset="2"/>
                </a:rPr>
                <a:t>3</a:t>
              </a:r>
              <a:endParaRPr kumimoji="1" lang="en-US" altLang="zh-CN" sz="2400" b="1">
                <a:solidFill>
                  <a:schemeClr val="tx2"/>
                </a:solidFill>
                <a:latin typeface="Times New Roman" panose="02020603050405020304" pitchFamily="18" charset="0"/>
                <a:sym typeface="Symbol" panose="05050102010706020507" pitchFamily="18" charset="2"/>
              </a:endParaRPr>
            </a:p>
          </p:txBody>
        </p:sp>
        <p:sp>
          <p:nvSpPr>
            <p:cNvPr id="431153" name="Text Box 49"/>
            <p:cNvSpPr txBox="1">
              <a:spLocks noChangeArrowheads="1"/>
            </p:cNvSpPr>
            <p:nvPr/>
          </p:nvSpPr>
          <p:spPr bwMode="auto">
            <a:xfrm>
              <a:off x="1020" y="1548"/>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R</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431154" name="Text Box 50"/>
            <p:cNvSpPr txBox="1">
              <a:spLocks noChangeArrowheads="1"/>
            </p:cNvSpPr>
            <p:nvPr/>
          </p:nvSpPr>
          <p:spPr bwMode="auto">
            <a:xfrm>
              <a:off x="1560" y="1601"/>
              <a:ext cx="3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I</a:t>
              </a:r>
              <a:r>
                <a:rPr kumimoji="1" lang="en-US" altLang="zh-CN" sz="2400" b="1" baseline="-25000">
                  <a:solidFill>
                    <a:schemeClr val="tx2"/>
                  </a:solidFill>
                  <a:latin typeface="Times New Roman" panose="02020603050405020304" pitchFamily="18" charset="0"/>
                  <a:sym typeface="Symbol" panose="05050102010706020507" pitchFamily="18" charset="2"/>
                </a:rPr>
                <a:t>2</a:t>
              </a:r>
              <a:endParaRPr kumimoji="1" lang="en-US" altLang="zh-CN" sz="2400" b="1" i="1">
                <a:solidFill>
                  <a:schemeClr val="tx2"/>
                </a:solidFill>
                <a:latin typeface="Times New Roman" panose="02020603050405020304" pitchFamily="18" charset="0"/>
                <a:sym typeface="Symbol" panose="05050102010706020507" pitchFamily="18" charset="2"/>
              </a:endParaRPr>
            </a:p>
          </p:txBody>
        </p:sp>
        <p:sp>
          <p:nvSpPr>
            <p:cNvPr id="431155" name="Text Box 51"/>
            <p:cNvSpPr txBox="1">
              <a:spLocks noChangeArrowheads="1"/>
            </p:cNvSpPr>
            <p:nvPr/>
          </p:nvSpPr>
          <p:spPr bwMode="auto">
            <a:xfrm>
              <a:off x="228" y="2162"/>
              <a:ext cx="2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endParaRPr kumimoji="1" lang="zh-CN" altLang="zh-CN" sz="2400" b="1">
                <a:solidFill>
                  <a:schemeClr val="tx2"/>
                </a:solidFill>
                <a:latin typeface="Times New Roman" panose="02020603050405020304" pitchFamily="18" charset="0"/>
                <a:sym typeface="Symbol" panose="05050102010706020507" pitchFamily="18" charset="2"/>
              </a:endParaRPr>
            </a:p>
          </p:txBody>
        </p:sp>
        <p:sp>
          <p:nvSpPr>
            <p:cNvPr id="431156" name="Text Box 52"/>
            <p:cNvSpPr txBox="1">
              <a:spLocks noChangeArrowheads="1"/>
            </p:cNvSpPr>
            <p:nvPr/>
          </p:nvSpPr>
          <p:spPr bwMode="auto">
            <a:xfrm>
              <a:off x="252" y="2211"/>
              <a:ext cx="1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431157" name="Text Box 53"/>
            <p:cNvSpPr txBox="1">
              <a:spLocks noChangeArrowheads="1"/>
            </p:cNvSpPr>
            <p:nvPr/>
          </p:nvSpPr>
          <p:spPr bwMode="auto">
            <a:xfrm>
              <a:off x="1465" y="2499"/>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1400" b="1">
                  <a:solidFill>
                    <a:srgbClr val="FF0000"/>
                  </a:solidFill>
                  <a:latin typeface="Times New Roman" panose="02020603050405020304" pitchFamily="18" charset="0"/>
                  <a:sym typeface="Symbol" panose="05050102010706020507" pitchFamily="18" charset="2"/>
                </a:rPr>
                <a:t>3</a:t>
              </a:r>
              <a:endParaRPr kumimoji="1" lang="en-US" altLang="zh-CN" sz="2400" b="1" i="1">
                <a:solidFill>
                  <a:srgbClr val="FF0000"/>
                </a:solidFill>
                <a:latin typeface="Times New Roman" panose="02020603050405020304" pitchFamily="18" charset="0"/>
                <a:sym typeface="Symbol" panose="05050102010706020507" pitchFamily="18" charset="2"/>
              </a:endParaRPr>
            </a:p>
          </p:txBody>
        </p:sp>
        <p:sp>
          <p:nvSpPr>
            <p:cNvPr id="431158" name="Text Box 54"/>
            <p:cNvSpPr txBox="1">
              <a:spLocks noChangeArrowheads="1"/>
            </p:cNvSpPr>
            <p:nvPr/>
          </p:nvSpPr>
          <p:spPr bwMode="auto">
            <a:xfrm>
              <a:off x="637" y="2631"/>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1400" b="1">
                  <a:solidFill>
                    <a:srgbClr val="FF0000"/>
                  </a:solidFill>
                  <a:latin typeface="Times New Roman" panose="02020603050405020304" pitchFamily="18" charset="0"/>
                  <a:sym typeface="Symbol" panose="05050102010706020507" pitchFamily="18" charset="2"/>
                </a:rPr>
                <a:t>1</a:t>
              </a:r>
              <a:endParaRPr kumimoji="1" lang="en-US" altLang="zh-CN" sz="2400" b="1" i="1">
                <a:solidFill>
                  <a:srgbClr val="FF0000"/>
                </a:solidFill>
                <a:latin typeface="Times New Roman" panose="02020603050405020304" pitchFamily="18" charset="0"/>
                <a:sym typeface="Symbol" panose="05050102010706020507" pitchFamily="18" charset="2"/>
              </a:endParaRPr>
            </a:p>
          </p:txBody>
        </p:sp>
        <p:sp>
          <p:nvSpPr>
            <p:cNvPr id="431159" name="Text Box 55"/>
            <p:cNvSpPr txBox="1">
              <a:spLocks noChangeArrowheads="1"/>
            </p:cNvSpPr>
            <p:nvPr/>
          </p:nvSpPr>
          <p:spPr bwMode="auto">
            <a:xfrm>
              <a:off x="1037" y="1931"/>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1400" b="1">
                  <a:solidFill>
                    <a:srgbClr val="FF0000"/>
                  </a:solidFill>
                  <a:latin typeface="Times New Roman" panose="02020603050405020304" pitchFamily="18" charset="0"/>
                  <a:sym typeface="Symbol" panose="05050102010706020507" pitchFamily="18" charset="2"/>
                </a:rPr>
                <a:t>2</a:t>
              </a:r>
              <a:endParaRPr kumimoji="1" lang="en-US" altLang="zh-CN" sz="2400" b="1" i="1">
                <a:solidFill>
                  <a:srgbClr val="FF0000"/>
                </a:solidFill>
                <a:latin typeface="Times New Roman" panose="02020603050405020304" pitchFamily="18" charset="0"/>
                <a:sym typeface="Symbol" panose="05050102010706020507" pitchFamily="18" charset="2"/>
              </a:endParaRPr>
            </a:p>
          </p:txBody>
        </p:sp>
        <p:sp>
          <p:nvSpPr>
            <p:cNvPr id="431160" name="Text Box 56"/>
            <p:cNvSpPr txBox="1">
              <a:spLocks noChangeArrowheads="1"/>
            </p:cNvSpPr>
            <p:nvPr/>
          </p:nvSpPr>
          <p:spPr bwMode="auto">
            <a:xfrm>
              <a:off x="1381" y="2895"/>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1400" b="1">
                  <a:solidFill>
                    <a:srgbClr val="FF0000"/>
                  </a:solidFill>
                  <a:latin typeface="Times New Roman" panose="02020603050405020304" pitchFamily="18" charset="0"/>
                  <a:sym typeface="Symbol" panose="05050102010706020507" pitchFamily="18" charset="2"/>
                </a:rPr>
                <a:t>4</a:t>
              </a:r>
              <a:endParaRPr kumimoji="1" lang="en-US" altLang="zh-CN" sz="2400" b="1" i="1">
                <a:solidFill>
                  <a:srgbClr val="FF0000"/>
                </a:solidFill>
                <a:latin typeface="Times New Roman" panose="02020603050405020304" pitchFamily="18" charset="0"/>
                <a:sym typeface="Symbol" panose="05050102010706020507" pitchFamily="18" charset="2"/>
              </a:endParaRPr>
            </a:p>
          </p:txBody>
        </p:sp>
        <p:sp>
          <p:nvSpPr>
            <p:cNvPr id="431161" name="Text Box 57"/>
            <p:cNvSpPr txBox="1">
              <a:spLocks noChangeArrowheads="1"/>
            </p:cNvSpPr>
            <p:nvPr/>
          </p:nvSpPr>
          <p:spPr bwMode="auto">
            <a:xfrm>
              <a:off x="838" y="1893"/>
              <a:ext cx="22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Times New Roman" panose="02020603050405020304" pitchFamily="18" charset="0"/>
                  <a:sym typeface="Symbol" panose="05050102010706020507" pitchFamily="18" charset="2"/>
                </a:rPr>
                <a:t>+</a:t>
              </a:r>
            </a:p>
          </p:txBody>
        </p:sp>
        <p:sp>
          <p:nvSpPr>
            <p:cNvPr id="431162" name="Text Box 58"/>
            <p:cNvSpPr txBox="1">
              <a:spLocks noChangeArrowheads="1"/>
            </p:cNvSpPr>
            <p:nvPr/>
          </p:nvSpPr>
          <p:spPr bwMode="auto">
            <a:xfrm>
              <a:off x="1342" y="1893"/>
              <a:ext cx="213"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sp>
          <p:nvSpPr>
            <p:cNvPr id="431163" name="Text Box 59"/>
            <p:cNvSpPr txBox="1">
              <a:spLocks noChangeArrowheads="1"/>
            </p:cNvSpPr>
            <p:nvPr/>
          </p:nvSpPr>
          <p:spPr bwMode="auto">
            <a:xfrm>
              <a:off x="670" y="2421"/>
              <a:ext cx="22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Times New Roman" panose="02020603050405020304" pitchFamily="18" charset="0"/>
                  <a:sym typeface="Symbol" panose="05050102010706020507" pitchFamily="18" charset="2"/>
                </a:rPr>
                <a:t>+</a:t>
              </a:r>
            </a:p>
          </p:txBody>
        </p:sp>
        <p:sp>
          <p:nvSpPr>
            <p:cNvPr id="431164" name="Text Box 60"/>
            <p:cNvSpPr txBox="1">
              <a:spLocks noChangeArrowheads="1"/>
            </p:cNvSpPr>
            <p:nvPr/>
          </p:nvSpPr>
          <p:spPr bwMode="auto">
            <a:xfrm>
              <a:off x="678" y="2757"/>
              <a:ext cx="213"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sp>
          <p:nvSpPr>
            <p:cNvPr id="431165" name="Text Box 61"/>
            <p:cNvSpPr txBox="1">
              <a:spLocks noChangeArrowheads="1"/>
            </p:cNvSpPr>
            <p:nvPr/>
          </p:nvSpPr>
          <p:spPr bwMode="auto">
            <a:xfrm>
              <a:off x="1558" y="2301"/>
              <a:ext cx="22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Times New Roman" panose="02020603050405020304" pitchFamily="18" charset="0"/>
                  <a:sym typeface="Symbol" panose="05050102010706020507" pitchFamily="18" charset="2"/>
                </a:rPr>
                <a:t>+</a:t>
              </a:r>
            </a:p>
          </p:txBody>
        </p:sp>
        <p:sp>
          <p:nvSpPr>
            <p:cNvPr id="431166" name="Text Box 62"/>
            <p:cNvSpPr txBox="1">
              <a:spLocks noChangeArrowheads="1"/>
            </p:cNvSpPr>
            <p:nvPr/>
          </p:nvSpPr>
          <p:spPr bwMode="auto">
            <a:xfrm>
              <a:off x="1566" y="2613"/>
              <a:ext cx="213"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sp>
          <p:nvSpPr>
            <p:cNvPr id="431167" name="Text Box 63"/>
            <p:cNvSpPr txBox="1">
              <a:spLocks noChangeArrowheads="1"/>
            </p:cNvSpPr>
            <p:nvPr/>
          </p:nvSpPr>
          <p:spPr bwMode="auto">
            <a:xfrm>
              <a:off x="1582" y="2901"/>
              <a:ext cx="225"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Times New Roman" panose="02020603050405020304" pitchFamily="18" charset="0"/>
                  <a:sym typeface="Symbol" panose="05050102010706020507" pitchFamily="18" charset="2"/>
                </a:rPr>
                <a:t>+</a:t>
              </a:r>
            </a:p>
          </p:txBody>
        </p:sp>
        <p:sp>
          <p:nvSpPr>
            <p:cNvPr id="431168" name="Text Box 64"/>
            <p:cNvSpPr txBox="1">
              <a:spLocks noChangeArrowheads="1"/>
            </p:cNvSpPr>
            <p:nvPr/>
          </p:nvSpPr>
          <p:spPr bwMode="auto">
            <a:xfrm>
              <a:off x="1246" y="2885"/>
              <a:ext cx="213" cy="2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2400" b="1">
                  <a:solidFill>
                    <a:srgbClr val="FF0000"/>
                  </a:solidFill>
                  <a:latin typeface="黑体" panose="02010609060101010101" pitchFamily="49" charset="-122"/>
                  <a:ea typeface="黑体" panose="02010609060101010101" pitchFamily="49" charset="-122"/>
                  <a:sym typeface="Symbol" panose="05050102010706020507" pitchFamily="18" charset="2"/>
                </a:rPr>
                <a:t>-</a:t>
              </a:r>
            </a:p>
          </p:txBody>
        </p:sp>
      </p:grpSp>
      <p:graphicFrame>
        <p:nvGraphicFramePr>
          <p:cNvPr id="431169" name="Object 65"/>
          <p:cNvGraphicFramePr>
            <a:graphicFrameLocks noChangeAspect="1"/>
          </p:cNvGraphicFramePr>
          <p:nvPr/>
        </p:nvGraphicFramePr>
        <p:xfrm>
          <a:off x="3527425" y="1808163"/>
          <a:ext cx="1549400" cy="552450"/>
        </p:xfrm>
        <a:graphic>
          <a:graphicData uri="http://schemas.openxmlformats.org/presentationml/2006/ole">
            <mc:AlternateContent xmlns:mc="http://schemas.openxmlformats.org/markup-compatibility/2006">
              <mc:Choice xmlns:v="urn:schemas-microsoft-com:vml" Requires="v">
                <p:oleObj name="Equation" r:id="rId5" imgW="711000" imgH="253800" progId="Equation.3">
                  <p:embed/>
                </p:oleObj>
              </mc:Choice>
              <mc:Fallback>
                <p:oleObj name="Equation" r:id="rId5" imgW="711000" imgH="253800" progId="Equation.3">
                  <p:embed/>
                  <p:pic>
                    <p:nvPicPr>
                      <p:cNvPr id="431169" name="Object 6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7425" y="1808163"/>
                        <a:ext cx="1549400" cy="55245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170" name="Rectangle 66"/>
          <p:cNvSpPr>
            <a:spLocks noChangeArrowheads="1"/>
          </p:cNvSpPr>
          <p:nvPr/>
        </p:nvSpPr>
        <p:spPr bwMode="auto">
          <a:xfrm>
            <a:off x="34925" y="188913"/>
            <a:ext cx="9109075" cy="184467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120000"/>
              </a:lnSpc>
            </a:pPr>
            <a:r>
              <a:rPr kumimoji="1" lang="zh-CN" altLang="en-US" sz="2400" b="1" dirty="0">
                <a:solidFill>
                  <a:srgbClr val="CC0099"/>
                </a:solidFill>
                <a:latin typeface="宋体" panose="02010600030101010101" pitchFamily="2" charset="-122"/>
                <a:sym typeface="Symbol" panose="05050102010706020507" pitchFamily="18" charset="2"/>
              </a:rPr>
              <a:t>三、基尔霍夫电压定律（</a:t>
            </a:r>
            <a:r>
              <a:rPr kumimoji="1" lang="en-US" altLang="zh-CN" sz="2400" b="1" dirty="0">
                <a:solidFill>
                  <a:srgbClr val="CC0099"/>
                </a:solidFill>
                <a:latin typeface="Times New Roman" panose="02020603050405020304" pitchFamily="18" charset="0"/>
                <a:sym typeface="Symbol" panose="05050102010706020507" pitchFamily="18" charset="2"/>
              </a:rPr>
              <a:t>KVL</a:t>
            </a:r>
            <a:r>
              <a:rPr kumimoji="1" lang="zh-CN" altLang="en-US" sz="2400" b="1" dirty="0">
                <a:solidFill>
                  <a:srgbClr val="CC0099"/>
                </a:solidFill>
                <a:latin typeface="宋体" panose="02010600030101010101" pitchFamily="2" charset="-122"/>
                <a:sym typeface="Symbol" panose="05050102010706020507" pitchFamily="18" charset="2"/>
              </a:rPr>
              <a:t>）</a:t>
            </a:r>
          </a:p>
          <a:p>
            <a:pPr algn="just" eaLnBrk="0" hangingPunct="0">
              <a:lnSpc>
                <a:spcPct val="120000"/>
              </a:lnSpc>
            </a:pPr>
            <a:r>
              <a:rPr kumimoji="1" lang="zh-CN" altLang="en-US" sz="2400" b="1" dirty="0">
                <a:solidFill>
                  <a:srgbClr val="CC0099"/>
                </a:solidFill>
                <a:latin typeface="宋体" panose="02010600030101010101" pitchFamily="2" charset="-122"/>
                <a:sym typeface="Symbol" panose="05050102010706020507" pitchFamily="18" charset="2"/>
              </a:rPr>
              <a:t>    </a:t>
            </a:r>
            <a:r>
              <a:rPr kumimoji="1" lang="zh-CN" altLang="en-US" sz="2400" b="1" dirty="0">
                <a:latin typeface="宋体" panose="02010600030101010101" pitchFamily="2" charset="-122"/>
                <a:sym typeface="Symbol" panose="05050102010706020507" pitchFamily="18" charset="2"/>
              </a:rPr>
              <a:t>在任何集中</a:t>
            </a:r>
            <a:r>
              <a:rPr kumimoji="1" lang="zh-CN" altLang="zh-CN" sz="2400" b="1" dirty="0">
                <a:latin typeface="宋体" panose="02010600030101010101" pitchFamily="2" charset="-122"/>
                <a:sym typeface="Symbol" panose="05050102010706020507" pitchFamily="18" charset="2"/>
              </a:rPr>
              <a:t>参数（</a:t>
            </a:r>
            <a:r>
              <a:rPr kumimoji="1" lang="en-US" altLang="zh-CN" sz="2400" b="1" i="1" dirty="0">
                <a:latin typeface="Times New Roman" panose="02020603050405020304" pitchFamily="18" charset="0"/>
                <a:sym typeface="Symbol" panose="05050102010706020507" pitchFamily="18" charset="2"/>
              </a:rPr>
              <a:t>lumped parameter</a:t>
            </a:r>
            <a:r>
              <a:rPr kumimoji="1" lang="zh-CN" altLang="en-US" sz="2400" b="1" dirty="0">
                <a:latin typeface="宋体" panose="02010600030101010101" pitchFamily="2" charset="-122"/>
                <a:sym typeface="Symbol" panose="05050102010706020507" pitchFamily="18" charset="2"/>
              </a:rPr>
              <a:t>）</a:t>
            </a:r>
            <a:r>
              <a:rPr kumimoji="1" lang="zh-CN" altLang="zh-CN" sz="2400" b="1" dirty="0">
                <a:latin typeface="宋体" panose="02010600030101010101" pitchFamily="2" charset="-122"/>
                <a:sym typeface="Symbol" panose="05050102010706020507" pitchFamily="18" charset="2"/>
              </a:rPr>
              <a:t>电路中，在任一时刻，</a:t>
            </a:r>
            <a:r>
              <a:rPr kumimoji="1" lang="zh-CN" altLang="en-US" sz="2400" b="1" dirty="0">
                <a:latin typeface="宋体" panose="02010600030101010101" pitchFamily="2" charset="-122"/>
                <a:sym typeface="Symbol" panose="05050102010706020507" pitchFamily="18" charset="2"/>
              </a:rPr>
              <a:t>沿任一闭合路径（按固定绕向</a:t>
            </a:r>
            <a:r>
              <a:rPr kumimoji="1" lang="en-US" altLang="zh-CN" sz="2400" b="1" dirty="0">
                <a:latin typeface="宋体" panose="02010600030101010101" pitchFamily="2" charset="-122"/>
                <a:sym typeface="Symbol" panose="05050102010706020507" pitchFamily="18" charset="2"/>
              </a:rPr>
              <a:t>)</a:t>
            </a:r>
            <a:r>
              <a:rPr kumimoji="1" lang="zh-CN" altLang="en-US" sz="2400" b="1" dirty="0">
                <a:latin typeface="宋体" panose="02010600030101010101" pitchFamily="2" charset="-122"/>
                <a:sym typeface="Symbol" panose="05050102010706020507" pitchFamily="18" charset="2"/>
              </a:rPr>
              <a:t>，各支路电压的代数和为零</a:t>
            </a:r>
            <a:r>
              <a:rPr kumimoji="1" lang="zh-CN" altLang="zh-CN" sz="2400" b="1" dirty="0">
                <a:latin typeface="宋体" panose="02010600030101010101" pitchFamily="2" charset="-122"/>
                <a:sym typeface="Symbol" panose="05050102010706020507" pitchFamily="18" charset="2"/>
              </a:rPr>
              <a:t>。 </a:t>
            </a:r>
            <a:endParaRPr kumimoji="1" lang="zh-CN" altLang="en-US" sz="2400" b="1" dirty="0">
              <a:latin typeface="宋体" panose="02010600030101010101" pitchFamily="2" charset="-122"/>
              <a:sym typeface="Symbol" panose="05050102010706020507" pitchFamily="18" charset="2"/>
            </a:endParaRPr>
          </a:p>
          <a:p>
            <a:pPr algn="just" eaLnBrk="0" hangingPunct="0">
              <a:lnSpc>
                <a:spcPct val="120000"/>
              </a:lnSpc>
            </a:pPr>
            <a:r>
              <a:rPr kumimoji="1" lang="zh-CN" altLang="zh-CN" sz="2400" b="1" dirty="0">
                <a:latin typeface="宋体" panose="02010600030101010101" pitchFamily="2" charset="-122"/>
                <a:sym typeface="Symbol" panose="05050102010706020507" pitchFamily="18" charset="2"/>
              </a:rPr>
              <a:t>即</a:t>
            </a:r>
            <a:endParaRPr kumimoji="1" lang="zh-CN" altLang="en-US" sz="2400" b="1" dirty="0">
              <a:latin typeface="宋体" panose="02010600030101010101" pitchFamily="2" charset="-122"/>
              <a:sym typeface="Symbol" panose="05050102010706020507" pitchFamily="18" charset="2"/>
            </a:endParaRPr>
          </a:p>
        </p:txBody>
      </p:sp>
      <p:grpSp>
        <p:nvGrpSpPr>
          <p:cNvPr id="431177" name="Group 73"/>
          <p:cNvGrpSpPr>
            <a:grpSpLocks/>
          </p:cNvGrpSpPr>
          <p:nvPr/>
        </p:nvGrpSpPr>
        <p:grpSpPr bwMode="auto">
          <a:xfrm>
            <a:off x="4248150" y="4581525"/>
            <a:ext cx="3211513" cy="808038"/>
            <a:chOff x="2761" y="2712"/>
            <a:chExt cx="2087" cy="566"/>
          </a:xfrm>
        </p:grpSpPr>
        <p:sp>
          <p:nvSpPr>
            <p:cNvPr id="431178" name="Text Box 74"/>
            <p:cNvSpPr txBox="1">
              <a:spLocks noChangeArrowheads="1"/>
            </p:cNvSpPr>
            <p:nvPr/>
          </p:nvSpPr>
          <p:spPr bwMode="auto">
            <a:xfrm>
              <a:off x="2966" y="3000"/>
              <a:ext cx="918"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000" b="1">
                  <a:solidFill>
                    <a:schemeClr val="tx2"/>
                  </a:solidFill>
                  <a:latin typeface="Times New Roman" panose="02020603050405020304" pitchFamily="18" charset="0"/>
                  <a:sym typeface="Symbol" panose="05050102010706020507" pitchFamily="18" charset="2"/>
                </a:rPr>
                <a:t>电阻压降</a:t>
              </a:r>
            </a:p>
          </p:txBody>
        </p:sp>
        <p:sp>
          <p:nvSpPr>
            <p:cNvPr id="431179" name="Text Box 75"/>
            <p:cNvSpPr txBox="1">
              <a:spLocks noChangeArrowheads="1"/>
            </p:cNvSpPr>
            <p:nvPr/>
          </p:nvSpPr>
          <p:spPr bwMode="auto">
            <a:xfrm>
              <a:off x="3884" y="2975"/>
              <a:ext cx="964"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000" b="1">
                  <a:solidFill>
                    <a:schemeClr val="tx2"/>
                  </a:solidFill>
                  <a:latin typeface="Times New Roman" panose="02020603050405020304" pitchFamily="18" charset="0"/>
                  <a:sym typeface="Symbol" panose="05050102010706020507" pitchFamily="18" charset="2"/>
                </a:rPr>
                <a:t>电源压升</a:t>
              </a:r>
            </a:p>
          </p:txBody>
        </p:sp>
        <p:graphicFrame>
          <p:nvGraphicFramePr>
            <p:cNvPr id="431180" name="Object 76"/>
            <p:cNvGraphicFramePr>
              <a:graphicFrameLocks noChangeAspect="1"/>
            </p:cNvGraphicFramePr>
            <p:nvPr/>
          </p:nvGraphicFramePr>
          <p:xfrm>
            <a:off x="2761" y="2712"/>
            <a:ext cx="1682" cy="302"/>
          </p:xfrm>
          <a:graphic>
            <a:graphicData uri="http://schemas.openxmlformats.org/presentationml/2006/ole">
              <mc:AlternateContent xmlns:mc="http://schemas.openxmlformats.org/markup-compatibility/2006">
                <mc:Choice xmlns:v="urn:schemas-microsoft-com:vml" Requires="v">
                  <p:oleObj name="Equation" r:id="rId7" imgW="1257120" imgH="253800" progId="Equation.3">
                    <p:embed/>
                  </p:oleObj>
                </mc:Choice>
                <mc:Fallback>
                  <p:oleObj name="Equation" r:id="rId7" imgW="1257120" imgH="253800" progId="Equation.3">
                    <p:embed/>
                    <p:pic>
                      <p:nvPicPr>
                        <p:cNvPr id="431180" name="Object 7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61" y="2712"/>
                          <a:ext cx="1682"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 name="object 90"/>
          <p:cNvSpPr txBox="1"/>
          <p:nvPr/>
        </p:nvSpPr>
        <p:spPr>
          <a:xfrm>
            <a:off x="4214262" y="6189792"/>
            <a:ext cx="3923431" cy="388938"/>
          </a:xfrm>
          <a:prstGeom prst="rect">
            <a:avLst/>
          </a:prstGeom>
        </p:spPr>
        <p:txBody>
          <a:bodyPr vert="horz" wrap="square" lIns="0" tIns="0" rIns="0" bIns="0" rtlCol="0">
            <a:noAutofit/>
          </a:bodyPr>
          <a:lstStyle/>
          <a:p>
            <a:pPr marR="63500">
              <a:lnSpc>
                <a:spcPct val="100000"/>
              </a:lnSpc>
            </a:pPr>
            <a:r>
              <a:rPr sz="2000" b="1" dirty="0" err="1">
                <a:solidFill>
                  <a:srgbClr val="FF0000"/>
                </a:solidFill>
                <a:latin typeface="Adobe 黑体 Std R"/>
                <a:cs typeface="Adobe 黑体 Std R"/>
              </a:rPr>
              <a:t>独立</a:t>
            </a:r>
            <a:r>
              <a:rPr sz="2000" b="1" spc="-95" dirty="0" err="1">
                <a:solidFill>
                  <a:srgbClr val="FF0000"/>
                </a:solidFill>
                <a:latin typeface="Arial"/>
                <a:cs typeface="Arial"/>
              </a:rPr>
              <a:t>KV</a:t>
            </a:r>
            <a:r>
              <a:rPr sz="2000" b="1" spc="-85" dirty="0" err="1">
                <a:solidFill>
                  <a:srgbClr val="FF0000"/>
                </a:solidFill>
                <a:latin typeface="Arial"/>
                <a:cs typeface="Arial"/>
              </a:rPr>
              <a:t>L</a:t>
            </a:r>
            <a:r>
              <a:rPr sz="2000" b="1" spc="0" dirty="0" err="1">
                <a:solidFill>
                  <a:srgbClr val="FF0000"/>
                </a:solidFill>
                <a:latin typeface="Adobe 黑体 Std R"/>
                <a:cs typeface="Adobe 黑体 Std R"/>
              </a:rPr>
              <a:t>方程数</a:t>
            </a:r>
            <a:r>
              <a:rPr sz="2000" b="1" spc="30" dirty="0">
                <a:solidFill>
                  <a:srgbClr val="FF0000"/>
                </a:solidFill>
                <a:latin typeface="Adobe 黑体 Std R"/>
                <a:cs typeface="Adobe 黑体 Std R"/>
              </a:rPr>
              <a:t> </a:t>
            </a:r>
            <a:r>
              <a:rPr sz="2000" b="1" spc="35" dirty="0">
                <a:solidFill>
                  <a:srgbClr val="FF0000"/>
                </a:solidFill>
                <a:latin typeface="Arial"/>
                <a:cs typeface="Arial"/>
              </a:rPr>
              <a:t>=</a:t>
            </a:r>
            <a:r>
              <a:rPr sz="2000" b="1" spc="-70" dirty="0">
                <a:solidFill>
                  <a:srgbClr val="FF0000"/>
                </a:solidFill>
                <a:latin typeface="Arial"/>
                <a:cs typeface="Arial"/>
              </a:rPr>
              <a:t> </a:t>
            </a:r>
            <a:r>
              <a:rPr sz="2000" b="1" spc="0" dirty="0" err="1">
                <a:solidFill>
                  <a:srgbClr val="FF0000"/>
                </a:solidFill>
                <a:latin typeface="Adobe 黑体 Std R"/>
                <a:cs typeface="Adobe 黑体 Std R"/>
              </a:rPr>
              <a:t>网孔数</a:t>
            </a:r>
            <a:r>
              <a:rPr lang="en-US" altLang="zh-CN" sz="2000" b="1" spc="0" dirty="0">
                <a:solidFill>
                  <a:srgbClr val="FF0000"/>
                </a:solidFill>
                <a:latin typeface="Adobe 黑体 Std R"/>
                <a:cs typeface="Adobe 黑体 Std R"/>
              </a:rPr>
              <a:t>=b-n+1</a:t>
            </a:r>
            <a:endParaRPr sz="2000" b="1" dirty="0">
              <a:solidFill>
                <a:srgbClr val="FF0000"/>
              </a:solidFill>
              <a:latin typeface="Adobe 黑体 Std R"/>
              <a:cs typeface="Adobe 黑体 Std R"/>
            </a:endParaRPr>
          </a:p>
        </p:txBody>
      </p:sp>
    </p:spTree>
    <p:extLst>
      <p:ext uri="{BB962C8B-B14F-4D97-AF65-F5344CB8AC3E}">
        <p14:creationId xmlns:p14="http://schemas.microsoft.com/office/powerpoint/2010/main" val="1745089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1170">
                                            <p:txEl>
                                              <p:pRg st="0" end="0"/>
                                            </p:txEl>
                                          </p:spTgt>
                                        </p:tgtEl>
                                        <p:attrNameLst>
                                          <p:attrName>style.visibility</p:attrName>
                                        </p:attrNameLst>
                                      </p:cBhvr>
                                      <p:to>
                                        <p:strVal val="visible"/>
                                      </p:to>
                                    </p:set>
                                    <p:animEffect transition="in" filter="wipe(left)">
                                      <p:cBhvr>
                                        <p:cTn id="7" dur="500"/>
                                        <p:tgtEl>
                                          <p:spTgt spid="43117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31170">
                                            <p:txEl>
                                              <p:pRg st="1" end="1"/>
                                            </p:txEl>
                                          </p:spTgt>
                                        </p:tgtEl>
                                        <p:attrNameLst>
                                          <p:attrName>style.visibility</p:attrName>
                                        </p:attrNameLst>
                                      </p:cBhvr>
                                      <p:to>
                                        <p:strVal val="visible"/>
                                      </p:to>
                                    </p:set>
                                    <p:animEffect transition="in" filter="wipe(left)">
                                      <p:cBhvr>
                                        <p:cTn id="11" dur="500"/>
                                        <p:tgtEl>
                                          <p:spTgt spid="43117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31170">
                                            <p:txEl>
                                              <p:pRg st="2" end="2"/>
                                            </p:txEl>
                                          </p:spTgt>
                                        </p:tgtEl>
                                        <p:attrNameLst>
                                          <p:attrName>style.visibility</p:attrName>
                                        </p:attrNameLst>
                                      </p:cBhvr>
                                      <p:to>
                                        <p:strVal val="visible"/>
                                      </p:to>
                                    </p:set>
                                    <p:animEffect transition="in" filter="wipe(left)">
                                      <p:cBhvr>
                                        <p:cTn id="15" dur="500"/>
                                        <p:tgtEl>
                                          <p:spTgt spid="431170">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3" presetClass="entr" presetSubtype="272" fill="hold" nodeType="clickEffect">
                                  <p:stCondLst>
                                    <p:cond delay="0"/>
                                  </p:stCondLst>
                                  <p:childTnLst>
                                    <p:set>
                                      <p:cBhvr>
                                        <p:cTn id="19" dur="1" fill="hold">
                                          <p:stCondLst>
                                            <p:cond delay="0"/>
                                          </p:stCondLst>
                                        </p:cTn>
                                        <p:tgtEl>
                                          <p:spTgt spid="431169"/>
                                        </p:tgtEl>
                                        <p:attrNameLst>
                                          <p:attrName>style.visibility</p:attrName>
                                        </p:attrNameLst>
                                      </p:cBhvr>
                                      <p:to>
                                        <p:strVal val="visible"/>
                                      </p:to>
                                    </p:set>
                                    <p:anim calcmode="lin" valueType="num">
                                      <p:cBhvr>
                                        <p:cTn id="20" dur="500" fill="hold"/>
                                        <p:tgtEl>
                                          <p:spTgt spid="431169"/>
                                        </p:tgtEl>
                                        <p:attrNameLst>
                                          <p:attrName>ppt_w</p:attrName>
                                        </p:attrNameLst>
                                      </p:cBhvr>
                                      <p:tavLst>
                                        <p:tav tm="0">
                                          <p:val>
                                            <p:strVal val="2/3*#ppt_w"/>
                                          </p:val>
                                        </p:tav>
                                        <p:tav tm="100000">
                                          <p:val>
                                            <p:strVal val="#ppt_w"/>
                                          </p:val>
                                        </p:tav>
                                      </p:tavLst>
                                    </p:anim>
                                    <p:anim calcmode="lin" valueType="num">
                                      <p:cBhvr>
                                        <p:cTn id="21" dur="500" fill="hold"/>
                                        <p:tgtEl>
                                          <p:spTgt spid="431169"/>
                                        </p:tgtEl>
                                        <p:attrNameLst>
                                          <p:attrName>ppt_h</p:attrName>
                                        </p:attrNameLst>
                                      </p:cBhvr>
                                      <p:tavLst>
                                        <p:tav tm="0">
                                          <p:val>
                                            <p:strVal val="2/3*#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5" presetClass="entr" presetSubtype="0" fill="hold" grpId="0" nodeType="clickEffect">
                                  <p:stCondLst>
                                    <p:cond delay="0"/>
                                  </p:stCondLst>
                                  <p:childTnLst>
                                    <p:set>
                                      <p:cBhvr>
                                        <p:cTn id="25" dur="1" fill="hold">
                                          <p:stCondLst>
                                            <p:cond delay="0"/>
                                          </p:stCondLst>
                                        </p:cTn>
                                        <p:tgtEl>
                                          <p:spTgt spid="431113"/>
                                        </p:tgtEl>
                                        <p:attrNameLst>
                                          <p:attrName>style.visibility</p:attrName>
                                        </p:attrNameLst>
                                      </p:cBhvr>
                                      <p:to>
                                        <p:strVal val="visible"/>
                                      </p:to>
                                    </p:set>
                                    <p:anim calcmode="lin" valueType="num">
                                      <p:cBhvr>
                                        <p:cTn id="26" dur="1000" fill="hold"/>
                                        <p:tgtEl>
                                          <p:spTgt spid="431113"/>
                                        </p:tgtEl>
                                        <p:attrNameLst>
                                          <p:attrName>ppt_w</p:attrName>
                                        </p:attrNameLst>
                                      </p:cBhvr>
                                      <p:tavLst>
                                        <p:tav tm="0">
                                          <p:val>
                                            <p:fltVal val="0"/>
                                          </p:val>
                                        </p:tav>
                                        <p:tav tm="100000">
                                          <p:val>
                                            <p:strVal val="#ppt_w"/>
                                          </p:val>
                                        </p:tav>
                                      </p:tavLst>
                                    </p:anim>
                                    <p:anim calcmode="lin" valueType="num">
                                      <p:cBhvr>
                                        <p:cTn id="27" dur="1000" fill="hold"/>
                                        <p:tgtEl>
                                          <p:spTgt spid="431113"/>
                                        </p:tgtEl>
                                        <p:attrNameLst>
                                          <p:attrName>ppt_h</p:attrName>
                                        </p:attrNameLst>
                                      </p:cBhvr>
                                      <p:tavLst>
                                        <p:tav tm="0">
                                          <p:val>
                                            <p:fltVal val="0"/>
                                          </p:val>
                                        </p:tav>
                                        <p:tav tm="100000">
                                          <p:val>
                                            <p:strVal val="#ppt_h"/>
                                          </p:val>
                                        </p:tav>
                                      </p:tavLst>
                                    </p:anim>
                                    <p:anim calcmode="lin" valueType="num">
                                      <p:cBhvr>
                                        <p:cTn id="28" dur="1000" fill="hold"/>
                                        <p:tgtEl>
                                          <p:spTgt spid="431113"/>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43111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431123"/>
                                        </p:tgtEl>
                                        <p:attrNameLst>
                                          <p:attrName>style.visibility</p:attrName>
                                        </p:attrNameLst>
                                      </p:cBhvr>
                                      <p:to>
                                        <p:strVal val="visible"/>
                                      </p:to>
                                    </p:set>
                                    <p:animEffect transition="in" filter="wipe(left)">
                                      <p:cBhvr>
                                        <p:cTn id="34" dur="500"/>
                                        <p:tgtEl>
                                          <p:spTgt spid="431123"/>
                                        </p:tgtEl>
                                      </p:cBhvr>
                                    </p:animEffect>
                                  </p:childTnLst>
                                </p:cTn>
                              </p:par>
                            </p:childTnLst>
                          </p:cTn>
                        </p:par>
                        <p:par>
                          <p:cTn id="35" fill="hold" nodeType="afterGroup">
                            <p:stCondLst>
                              <p:cond delay="500"/>
                            </p:stCondLst>
                            <p:childTnLst>
                              <p:par>
                                <p:cTn id="36" presetID="23" presetClass="entr" presetSubtype="16" fill="hold" nodeType="afterEffect">
                                  <p:stCondLst>
                                    <p:cond delay="0"/>
                                  </p:stCondLst>
                                  <p:childTnLst>
                                    <p:set>
                                      <p:cBhvr>
                                        <p:cTn id="37" dur="1" fill="hold">
                                          <p:stCondLst>
                                            <p:cond delay="0"/>
                                          </p:stCondLst>
                                        </p:cTn>
                                        <p:tgtEl>
                                          <p:spTgt spid="431108"/>
                                        </p:tgtEl>
                                        <p:attrNameLst>
                                          <p:attrName>style.visibility</p:attrName>
                                        </p:attrNameLst>
                                      </p:cBhvr>
                                      <p:to>
                                        <p:strVal val="visible"/>
                                      </p:to>
                                    </p:set>
                                    <p:anim calcmode="lin" valueType="num">
                                      <p:cBhvr>
                                        <p:cTn id="38" dur="500" fill="hold"/>
                                        <p:tgtEl>
                                          <p:spTgt spid="431108"/>
                                        </p:tgtEl>
                                        <p:attrNameLst>
                                          <p:attrName>ppt_w</p:attrName>
                                        </p:attrNameLst>
                                      </p:cBhvr>
                                      <p:tavLst>
                                        <p:tav tm="0">
                                          <p:val>
                                            <p:fltVal val="0"/>
                                          </p:val>
                                        </p:tav>
                                        <p:tav tm="100000">
                                          <p:val>
                                            <p:strVal val="#ppt_w"/>
                                          </p:val>
                                        </p:tav>
                                      </p:tavLst>
                                    </p:anim>
                                    <p:anim calcmode="lin" valueType="num">
                                      <p:cBhvr>
                                        <p:cTn id="39" dur="500" fill="hold"/>
                                        <p:tgtEl>
                                          <p:spTgt spid="431108"/>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31111">
                                            <p:txEl>
                                              <p:pRg st="0" end="0"/>
                                            </p:txEl>
                                          </p:spTgt>
                                        </p:tgtEl>
                                        <p:attrNameLst>
                                          <p:attrName>style.visibility</p:attrName>
                                        </p:attrNameLst>
                                      </p:cBhvr>
                                      <p:to>
                                        <p:strVal val="visible"/>
                                      </p:to>
                                    </p:set>
                                    <p:animEffect transition="in" filter="wipe(left)">
                                      <p:cBhvr>
                                        <p:cTn id="44" dur="500"/>
                                        <p:tgtEl>
                                          <p:spTgt spid="431111">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31115">
                                            <p:txEl>
                                              <p:pRg st="0" end="0"/>
                                            </p:txEl>
                                          </p:spTgt>
                                        </p:tgtEl>
                                        <p:attrNameLst>
                                          <p:attrName>style.visibility</p:attrName>
                                        </p:attrNameLst>
                                      </p:cBhvr>
                                      <p:to>
                                        <p:strVal val="visible"/>
                                      </p:to>
                                    </p:set>
                                    <p:animEffect transition="in" filter="wipe(left)">
                                      <p:cBhvr>
                                        <p:cTn id="49" dur="500"/>
                                        <p:tgtEl>
                                          <p:spTgt spid="431115">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31114"/>
                                        </p:tgtEl>
                                        <p:attrNameLst>
                                          <p:attrName>style.visibility</p:attrName>
                                        </p:attrNameLst>
                                      </p:cBhvr>
                                      <p:to>
                                        <p:strVal val="visible"/>
                                      </p:to>
                                    </p:set>
                                    <p:animEffect transition="in" filter="wipe(left)">
                                      <p:cBhvr>
                                        <p:cTn id="54" dur="500"/>
                                        <p:tgtEl>
                                          <p:spTgt spid="43111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431122"/>
                                        </p:tgtEl>
                                        <p:attrNameLst>
                                          <p:attrName>style.visibility</p:attrName>
                                        </p:attrNameLst>
                                      </p:cBhvr>
                                      <p:to>
                                        <p:strVal val="visible"/>
                                      </p:to>
                                    </p:set>
                                    <p:animEffect transition="in" filter="dissolve">
                                      <p:cBhvr>
                                        <p:cTn id="59" dur="500"/>
                                        <p:tgtEl>
                                          <p:spTgt spid="43112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31177"/>
                                        </p:tgtEl>
                                        <p:attrNameLst>
                                          <p:attrName>style.visibility</p:attrName>
                                        </p:attrNameLst>
                                      </p:cBhvr>
                                      <p:to>
                                        <p:strVal val="visible"/>
                                      </p:to>
                                    </p:set>
                                    <p:animEffect transition="in" filter="wipe(left)">
                                      <p:cBhvr>
                                        <p:cTn id="64" dur="500"/>
                                        <p:tgtEl>
                                          <p:spTgt spid="431177"/>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37" fill="hold" grpId="0" nodeType="clickEffect">
                                  <p:stCondLst>
                                    <p:cond delay="0"/>
                                  </p:stCondLst>
                                  <p:childTnLst>
                                    <p:set>
                                      <p:cBhvr>
                                        <p:cTn id="68" dur="1" fill="hold">
                                          <p:stCondLst>
                                            <p:cond delay="0"/>
                                          </p:stCondLst>
                                        </p:cTn>
                                        <p:tgtEl>
                                          <p:spTgt spid="431112"/>
                                        </p:tgtEl>
                                        <p:attrNameLst>
                                          <p:attrName>style.visibility</p:attrName>
                                        </p:attrNameLst>
                                      </p:cBhvr>
                                      <p:to>
                                        <p:strVal val="visible"/>
                                      </p:to>
                                    </p:set>
                                    <p:animEffect transition="in" filter="barn(outVertical)">
                                      <p:cBhvr>
                                        <p:cTn id="69" dur="500"/>
                                        <p:tgtEl>
                                          <p:spTgt spid="431112"/>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11" grpId="0" build="p" autoUpdateAnimBg="0"/>
      <p:bldP spid="431112" grpId="0" autoUpdateAnimBg="0"/>
      <p:bldP spid="431113" grpId="0" autoUpdateAnimBg="0"/>
      <p:bldP spid="431115" grpId="0" build="p" autoUpdateAnimBg="0"/>
      <p:bldP spid="431122" grpId="0" autoUpdateAnimBg="0"/>
      <p:bldP spid="431170" grpId="0" build="p" autoUpdateAnimBg="0" advAuto="0"/>
      <p:bldP spid="6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1E04E5BE-6359-43D2-AF8A-6ED07F4239D3}" type="datetime1">
              <a:rPr lang="zh-CN" altLang="en-US"/>
              <a:pPr>
                <a:defRPr/>
              </a:pPr>
              <a:t>2024/8/17</a:t>
            </a:fld>
            <a:endParaRPr lang="en-US" altLang="zh-CN"/>
          </a:p>
        </p:txBody>
      </p:sp>
      <p:sp>
        <p:nvSpPr>
          <p:cNvPr id="12" name="页脚占位符 4"/>
          <p:cNvSpPr>
            <a:spLocks noGrp="1"/>
          </p:cNvSpPr>
          <p:nvPr>
            <p:ph type="ftr" sz="quarter" idx="11"/>
          </p:nvPr>
        </p:nvSpPr>
        <p:spPr/>
        <p:txBody>
          <a:bodyPr/>
          <a:lstStyle/>
          <a:p>
            <a:pPr>
              <a:defRPr/>
            </a:pPr>
            <a:r>
              <a:rPr lang="zh-CN" altLang="en-US"/>
              <a:t>电路理论</a:t>
            </a:r>
            <a:endParaRPr lang="en-US" altLang="zh-CN"/>
          </a:p>
        </p:txBody>
      </p:sp>
      <p:sp>
        <p:nvSpPr>
          <p:cNvPr id="13" name="灯片编号占位符 5"/>
          <p:cNvSpPr>
            <a:spLocks noGrp="1"/>
          </p:cNvSpPr>
          <p:nvPr>
            <p:ph type="sldNum" sz="quarter" idx="12"/>
          </p:nvPr>
        </p:nvSpPr>
        <p:spPr/>
        <p:txBody>
          <a:bodyPr/>
          <a:lstStyle/>
          <a:p>
            <a:pPr>
              <a:defRPr/>
            </a:pPr>
            <a:fld id="{275AA626-B7E3-4BE6-A14D-E3A6D8717B94}" type="slidenum">
              <a:rPr lang="en-US" altLang="zh-CN"/>
              <a:pPr>
                <a:defRPr/>
              </a:pPr>
              <a:t>13</a:t>
            </a:fld>
            <a:endParaRPr lang="en-US" altLang="zh-CN"/>
          </a:p>
        </p:txBody>
      </p:sp>
      <p:sp>
        <p:nvSpPr>
          <p:cNvPr id="26629" name="Rectangle 2"/>
          <p:cNvSpPr>
            <a:spLocks noChangeArrowheads="1"/>
          </p:cNvSpPr>
          <p:nvPr/>
        </p:nvSpPr>
        <p:spPr bwMode="auto">
          <a:xfrm>
            <a:off x="381000" y="811213"/>
            <a:ext cx="8583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r>
              <a:rPr lang="zh-CN" altLang="en-US" dirty="0">
                <a:solidFill>
                  <a:srgbClr val="CC3300"/>
                </a:solidFill>
                <a:ea typeface="隶书" panose="02010509060101010101" pitchFamily="49" charset="-122"/>
              </a:rPr>
              <a:t>例</a:t>
            </a:r>
            <a:r>
              <a:rPr lang="en-US" altLang="zh-CN" dirty="0">
                <a:solidFill>
                  <a:srgbClr val="CC3300"/>
                </a:solidFill>
                <a:ea typeface="隶书" panose="02010509060101010101" pitchFamily="49" charset="-122"/>
              </a:rPr>
              <a:t>13.</a:t>
            </a:r>
            <a:r>
              <a:rPr lang="zh-CN" altLang="en-US" dirty="0">
                <a:solidFill>
                  <a:srgbClr val="CC3300"/>
                </a:solidFill>
                <a:ea typeface="隶书" panose="02010509060101010101" pitchFamily="49" charset="-122"/>
              </a:rPr>
              <a:t>计算独立电源的功率。</a:t>
            </a:r>
          </a:p>
        </p:txBody>
      </p:sp>
      <p:graphicFrame>
        <p:nvGraphicFramePr>
          <p:cNvPr id="267267" name="Object 3"/>
          <p:cNvGraphicFramePr>
            <a:graphicFrameLocks noChangeAspect="1"/>
          </p:cNvGraphicFramePr>
          <p:nvPr/>
        </p:nvGraphicFramePr>
        <p:xfrm>
          <a:off x="622300" y="1384300"/>
          <a:ext cx="2008188" cy="431800"/>
        </p:xfrm>
        <a:graphic>
          <a:graphicData uri="http://schemas.openxmlformats.org/presentationml/2006/ole">
            <mc:AlternateContent xmlns:mc="http://schemas.openxmlformats.org/markup-compatibility/2006">
              <mc:Choice xmlns:v="urn:schemas-microsoft-com:vml" Requires="v">
                <p:oleObj name="Equation" r:id="rId2" imgW="1002865" imgH="215806" progId="Equation.3">
                  <p:embed/>
                </p:oleObj>
              </mc:Choice>
              <mc:Fallback>
                <p:oleObj name="Equation" r:id="rId2" imgW="1002865" imgH="215806" progId="Equation.3">
                  <p:embed/>
                  <p:pic>
                    <p:nvPicPr>
                      <p:cNvPr id="26726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00" y="1384300"/>
                        <a:ext cx="200818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268" name="Object 4"/>
          <p:cNvGraphicFramePr>
            <a:graphicFrameLocks noChangeAspect="1"/>
          </p:cNvGraphicFramePr>
          <p:nvPr/>
        </p:nvGraphicFramePr>
        <p:xfrm>
          <a:off x="631825" y="2146300"/>
          <a:ext cx="2568575" cy="914400"/>
        </p:xfrm>
        <a:graphic>
          <a:graphicData uri="http://schemas.openxmlformats.org/presentationml/2006/ole">
            <mc:AlternateContent xmlns:mc="http://schemas.openxmlformats.org/markup-compatibility/2006">
              <mc:Choice xmlns:v="urn:schemas-microsoft-com:vml" Requires="v">
                <p:oleObj name="Equation" r:id="rId4" imgW="1282700" imgH="457200" progId="Equation.3">
                  <p:embed/>
                </p:oleObj>
              </mc:Choice>
              <mc:Fallback>
                <p:oleObj name="Equation" r:id="rId4" imgW="1282700" imgH="457200" progId="Equation.3">
                  <p:embed/>
                  <p:pic>
                    <p:nvPicPr>
                      <p:cNvPr id="26726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825" y="2146300"/>
                        <a:ext cx="25685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269" name="Object 5"/>
          <p:cNvGraphicFramePr>
            <a:graphicFrameLocks noChangeAspect="1"/>
          </p:cNvGraphicFramePr>
          <p:nvPr/>
        </p:nvGraphicFramePr>
        <p:xfrm>
          <a:off x="685800" y="3187700"/>
          <a:ext cx="3633788" cy="787400"/>
        </p:xfrm>
        <a:graphic>
          <a:graphicData uri="http://schemas.openxmlformats.org/presentationml/2006/ole">
            <mc:AlternateContent xmlns:mc="http://schemas.openxmlformats.org/markup-compatibility/2006">
              <mc:Choice xmlns:v="urn:schemas-microsoft-com:vml" Requires="v">
                <p:oleObj name="Equation" r:id="rId6" imgW="1815312" imgH="393529" progId="Equation.3">
                  <p:embed/>
                </p:oleObj>
              </mc:Choice>
              <mc:Fallback>
                <p:oleObj name="Equation" r:id="rId6" imgW="1815312" imgH="393529" progId="Equation.3">
                  <p:embed/>
                  <p:pic>
                    <p:nvPicPr>
                      <p:cNvPr id="26726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3187700"/>
                        <a:ext cx="3633788" cy="787400"/>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3" name="Object 6"/>
          <p:cNvGraphicFramePr>
            <a:graphicFrameLocks noChangeAspect="1"/>
          </p:cNvGraphicFramePr>
          <p:nvPr/>
        </p:nvGraphicFramePr>
        <p:xfrm>
          <a:off x="4800600" y="1371600"/>
          <a:ext cx="3757613" cy="2141538"/>
        </p:xfrm>
        <a:graphic>
          <a:graphicData uri="http://schemas.openxmlformats.org/presentationml/2006/ole">
            <mc:AlternateContent xmlns:mc="http://schemas.openxmlformats.org/markup-compatibility/2006">
              <mc:Choice xmlns:v="urn:schemas-microsoft-com:vml" Requires="v">
                <p:oleObj name="Visio" r:id="rId8" imgW="1906953" imgH="1098566" progId="Visio.Drawing.11">
                  <p:embed/>
                </p:oleObj>
              </mc:Choice>
              <mc:Fallback>
                <p:oleObj name="Visio" r:id="rId8" imgW="1906953" imgH="1098566" progId="Visio.Drawing.11">
                  <p:embed/>
                  <p:pic>
                    <p:nvPicPr>
                      <p:cNvPr id="26633"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0" y="1371600"/>
                        <a:ext cx="3757613" cy="214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271" name="Object 7"/>
          <p:cNvGraphicFramePr>
            <a:graphicFrameLocks noChangeAspect="1"/>
          </p:cNvGraphicFramePr>
          <p:nvPr/>
        </p:nvGraphicFramePr>
        <p:xfrm>
          <a:off x="4800600" y="1422400"/>
          <a:ext cx="3375025" cy="1487488"/>
        </p:xfrm>
        <a:graphic>
          <a:graphicData uri="http://schemas.openxmlformats.org/presentationml/2006/ole">
            <mc:AlternateContent xmlns:mc="http://schemas.openxmlformats.org/markup-compatibility/2006">
              <mc:Choice xmlns:v="urn:schemas-microsoft-com:vml" Requires="v">
                <p:oleObj name="Visio" r:id="rId10" imgW="1717929" imgH="774097" progId="Visio.Drawing.11">
                  <p:embed/>
                </p:oleObj>
              </mc:Choice>
              <mc:Fallback>
                <p:oleObj name="Visio" r:id="rId10" imgW="1717929" imgH="774097" progId="Visio.Drawing.11">
                  <p:embed/>
                  <p:pic>
                    <p:nvPicPr>
                      <p:cNvPr id="267271"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0600" y="1422400"/>
                        <a:ext cx="3375025" cy="148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272" name="Object 8"/>
          <p:cNvGraphicFramePr>
            <a:graphicFrameLocks noChangeAspect="1"/>
          </p:cNvGraphicFramePr>
          <p:nvPr/>
        </p:nvGraphicFramePr>
        <p:xfrm>
          <a:off x="3340100" y="4221163"/>
          <a:ext cx="2058988" cy="787400"/>
        </p:xfrm>
        <a:graphic>
          <a:graphicData uri="http://schemas.openxmlformats.org/presentationml/2006/ole">
            <mc:AlternateContent xmlns:mc="http://schemas.openxmlformats.org/markup-compatibility/2006">
              <mc:Choice xmlns:v="urn:schemas-microsoft-com:vml" Requires="v">
                <p:oleObj name="Equation" r:id="rId12" imgW="1028520" imgH="393480" progId="Equation.DSMT4">
                  <p:embed/>
                </p:oleObj>
              </mc:Choice>
              <mc:Fallback>
                <p:oleObj name="Equation" r:id="rId12" imgW="1028520" imgH="393480" progId="Equation.DSMT4">
                  <p:embed/>
                  <p:pic>
                    <p:nvPicPr>
                      <p:cNvPr id="267272" name="Object 8"/>
                      <p:cNvPicPr>
                        <a:picLocks noChangeAspect="1" noChangeArrowheads="1"/>
                      </p:cNvPicPr>
                      <p:nvPr/>
                    </p:nvPicPr>
                    <p:blipFill>
                      <a:blip r:embed="rId13"/>
                      <a:srcRect/>
                      <a:stretch>
                        <a:fillRect/>
                      </a:stretch>
                    </p:blipFill>
                    <p:spPr bwMode="auto">
                      <a:xfrm>
                        <a:off x="3340100" y="4221163"/>
                        <a:ext cx="2058988"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7274" name="Rectangle 10"/>
          <p:cNvSpPr>
            <a:spLocks noChangeArrowheads="1"/>
          </p:cNvSpPr>
          <p:nvPr/>
        </p:nvSpPr>
        <p:spPr bwMode="auto">
          <a:xfrm>
            <a:off x="657225" y="4365625"/>
            <a:ext cx="2879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r>
              <a:rPr lang="en-US" altLang="zh-CN" sz="2800">
                <a:ea typeface="隶书" panose="02010509060101010101" pitchFamily="49" charset="-122"/>
              </a:rPr>
              <a:t>Supplied power:</a:t>
            </a:r>
          </a:p>
        </p:txBody>
      </p:sp>
      <p:sp>
        <p:nvSpPr>
          <p:cNvPr id="15" name="Rectangle 21"/>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lgn="ct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lgn="ct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lgn="ct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lgn="ct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zh-CN" altLang="en-US" dirty="0">
                <a:solidFill>
                  <a:schemeClr val="tx1"/>
                </a:solidFill>
                <a:effectLst>
                  <a:outerShdw blurRad="38100" dist="38100" dir="2700000" algn="tl">
                    <a:srgbClr val="C0C0C0"/>
                  </a:outerShdw>
                </a:effectLst>
                <a:ea typeface="隶书" panose="02010509060101010101" pitchFamily="49" charset="-122"/>
              </a:rPr>
              <a:t>讨论</a:t>
            </a:r>
            <a:r>
              <a:rPr lang="en-US" altLang="zh-CN" dirty="0">
                <a:solidFill>
                  <a:schemeClr val="tx1"/>
                </a:solidFill>
                <a:effectLst>
                  <a:outerShdw blurRad="38100" dist="38100" dir="2700000" algn="tl">
                    <a:srgbClr val="C0C0C0"/>
                  </a:outerShdw>
                </a:effectLst>
                <a:ea typeface="隶书" panose="02010509060101010101" pitchFamily="49" charset="-122"/>
              </a:rPr>
              <a:t>——</a:t>
            </a:r>
            <a:r>
              <a:rPr lang="zh-CN" altLang="en-US" dirty="0">
                <a:solidFill>
                  <a:schemeClr val="tx1"/>
                </a:solidFill>
                <a:effectLst>
                  <a:outerShdw blurRad="38100" dist="38100" dir="2700000" algn="tl">
                    <a:srgbClr val="C0C0C0"/>
                  </a:outerShdw>
                </a:effectLst>
                <a:ea typeface="隶书" panose="02010509060101010101" pitchFamily="49" charset="-122"/>
              </a:rPr>
              <a:t>目标</a:t>
            </a:r>
            <a:r>
              <a:rPr lang="en-US" altLang="zh-CN" dirty="0">
                <a:solidFill>
                  <a:schemeClr val="tx1"/>
                </a:solidFill>
                <a:effectLst>
                  <a:outerShdw blurRad="38100" dist="38100" dir="2700000" algn="tl">
                    <a:srgbClr val="C0C0C0"/>
                  </a:outerShdw>
                </a:effectLst>
                <a:ea typeface="隶书" panose="02010509060101010101" pitchFamily="49" charset="-122"/>
              </a:rPr>
              <a:t>3</a:t>
            </a:r>
            <a:r>
              <a:rPr lang="zh-CN" altLang="en-US" dirty="0">
                <a:solidFill>
                  <a:schemeClr val="tx1"/>
                </a:solidFill>
                <a:effectLst>
                  <a:outerShdw blurRad="38100" dist="38100" dir="2700000" algn="tl">
                    <a:srgbClr val="C0C0C0"/>
                  </a:outerShdw>
                </a:effectLst>
                <a:ea typeface="隶书" panose="02010509060101010101" pitchFamily="49" charset="-122"/>
              </a:rPr>
              <a:t>：基尔霍夫定律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672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6726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6726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67269"/>
                                        </p:tgtEl>
                                        <p:attrNameLst>
                                          <p:attrName>style.visibility</p:attrName>
                                        </p:attrNameLst>
                                      </p:cBhvr>
                                      <p:to>
                                        <p:strVal val="visible"/>
                                      </p:to>
                                    </p:set>
                                  </p:childTnLst>
                                </p:cTn>
                              </p:par>
                            </p:childTnLst>
                          </p:cTn>
                        </p:par>
                        <p:par>
                          <p:cTn id="19" fill="hold" nodeType="after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67274"/>
                                        </p:tgtEl>
                                        <p:attrNameLst>
                                          <p:attrName>style.visibility</p:attrName>
                                        </p:attrNameLst>
                                      </p:cBhvr>
                                      <p:to>
                                        <p:strVal val="visible"/>
                                      </p:to>
                                    </p:set>
                                    <p:animEffect transition="in" filter="wipe(left)">
                                      <p:cBhvr>
                                        <p:cTn id="22" dur="500"/>
                                        <p:tgtEl>
                                          <p:spTgt spid="2672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267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8" name="Group 1026"/>
          <p:cNvGrpSpPr>
            <a:grpSpLocks/>
          </p:cNvGrpSpPr>
          <p:nvPr/>
        </p:nvGrpSpPr>
        <p:grpSpPr bwMode="auto">
          <a:xfrm>
            <a:off x="0" y="0"/>
            <a:ext cx="9144000" cy="6858000"/>
            <a:chOff x="0" y="0"/>
            <a:chExt cx="5970" cy="4956"/>
          </a:xfrm>
        </p:grpSpPr>
        <p:pic>
          <p:nvPicPr>
            <p:cNvPr id="4107"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8"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9"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99"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113" y="7620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73" name="Rectangle 1073"/>
          <p:cNvSpPr>
            <a:spLocks noChangeArrowheads="1"/>
          </p:cNvSpPr>
          <p:nvPr/>
        </p:nvSpPr>
        <p:spPr bwMode="auto">
          <a:xfrm>
            <a:off x="1898650" y="2754313"/>
            <a:ext cx="612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400" dirty="0">
                <a:solidFill>
                  <a:schemeClr val="tx2"/>
                </a:solidFill>
                <a:latin typeface="Times New Roman" panose="02020603050405020304" pitchFamily="18" charset="0"/>
                <a:ea typeface="隶书" panose="02010509060101010101" pitchFamily="49" charset="-122"/>
              </a:rPr>
              <a:t>2.</a:t>
            </a:r>
            <a:r>
              <a:rPr lang="zh-CN" altLang="en-US" sz="2400" dirty="0">
                <a:latin typeface="Times New Roman" panose="02020603050405020304" pitchFamily="18" charset="0"/>
                <a:ea typeface="隶书" panose="02010509060101010101" pitchFamily="49" charset="-122"/>
              </a:rPr>
              <a:t>电路串联并联复杂情况（补充）</a:t>
            </a:r>
            <a:endParaRPr lang="en-US" altLang="zh-CN" sz="2400" dirty="0">
              <a:solidFill>
                <a:schemeClr val="tx2"/>
              </a:solidFill>
              <a:latin typeface="Times New Roman" panose="02020603050405020304" pitchFamily="18" charset="0"/>
              <a:ea typeface="隶书" panose="02010509060101010101" pitchFamily="49" charset="-122"/>
            </a:endParaRPr>
          </a:p>
        </p:txBody>
      </p:sp>
      <p:sp>
        <p:nvSpPr>
          <p:cNvPr id="4102" name="Rectangle 1076"/>
          <p:cNvSpPr>
            <a:spLocks noChangeArrowheads="1"/>
          </p:cNvSpPr>
          <p:nvPr/>
        </p:nvSpPr>
        <p:spPr bwMode="auto">
          <a:xfrm>
            <a:off x="1892300" y="3908425"/>
            <a:ext cx="65710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dirty="0">
                <a:solidFill>
                  <a:schemeClr val="tx2"/>
                </a:solidFill>
                <a:ea typeface="隶书" panose="02010509060101010101" pitchFamily="49" charset="-122"/>
              </a:rPr>
              <a:t>4.</a:t>
            </a:r>
            <a:r>
              <a:rPr lang="zh-CN" altLang="en-US" dirty="0">
                <a:solidFill>
                  <a:schemeClr val="tx2"/>
                </a:solidFill>
                <a:ea typeface="隶书" panose="02010509060101010101" pitchFamily="49" charset="-122"/>
              </a:rPr>
              <a:t>电源变换（独立电源、受控电源）</a:t>
            </a:r>
            <a:r>
              <a:rPr lang="zh-CN" altLang="en-US" dirty="0">
                <a:solidFill>
                  <a:srgbClr val="FF0000"/>
                </a:solidFill>
                <a:ea typeface="隶书" panose="02010509060101010101" pitchFamily="49" charset="-122"/>
              </a:rPr>
              <a:t>★★★★★</a:t>
            </a:r>
            <a:endParaRPr lang="en-US" altLang="zh-CN" dirty="0">
              <a:solidFill>
                <a:srgbClr val="FF0000"/>
              </a:solidFill>
              <a:ea typeface="隶书" panose="02010509060101010101" pitchFamily="49" charset="-122"/>
            </a:endParaRPr>
          </a:p>
        </p:txBody>
      </p:sp>
      <p:sp>
        <p:nvSpPr>
          <p:cNvPr id="77877" name="Text Box 1077"/>
          <p:cNvSpPr txBox="1">
            <a:spLocks noChangeArrowheads="1"/>
          </p:cNvSpPr>
          <p:nvPr/>
        </p:nvSpPr>
        <p:spPr bwMode="auto">
          <a:xfrm>
            <a:off x="1187450" y="246063"/>
            <a:ext cx="7239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第</a:t>
            </a:r>
            <a:r>
              <a:rPr lang="en-US" altLang="zh-CN"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2</a:t>
            </a: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章</a:t>
            </a:r>
          </a:p>
          <a:p>
            <a:pPr algn="ctr" eaLnBrk="1" hangingPunct="1">
              <a:defRPr/>
            </a:pPr>
            <a:r>
              <a:rPr lang="zh-CN" altLang="en-US" sz="40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电阻电路等效变换</a:t>
            </a:r>
          </a:p>
        </p:txBody>
      </p:sp>
      <p:sp>
        <p:nvSpPr>
          <p:cNvPr id="77881" name="Rectangle 1081"/>
          <p:cNvSpPr>
            <a:spLocks noChangeArrowheads="1"/>
          </p:cNvSpPr>
          <p:nvPr/>
        </p:nvSpPr>
        <p:spPr bwMode="auto">
          <a:xfrm>
            <a:off x="1908175" y="2276475"/>
            <a:ext cx="612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400" dirty="0">
                <a:solidFill>
                  <a:schemeClr val="tx2"/>
                </a:solidFill>
                <a:latin typeface="Times New Roman" panose="02020603050405020304" pitchFamily="18" charset="0"/>
                <a:ea typeface="隶书" panose="02010509060101010101" pitchFamily="49" charset="-122"/>
              </a:rPr>
              <a:t>1.</a:t>
            </a:r>
            <a:r>
              <a:rPr lang="zh-CN" altLang="en-US" sz="2400" dirty="0">
                <a:latin typeface="Times New Roman" panose="02020603050405020304" pitchFamily="18" charset="0"/>
                <a:ea typeface="隶书" panose="02010509060101010101" pitchFamily="49" charset="-122"/>
              </a:rPr>
              <a:t>独立电源串联与并联</a:t>
            </a:r>
            <a:endParaRPr lang="en-US" altLang="zh-CN" sz="2400" dirty="0">
              <a:solidFill>
                <a:schemeClr val="tx2"/>
              </a:solidFill>
              <a:latin typeface="Times New Roman" panose="02020603050405020304" pitchFamily="18" charset="0"/>
              <a:ea typeface="隶书" panose="02010509060101010101" pitchFamily="49" charset="-122"/>
            </a:endParaRPr>
          </a:p>
        </p:txBody>
      </p:sp>
      <p:sp>
        <p:nvSpPr>
          <p:cNvPr id="4106" name="Rectangle 1083"/>
          <p:cNvSpPr>
            <a:spLocks noChangeArrowheads="1"/>
          </p:cNvSpPr>
          <p:nvPr/>
        </p:nvSpPr>
        <p:spPr bwMode="auto">
          <a:xfrm>
            <a:off x="1906588" y="3357563"/>
            <a:ext cx="31854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dirty="0">
                <a:solidFill>
                  <a:schemeClr val="tx2"/>
                </a:solidFill>
                <a:ea typeface="隶书" panose="02010509060101010101" pitchFamily="49" charset="-122"/>
              </a:rPr>
              <a:t>3.</a:t>
            </a:r>
            <a:r>
              <a:rPr lang="zh-CN" altLang="en-US" dirty="0">
                <a:solidFill>
                  <a:schemeClr val="tx2"/>
                </a:solidFill>
                <a:ea typeface="隶书" panose="02010509060101010101" pitchFamily="49" charset="-122"/>
              </a:rPr>
              <a:t>星型</a:t>
            </a:r>
            <a:r>
              <a:rPr lang="en-US" altLang="zh-CN" dirty="0">
                <a:solidFill>
                  <a:schemeClr val="tx2"/>
                </a:solidFill>
                <a:ea typeface="隶书" panose="02010509060101010101" pitchFamily="49" charset="-122"/>
              </a:rPr>
              <a:t>——</a:t>
            </a:r>
            <a:r>
              <a:rPr lang="zh-CN" altLang="en-US" dirty="0">
                <a:solidFill>
                  <a:schemeClr val="tx2"/>
                </a:solidFill>
                <a:ea typeface="隶书" panose="02010509060101010101" pitchFamily="49" charset="-122"/>
              </a:rPr>
              <a:t>三角型变换</a:t>
            </a:r>
            <a:endParaRPr lang="en-US" altLang="zh-CN" dirty="0">
              <a:solidFill>
                <a:schemeClr val="tx2"/>
              </a:solidFill>
              <a:ea typeface="隶书" panose="020105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5" name="Object 2"/>
          <p:cNvGraphicFramePr>
            <a:graphicFrameLocks noChangeAspect="1"/>
          </p:cNvGraphicFramePr>
          <p:nvPr/>
        </p:nvGraphicFramePr>
        <p:xfrm>
          <a:off x="165100" y="3552825"/>
          <a:ext cx="2357438" cy="1685925"/>
        </p:xfrm>
        <a:graphic>
          <a:graphicData uri="http://schemas.openxmlformats.org/presentationml/2006/ole">
            <mc:AlternateContent xmlns:mc="http://schemas.openxmlformats.org/markup-compatibility/2006">
              <mc:Choice xmlns:v="urn:schemas-microsoft-com:vml" Requires="v">
                <p:oleObj name="Visio" r:id="rId2" imgW="1200281" imgH="866879" progId="Visio.Drawing.11">
                  <p:embed/>
                </p:oleObj>
              </mc:Choice>
              <mc:Fallback>
                <p:oleObj name="Visio" r:id="rId2" imgW="1200281" imgH="866879" progId="Visio.Drawing.11">
                  <p:embed/>
                  <p:pic>
                    <p:nvPicPr>
                      <p:cNvPr id="10245" name="Object 2"/>
                      <p:cNvPicPr>
                        <a:picLocks noChangeAspect="1" noChangeArrowheads="1"/>
                      </p:cNvPicPr>
                      <p:nvPr/>
                    </p:nvPicPr>
                    <p:blipFill>
                      <a:blip r:embed="rId3"/>
                      <a:srcRect/>
                      <a:stretch>
                        <a:fillRect/>
                      </a:stretch>
                    </p:blipFill>
                    <p:spPr bwMode="auto">
                      <a:xfrm>
                        <a:off x="165100" y="3552825"/>
                        <a:ext cx="2357438"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387" name="Object 3"/>
          <p:cNvGraphicFramePr>
            <a:graphicFrameLocks noChangeAspect="1"/>
          </p:cNvGraphicFramePr>
          <p:nvPr/>
        </p:nvGraphicFramePr>
        <p:xfrm>
          <a:off x="7205663" y="3645024"/>
          <a:ext cx="1528762" cy="1685925"/>
        </p:xfrm>
        <a:graphic>
          <a:graphicData uri="http://schemas.openxmlformats.org/presentationml/2006/ole">
            <mc:AlternateContent xmlns:mc="http://schemas.openxmlformats.org/markup-compatibility/2006">
              <mc:Choice xmlns:v="urn:schemas-microsoft-com:vml" Requires="v">
                <p:oleObj name="Visio" r:id="rId4" imgW="793385" imgH="872252" progId="Visio.Drawing.11">
                  <p:embed/>
                </p:oleObj>
              </mc:Choice>
              <mc:Fallback>
                <p:oleObj name="Visio" r:id="rId4" imgW="793385" imgH="872252" progId="Visio.Drawing.11">
                  <p:embed/>
                  <p:pic>
                    <p:nvPicPr>
                      <p:cNvPr id="27238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5663" y="3645024"/>
                        <a:ext cx="1528762" cy="1685925"/>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0" name="Object 9"/>
          <p:cNvGraphicFramePr>
            <a:graphicFrameLocks noChangeAspect="1"/>
          </p:cNvGraphicFramePr>
          <p:nvPr/>
        </p:nvGraphicFramePr>
        <p:xfrm>
          <a:off x="2370138" y="3552825"/>
          <a:ext cx="2463800" cy="1684338"/>
        </p:xfrm>
        <a:graphic>
          <a:graphicData uri="http://schemas.openxmlformats.org/presentationml/2006/ole">
            <mc:AlternateContent xmlns:mc="http://schemas.openxmlformats.org/markup-compatibility/2006">
              <mc:Choice xmlns:v="urn:schemas-microsoft-com:vml" Requires="v">
                <p:oleObj name="Visio" r:id="rId6" imgW="1252533" imgH="866879" progId="Visio.Drawing.11">
                  <p:embed/>
                </p:oleObj>
              </mc:Choice>
              <mc:Fallback>
                <p:oleObj name="Visio" r:id="rId6" imgW="1252533" imgH="866879" progId="Visio.Drawing.11">
                  <p:embed/>
                  <p:pic>
                    <p:nvPicPr>
                      <p:cNvPr id="10250" name="Object 9"/>
                      <p:cNvPicPr>
                        <a:picLocks noChangeAspect="1" noChangeArrowheads="1"/>
                      </p:cNvPicPr>
                      <p:nvPr/>
                    </p:nvPicPr>
                    <p:blipFill>
                      <a:blip r:embed="rId7"/>
                      <a:srcRect/>
                      <a:stretch>
                        <a:fillRect/>
                      </a:stretch>
                    </p:blipFill>
                    <p:spPr bwMode="auto">
                      <a:xfrm>
                        <a:off x="2370138" y="3552825"/>
                        <a:ext cx="2463800"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394" name="Object 10"/>
          <p:cNvGraphicFramePr>
            <a:graphicFrameLocks noChangeAspect="1"/>
          </p:cNvGraphicFramePr>
          <p:nvPr/>
        </p:nvGraphicFramePr>
        <p:xfrm>
          <a:off x="5626100" y="584002"/>
          <a:ext cx="2463800" cy="1684338"/>
        </p:xfrm>
        <a:graphic>
          <a:graphicData uri="http://schemas.openxmlformats.org/presentationml/2006/ole">
            <mc:AlternateContent xmlns:mc="http://schemas.openxmlformats.org/markup-compatibility/2006">
              <mc:Choice xmlns:v="urn:schemas-microsoft-com:vml" Requires="v">
                <p:oleObj name="Visio" r:id="rId8" imgW="1261443" imgH="872252" progId="Visio.Drawing.11">
                  <p:embed/>
                </p:oleObj>
              </mc:Choice>
              <mc:Fallback>
                <p:oleObj name="Visio" r:id="rId8" imgW="1261443" imgH="872252" progId="Visio.Drawing.11">
                  <p:embed/>
                  <p:pic>
                    <p:nvPicPr>
                      <p:cNvPr id="272394"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26100" y="584002"/>
                        <a:ext cx="2463800"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3" name="Object 12"/>
          <p:cNvGraphicFramePr>
            <a:graphicFrameLocks noChangeAspect="1"/>
          </p:cNvGraphicFramePr>
          <p:nvPr/>
        </p:nvGraphicFramePr>
        <p:xfrm>
          <a:off x="250825" y="620688"/>
          <a:ext cx="1585913" cy="2278063"/>
        </p:xfrm>
        <a:graphic>
          <a:graphicData uri="http://schemas.openxmlformats.org/presentationml/2006/ole">
            <mc:AlternateContent xmlns:mc="http://schemas.openxmlformats.org/markup-compatibility/2006">
              <mc:Choice xmlns:v="urn:schemas-microsoft-com:vml" Requires="v">
                <p:oleObj name="Visio" r:id="rId10" imgW="822103" imgH="1167574" progId="Visio.Drawing.11">
                  <p:embed/>
                </p:oleObj>
              </mc:Choice>
              <mc:Fallback>
                <p:oleObj name="Visio" r:id="rId10" imgW="822103" imgH="1167574" progId="Visio.Drawing.11">
                  <p:embed/>
                  <p:pic>
                    <p:nvPicPr>
                      <p:cNvPr id="10253"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0825" y="620688"/>
                        <a:ext cx="1585913" cy="227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397" name="Object 13"/>
          <p:cNvGraphicFramePr>
            <a:graphicFrameLocks noChangeAspect="1"/>
          </p:cNvGraphicFramePr>
          <p:nvPr/>
        </p:nvGraphicFramePr>
        <p:xfrm>
          <a:off x="527562" y="2979713"/>
          <a:ext cx="1627188" cy="533400"/>
        </p:xfrm>
        <a:graphic>
          <a:graphicData uri="http://schemas.openxmlformats.org/presentationml/2006/ole">
            <mc:AlternateContent xmlns:mc="http://schemas.openxmlformats.org/markup-compatibility/2006">
              <mc:Choice xmlns:v="urn:schemas-microsoft-com:vml" Requires="v">
                <p:oleObj name="Equation" r:id="rId12" imgW="698500" imgH="228600" progId="Equation.DSMT4">
                  <p:embed/>
                </p:oleObj>
              </mc:Choice>
              <mc:Fallback>
                <p:oleObj name="Equation" r:id="rId12" imgW="698500" imgH="228600" progId="Equation.DSMT4">
                  <p:embed/>
                  <p:pic>
                    <p:nvPicPr>
                      <p:cNvPr id="272397"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7562" y="2979713"/>
                        <a:ext cx="1627188" cy="5334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399" name="Object 15"/>
          <p:cNvGraphicFramePr>
            <a:graphicFrameLocks noChangeAspect="1"/>
          </p:cNvGraphicFramePr>
          <p:nvPr/>
        </p:nvGraphicFramePr>
        <p:xfrm>
          <a:off x="723900" y="5194300"/>
          <a:ext cx="917575" cy="533400"/>
        </p:xfrm>
        <a:graphic>
          <a:graphicData uri="http://schemas.openxmlformats.org/presentationml/2006/ole">
            <mc:AlternateContent xmlns:mc="http://schemas.openxmlformats.org/markup-compatibility/2006">
              <mc:Choice xmlns:v="urn:schemas-microsoft-com:vml" Requires="v">
                <p:oleObj name="Equation" r:id="rId14" imgW="393480" imgH="228600" progId="Equation.DSMT4">
                  <p:embed/>
                </p:oleObj>
              </mc:Choice>
              <mc:Fallback>
                <p:oleObj name="Equation" r:id="rId14" imgW="393480" imgH="228600" progId="Equation.DSMT4">
                  <p:embed/>
                  <p:pic>
                    <p:nvPicPr>
                      <p:cNvPr id="272399" name="Object 15"/>
                      <p:cNvPicPr>
                        <a:picLocks noChangeAspect="1" noChangeArrowheads="1"/>
                      </p:cNvPicPr>
                      <p:nvPr/>
                    </p:nvPicPr>
                    <p:blipFill>
                      <a:blip r:embed="rId15"/>
                      <a:srcRect/>
                      <a:stretch>
                        <a:fillRect/>
                      </a:stretch>
                    </p:blipFill>
                    <p:spPr bwMode="auto">
                      <a:xfrm>
                        <a:off x="723900" y="5194300"/>
                        <a:ext cx="917575" cy="5334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7" name="Object 17"/>
          <p:cNvGraphicFramePr>
            <a:graphicFrameLocks noChangeAspect="1"/>
          </p:cNvGraphicFramePr>
          <p:nvPr/>
        </p:nvGraphicFramePr>
        <p:xfrm>
          <a:off x="4887336" y="3834805"/>
          <a:ext cx="1584325" cy="1322387"/>
        </p:xfrm>
        <a:graphic>
          <a:graphicData uri="http://schemas.openxmlformats.org/presentationml/2006/ole">
            <mc:AlternateContent xmlns:mc="http://schemas.openxmlformats.org/markup-compatibility/2006">
              <mc:Choice xmlns:v="urn:schemas-microsoft-com:vml" Requires="v">
                <p:oleObj name="Visio" r:id="rId16" imgW="828532" imgH="692658" progId="Visio.Drawing.11">
                  <p:embed/>
                </p:oleObj>
              </mc:Choice>
              <mc:Fallback>
                <p:oleObj name="Visio" r:id="rId16" imgW="828532" imgH="692658" progId="Visio.Drawing.11">
                  <p:embed/>
                  <p:pic>
                    <p:nvPicPr>
                      <p:cNvPr id="10257"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87336" y="3834805"/>
                        <a:ext cx="1584325" cy="132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Rectangle 14"/>
          <p:cNvSpPr>
            <a:spLocks noChangeArrowheads="1"/>
          </p:cNvSpPr>
          <p:nvPr/>
        </p:nvSpPr>
        <p:spPr bwMode="auto">
          <a:xfrm>
            <a:off x="251520" y="332656"/>
            <a:ext cx="8820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sz="2800" dirty="0">
                <a:solidFill>
                  <a:srgbClr val="CC3300"/>
                </a:solidFill>
                <a:ea typeface="隶书" panose="02010509060101010101" pitchFamily="49" charset="-122"/>
              </a:rPr>
              <a:t>3. </a:t>
            </a:r>
            <a:r>
              <a:rPr lang="zh-CN" altLang="en-US" sz="2800" dirty="0">
                <a:solidFill>
                  <a:srgbClr val="CC3300"/>
                </a:solidFill>
                <a:ea typeface="隶书" panose="02010509060101010101" pitchFamily="49" charset="-122"/>
              </a:rPr>
              <a:t>理想电压源的串联与并联</a:t>
            </a:r>
            <a:endParaRPr lang="en-US" altLang="zh-CN" sz="2800" dirty="0">
              <a:solidFill>
                <a:srgbClr val="CC3300"/>
              </a:solidFill>
              <a:ea typeface="隶书" panose="02010509060101010101" pitchFamily="49" charset="-122"/>
            </a:endParaRPr>
          </a:p>
        </p:txBody>
      </p:sp>
      <p:graphicFrame>
        <p:nvGraphicFramePr>
          <p:cNvPr id="23" name="Object 3"/>
          <p:cNvGraphicFramePr>
            <a:graphicFrameLocks noChangeAspect="1"/>
          </p:cNvGraphicFramePr>
          <p:nvPr/>
        </p:nvGraphicFramePr>
        <p:xfrm>
          <a:off x="2747964" y="1031772"/>
          <a:ext cx="1528762" cy="1685925"/>
        </p:xfrm>
        <a:graphic>
          <a:graphicData uri="http://schemas.openxmlformats.org/presentationml/2006/ole">
            <mc:AlternateContent xmlns:mc="http://schemas.openxmlformats.org/markup-compatibility/2006">
              <mc:Choice xmlns:v="urn:schemas-microsoft-com:vml" Requires="v">
                <p:oleObj name="Visio" r:id="rId4" imgW="793385" imgH="872252" progId="Visio.Drawing.11">
                  <p:embed/>
                </p:oleObj>
              </mc:Choice>
              <mc:Fallback>
                <p:oleObj name="Visio" r:id="rId4" imgW="793385" imgH="872252" progId="Visio.Drawing.11">
                  <p:embed/>
                  <p:pic>
                    <p:nvPicPr>
                      <p:cNvPr id="2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7964" y="1031772"/>
                        <a:ext cx="1528762" cy="1685925"/>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 name="Rectangle 7"/>
          <p:cNvSpPr>
            <a:spLocks noChangeArrowheads="1"/>
          </p:cNvSpPr>
          <p:nvPr/>
        </p:nvSpPr>
        <p:spPr bwMode="auto">
          <a:xfrm>
            <a:off x="1881345" y="1539361"/>
            <a:ext cx="838200" cy="7620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4400" b="1" dirty="0">
                <a:solidFill>
                  <a:schemeClr val="hlink"/>
                </a:solidFill>
                <a:ea typeface="隶书" panose="02010509060101010101" pitchFamily="49" charset="-122"/>
              </a:rPr>
              <a:t>→</a:t>
            </a:r>
          </a:p>
        </p:txBody>
      </p:sp>
      <p:sp>
        <p:nvSpPr>
          <p:cNvPr id="26" name="矩形 25"/>
          <p:cNvSpPr/>
          <p:nvPr/>
        </p:nvSpPr>
        <p:spPr>
          <a:xfrm>
            <a:off x="1865157" y="1429824"/>
            <a:ext cx="646331" cy="369332"/>
          </a:xfrm>
          <a:prstGeom prst="rect">
            <a:avLst/>
          </a:prstGeom>
        </p:spPr>
        <p:txBody>
          <a:bodyPr wrap="none">
            <a:spAutoFit/>
          </a:bodyPr>
          <a:lstStyle/>
          <a:p>
            <a:r>
              <a:rPr lang="zh-CN" altLang="en-US" sz="1800" dirty="0">
                <a:solidFill>
                  <a:srgbClr val="CC3300"/>
                </a:solidFill>
                <a:ea typeface="隶书" panose="02010509060101010101" pitchFamily="49" charset="-122"/>
              </a:rPr>
              <a:t>等效</a:t>
            </a:r>
            <a:endParaRPr lang="zh-CN" altLang="en-US" dirty="0"/>
          </a:p>
        </p:txBody>
      </p:sp>
      <p:sp>
        <p:nvSpPr>
          <p:cNvPr id="27" name="Rectangle 7"/>
          <p:cNvSpPr>
            <a:spLocks noChangeArrowheads="1"/>
          </p:cNvSpPr>
          <p:nvPr/>
        </p:nvSpPr>
        <p:spPr bwMode="auto">
          <a:xfrm>
            <a:off x="6438900" y="4281339"/>
            <a:ext cx="838200" cy="7620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4400" b="1" dirty="0">
                <a:solidFill>
                  <a:schemeClr val="hlink"/>
                </a:solidFill>
                <a:ea typeface="隶书" panose="02010509060101010101" pitchFamily="49" charset="-122"/>
              </a:rPr>
              <a:t>→</a:t>
            </a:r>
          </a:p>
        </p:txBody>
      </p:sp>
      <p:sp>
        <p:nvSpPr>
          <p:cNvPr id="28" name="矩形 27"/>
          <p:cNvSpPr/>
          <p:nvPr/>
        </p:nvSpPr>
        <p:spPr>
          <a:xfrm>
            <a:off x="6422712" y="4171802"/>
            <a:ext cx="646331" cy="369332"/>
          </a:xfrm>
          <a:prstGeom prst="rect">
            <a:avLst/>
          </a:prstGeom>
        </p:spPr>
        <p:txBody>
          <a:bodyPr wrap="none">
            <a:spAutoFit/>
          </a:bodyPr>
          <a:lstStyle/>
          <a:p>
            <a:r>
              <a:rPr lang="zh-CN" altLang="en-US" sz="1800" dirty="0">
                <a:solidFill>
                  <a:srgbClr val="CC3300"/>
                </a:solidFill>
                <a:ea typeface="隶书" panose="02010509060101010101" pitchFamily="49" charset="-122"/>
              </a:rPr>
              <a:t>等效</a:t>
            </a:r>
            <a:endParaRPr lang="zh-CN" altLang="en-US" dirty="0"/>
          </a:p>
        </p:txBody>
      </p:sp>
      <p:sp>
        <p:nvSpPr>
          <p:cNvPr id="2" name="矩形 1"/>
          <p:cNvSpPr/>
          <p:nvPr/>
        </p:nvSpPr>
        <p:spPr>
          <a:xfrm>
            <a:off x="2379022" y="3015580"/>
            <a:ext cx="3877985" cy="461665"/>
          </a:xfrm>
          <a:prstGeom prst="rect">
            <a:avLst/>
          </a:prstGeom>
        </p:spPr>
        <p:txBody>
          <a:bodyPr wrap="none">
            <a:spAutoFit/>
          </a:bodyPr>
          <a:lstStyle/>
          <a:p>
            <a:r>
              <a:rPr lang="zh-CN" altLang="en-US" sz="2400" b="0" i="0" u="none" strike="noStrike" baseline="0" dirty="0">
                <a:solidFill>
                  <a:srgbClr val="FF0000"/>
                </a:solidFill>
                <a:latin typeface="宋体" panose="02010600030101010101" pitchFamily="2" charset="-122"/>
                <a:ea typeface="宋体" panose="02010600030101010101" pitchFamily="2" charset="-122"/>
              </a:rPr>
              <a:t>电压源串联等效为电压源。</a:t>
            </a:r>
            <a:endParaRPr lang="zh-CN" altLang="en-US" sz="2400" dirty="0">
              <a:solidFill>
                <a:srgbClr val="FF0000"/>
              </a:solidFill>
              <a:latin typeface="宋体" panose="02010600030101010101" pitchFamily="2" charset="-122"/>
              <a:ea typeface="宋体" panose="02010600030101010101" pitchFamily="2" charset="-122"/>
            </a:endParaRPr>
          </a:p>
        </p:txBody>
      </p:sp>
      <p:sp>
        <p:nvSpPr>
          <p:cNvPr id="3" name="矩形 2"/>
          <p:cNvSpPr/>
          <p:nvPr/>
        </p:nvSpPr>
        <p:spPr>
          <a:xfrm>
            <a:off x="165389" y="5845890"/>
            <a:ext cx="8494633" cy="830997"/>
          </a:xfrm>
          <a:prstGeom prst="rect">
            <a:avLst/>
          </a:prstGeom>
        </p:spPr>
        <p:txBody>
          <a:bodyPr wrap="none">
            <a:spAutoFit/>
          </a:bodyPr>
          <a:lstStyle/>
          <a:p>
            <a:r>
              <a:rPr lang="zh-CN" altLang="en-US" sz="2400" dirty="0">
                <a:solidFill>
                  <a:srgbClr val="FF0000"/>
                </a:solidFill>
                <a:latin typeface="宋体" panose="02010600030101010101" pitchFamily="2" charset="-122"/>
                <a:ea typeface="宋体" panose="02010600030101010101" pitchFamily="2" charset="-122"/>
              </a:rPr>
              <a:t>电压源并联任何元件、或并联一端口网络，均等效为电压源。</a:t>
            </a:r>
            <a:endParaRPr lang="en-US" altLang="zh-CN" sz="2400" dirty="0">
              <a:solidFill>
                <a:srgbClr val="FF0000"/>
              </a:solidFill>
              <a:latin typeface="宋体" panose="02010600030101010101" pitchFamily="2" charset="-122"/>
              <a:ea typeface="宋体" panose="02010600030101010101" pitchFamily="2" charset="-122"/>
            </a:endParaRPr>
          </a:p>
          <a:p>
            <a:r>
              <a:rPr lang="zh-CN" altLang="en-US" sz="2400" dirty="0">
                <a:solidFill>
                  <a:srgbClr val="FF0000"/>
                </a:solidFill>
                <a:latin typeface="宋体" panose="02010600030101010101" pitchFamily="2" charset="-122"/>
                <a:ea typeface="宋体" panose="02010600030101010101" pitchFamily="2" charset="-122"/>
              </a:rPr>
              <a:t>注意：对外等效（对内不等效）</a:t>
            </a:r>
          </a:p>
        </p:txBody>
      </p:sp>
      <p:graphicFrame>
        <p:nvGraphicFramePr>
          <p:cNvPr id="20" name="Object 15"/>
          <p:cNvGraphicFramePr>
            <a:graphicFrameLocks noChangeAspect="1"/>
          </p:cNvGraphicFramePr>
          <p:nvPr/>
        </p:nvGraphicFramePr>
        <p:xfrm>
          <a:off x="2929082" y="5194300"/>
          <a:ext cx="917575" cy="533400"/>
        </p:xfrm>
        <a:graphic>
          <a:graphicData uri="http://schemas.openxmlformats.org/presentationml/2006/ole">
            <mc:AlternateContent xmlns:mc="http://schemas.openxmlformats.org/markup-compatibility/2006">
              <mc:Choice xmlns:v="urn:schemas-microsoft-com:vml" Requires="v">
                <p:oleObj name="Equation" r:id="rId18" imgW="393480" imgH="228600" progId="Equation.DSMT4">
                  <p:embed/>
                </p:oleObj>
              </mc:Choice>
              <mc:Fallback>
                <p:oleObj name="Equation" r:id="rId18" imgW="393480" imgH="228600" progId="Equation.DSMT4">
                  <p:embed/>
                  <p:pic>
                    <p:nvPicPr>
                      <p:cNvPr id="20" name="Object 15"/>
                      <p:cNvPicPr>
                        <a:picLocks noChangeAspect="1" noChangeArrowheads="1"/>
                      </p:cNvPicPr>
                      <p:nvPr/>
                    </p:nvPicPr>
                    <p:blipFill>
                      <a:blip r:embed="rId15"/>
                      <a:srcRect/>
                      <a:stretch>
                        <a:fillRect/>
                      </a:stretch>
                    </p:blipFill>
                    <p:spPr bwMode="auto">
                      <a:xfrm>
                        <a:off x="2929082" y="5194300"/>
                        <a:ext cx="917575" cy="5334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15"/>
          <p:cNvGraphicFramePr>
            <a:graphicFrameLocks noChangeAspect="1"/>
          </p:cNvGraphicFramePr>
          <p:nvPr/>
        </p:nvGraphicFramePr>
        <p:xfrm>
          <a:off x="5339432" y="5169569"/>
          <a:ext cx="917575" cy="533400"/>
        </p:xfrm>
        <a:graphic>
          <a:graphicData uri="http://schemas.openxmlformats.org/presentationml/2006/ole">
            <mc:AlternateContent xmlns:mc="http://schemas.openxmlformats.org/markup-compatibility/2006">
              <mc:Choice xmlns:v="urn:schemas-microsoft-com:vml" Requires="v">
                <p:oleObj name="Equation" r:id="rId19" imgW="393480" imgH="228600" progId="Equation.DSMT4">
                  <p:embed/>
                </p:oleObj>
              </mc:Choice>
              <mc:Fallback>
                <p:oleObj name="Equation" r:id="rId19" imgW="393480" imgH="228600" progId="Equation.DSMT4">
                  <p:embed/>
                  <p:pic>
                    <p:nvPicPr>
                      <p:cNvPr id="21" name="Object 15"/>
                      <p:cNvPicPr>
                        <a:picLocks noChangeAspect="1" noChangeArrowheads="1"/>
                      </p:cNvPicPr>
                      <p:nvPr/>
                    </p:nvPicPr>
                    <p:blipFill>
                      <a:blip r:embed="rId15"/>
                      <a:srcRect/>
                      <a:stretch>
                        <a:fillRect/>
                      </a:stretch>
                    </p:blipFill>
                    <p:spPr bwMode="auto">
                      <a:xfrm>
                        <a:off x="5339432" y="5169569"/>
                        <a:ext cx="917575" cy="5334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382" name="Picture 142" descr="éé¦é¿èèå¤´ä¼¸ææç»GIFå¨æè¡¨æï¼ä¸è¡ ï¼ç»å¯¹ä¸è¡"/>
          <p:cNvPicPr>
            <a:picLocks noChangeAspect="1" noChangeArrowheads="1" noCrop="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7668344" y="1698101"/>
            <a:ext cx="1372790" cy="13727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23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239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25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723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7239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03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21" name="Object 2"/>
          <p:cNvGraphicFramePr>
            <a:graphicFrameLocks noChangeAspect="1"/>
          </p:cNvGraphicFramePr>
          <p:nvPr/>
        </p:nvGraphicFramePr>
        <p:xfrm>
          <a:off x="2267744" y="3284984"/>
          <a:ext cx="1535113" cy="2225675"/>
        </p:xfrm>
        <a:graphic>
          <a:graphicData uri="http://schemas.openxmlformats.org/presentationml/2006/ole">
            <mc:AlternateContent xmlns:mc="http://schemas.openxmlformats.org/markup-compatibility/2006">
              <mc:Choice xmlns:v="urn:schemas-microsoft-com:vml" Requires="v">
                <p:oleObj name="Visio" r:id="rId2" imgW="790678" imgH="1133339" progId="Visio.Drawing.11">
                  <p:embed/>
                </p:oleObj>
              </mc:Choice>
              <mc:Fallback>
                <p:oleObj name="Visio" r:id="rId2" imgW="790678" imgH="1133339" progId="Visio.Drawing.11">
                  <p:embed/>
                  <p:pic>
                    <p:nvPicPr>
                      <p:cNvPr id="9221" name="Object 2"/>
                      <p:cNvPicPr>
                        <a:picLocks noChangeAspect="1" noChangeArrowheads="1"/>
                      </p:cNvPicPr>
                      <p:nvPr/>
                    </p:nvPicPr>
                    <p:blipFill>
                      <a:blip r:embed="rId3"/>
                      <a:srcRect/>
                      <a:stretch>
                        <a:fillRect/>
                      </a:stretch>
                    </p:blipFill>
                    <p:spPr bwMode="auto">
                      <a:xfrm>
                        <a:off x="2267744" y="3284984"/>
                        <a:ext cx="1535113"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63" name="Object 3"/>
          <p:cNvGraphicFramePr>
            <a:graphicFrameLocks noChangeAspect="1"/>
          </p:cNvGraphicFramePr>
          <p:nvPr/>
        </p:nvGraphicFramePr>
        <p:xfrm>
          <a:off x="6837576" y="824136"/>
          <a:ext cx="1535113" cy="2225675"/>
        </p:xfrm>
        <a:graphic>
          <a:graphicData uri="http://schemas.openxmlformats.org/presentationml/2006/ole">
            <mc:AlternateContent xmlns:mc="http://schemas.openxmlformats.org/markup-compatibility/2006">
              <mc:Choice xmlns:v="urn:schemas-microsoft-com:vml" Requires="v">
                <p:oleObj name="Visio" r:id="rId4" imgW="796814" imgH="1142286" progId="Visio.Drawing.11">
                  <p:embed/>
                </p:oleObj>
              </mc:Choice>
              <mc:Fallback>
                <p:oleObj name="Visio" r:id="rId4" imgW="796814" imgH="1142286" progId="Visio.Drawing.11">
                  <p:embed/>
                  <p:pic>
                    <p:nvPicPr>
                      <p:cNvPr id="27136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7576" y="824136"/>
                        <a:ext cx="1535113"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4" name="Object 5"/>
          <p:cNvGraphicFramePr>
            <a:graphicFrameLocks noChangeAspect="1"/>
          </p:cNvGraphicFramePr>
          <p:nvPr/>
        </p:nvGraphicFramePr>
        <p:xfrm>
          <a:off x="467544" y="3252399"/>
          <a:ext cx="1484313" cy="2225675"/>
        </p:xfrm>
        <a:graphic>
          <a:graphicData uri="http://schemas.openxmlformats.org/presentationml/2006/ole">
            <mc:AlternateContent xmlns:mc="http://schemas.openxmlformats.org/markup-compatibility/2006">
              <mc:Choice xmlns:v="urn:schemas-microsoft-com:vml" Requires="v">
                <p:oleObj name="Visio" r:id="rId6" imgW="762150" imgH="1133339" progId="Visio.Drawing.11">
                  <p:embed/>
                </p:oleObj>
              </mc:Choice>
              <mc:Fallback>
                <p:oleObj name="Visio" r:id="rId6" imgW="762150" imgH="1133339" progId="Visio.Drawing.11">
                  <p:embed/>
                  <p:pic>
                    <p:nvPicPr>
                      <p:cNvPr id="9224" name="Object 5"/>
                      <p:cNvPicPr>
                        <a:picLocks noChangeAspect="1" noChangeArrowheads="1"/>
                      </p:cNvPicPr>
                      <p:nvPr/>
                    </p:nvPicPr>
                    <p:blipFill>
                      <a:blip r:embed="rId7"/>
                      <a:srcRect/>
                      <a:stretch>
                        <a:fillRect/>
                      </a:stretch>
                    </p:blipFill>
                    <p:spPr bwMode="auto">
                      <a:xfrm>
                        <a:off x="467544" y="3252399"/>
                        <a:ext cx="1484313"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66" name="Object 6"/>
          <p:cNvGraphicFramePr>
            <a:graphicFrameLocks noChangeAspect="1"/>
          </p:cNvGraphicFramePr>
          <p:nvPr/>
        </p:nvGraphicFramePr>
        <p:xfrm>
          <a:off x="4716016" y="620688"/>
          <a:ext cx="1484313" cy="2225675"/>
        </p:xfrm>
        <a:graphic>
          <a:graphicData uri="http://schemas.openxmlformats.org/presentationml/2006/ole">
            <mc:AlternateContent xmlns:mc="http://schemas.openxmlformats.org/markup-compatibility/2006">
              <mc:Choice xmlns:v="urn:schemas-microsoft-com:vml" Requires="v">
                <p:oleObj name="Visio" r:id="rId8" imgW="771525" imgH="1142286" progId="Visio.Drawing.11">
                  <p:embed/>
                </p:oleObj>
              </mc:Choice>
              <mc:Fallback>
                <p:oleObj name="Visio" r:id="rId8" imgW="771525" imgH="1142286" progId="Visio.Drawing.11">
                  <p:embed/>
                  <p:pic>
                    <p:nvPicPr>
                      <p:cNvPr id="271366"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16016" y="620688"/>
                        <a:ext cx="1484313" cy="2225675"/>
                      </a:xfrm>
                      <a:prstGeom prst="rect">
                        <a:avLst/>
                      </a:prstGeom>
                      <a:solidFill>
                        <a:schemeClr val="accent1">
                          <a:alpha val="50195"/>
                        </a:schemeClr>
                      </a:solidFill>
                      <a:ln>
                        <a:noFill/>
                      </a:ln>
                      <a:effectLst/>
                      <a:extLs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1367" name="Rectangle 7"/>
          <p:cNvSpPr>
            <a:spLocks noChangeArrowheads="1"/>
          </p:cNvSpPr>
          <p:nvPr/>
        </p:nvSpPr>
        <p:spPr bwMode="auto">
          <a:xfrm>
            <a:off x="3695544" y="1535088"/>
            <a:ext cx="838200" cy="7620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4400" b="1" dirty="0">
                <a:solidFill>
                  <a:schemeClr val="hlink"/>
                </a:solidFill>
                <a:ea typeface="隶书" panose="02010509060101010101" pitchFamily="49" charset="-122"/>
              </a:rPr>
              <a:t>→</a:t>
            </a:r>
          </a:p>
        </p:txBody>
      </p:sp>
      <p:graphicFrame>
        <p:nvGraphicFramePr>
          <p:cNvPr id="9227" name="Object 8"/>
          <p:cNvGraphicFramePr>
            <a:graphicFrameLocks noChangeAspect="1"/>
          </p:cNvGraphicFramePr>
          <p:nvPr/>
        </p:nvGraphicFramePr>
        <p:xfrm>
          <a:off x="304800" y="765151"/>
          <a:ext cx="3335338" cy="1684337"/>
        </p:xfrm>
        <a:graphic>
          <a:graphicData uri="http://schemas.openxmlformats.org/presentationml/2006/ole">
            <mc:AlternateContent xmlns:mc="http://schemas.openxmlformats.org/markup-compatibility/2006">
              <mc:Choice xmlns:v="urn:schemas-microsoft-com:vml" Requires="v">
                <p:oleObj name="Visio" r:id="rId10" imgW="1696926" imgH="872252" progId="Visio.Drawing.11">
                  <p:embed/>
                </p:oleObj>
              </mc:Choice>
              <mc:Fallback>
                <p:oleObj name="Visio" r:id="rId10" imgW="1696926" imgH="872252" progId="Visio.Drawing.11">
                  <p:embed/>
                  <p:pic>
                    <p:nvPicPr>
                      <p:cNvPr id="9227"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800" y="765151"/>
                        <a:ext cx="3335338" cy="168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69" name="Object 9"/>
          <p:cNvGraphicFramePr>
            <a:graphicFrameLocks noChangeAspect="1"/>
          </p:cNvGraphicFramePr>
          <p:nvPr/>
        </p:nvGraphicFramePr>
        <p:xfrm>
          <a:off x="914400" y="2754288"/>
          <a:ext cx="1895475" cy="533400"/>
        </p:xfrm>
        <a:graphic>
          <a:graphicData uri="http://schemas.openxmlformats.org/presentationml/2006/ole">
            <mc:AlternateContent xmlns:mc="http://schemas.openxmlformats.org/markup-compatibility/2006">
              <mc:Choice xmlns:v="urn:schemas-microsoft-com:vml" Requires="v">
                <p:oleObj name="Equation" r:id="rId12" imgW="812447" imgH="228501" progId="Equation.3">
                  <p:embed/>
                </p:oleObj>
              </mc:Choice>
              <mc:Fallback>
                <p:oleObj name="Equation" r:id="rId12" imgW="812447" imgH="228501" progId="Equation.3">
                  <p:embed/>
                  <p:pic>
                    <p:nvPicPr>
                      <p:cNvPr id="271369"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4400" y="2754288"/>
                        <a:ext cx="1895475" cy="5334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70" name="Object 10"/>
          <p:cNvGraphicFramePr>
            <a:graphicFrameLocks noChangeAspect="1"/>
          </p:cNvGraphicFramePr>
          <p:nvPr/>
        </p:nvGraphicFramePr>
        <p:xfrm>
          <a:off x="728663" y="5487988"/>
          <a:ext cx="742950" cy="533400"/>
        </p:xfrm>
        <a:graphic>
          <a:graphicData uri="http://schemas.openxmlformats.org/presentationml/2006/ole">
            <mc:AlternateContent xmlns:mc="http://schemas.openxmlformats.org/markup-compatibility/2006">
              <mc:Choice xmlns:v="urn:schemas-microsoft-com:vml" Requires="v">
                <p:oleObj name="Equation" r:id="rId14" imgW="317160" imgH="228600" progId="Equation.DSMT4">
                  <p:embed/>
                </p:oleObj>
              </mc:Choice>
              <mc:Fallback>
                <p:oleObj name="Equation" r:id="rId14" imgW="317160" imgH="228600" progId="Equation.DSMT4">
                  <p:embed/>
                  <p:pic>
                    <p:nvPicPr>
                      <p:cNvPr id="271370" name="Object 10"/>
                      <p:cNvPicPr>
                        <a:picLocks noChangeAspect="1" noChangeArrowheads="1"/>
                      </p:cNvPicPr>
                      <p:nvPr/>
                    </p:nvPicPr>
                    <p:blipFill>
                      <a:blip r:embed="rId15"/>
                      <a:srcRect/>
                      <a:stretch>
                        <a:fillRect/>
                      </a:stretch>
                    </p:blipFill>
                    <p:spPr bwMode="auto">
                      <a:xfrm>
                        <a:off x="728663" y="5487988"/>
                        <a:ext cx="742950" cy="5334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31" name="Object 12"/>
          <p:cNvGraphicFramePr>
            <a:graphicFrameLocks noChangeAspect="1"/>
          </p:cNvGraphicFramePr>
          <p:nvPr/>
        </p:nvGraphicFramePr>
        <p:xfrm>
          <a:off x="4095030" y="3431563"/>
          <a:ext cx="1989138" cy="2349500"/>
        </p:xfrm>
        <a:graphic>
          <a:graphicData uri="http://schemas.openxmlformats.org/presentationml/2006/ole">
            <mc:AlternateContent xmlns:mc="http://schemas.openxmlformats.org/markup-compatibility/2006">
              <mc:Choice xmlns:v="urn:schemas-microsoft-com:vml" Requires="v">
                <p:oleObj name="Visio" r:id="rId16" imgW="1057341" imgH="1276295" progId="Visio.Drawing.11">
                  <p:embed/>
                </p:oleObj>
              </mc:Choice>
              <mc:Fallback>
                <p:oleObj name="Visio" r:id="rId16" imgW="1057341" imgH="1276295" progId="Visio.Drawing.11">
                  <p:embed/>
                  <p:pic>
                    <p:nvPicPr>
                      <p:cNvPr id="9231" name="Object 12"/>
                      <p:cNvPicPr>
                        <a:picLocks noChangeAspect="1" noChangeArrowheads="1"/>
                      </p:cNvPicPr>
                      <p:nvPr/>
                    </p:nvPicPr>
                    <p:blipFill>
                      <a:blip r:embed="rId17"/>
                      <a:srcRect/>
                      <a:stretch>
                        <a:fillRect/>
                      </a:stretch>
                    </p:blipFill>
                    <p:spPr bwMode="auto">
                      <a:xfrm>
                        <a:off x="4095030" y="3431563"/>
                        <a:ext cx="1989138" cy="234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32" name="Rectangle 14"/>
          <p:cNvSpPr>
            <a:spLocks noChangeArrowheads="1"/>
          </p:cNvSpPr>
          <p:nvPr/>
        </p:nvSpPr>
        <p:spPr bwMode="auto">
          <a:xfrm>
            <a:off x="323850" y="188640"/>
            <a:ext cx="8820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sz="2800" dirty="0">
                <a:solidFill>
                  <a:srgbClr val="CC3300"/>
                </a:solidFill>
                <a:ea typeface="隶书" panose="02010509060101010101" pitchFamily="49" charset="-122"/>
              </a:rPr>
              <a:t>3. </a:t>
            </a:r>
            <a:r>
              <a:rPr lang="zh-CN" altLang="en-US" sz="2800" dirty="0">
                <a:solidFill>
                  <a:srgbClr val="CC3300"/>
                </a:solidFill>
                <a:ea typeface="隶书" panose="02010509060101010101" pitchFamily="49" charset="-122"/>
              </a:rPr>
              <a:t>理想电流源的串联与并联</a:t>
            </a:r>
            <a:endParaRPr lang="en-US" altLang="zh-CN" sz="2800" dirty="0">
              <a:solidFill>
                <a:srgbClr val="CC3300"/>
              </a:solidFill>
              <a:ea typeface="隶书" panose="02010509060101010101" pitchFamily="49" charset="-122"/>
            </a:endParaRPr>
          </a:p>
        </p:txBody>
      </p:sp>
      <p:sp>
        <p:nvSpPr>
          <p:cNvPr id="2" name="矩形 1"/>
          <p:cNvSpPr/>
          <p:nvPr/>
        </p:nvSpPr>
        <p:spPr>
          <a:xfrm>
            <a:off x="3679356" y="1425551"/>
            <a:ext cx="646331" cy="369332"/>
          </a:xfrm>
          <a:prstGeom prst="rect">
            <a:avLst/>
          </a:prstGeom>
        </p:spPr>
        <p:txBody>
          <a:bodyPr wrap="none">
            <a:spAutoFit/>
          </a:bodyPr>
          <a:lstStyle/>
          <a:p>
            <a:r>
              <a:rPr lang="zh-CN" altLang="en-US" sz="1800" dirty="0">
                <a:solidFill>
                  <a:srgbClr val="CC3300"/>
                </a:solidFill>
                <a:ea typeface="隶书" panose="02010509060101010101" pitchFamily="49" charset="-122"/>
              </a:rPr>
              <a:t>等效</a:t>
            </a:r>
            <a:endParaRPr lang="zh-CN" altLang="en-US" dirty="0"/>
          </a:p>
        </p:txBody>
      </p:sp>
      <p:graphicFrame>
        <p:nvGraphicFramePr>
          <p:cNvPr id="19" name="Object 6"/>
          <p:cNvGraphicFramePr>
            <a:graphicFrameLocks noChangeAspect="1"/>
          </p:cNvGraphicFramePr>
          <p:nvPr/>
        </p:nvGraphicFramePr>
        <p:xfrm>
          <a:off x="7068343" y="3493475"/>
          <a:ext cx="1484313" cy="2225675"/>
        </p:xfrm>
        <a:graphic>
          <a:graphicData uri="http://schemas.openxmlformats.org/presentationml/2006/ole">
            <mc:AlternateContent xmlns:mc="http://schemas.openxmlformats.org/markup-compatibility/2006">
              <mc:Choice xmlns:v="urn:schemas-microsoft-com:vml" Requires="v">
                <p:oleObj name="Visio" r:id="rId18" imgW="762150" imgH="1133339" progId="Visio.Drawing.11">
                  <p:embed/>
                </p:oleObj>
              </mc:Choice>
              <mc:Fallback>
                <p:oleObj name="Visio" r:id="rId18" imgW="762150" imgH="1133339" progId="Visio.Drawing.11">
                  <p:embed/>
                  <p:pic>
                    <p:nvPicPr>
                      <p:cNvPr id="19" name="Object 6"/>
                      <p:cNvPicPr>
                        <a:picLocks noChangeAspect="1" noChangeArrowheads="1"/>
                      </p:cNvPicPr>
                      <p:nvPr/>
                    </p:nvPicPr>
                    <p:blipFill>
                      <a:blip r:embed="rId19"/>
                      <a:srcRect/>
                      <a:stretch>
                        <a:fillRect/>
                      </a:stretch>
                    </p:blipFill>
                    <p:spPr bwMode="auto">
                      <a:xfrm>
                        <a:off x="7068343" y="3493475"/>
                        <a:ext cx="1484313" cy="2225675"/>
                      </a:xfrm>
                      <a:prstGeom prst="rect">
                        <a:avLst/>
                      </a:prstGeom>
                      <a:solidFill>
                        <a:schemeClr val="accent1">
                          <a:alpha val="50195"/>
                        </a:schemeClr>
                      </a:solidFill>
                      <a:ln>
                        <a:noFill/>
                      </a:ln>
                      <a:effectLst/>
                      <a:extLs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Rectangle 7"/>
          <p:cNvSpPr>
            <a:spLocks noChangeArrowheads="1"/>
          </p:cNvSpPr>
          <p:nvPr/>
        </p:nvSpPr>
        <p:spPr bwMode="auto">
          <a:xfrm>
            <a:off x="6191899" y="4313717"/>
            <a:ext cx="838200" cy="7620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4400" b="1" dirty="0">
                <a:solidFill>
                  <a:schemeClr val="hlink"/>
                </a:solidFill>
                <a:ea typeface="隶书" panose="02010509060101010101" pitchFamily="49" charset="-122"/>
              </a:rPr>
              <a:t>→</a:t>
            </a:r>
          </a:p>
        </p:txBody>
      </p:sp>
      <p:sp>
        <p:nvSpPr>
          <p:cNvPr id="21" name="矩形 20"/>
          <p:cNvSpPr/>
          <p:nvPr/>
        </p:nvSpPr>
        <p:spPr>
          <a:xfrm>
            <a:off x="6175711" y="4204180"/>
            <a:ext cx="646331" cy="369332"/>
          </a:xfrm>
          <a:prstGeom prst="rect">
            <a:avLst/>
          </a:prstGeom>
        </p:spPr>
        <p:txBody>
          <a:bodyPr wrap="none">
            <a:spAutoFit/>
          </a:bodyPr>
          <a:lstStyle/>
          <a:p>
            <a:r>
              <a:rPr lang="zh-CN" altLang="en-US" sz="1800" dirty="0">
                <a:solidFill>
                  <a:srgbClr val="CC3300"/>
                </a:solidFill>
                <a:ea typeface="隶书" panose="02010509060101010101" pitchFamily="49" charset="-122"/>
              </a:rPr>
              <a:t>等效</a:t>
            </a:r>
            <a:endParaRPr lang="zh-CN" altLang="en-US" dirty="0"/>
          </a:p>
        </p:txBody>
      </p:sp>
      <p:sp>
        <p:nvSpPr>
          <p:cNvPr id="3" name="矩形 2"/>
          <p:cNvSpPr/>
          <p:nvPr/>
        </p:nvSpPr>
        <p:spPr>
          <a:xfrm>
            <a:off x="3129513" y="2852936"/>
            <a:ext cx="3877985" cy="461665"/>
          </a:xfrm>
          <a:prstGeom prst="rect">
            <a:avLst/>
          </a:prstGeom>
        </p:spPr>
        <p:txBody>
          <a:bodyPr wrap="none">
            <a:spAutoFit/>
          </a:bodyPr>
          <a:lstStyle/>
          <a:p>
            <a:r>
              <a:rPr lang="zh-CN" altLang="en-US" sz="2400" b="0" i="0" u="none" strike="noStrike" baseline="0" dirty="0">
                <a:solidFill>
                  <a:srgbClr val="FF0000"/>
                </a:solidFill>
                <a:latin typeface="宋体" panose="02010600030101010101" pitchFamily="2" charset="-122"/>
                <a:ea typeface="宋体" panose="02010600030101010101" pitchFamily="2" charset="-122"/>
              </a:rPr>
              <a:t>电流源并联等效为电流源。</a:t>
            </a:r>
            <a:endParaRPr lang="zh-CN" altLang="en-US" sz="2400" dirty="0">
              <a:solidFill>
                <a:srgbClr val="FF0000"/>
              </a:solidFill>
              <a:latin typeface="宋体" panose="02010600030101010101" pitchFamily="2" charset="-122"/>
              <a:ea typeface="宋体" panose="02010600030101010101" pitchFamily="2" charset="-122"/>
            </a:endParaRPr>
          </a:p>
        </p:txBody>
      </p:sp>
      <p:sp>
        <p:nvSpPr>
          <p:cNvPr id="4" name="矩形 3"/>
          <p:cNvSpPr/>
          <p:nvPr/>
        </p:nvSpPr>
        <p:spPr>
          <a:xfrm>
            <a:off x="197768" y="6021288"/>
            <a:ext cx="8494633" cy="830997"/>
          </a:xfrm>
          <a:prstGeom prst="rect">
            <a:avLst/>
          </a:prstGeom>
        </p:spPr>
        <p:txBody>
          <a:bodyPr wrap="none">
            <a:spAutoFit/>
          </a:bodyPr>
          <a:lstStyle/>
          <a:p>
            <a:r>
              <a:rPr lang="zh-CN" altLang="en-US" sz="2400" dirty="0">
                <a:solidFill>
                  <a:srgbClr val="FF0000"/>
                </a:solidFill>
                <a:latin typeface="宋体" panose="02010600030101010101" pitchFamily="2" charset="-122"/>
                <a:ea typeface="宋体" panose="02010600030101010101" pitchFamily="2" charset="-122"/>
              </a:rPr>
              <a:t>电流源串联任何元件、或串联一端口网络，均等效为电流源。</a:t>
            </a:r>
            <a:endParaRPr lang="en-US" altLang="zh-CN" sz="2400" dirty="0">
              <a:solidFill>
                <a:srgbClr val="FF0000"/>
              </a:solidFill>
              <a:latin typeface="宋体" panose="02010600030101010101" pitchFamily="2" charset="-122"/>
              <a:ea typeface="宋体" panose="02010600030101010101" pitchFamily="2" charset="-122"/>
            </a:endParaRPr>
          </a:p>
          <a:p>
            <a:r>
              <a:rPr lang="zh-CN" altLang="en-US" sz="2400" dirty="0">
                <a:solidFill>
                  <a:srgbClr val="FF0000"/>
                </a:solidFill>
                <a:latin typeface="宋体" panose="02010600030101010101" pitchFamily="2" charset="-122"/>
                <a:ea typeface="宋体" panose="02010600030101010101" pitchFamily="2" charset="-122"/>
              </a:rPr>
              <a:t>同样注意：只对外等效</a:t>
            </a:r>
          </a:p>
        </p:txBody>
      </p:sp>
      <p:graphicFrame>
        <p:nvGraphicFramePr>
          <p:cNvPr id="22" name="Object 10"/>
          <p:cNvGraphicFramePr>
            <a:graphicFrameLocks noChangeAspect="1"/>
          </p:cNvGraphicFramePr>
          <p:nvPr/>
        </p:nvGraphicFramePr>
        <p:xfrm>
          <a:off x="2555776" y="5494784"/>
          <a:ext cx="742950" cy="533400"/>
        </p:xfrm>
        <a:graphic>
          <a:graphicData uri="http://schemas.openxmlformats.org/presentationml/2006/ole">
            <mc:AlternateContent xmlns:mc="http://schemas.openxmlformats.org/markup-compatibility/2006">
              <mc:Choice xmlns:v="urn:schemas-microsoft-com:vml" Requires="v">
                <p:oleObj name="Equation" r:id="rId20" imgW="317160" imgH="228600" progId="Equation.DSMT4">
                  <p:embed/>
                </p:oleObj>
              </mc:Choice>
              <mc:Fallback>
                <p:oleObj name="Equation" r:id="rId20" imgW="317160" imgH="228600" progId="Equation.DSMT4">
                  <p:embed/>
                  <p:pic>
                    <p:nvPicPr>
                      <p:cNvPr id="22" name="Object 10"/>
                      <p:cNvPicPr>
                        <a:picLocks noChangeAspect="1" noChangeArrowheads="1"/>
                      </p:cNvPicPr>
                      <p:nvPr/>
                    </p:nvPicPr>
                    <p:blipFill>
                      <a:blip r:embed="rId21"/>
                      <a:srcRect/>
                      <a:stretch>
                        <a:fillRect/>
                      </a:stretch>
                    </p:blipFill>
                    <p:spPr bwMode="auto">
                      <a:xfrm>
                        <a:off x="2555776" y="5494784"/>
                        <a:ext cx="742950" cy="5334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10"/>
          <p:cNvGraphicFramePr>
            <a:graphicFrameLocks noChangeAspect="1"/>
          </p:cNvGraphicFramePr>
          <p:nvPr/>
        </p:nvGraphicFramePr>
        <p:xfrm>
          <a:off x="5252613" y="5522669"/>
          <a:ext cx="742950" cy="533400"/>
        </p:xfrm>
        <a:graphic>
          <a:graphicData uri="http://schemas.openxmlformats.org/presentationml/2006/ole">
            <mc:AlternateContent xmlns:mc="http://schemas.openxmlformats.org/markup-compatibility/2006">
              <mc:Choice xmlns:v="urn:schemas-microsoft-com:vml" Requires="v">
                <p:oleObj name="Equation" r:id="rId22" imgW="317160" imgH="228600" progId="Equation.DSMT4">
                  <p:embed/>
                </p:oleObj>
              </mc:Choice>
              <mc:Fallback>
                <p:oleObj name="Equation" r:id="rId22" imgW="317160" imgH="228600" progId="Equation.DSMT4">
                  <p:embed/>
                  <p:pic>
                    <p:nvPicPr>
                      <p:cNvPr id="23" name="Object 10"/>
                      <p:cNvPicPr>
                        <a:picLocks noChangeAspect="1" noChangeArrowheads="1"/>
                      </p:cNvPicPr>
                      <p:nvPr/>
                    </p:nvPicPr>
                    <p:blipFill>
                      <a:blip r:embed="rId21"/>
                      <a:srcRect/>
                      <a:stretch>
                        <a:fillRect/>
                      </a:stretch>
                    </p:blipFill>
                    <p:spPr bwMode="auto">
                      <a:xfrm>
                        <a:off x="5252613" y="5522669"/>
                        <a:ext cx="742950" cy="5334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371" name="Picture 155" descr="http://ws2.sinaimg.cn/large/9150e4e5ly1flf5cbcpxzg206o06ot8n.gif"/>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667839" y="188640"/>
            <a:ext cx="1325959" cy="13259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136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13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13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13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2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7136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7" grpId="0"/>
      <p:bldP spid="2" grpId="0"/>
      <p:bldP spid="20" grpId="0"/>
      <p:bldP spid="21"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0" y="104775"/>
            <a:ext cx="9100820" cy="508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17780" y="619760"/>
            <a:ext cx="9126220" cy="50488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5364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2231" y="131292"/>
            <a:ext cx="8179669" cy="584775"/>
          </a:xfrm>
          <a:prstGeom prst="rect">
            <a:avLst/>
          </a:prstGeom>
          <a:noFill/>
        </p:spPr>
        <p:txBody>
          <a:bodyPr wrap="square" rtlCol="0" anchor="t">
            <a:spAutoFit/>
          </a:bodyPr>
          <a:lstStyle/>
          <a:p>
            <a:r>
              <a:rPr lang="en-US" altLang="zh-CN" sz="3200" b="1" dirty="0">
                <a:latin typeface="楷体" panose="02010609060101010101" charset="-122"/>
                <a:ea typeface="楷体" panose="02010609060101010101" charset="-122"/>
                <a:cs typeface="+mj-cs"/>
                <a:sym typeface="+mn-ea"/>
              </a:rPr>
              <a:t>1.</a:t>
            </a:r>
            <a:r>
              <a:rPr lang="zh-CN" altLang="en-US" sz="3200" b="1" dirty="0">
                <a:latin typeface="楷体" panose="02010609060101010101" charset="-122"/>
                <a:ea typeface="楷体" panose="02010609060101010101" charset="-122"/>
                <a:cs typeface="+mj-cs"/>
                <a:sym typeface="+mn-ea"/>
              </a:rPr>
              <a:t>电阻电路：</a:t>
            </a:r>
            <a:endParaRPr lang="en-US" altLang="zh-CN" sz="3200" b="1" dirty="0">
              <a:latin typeface="楷体" panose="02010609060101010101" charset="-122"/>
              <a:ea typeface="楷体" panose="02010609060101010101" charset="-122"/>
              <a:cs typeface="+mj-cs"/>
              <a:sym typeface="+mn-ea"/>
            </a:endParaRPr>
          </a:p>
        </p:txBody>
      </p:sp>
      <p:sp>
        <p:nvSpPr>
          <p:cNvPr id="3" name="Rectangle 3"/>
          <p:cNvSpPr txBox="1">
            <a:spLocks noChangeArrowheads="1"/>
          </p:cNvSpPr>
          <p:nvPr/>
        </p:nvSpPr>
        <p:spPr bwMode="auto">
          <a:xfrm>
            <a:off x="-222250" y="816178"/>
            <a:ext cx="9239250" cy="123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7147" tIns="33574" rIns="67147" bIns="33574" numCol="1" anchor="t" anchorCtr="0" compatLnSpc="1"/>
          <a:lstStyle>
            <a:lvl1pPr marL="342900" indent="-342900" algn="l" rtl="0" fontAlgn="base">
              <a:spcBef>
                <a:spcPct val="20000"/>
              </a:spcBef>
              <a:spcAft>
                <a:spcPct val="0"/>
              </a:spcAft>
              <a:buFont typeface="Arial" panose="020B0604020202020204" pitchFamily="34" charset="0"/>
              <a:buChar char="•"/>
              <a:defRPr sz="3200" b="1"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rtl="0" fontAlgn="base">
              <a:spcBef>
                <a:spcPct val="20000"/>
              </a:spcBef>
              <a:spcAft>
                <a:spcPct val="0"/>
              </a:spcAft>
              <a:buFont typeface="Arial" panose="020B0604020202020204" pitchFamily="34" charset="0"/>
              <a:buChar char="–"/>
              <a:defRPr sz="2800" b="1"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defTabSz="914400">
              <a:lnSpc>
                <a:spcPct val="130000"/>
              </a:lnSpc>
              <a:spcBef>
                <a:spcPts val="0"/>
              </a:spcBef>
              <a:buClr>
                <a:schemeClr val="tx1"/>
              </a:buClr>
              <a:buFont typeface="Wingdings" panose="05000000000000000000" pitchFamily="2" charset="2"/>
              <a:buChar char="Ø"/>
            </a:pPr>
            <a:r>
              <a:rPr lang="en-US" altLang="zh-CN" dirty="0">
                <a:solidFill>
                  <a:prstClr val="black"/>
                </a:solidFill>
                <a:latin typeface="Times New Roman" panose="02020603050405020304" pitchFamily="18" charset="0"/>
                <a:ea typeface="楷体" panose="02010609060101010101" charset="-122"/>
              </a:rPr>
              <a:t>KCL</a:t>
            </a:r>
            <a:r>
              <a:rPr lang="zh-CN" altLang="en-US" dirty="0">
                <a:solidFill>
                  <a:prstClr val="black"/>
                </a:solidFill>
                <a:latin typeface="Times New Roman" panose="02020603050405020304" pitchFamily="18" charset="0"/>
                <a:ea typeface="楷体" panose="02010609060101010101" charset="-122"/>
              </a:rPr>
              <a:t>、</a:t>
            </a:r>
            <a:r>
              <a:rPr lang="en-US" altLang="zh-CN" dirty="0">
                <a:solidFill>
                  <a:prstClr val="black"/>
                </a:solidFill>
                <a:latin typeface="Times New Roman" panose="02020603050405020304" pitchFamily="18" charset="0"/>
                <a:ea typeface="楷体" panose="02010609060101010101" charset="-122"/>
              </a:rPr>
              <a:t>KVL</a:t>
            </a:r>
            <a:r>
              <a:rPr lang="zh-CN" altLang="en-US" dirty="0">
                <a:solidFill>
                  <a:prstClr val="black"/>
                </a:solidFill>
                <a:latin typeface="Times New Roman" panose="02020603050405020304" pitchFamily="18" charset="0"/>
                <a:ea typeface="楷体" panose="02010609060101010101" charset="-122"/>
              </a:rPr>
              <a:t>：</a:t>
            </a:r>
            <a:r>
              <a:rPr lang="zh-CN" altLang="en-US" dirty="0">
                <a:solidFill>
                  <a:srgbClr val="0000FF"/>
                </a:solidFill>
                <a:latin typeface="Times New Roman" panose="02020603050405020304" pitchFamily="18" charset="0"/>
                <a:ea typeface="楷体" panose="02010609060101010101" charset="-122"/>
              </a:rPr>
              <a:t>万能解题方法</a:t>
            </a:r>
            <a:endParaRPr lang="en-US" altLang="zh-CN" dirty="0">
              <a:solidFill>
                <a:srgbClr val="0000FF"/>
              </a:solidFill>
              <a:latin typeface="Times New Roman" panose="02020603050405020304" pitchFamily="18" charset="0"/>
              <a:ea typeface="楷体" panose="02010609060101010101" charset="-122"/>
            </a:endParaRPr>
          </a:p>
          <a:p>
            <a:pPr lvl="1" defTabSz="914400">
              <a:lnSpc>
                <a:spcPct val="130000"/>
              </a:lnSpc>
              <a:spcBef>
                <a:spcPts val="0"/>
              </a:spcBef>
              <a:buClr>
                <a:schemeClr val="tx1"/>
              </a:buClr>
              <a:buFont typeface="Wingdings" panose="05000000000000000000" pitchFamily="2" charset="2"/>
              <a:buChar char="Ø"/>
            </a:pPr>
            <a:r>
              <a:rPr lang="zh-CN" altLang="en-US" sz="2800" b="1" dirty="0">
                <a:solidFill>
                  <a:prstClr val="black"/>
                </a:solidFill>
                <a:latin typeface="Times New Roman" panose="02020603050405020304" pitchFamily="18" charset="0"/>
                <a:ea typeface="楷体" panose="02010609060101010101" charset="-122"/>
              </a:rPr>
              <a:t>等效变换：</a:t>
            </a:r>
            <a:r>
              <a:rPr lang="zh-CN" altLang="en-US" sz="2800" b="1" dirty="0">
                <a:solidFill>
                  <a:srgbClr val="0000FF"/>
                </a:solidFill>
                <a:latin typeface="Times New Roman" panose="02020603050405020304" pitchFamily="18" charset="0"/>
                <a:ea typeface="楷体" panose="02010609060101010101" charset="-122"/>
              </a:rPr>
              <a:t>对外等效、对内不等效</a:t>
            </a:r>
            <a:endParaRPr lang="en-US" altLang="zh-CN" sz="2800" b="1" dirty="0">
              <a:solidFill>
                <a:srgbClr val="0000FF"/>
              </a:solidFill>
              <a:latin typeface="Times New Roman" panose="02020603050405020304" pitchFamily="18" charset="0"/>
              <a:ea typeface="楷体" panose="02010609060101010101" charset="-122"/>
            </a:endParaRPr>
          </a:p>
        </p:txBody>
      </p:sp>
      <p:graphicFrame>
        <p:nvGraphicFramePr>
          <p:cNvPr id="4" name="Object 23"/>
          <p:cNvGraphicFramePr>
            <a:graphicFrameLocks noChangeAspect="1"/>
          </p:cNvGraphicFramePr>
          <p:nvPr/>
        </p:nvGraphicFramePr>
        <p:xfrm>
          <a:off x="3795707" y="5422555"/>
          <a:ext cx="2416175" cy="903605"/>
        </p:xfrm>
        <a:graphic>
          <a:graphicData uri="http://schemas.openxmlformats.org/presentationml/2006/ole">
            <mc:AlternateContent xmlns:mc="http://schemas.openxmlformats.org/markup-compatibility/2006">
              <mc:Choice xmlns:v="urn:schemas-microsoft-com:vml" Requires="v">
                <p:oleObj name="Equation" r:id="rId2" imgW="1155700" imgH="431800" progId="Equation.DSMT4">
                  <p:embed/>
                </p:oleObj>
              </mc:Choice>
              <mc:Fallback>
                <p:oleObj name="Equation" r:id="rId2" imgW="1155700" imgH="431800" progId="Equation.DSMT4">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5707" y="5422555"/>
                        <a:ext cx="2416175" cy="903605"/>
                      </a:xfrm>
                      <a:prstGeom prst="rect">
                        <a:avLst/>
                      </a:prstGeom>
                      <a:noFill/>
                      <a:ln w="9525">
                        <a:no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27"/>
          <p:cNvGraphicFramePr>
            <a:graphicFrameLocks noChangeAspect="1"/>
          </p:cNvGraphicFramePr>
          <p:nvPr/>
        </p:nvGraphicFramePr>
        <p:xfrm>
          <a:off x="4515797" y="4899950"/>
          <a:ext cx="1170305" cy="440055"/>
        </p:xfrm>
        <a:graphic>
          <a:graphicData uri="http://schemas.openxmlformats.org/presentationml/2006/ole">
            <mc:AlternateContent xmlns:mc="http://schemas.openxmlformats.org/markup-compatibility/2006">
              <mc:Choice xmlns:v="urn:schemas-microsoft-com:vml" Requires="v">
                <p:oleObj name="Equation" r:id="rId4" imgW="469900" imgH="177165" progId="Equation.DSMT4">
                  <p:embed/>
                </p:oleObj>
              </mc:Choice>
              <mc:Fallback>
                <p:oleObj name="Equation" r:id="rId4" imgW="469900" imgH="177165" progId="Equation.DSMT4">
                  <p:embed/>
                  <p:pic>
                    <p:nvPicPr>
                      <p:cNvPr id="0" name="Object 27"/>
                      <p:cNvPicPr>
                        <a:picLocks noChangeAspect="1" noChangeArrowheads="1"/>
                      </p:cNvPicPr>
                      <p:nvPr/>
                    </p:nvPicPr>
                    <p:blipFill>
                      <a:blip r:embed="rId5"/>
                      <a:srcRect/>
                      <a:stretch>
                        <a:fillRect/>
                      </a:stretch>
                    </p:blipFill>
                    <p:spPr bwMode="auto">
                      <a:xfrm>
                        <a:off x="4515797" y="4899950"/>
                        <a:ext cx="1170305" cy="44005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21"/>
          <p:cNvGraphicFramePr>
            <a:graphicFrameLocks noChangeAspect="1"/>
          </p:cNvGraphicFramePr>
          <p:nvPr/>
        </p:nvGraphicFramePr>
        <p:xfrm>
          <a:off x="709607" y="5422555"/>
          <a:ext cx="2522220" cy="903605"/>
        </p:xfrm>
        <a:graphic>
          <a:graphicData uri="http://schemas.openxmlformats.org/presentationml/2006/ole">
            <mc:AlternateContent xmlns:mc="http://schemas.openxmlformats.org/markup-compatibility/2006">
              <mc:Choice xmlns:v="urn:schemas-microsoft-com:vml" Requires="v">
                <p:oleObj name="Equation" r:id="rId6" imgW="1206500" imgH="431800" progId="Equation.DSMT4">
                  <p:embed/>
                </p:oleObj>
              </mc:Choice>
              <mc:Fallback>
                <p:oleObj name="Equation" r:id="rId6" imgW="1206500" imgH="431800" progId="Equation.DSMT4">
                  <p:embed/>
                  <p:pic>
                    <p:nvPicPr>
                      <p:cNvPr id="0"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9607" y="5422555"/>
                        <a:ext cx="2522220" cy="903605"/>
                      </a:xfrm>
                      <a:prstGeom prst="rect">
                        <a:avLst/>
                      </a:prstGeom>
                      <a:noFill/>
                      <a:ln w="9525">
                        <a:no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28"/>
          <p:cNvGraphicFramePr>
            <a:graphicFrameLocks noChangeAspect="1"/>
          </p:cNvGraphicFramePr>
          <p:nvPr/>
        </p:nvGraphicFramePr>
        <p:xfrm>
          <a:off x="1555427" y="4889155"/>
          <a:ext cx="1099820" cy="450850"/>
        </p:xfrm>
        <a:graphic>
          <a:graphicData uri="http://schemas.openxmlformats.org/presentationml/2006/ole">
            <mc:AlternateContent xmlns:mc="http://schemas.openxmlformats.org/markup-compatibility/2006">
              <mc:Choice xmlns:v="urn:schemas-microsoft-com:vml" Requires="v">
                <p:oleObj name="Equation" r:id="rId8" imgW="469900" imgH="177800" progId="Equation.DSMT4">
                  <p:embed/>
                </p:oleObj>
              </mc:Choice>
              <mc:Fallback>
                <p:oleObj name="Equation" r:id="rId8" imgW="469900" imgH="177800" progId="Equation.DSMT4">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5427" y="4889155"/>
                        <a:ext cx="1099820" cy="45085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23"/>
          <p:cNvGrpSpPr/>
          <p:nvPr/>
        </p:nvGrpSpPr>
        <p:grpSpPr bwMode="auto">
          <a:xfrm>
            <a:off x="6775762" y="4612295"/>
            <a:ext cx="2076450" cy="2095500"/>
            <a:chOff x="3971" y="1488"/>
            <a:chExt cx="1308" cy="1320"/>
          </a:xfrm>
        </p:grpSpPr>
        <p:sp>
          <p:nvSpPr>
            <p:cNvPr id="9" name="Line 24"/>
            <p:cNvSpPr>
              <a:spLocks noChangeShapeType="1"/>
            </p:cNvSpPr>
            <p:nvPr/>
          </p:nvSpPr>
          <p:spPr bwMode="auto">
            <a:xfrm flipH="1">
              <a:off x="3971" y="1488"/>
              <a:ext cx="661" cy="10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25"/>
            <p:cNvSpPr>
              <a:spLocks noChangeShapeType="1"/>
            </p:cNvSpPr>
            <p:nvPr/>
          </p:nvSpPr>
          <p:spPr bwMode="auto">
            <a:xfrm>
              <a:off x="3971" y="2535"/>
              <a:ext cx="124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26"/>
            <p:cNvSpPr>
              <a:spLocks noChangeShapeType="1"/>
            </p:cNvSpPr>
            <p:nvPr/>
          </p:nvSpPr>
          <p:spPr bwMode="auto">
            <a:xfrm>
              <a:off x="4632" y="1488"/>
              <a:ext cx="587" cy="104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27"/>
            <p:cNvSpPr>
              <a:spLocks noChangeShapeType="1"/>
            </p:cNvSpPr>
            <p:nvPr/>
          </p:nvSpPr>
          <p:spPr bwMode="auto">
            <a:xfrm>
              <a:off x="4632" y="1488"/>
              <a:ext cx="0" cy="67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28"/>
            <p:cNvSpPr>
              <a:spLocks noChangeShapeType="1"/>
            </p:cNvSpPr>
            <p:nvPr/>
          </p:nvSpPr>
          <p:spPr bwMode="auto">
            <a:xfrm flipH="1">
              <a:off x="3971" y="2161"/>
              <a:ext cx="661" cy="37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29"/>
            <p:cNvSpPr>
              <a:spLocks noChangeShapeType="1"/>
            </p:cNvSpPr>
            <p:nvPr/>
          </p:nvSpPr>
          <p:spPr bwMode="auto">
            <a:xfrm>
              <a:off x="4632" y="2161"/>
              <a:ext cx="587" cy="37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30"/>
            <p:cNvSpPr txBox="1">
              <a:spLocks noChangeArrowheads="1"/>
            </p:cNvSpPr>
            <p:nvPr/>
          </p:nvSpPr>
          <p:spPr bwMode="auto">
            <a:xfrm>
              <a:off x="4923" y="1788"/>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t>
              </a:r>
              <a:r>
                <a:rPr lang="en-US" altLang="zh-CN" sz="1400" b="1"/>
                <a:t>31</a:t>
              </a:r>
              <a:endParaRPr lang="en-US" altLang="zh-CN" b="1" i="1"/>
            </a:p>
          </p:txBody>
        </p:sp>
        <p:sp>
          <p:nvSpPr>
            <p:cNvPr id="16" name="Text Box 31"/>
            <p:cNvSpPr txBox="1">
              <a:spLocks noChangeArrowheads="1"/>
            </p:cNvSpPr>
            <p:nvPr/>
          </p:nvSpPr>
          <p:spPr bwMode="auto">
            <a:xfrm>
              <a:off x="4444" y="2520"/>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t>
              </a:r>
              <a:r>
                <a:rPr lang="en-US" altLang="zh-CN" sz="1400" b="1"/>
                <a:t>23</a:t>
              </a:r>
              <a:endParaRPr lang="en-US" altLang="zh-CN" b="1" i="1"/>
            </a:p>
          </p:txBody>
        </p:sp>
        <p:sp>
          <p:nvSpPr>
            <p:cNvPr id="17" name="Text Box 32"/>
            <p:cNvSpPr txBox="1">
              <a:spLocks noChangeArrowheads="1"/>
            </p:cNvSpPr>
            <p:nvPr/>
          </p:nvSpPr>
          <p:spPr bwMode="auto">
            <a:xfrm>
              <a:off x="3971" y="1749"/>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dirty="0"/>
                <a:t>R</a:t>
              </a:r>
              <a:r>
                <a:rPr lang="en-US" altLang="zh-CN" sz="1400" b="1" dirty="0"/>
                <a:t>12</a:t>
              </a:r>
              <a:endParaRPr lang="en-US" altLang="zh-CN" b="1" i="1" dirty="0"/>
            </a:p>
          </p:txBody>
        </p:sp>
        <p:sp>
          <p:nvSpPr>
            <p:cNvPr id="18" name="Text Box 33"/>
            <p:cNvSpPr txBox="1">
              <a:spLocks noChangeArrowheads="1"/>
            </p:cNvSpPr>
            <p:nvPr/>
          </p:nvSpPr>
          <p:spPr bwMode="auto">
            <a:xfrm>
              <a:off x="4754" y="2037"/>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t>
              </a:r>
              <a:r>
                <a:rPr lang="en-US" altLang="zh-CN" sz="1400" b="1"/>
                <a:t>3</a:t>
              </a:r>
              <a:endParaRPr lang="en-US" altLang="zh-CN" b="1" i="1"/>
            </a:p>
          </p:txBody>
        </p:sp>
        <p:sp>
          <p:nvSpPr>
            <p:cNvPr id="19" name="Text Box 34"/>
            <p:cNvSpPr txBox="1">
              <a:spLocks noChangeArrowheads="1"/>
            </p:cNvSpPr>
            <p:nvPr/>
          </p:nvSpPr>
          <p:spPr bwMode="auto">
            <a:xfrm>
              <a:off x="4339" y="2220"/>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t>
              </a:r>
              <a:r>
                <a:rPr lang="en-US" altLang="zh-CN" sz="1400" b="1"/>
                <a:t>2</a:t>
              </a:r>
              <a:endParaRPr lang="en-US" altLang="zh-CN" b="1" i="1"/>
            </a:p>
          </p:txBody>
        </p:sp>
        <p:sp>
          <p:nvSpPr>
            <p:cNvPr id="20" name="Text Box 35"/>
            <p:cNvSpPr txBox="1">
              <a:spLocks noChangeArrowheads="1"/>
            </p:cNvSpPr>
            <p:nvPr/>
          </p:nvSpPr>
          <p:spPr bwMode="auto">
            <a:xfrm>
              <a:off x="4380" y="1749"/>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dirty="0"/>
                <a:t>R</a:t>
              </a:r>
              <a:r>
                <a:rPr lang="en-US" altLang="zh-CN" sz="1400" b="1" dirty="0"/>
                <a:t>1</a:t>
              </a:r>
              <a:endParaRPr lang="en-US" altLang="zh-CN" b="1" i="1" dirty="0"/>
            </a:p>
          </p:txBody>
        </p:sp>
      </p:grpSp>
      <p:graphicFrame>
        <p:nvGraphicFramePr>
          <p:cNvPr id="21" name="对象 20"/>
          <p:cNvGraphicFramePr>
            <a:graphicFrameLocks noChangeAspect="1"/>
          </p:cNvGraphicFramePr>
          <p:nvPr/>
        </p:nvGraphicFramePr>
        <p:xfrm>
          <a:off x="1665227" y="2046288"/>
          <a:ext cx="1511300" cy="482600"/>
        </p:xfrm>
        <a:graphic>
          <a:graphicData uri="http://schemas.openxmlformats.org/presentationml/2006/ole">
            <mc:AlternateContent xmlns:mc="http://schemas.openxmlformats.org/markup-compatibility/2006">
              <mc:Choice xmlns:v="urn:schemas-microsoft-com:vml" Requires="v">
                <p:oleObj name="Equation" r:id="rId10" imgW="36271200" imgH="11582400" progId="Equation.DSMT4">
                  <p:embed/>
                </p:oleObj>
              </mc:Choice>
              <mc:Fallback>
                <p:oleObj name="Equation" r:id="rId10" imgW="36271200" imgH="11582400" progId="Equation.DSMT4">
                  <p:embed/>
                  <p:pic>
                    <p:nvPicPr>
                      <p:cNvPr id="0" name="图片 101595"/>
                      <p:cNvPicPr/>
                      <p:nvPr/>
                    </p:nvPicPr>
                    <p:blipFill>
                      <a:blip r:embed="rId11"/>
                      <a:stretch>
                        <a:fillRect/>
                      </a:stretch>
                    </p:blipFill>
                    <p:spPr>
                      <a:xfrm>
                        <a:off x="1665227" y="2046288"/>
                        <a:ext cx="1511300" cy="482600"/>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1614427" y="2675108"/>
          <a:ext cx="1612900" cy="914400"/>
        </p:xfrm>
        <a:graphic>
          <a:graphicData uri="http://schemas.openxmlformats.org/presentationml/2006/ole">
            <mc:AlternateContent xmlns:mc="http://schemas.openxmlformats.org/markup-compatibility/2006">
              <mc:Choice xmlns:v="urn:schemas-microsoft-com:vml" Requires="v">
                <p:oleObj name="Equation" r:id="rId12" imgW="38709600" imgH="21945600" progId="Equation.DSMT4">
                  <p:embed/>
                </p:oleObj>
              </mc:Choice>
              <mc:Fallback>
                <p:oleObj name="Equation" r:id="rId12" imgW="38709600" imgH="21945600" progId="Equation.DSMT4">
                  <p:embed/>
                  <p:pic>
                    <p:nvPicPr>
                      <p:cNvPr id="0" name="对象 20"/>
                      <p:cNvPicPr/>
                      <p:nvPr/>
                    </p:nvPicPr>
                    <p:blipFill>
                      <a:blip r:embed="rId13"/>
                      <a:stretch>
                        <a:fillRect/>
                      </a:stretch>
                    </p:blipFill>
                    <p:spPr>
                      <a:xfrm>
                        <a:off x="1614427" y="2675108"/>
                        <a:ext cx="1612900" cy="914400"/>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3598863" y="2046288"/>
          <a:ext cx="1473200" cy="482600"/>
        </p:xfrm>
        <a:graphic>
          <a:graphicData uri="http://schemas.openxmlformats.org/presentationml/2006/ole">
            <mc:AlternateContent xmlns:mc="http://schemas.openxmlformats.org/markup-compatibility/2006">
              <mc:Choice xmlns:v="urn:schemas-microsoft-com:vml" Requires="v">
                <p:oleObj name="Equation" r:id="rId14" imgW="35356800" imgH="11582400" progId="Equation.DSMT4">
                  <p:embed/>
                </p:oleObj>
              </mc:Choice>
              <mc:Fallback>
                <p:oleObj name="Equation" r:id="rId14" imgW="35356800" imgH="11582400" progId="Equation.DSMT4">
                  <p:embed/>
                  <p:pic>
                    <p:nvPicPr>
                      <p:cNvPr id="0" name="对象 20"/>
                      <p:cNvPicPr/>
                      <p:nvPr/>
                    </p:nvPicPr>
                    <p:blipFill>
                      <a:blip r:embed="rId15"/>
                      <a:stretch>
                        <a:fillRect/>
                      </a:stretch>
                    </p:blipFill>
                    <p:spPr>
                      <a:xfrm>
                        <a:off x="3598863" y="2046288"/>
                        <a:ext cx="1473200" cy="482600"/>
                      </a:xfrm>
                      <a:prstGeom prst="rect">
                        <a:avLst/>
                      </a:prstGeom>
                    </p:spPr>
                  </p:pic>
                </p:oleObj>
              </mc:Fallback>
            </mc:AlternateContent>
          </a:graphicData>
        </a:graphic>
      </p:graphicFrame>
      <p:sp>
        <p:nvSpPr>
          <p:cNvPr id="25" name="文本框 24"/>
          <p:cNvSpPr txBox="1"/>
          <p:nvPr/>
        </p:nvSpPr>
        <p:spPr>
          <a:xfrm>
            <a:off x="432858" y="2046288"/>
            <a:ext cx="1065742" cy="523220"/>
          </a:xfrm>
          <a:prstGeom prst="rect">
            <a:avLst/>
          </a:prstGeom>
          <a:noFill/>
        </p:spPr>
        <p:txBody>
          <a:bodyPr wrap="square">
            <a:spAutoFit/>
          </a:bodyPr>
          <a:lstStyle/>
          <a:p>
            <a:r>
              <a:rPr lang="zh-CN" altLang="en-US" sz="2800" b="1" dirty="0">
                <a:solidFill>
                  <a:prstClr val="black"/>
                </a:solidFill>
                <a:latin typeface="Times New Roman" panose="02020603050405020304" pitchFamily="18" charset="0"/>
                <a:ea typeface="楷体" panose="02010609060101010101" charset="-122"/>
              </a:rPr>
              <a:t>串联：</a:t>
            </a:r>
            <a:endParaRPr lang="zh-CN" altLang="en-US" dirty="0"/>
          </a:p>
        </p:txBody>
      </p:sp>
      <p:sp>
        <p:nvSpPr>
          <p:cNvPr id="26" name="文本框 25"/>
          <p:cNvSpPr txBox="1"/>
          <p:nvPr/>
        </p:nvSpPr>
        <p:spPr>
          <a:xfrm>
            <a:off x="432858" y="2867367"/>
            <a:ext cx="1065742" cy="523220"/>
          </a:xfrm>
          <a:prstGeom prst="rect">
            <a:avLst/>
          </a:prstGeom>
          <a:noFill/>
        </p:spPr>
        <p:txBody>
          <a:bodyPr wrap="square">
            <a:spAutoFit/>
          </a:bodyPr>
          <a:lstStyle/>
          <a:p>
            <a:r>
              <a:rPr lang="zh-CN" altLang="en-US" sz="2800" b="1" dirty="0">
                <a:solidFill>
                  <a:prstClr val="black"/>
                </a:solidFill>
                <a:latin typeface="Times New Roman" panose="02020603050405020304" pitchFamily="18" charset="0"/>
                <a:ea typeface="楷体" panose="02010609060101010101" charset="-122"/>
              </a:rPr>
              <a:t>并联：</a:t>
            </a:r>
            <a:endParaRPr lang="zh-CN" altLang="en-US" dirty="0"/>
          </a:p>
        </p:txBody>
      </p:sp>
      <p:graphicFrame>
        <p:nvGraphicFramePr>
          <p:cNvPr id="27" name="对象 26"/>
          <p:cNvGraphicFramePr>
            <a:graphicFrameLocks noChangeAspect="1"/>
          </p:cNvGraphicFramePr>
          <p:nvPr/>
        </p:nvGraphicFramePr>
        <p:xfrm>
          <a:off x="3573463" y="2671777"/>
          <a:ext cx="1574800" cy="914400"/>
        </p:xfrm>
        <a:graphic>
          <a:graphicData uri="http://schemas.openxmlformats.org/presentationml/2006/ole">
            <mc:AlternateContent xmlns:mc="http://schemas.openxmlformats.org/markup-compatibility/2006">
              <mc:Choice xmlns:v="urn:schemas-microsoft-com:vml" Requires="v">
                <p:oleObj name="Equation" r:id="rId16" imgW="37795200" imgH="21945600" progId="Equation.DSMT4">
                  <p:embed/>
                </p:oleObj>
              </mc:Choice>
              <mc:Fallback>
                <p:oleObj name="Equation" r:id="rId16" imgW="37795200" imgH="21945600" progId="Equation.DSMT4">
                  <p:embed/>
                  <p:pic>
                    <p:nvPicPr>
                      <p:cNvPr id="0" name="对象 21"/>
                      <p:cNvPicPr/>
                      <p:nvPr/>
                    </p:nvPicPr>
                    <p:blipFill>
                      <a:blip r:embed="rId17"/>
                      <a:stretch>
                        <a:fillRect/>
                      </a:stretch>
                    </p:blipFill>
                    <p:spPr>
                      <a:xfrm>
                        <a:off x="3573463" y="2671777"/>
                        <a:ext cx="1574800" cy="9144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5481638" y="1858963"/>
          <a:ext cx="1638300" cy="914400"/>
        </p:xfrm>
        <a:graphic>
          <a:graphicData uri="http://schemas.openxmlformats.org/presentationml/2006/ole">
            <mc:AlternateContent xmlns:mc="http://schemas.openxmlformats.org/markup-compatibility/2006">
              <mc:Choice xmlns:v="urn:schemas-microsoft-com:vml" Requires="v">
                <p:oleObj name="Equation" r:id="rId18" imgW="39319200" imgH="21945600" progId="Equation.DSMT4">
                  <p:embed/>
                </p:oleObj>
              </mc:Choice>
              <mc:Fallback>
                <p:oleObj name="Equation" r:id="rId18" imgW="39319200" imgH="21945600" progId="Equation.DSMT4">
                  <p:embed/>
                  <p:pic>
                    <p:nvPicPr>
                      <p:cNvPr id="0" name="对象 21"/>
                      <p:cNvPicPr/>
                      <p:nvPr/>
                    </p:nvPicPr>
                    <p:blipFill>
                      <a:blip r:embed="rId19"/>
                      <a:stretch>
                        <a:fillRect/>
                      </a:stretch>
                    </p:blipFill>
                    <p:spPr>
                      <a:xfrm>
                        <a:off x="5481638" y="1858963"/>
                        <a:ext cx="1638300" cy="914400"/>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5468938" y="2895600"/>
          <a:ext cx="1524000" cy="482600"/>
        </p:xfrm>
        <a:graphic>
          <a:graphicData uri="http://schemas.openxmlformats.org/presentationml/2006/ole">
            <mc:AlternateContent xmlns:mc="http://schemas.openxmlformats.org/markup-compatibility/2006">
              <mc:Choice xmlns:v="urn:schemas-microsoft-com:vml" Requires="v">
                <p:oleObj name="Equation" r:id="rId20" imgW="36576000" imgH="11582400" progId="Equation.DSMT4">
                  <p:embed/>
                </p:oleObj>
              </mc:Choice>
              <mc:Fallback>
                <p:oleObj name="Equation" r:id="rId20" imgW="36576000" imgH="11582400" progId="Equation.DSMT4">
                  <p:embed/>
                  <p:pic>
                    <p:nvPicPr>
                      <p:cNvPr id="0" name="对象 22"/>
                      <p:cNvPicPr/>
                      <p:nvPr/>
                    </p:nvPicPr>
                    <p:blipFill>
                      <a:blip r:embed="rId21"/>
                      <a:stretch>
                        <a:fillRect/>
                      </a:stretch>
                    </p:blipFill>
                    <p:spPr>
                      <a:xfrm>
                        <a:off x="5468938" y="2895600"/>
                        <a:ext cx="1524000" cy="482600"/>
                      </a:xfrm>
                      <a:prstGeom prst="rect">
                        <a:avLst/>
                      </a:prstGeom>
                    </p:spPr>
                  </p:pic>
                </p:oleObj>
              </mc:Fallback>
            </mc:AlternateContent>
          </a:graphicData>
        </a:graphic>
      </p:graphicFrame>
      <p:sp>
        <p:nvSpPr>
          <p:cNvPr id="30" name="文本框 29"/>
          <p:cNvSpPr txBox="1"/>
          <p:nvPr/>
        </p:nvSpPr>
        <p:spPr>
          <a:xfrm>
            <a:off x="428296" y="3613825"/>
            <a:ext cx="2264104" cy="523220"/>
          </a:xfrm>
          <a:prstGeom prst="rect">
            <a:avLst/>
          </a:prstGeom>
          <a:noFill/>
        </p:spPr>
        <p:txBody>
          <a:bodyPr wrap="square">
            <a:spAutoFit/>
          </a:bodyPr>
          <a:lstStyle/>
          <a:p>
            <a:r>
              <a:rPr lang="zh-CN" altLang="en-US" sz="2800" b="1" dirty="0">
                <a:solidFill>
                  <a:prstClr val="black"/>
                </a:solidFill>
                <a:latin typeface="Times New Roman" panose="02020603050405020304" pitchFamily="18" charset="0"/>
                <a:ea typeface="楷体" panose="02010609060101010101" charset="-122"/>
              </a:rPr>
              <a:t>平衡电桥：</a:t>
            </a:r>
            <a:endParaRPr lang="zh-CN" altLang="en-US" dirty="0"/>
          </a:p>
        </p:txBody>
      </p:sp>
      <p:graphicFrame>
        <p:nvGraphicFramePr>
          <p:cNvPr id="32" name="对象 31"/>
          <p:cNvGraphicFramePr>
            <a:graphicFrameLocks noChangeAspect="1"/>
          </p:cNvGraphicFramePr>
          <p:nvPr/>
        </p:nvGraphicFramePr>
        <p:xfrm>
          <a:off x="2220907" y="3691475"/>
          <a:ext cx="1574800" cy="393700"/>
        </p:xfrm>
        <a:graphic>
          <a:graphicData uri="http://schemas.openxmlformats.org/presentationml/2006/ole">
            <mc:AlternateContent xmlns:mc="http://schemas.openxmlformats.org/markup-compatibility/2006">
              <mc:Choice xmlns:v="urn:schemas-microsoft-com:vml" Requires="v">
                <p:oleObj name="Equation" r:id="rId22" imgW="37795200" imgH="9448800" progId="Equation.DSMT4">
                  <p:embed/>
                </p:oleObj>
              </mc:Choice>
              <mc:Fallback>
                <p:oleObj name="Equation" r:id="rId22" imgW="37795200" imgH="9448800" progId="Equation.DSMT4">
                  <p:embed/>
                  <p:pic>
                    <p:nvPicPr>
                      <p:cNvPr id="0" name="图片 101601"/>
                      <p:cNvPicPr/>
                      <p:nvPr/>
                    </p:nvPicPr>
                    <p:blipFill>
                      <a:blip r:embed="rId23"/>
                      <a:stretch>
                        <a:fillRect/>
                      </a:stretch>
                    </p:blipFill>
                    <p:spPr>
                      <a:xfrm>
                        <a:off x="2220907" y="3691475"/>
                        <a:ext cx="1574800" cy="393700"/>
                      </a:xfrm>
                      <a:prstGeom prst="rect">
                        <a:avLst/>
                      </a:prstGeom>
                    </p:spPr>
                  </p:pic>
                </p:oleObj>
              </mc:Fallback>
            </mc:AlternateContent>
          </a:graphicData>
        </a:graphic>
      </p:graphicFrame>
      <p:sp>
        <p:nvSpPr>
          <p:cNvPr id="33" name="文本框 32"/>
          <p:cNvSpPr txBox="1"/>
          <p:nvPr/>
        </p:nvSpPr>
        <p:spPr>
          <a:xfrm>
            <a:off x="3834430" y="3613825"/>
            <a:ext cx="3869384" cy="523220"/>
          </a:xfrm>
          <a:prstGeom prst="rect">
            <a:avLst/>
          </a:prstGeom>
          <a:noFill/>
        </p:spPr>
        <p:txBody>
          <a:bodyPr wrap="square">
            <a:spAutoFit/>
          </a:bodyPr>
          <a:lstStyle/>
          <a:p>
            <a:r>
              <a:rPr lang="zh-CN" altLang="en-US" sz="2800" b="1" dirty="0">
                <a:solidFill>
                  <a:prstClr val="black"/>
                </a:solidFill>
                <a:latin typeface="Times New Roman" panose="02020603050405020304" pitchFamily="18" charset="0"/>
                <a:ea typeface="楷体" panose="02010609060101010101" charset="-122"/>
              </a:rPr>
              <a:t>桥支路电流为零</a:t>
            </a:r>
            <a:endParaRPr lang="zh-CN" altLang="en-US" dirty="0"/>
          </a:p>
        </p:txBody>
      </p:sp>
      <p:sp>
        <p:nvSpPr>
          <p:cNvPr id="34" name="文本框 33"/>
          <p:cNvSpPr txBox="1"/>
          <p:nvPr/>
        </p:nvSpPr>
        <p:spPr>
          <a:xfrm>
            <a:off x="423375" y="4211377"/>
            <a:ext cx="4577504" cy="523220"/>
          </a:xfrm>
          <a:prstGeom prst="rect">
            <a:avLst/>
          </a:prstGeom>
          <a:noFill/>
        </p:spPr>
        <p:txBody>
          <a:bodyPr wrap="square">
            <a:spAutoFit/>
          </a:bodyPr>
          <a:lstStyle/>
          <a:p>
            <a:r>
              <a:rPr lang="zh-CN" altLang="en-US" sz="2800" b="1" dirty="0">
                <a:solidFill>
                  <a:prstClr val="black"/>
                </a:solidFill>
                <a:latin typeface="Times New Roman" panose="02020603050405020304" pitchFamily="18" charset="0"/>
                <a:ea typeface="楷体" panose="02010609060101010101" charset="-122"/>
              </a:rPr>
              <a:t>非平衡电桥：星</a:t>
            </a:r>
            <a:r>
              <a:rPr lang="en-US" altLang="zh-CN" sz="2800" b="1" dirty="0">
                <a:solidFill>
                  <a:prstClr val="black"/>
                </a:solidFill>
                <a:latin typeface="Times New Roman" panose="02020603050405020304" pitchFamily="18" charset="0"/>
                <a:ea typeface="楷体" panose="02010609060101010101" charset="-122"/>
              </a:rPr>
              <a:t>-</a:t>
            </a:r>
            <a:r>
              <a:rPr lang="zh-CN" altLang="en-US" sz="2800" b="1" dirty="0">
                <a:solidFill>
                  <a:prstClr val="black"/>
                </a:solidFill>
                <a:latin typeface="Times New Roman" panose="02020603050405020304" pitchFamily="18" charset="0"/>
                <a:ea typeface="楷体" panose="02010609060101010101" charset="-122"/>
              </a:rPr>
              <a:t>三角变换</a:t>
            </a:r>
            <a:endParaRPr lang="zh-CN" altLang="en-US" dirty="0"/>
          </a:p>
        </p:txBody>
      </p:sp>
      <p:graphicFrame>
        <p:nvGraphicFramePr>
          <p:cNvPr id="37" name="对象 36"/>
          <p:cNvGraphicFramePr>
            <a:graphicFrameLocks noChangeAspect="1"/>
          </p:cNvGraphicFramePr>
          <p:nvPr/>
        </p:nvGraphicFramePr>
        <p:xfrm>
          <a:off x="7823200" y="4201770"/>
          <a:ext cx="1193800" cy="393700"/>
        </p:xfrm>
        <a:graphic>
          <a:graphicData uri="http://schemas.openxmlformats.org/presentationml/2006/ole">
            <mc:AlternateContent xmlns:mc="http://schemas.openxmlformats.org/markup-compatibility/2006">
              <mc:Choice xmlns:v="urn:schemas-microsoft-com:vml" Requires="v">
                <p:oleObj name="Equation" r:id="rId24" imgW="28651200" imgH="9448800" progId="Equation.DSMT4">
                  <p:embed/>
                </p:oleObj>
              </mc:Choice>
              <mc:Fallback>
                <p:oleObj name="Equation" r:id="rId24" imgW="28651200" imgH="9448800" progId="Equation.DSMT4">
                  <p:embed/>
                  <p:pic>
                    <p:nvPicPr>
                      <p:cNvPr id="0" name="图片 101602"/>
                      <p:cNvPicPr/>
                      <p:nvPr/>
                    </p:nvPicPr>
                    <p:blipFill>
                      <a:blip r:embed="rId25"/>
                      <a:stretch>
                        <a:fillRect/>
                      </a:stretch>
                    </p:blipFill>
                    <p:spPr>
                      <a:xfrm>
                        <a:off x="7823200" y="4201770"/>
                        <a:ext cx="1193800" cy="393700"/>
                      </a:xfrm>
                      <a:prstGeom prst="rect">
                        <a:avLst/>
                      </a:prstGeom>
                    </p:spPr>
                  </p:pic>
                </p:oleObj>
              </mc:Fallback>
            </mc:AlternateContent>
          </a:graphicData>
        </a:graphic>
      </p:graphicFrame>
      <p:sp>
        <p:nvSpPr>
          <p:cNvPr id="38" name="文本框 37"/>
          <p:cNvSpPr txBox="1"/>
          <p:nvPr/>
        </p:nvSpPr>
        <p:spPr>
          <a:xfrm>
            <a:off x="6092625" y="4113060"/>
            <a:ext cx="1867769" cy="523220"/>
          </a:xfrm>
          <a:prstGeom prst="rect">
            <a:avLst/>
          </a:prstGeom>
          <a:noFill/>
        </p:spPr>
        <p:txBody>
          <a:bodyPr wrap="square">
            <a:spAutoFit/>
          </a:bodyPr>
          <a:lstStyle/>
          <a:p>
            <a:r>
              <a:rPr lang="zh-CN" altLang="en-US" sz="2800" b="1" dirty="0">
                <a:solidFill>
                  <a:srgbClr val="0000FF"/>
                </a:solidFill>
                <a:latin typeface="Times New Roman" panose="02020603050405020304" pitchFamily="18" charset="0"/>
                <a:ea typeface="楷体" panose="02010609060101010101" charset="-122"/>
              </a:rPr>
              <a:t>外大内小：</a:t>
            </a:r>
            <a:endParaRPr lang="zh-CN" altLang="en-US"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par>
                                <p:cTn id="18" presetID="10" presetClass="entr" presetSubtype="0" fill="hold"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arn(inVertical)">
                                      <p:cBhvr>
                                        <p:cTn id="31" dur="500"/>
                                        <p:tgtEl>
                                          <p:spTgt spid="23"/>
                                        </p:tgtEl>
                                      </p:cBhvr>
                                    </p:animEffect>
                                  </p:childTnLst>
                                </p:cTn>
                              </p:par>
                              <p:par>
                                <p:cTn id="32" presetID="16" presetClass="entr" presetSubtype="21"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barn(inVertical)">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barn(inVertical)">
                                      <p:cBhvr>
                                        <p:cTn id="39" dur="500"/>
                                        <p:tgtEl>
                                          <p:spTgt spid="28"/>
                                        </p:tgtEl>
                                      </p:cBhvr>
                                    </p:animEffect>
                                  </p:childTnLst>
                                </p:cTn>
                              </p:par>
                              <p:par>
                                <p:cTn id="40" presetID="16" presetClass="entr" presetSubtype="21"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barn(inVertical)">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par>
                                <p:cTn id="48" presetID="10"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left)">
                                      <p:cBhvr>
                                        <p:cTn id="55" dur="500"/>
                                        <p:tgtEl>
                                          <p:spTgt spid="3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500"/>
                                        <p:tgtEl>
                                          <p:spTgt spid="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
                                        </p:tgtEl>
                                        <p:attrNameLst>
                                          <p:attrName>style.visibility</p:attrName>
                                        </p:attrNameLst>
                                      </p:cBhvr>
                                      <p:to>
                                        <p:strVal val="visible"/>
                                      </p:to>
                                    </p:set>
                                    <p:animEffect transition="in" filter="fade">
                                      <p:cBhvr>
                                        <p:cTn id="70" dur="500"/>
                                        <p:tgtEl>
                                          <p:spTgt spid="7"/>
                                        </p:tgtEl>
                                      </p:cBhvr>
                                    </p:animEffect>
                                  </p:childTnLst>
                                </p:cTn>
                              </p:par>
                              <p:par>
                                <p:cTn id="71" presetID="10" presetClass="entr" presetSubtype="0" fill="hold" nodeType="with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fade">
                                      <p:cBhvr>
                                        <p:cTn id="73" dur="500"/>
                                        <p:tgtEl>
                                          <p:spTgt spid="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fade">
                                      <p:cBhvr>
                                        <p:cTn id="78" dur="500"/>
                                        <p:tgtEl>
                                          <p:spTgt spid="5"/>
                                        </p:tgtEl>
                                      </p:cBhvr>
                                    </p:animEffect>
                                  </p:childTnLst>
                                </p:cTn>
                              </p:par>
                              <p:par>
                                <p:cTn id="79" presetID="10" presetClass="entr" presetSubtype="0" fill="hold" nodeType="with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fade">
                                      <p:cBhvr>
                                        <p:cTn id="81" dur="500"/>
                                        <p:tgtEl>
                                          <p:spTgt spid="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wipe(left)">
                                      <p:cBhvr>
                                        <p:cTn id="86" dur="500"/>
                                        <p:tgtEl>
                                          <p:spTgt spid="38"/>
                                        </p:tgtEl>
                                      </p:cBhvr>
                                    </p:animEffect>
                                  </p:childTnLst>
                                </p:cTn>
                              </p:par>
                            </p:childTnLst>
                          </p:cTn>
                        </p:par>
                        <p:par>
                          <p:cTn id="87" fill="hold">
                            <p:stCondLst>
                              <p:cond delay="500"/>
                            </p:stCondLst>
                            <p:childTnLst>
                              <p:par>
                                <p:cTn id="88" presetID="22" presetClass="entr" presetSubtype="8" fill="hold" nodeType="after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wipe(left)">
                                      <p:cBhvr>
                                        <p:cTn id="9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5" grpId="0"/>
      <p:bldP spid="26" grpId="0"/>
      <p:bldP spid="30" grpId="0"/>
      <p:bldP spid="33" grpId="0"/>
      <p:bldP spid="34" grpId="0"/>
      <p:bldP spid="3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ChangeArrowheads="1"/>
          </p:cNvSpPr>
          <p:nvPr/>
        </p:nvSpPr>
        <p:spPr bwMode="auto">
          <a:xfrm>
            <a:off x="452264" y="3824114"/>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sz="2800" dirty="0">
                <a:solidFill>
                  <a:srgbClr val="CC3300"/>
                </a:solidFill>
                <a:ea typeface="隶书" panose="02010509060101010101" pitchFamily="49" charset="-122"/>
              </a:rPr>
              <a:t>星－三角变换 </a:t>
            </a:r>
            <a:r>
              <a:rPr lang="en-US" altLang="zh-CN" sz="2800" dirty="0">
                <a:solidFill>
                  <a:srgbClr val="CC3300"/>
                </a:solidFill>
                <a:ea typeface="隶书" panose="02010509060101010101" pitchFamily="49" charset="-122"/>
              </a:rPr>
              <a:t>Wye-Delta Transformation</a:t>
            </a:r>
          </a:p>
        </p:txBody>
      </p:sp>
      <p:graphicFrame>
        <p:nvGraphicFramePr>
          <p:cNvPr id="284675" name="Object 3"/>
          <p:cNvGraphicFramePr>
            <a:graphicFrameLocks noChangeAspect="1"/>
          </p:cNvGraphicFramePr>
          <p:nvPr/>
        </p:nvGraphicFramePr>
        <p:xfrm>
          <a:off x="3347864" y="4357514"/>
          <a:ext cx="2805113" cy="2455862"/>
        </p:xfrm>
        <a:graphic>
          <a:graphicData uri="http://schemas.openxmlformats.org/presentationml/2006/ole">
            <mc:AlternateContent xmlns:mc="http://schemas.openxmlformats.org/markup-compatibility/2006">
              <mc:Choice xmlns:v="urn:schemas-microsoft-com:vml" Requires="v">
                <p:oleObj name="Flash 文档" r:id="rId2" imgW="3508200" imgH="3071520" progId="Flash.Movie">
                  <p:embed/>
                </p:oleObj>
              </mc:Choice>
              <mc:Fallback>
                <p:oleObj name="Flash 文档" r:id="rId2" imgW="3508200" imgH="3071520" progId="Flash.Movie">
                  <p:embed/>
                  <p:pic>
                    <p:nvPicPr>
                      <p:cNvPr id="28467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4357514"/>
                        <a:ext cx="2805113" cy="245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4677" name="Rectangle 5"/>
          <p:cNvSpPr>
            <a:spLocks noChangeArrowheads="1"/>
          </p:cNvSpPr>
          <p:nvPr/>
        </p:nvSpPr>
        <p:spPr bwMode="auto">
          <a:xfrm>
            <a:off x="2509664" y="3976514"/>
            <a:ext cx="7445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4400" b="1">
                <a:solidFill>
                  <a:schemeClr val="hlink"/>
                </a:solidFill>
                <a:ea typeface="隶书" panose="02010509060101010101" pitchFamily="49" charset="-122"/>
              </a:rPr>
              <a:t>→</a:t>
            </a:r>
          </a:p>
        </p:txBody>
      </p:sp>
      <p:grpSp>
        <p:nvGrpSpPr>
          <p:cNvPr id="15368" name="Group 6"/>
          <p:cNvGrpSpPr>
            <a:grpSpLocks/>
          </p:cNvGrpSpPr>
          <p:nvPr/>
        </p:nvGrpSpPr>
        <p:grpSpPr bwMode="auto">
          <a:xfrm>
            <a:off x="314152" y="4419426"/>
            <a:ext cx="2805112" cy="2071688"/>
            <a:chOff x="576" y="1584"/>
            <a:chExt cx="1767" cy="1305"/>
          </a:xfrm>
        </p:grpSpPr>
        <p:graphicFrame>
          <p:nvGraphicFramePr>
            <p:cNvPr id="15379" name="Object 7"/>
            <p:cNvGraphicFramePr>
              <a:graphicFrameLocks noChangeAspect="1"/>
            </p:cNvGraphicFramePr>
            <p:nvPr/>
          </p:nvGraphicFramePr>
          <p:xfrm>
            <a:off x="576" y="1584"/>
            <a:ext cx="1767" cy="1305"/>
          </p:xfrm>
          <a:graphic>
            <a:graphicData uri="http://schemas.openxmlformats.org/presentationml/2006/ole">
              <mc:AlternateContent xmlns:mc="http://schemas.openxmlformats.org/markup-compatibility/2006">
                <mc:Choice xmlns:v="urn:schemas-microsoft-com:vml" Requires="v">
                  <p:oleObj name="Flash Movie" r:id="rId4" imgW="3508200" imgH="2590920" progId="Flash.Movie">
                    <p:embed/>
                  </p:oleObj>
                </mc:Choice>
                <mc:Fallback>
                  <p:oleObj name="Flash Movie" r:id="rId4" imgW="3508200" imgH="2590920" progId="Flash.Movie">
                    <p:embed/>
                    <p:pic>
                      <p:nvPicPr>
                        <p:cNvPr id="15379"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 y="1584"/>
                          <a:ext cx="1767" cy="1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80" name="Object 8"/>
            <p:cNvGraphicFramePr>
              <a:graphicFrameLocks noChangeAspect="1"/>
            </p:cNvGraphicFramePr>
            <p:nvPr/>
          </p:nvGraphicFramePr>
          <p:xfrm>
            <a:off x="1920" y="1728"/>
            <a:ext cx="240" cy="272"/>
          </p:xfrm>
          <a:graphic>
            <a:graphicData uri="http://schemas.openxmlformats.org/presentationml/2006/ole">
              <mc:AlternateContent xmlns:mc="http://schemas.openxmlformats.org/markup-compatibility/2006">
                <mc:Choice xmlns:v="urn:schemas-microsoft-com:vml" Requires="v">
                  <p:oleObj name="Equation" r:id="rId6" imgW="190335" imgH="215713" progId="Equation.3">
                    <p:embed/>
                  </p:oleObj>
                </mc:Choice>
                <mc:Fallback>
                  <p:oleObj name="Equation" r:id="rId6" imgW="190335" imgH="215713" progId="Equation.3">
                    <p:embed/>
                    <p:pic>
                      <p:nvPicPr>
                        <p:cNvPr id="1538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0" y="1728"/>
                          <a:ext cx="240"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81" name="Object 9"/>
            <p:cNvGraphicFramePr>
              <a:graphicFrameLocks noChangeAspect="1"/>
            </p:cNvGraphicFramePr>
            <p:nvPr/>
          </p:nvGraphicFramePr>
          <p:xfrm>
            <a:off x="912" y="1728"/>
            <a:ext cx="222" cy="270"/>
          </p:xfrm>
          <a:graphic>
            <a:graphicData uri="http://schemas.openxmlformats.org/presentationml/2006/ole">
              <mc:AlternateContent xmlns:mc="http://schemas.openxmlformats.org/markup-compatibility/2006">
                <mc:Choice xmlns:v="urn:schemas-microsoft-com:vml" Requires="v">
                  <p:oleObj name="Equation" r:id="rId8" imgW="177569" imgH="215619" progId="Equation.3">
                    <p:embed/>
                  </p:oleObj>
                </mc:Choice>
                <mc:Fallback>
                  <p:oleObj name="Equation" r:id="rId8" imgW="177569" imgH="215619" progId="Equation.3">
                    <p:embed/>
                    <p:pic>
                      <p:nvPicPr>
                        <p:cNvPr id="15381"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2" y="1728"/>
                          <a:ext cx="22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82" name="Object 10"/>
            <p:cNvGraphicFramePr>
              <a:graphicFrameLocks noChangeAspect="1"/>
            </p:cNvGraphicFramePr>
            <p:nvPr/>
          </p:nvGraphicFramePr>
          <p:xfrm>
            <a:off x="1440" y="1920"/>
            <a:ext cx="238" cy="286"/>
          </p:xfrm>
          <a:graphic>
            <a:graphicData uri="http://schemas.openxmlformats.org/presentationml/2006/ole">
              <mc:AlternateContent xmlns:mc="http://schemas.openxmlformats.org/markup-compatibility/2006">
                <mc:Choice xmlns:v="urn:schemas-microsoft-com:vml" Requires="v">
                  <p:oleObj name="Equation" r:id="rId10" imgW="190500" imgH="228600" progId="Equation.3">
                    <p:embed/>
                  </p:oleObj>
                </mc:Choice>
                <mc:Fallback>
                  <p:oleObj name="Equation" r:id="rId10" imgW="190500" imgH="228600" progId="Equation.3">
                    <p:embed/>
                    <p:pic>
                      <p:nvPicPr>
                        <p:cNvPr id="15382"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0" y="1920"/>
                          <a:ext cx="23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84691" name="Group 19"/>
          <p:cNvGrpSpPr>
            <a:grpSpLocks/>
          </p:cNvGrpSpPr>
          <p:nvPr/>
        </p:nvGrpSpPr>
        <p:grpSpPr bwMode="auto">
          <a:xfrm>
            <a:off x="6243464" y="4317826"/>
            <a:ext cx="2754313" cy="2478088"/>
            <a:chOff x="3888" y="664"/>
            <a:chExt cx="1735" cy="1561"/>
          </a:xfrm>
        </p:grpSpPr>
        <p:graphicFrame>
          <p:nvGraphicFramePr>
            <p:cNvPr id="15375" name="Object 4"/>
            <p:cNvGraphicFramePr>
              <a:graphicFrameLocks noChangeAspect="1"/>
            </p:cNvGraphicFramePr>
            <p:nvPr/>
          </p:nvGraphicFramePr>
          <p:xfrm>
            <a:off x="3888" y="664"/>
            <a:ext cx="1735" cy="1561"/>
          </p:xfrm>
          <a:graphic>
            <a:graphicData uri="http://schemas.openxmlformats.org/presentationml/2006/ole">
              <mc:AlternateContent xmlns:mc="http://schemas.openxmlformats.org/markup-compatibility/2006">
                <mc:Choice xmlns:v="urn:schemas-microsoft-com:vml" Requires="v">
                  <p:oleObj name="Flash 文档" r:id="rId12" imgW="3444840" imgH="3098160" progId="Flash.Movie">
                    <p:embed/>
                  </p:oleObj>
                </mc:Choice>
                <mc:Fallback>
                  <p:oleObj name="Flash 文档" r:id="rId12" imgW="3444840" imgH="3098160" progId="Flash.Movie">
                    <p:embed/>
                    <p:pic>
                      <p:nvPicPr>
                        <p:cNvPr id="15375" name="Object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88" y="664"/>
                          <a:ext cx="1735" cy="1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6" name="Rectangle 18"/>
            <p:cNvSpPr>
              <a:spLocks noChangeArrowheads="1"/>
            </p:cNvSpPr>
            <p:nvPr/>
          </p:nvSpPr>
          <p:spPr bwMode="auto">
            <a:xfrm>
              <a:off x="4095" y="1277"/>
              <a:ext cx="136" cy="13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grpSp>
      <p:sp>
        <p:nvSpPr>
          <p:cNvPr id="15374" name="Rectangle 7"/>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2.5 </a:t>
            </a:r>
            <a:r>
              <a:rPr lang="zh-CN" altLang="en-US" sz="3200" dirty="0">
                <a:solidFill>
                  <a:schemeClr val="tx2"/>
                </a:solidFill>
                <a:ea typeface="隶书" panose="02010509060101010101" pitchFamily="49" charset="-122"/>
              </a:rPr>
              <a:t>星形与三角形电路</a:t>
            </a:r>
            <a:endParaRPr lang="en-US" altLang="zh-CN" sz="3200" dirty="0">
              <a:solidFill>
                <a:schemeClr val="tx2"/>
              </a:solidFill>
              <a:ea typeface="隶书" panose="02010509060101010101" pitchFamily="49" charset="-122"/>
            </a:endParaRPr>
          </a:p>
        </p:txBody>
      </p:sp>
      <p:graphicFrame>
        <p:nvGraphicFramePr>
          <p:cNvPr id="23" name="Object 11"/>
          <p:cNvGraphicFramePr>
            <a:graphicFrameLocks noChangeAspect="1"/>
          </p:cNvGraphicFramePr>
          <p:nvPr/>
        </p:nvGraphicFramePr>
        <p:xfrm>
          <a:off x="260077" y="674291"/>
          <a:ext cx="3021013" cy="2478087"/>
        </p:xfrm>
        <a:graphic>
          <a:graphicData uri="http://schemas.openxmlformats.org/presentationml/2006/ole">
            <mc:AlternateContent xmlns:mc="http://schemas.openxmlformats.org/markup-compatibility/2006">
              <mc:Choice xmlns:v="urn:schemas-microsoft-com:vml" Requires="v">
                <p:oleObj name="Flash Movie" r:id="rId14" imgW="2391480" imgH="1961640" progId="Flash.Movie">
                  <p:embed/>
                </p:oleObj>
              </mc:Choice>
              <mc:Fallback>
                <p:oleObj name="Flash Movie" r:id="rId14" imgW="2391480" imgH="1961640" progId="Flash.Movie">
                  <p:embed/>
                  <p:pic>
                    <p:nvPicPr>
                      <p:cNvPr id="23"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0077" y="674291"/>
                        <a:ext cx="3021013" cy="247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12"/>
          <p:cNvGraphicFramePr>
            <a:graphicFrameLocks noChangeAspect="1"/>
          </p:cNvGraphicFramePr>
          <p:nvPr/>
        </p:nvGraphicFramePr>
        <p:xfrm>
          <a:off x="5940152" y="828278"/>
          <a:ext cx="2778125" cy="2373313"/>
        </p:xfrm>
        <a:graphic>
          <a:graphicData uri="http://schemas.openxmlformats.org/presentationml/2006/ole">
            <mc:AlternateContent xmlns:mc="http://schemas.openxmlformats.org/markup-compatibility/2006">
              <mc:Choice xmlns:v="urn:schemas-microsoft-com:vml" Requires="v">
                <p:oleObj name="Flash 文档" r:id="rId16" imgW="1997640" imgH="1707480" progId="Flash.Movie">
                  <p:embed/>
                </p:oleObj>
              </mc:Choice>
              <mc:Fallback>
                <p:oleObj name="Flash 文档" r:id="rId16" imgW="1997640" imgH="1707480" progId="Flash.Movie">
                  <p:embed/>
                  <p:pic>
                    <p:nvPicPr>
                      <p:cNvPr id="24"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40152" y="828278"/>
                        <a:ext cx="2778125" cy="2373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5" name="Group 13"/>
          <p:cNvGrpSpPr>
            <a:grpSpLocks/>
          </p:cNvGrpSpPr>
          <p:nvPr/>
        </p:nvGrpSpPr>
        <p:grpSpPr bwMode="auto">
          <a:xfrm>
            <a:off x="2698477" y="2472928"/>
            <a:ext cx="4114800" cy="609600"/>
            <a:chOff x="1728" y="3792"/>
            <a:chExt cx="2592" cy="384"/>
          </a:xfrm>
        </p:grpSpPr>
        <p:sp>
          <p:nvSpPr>
            <p:cNvPr id="26" name="AutoShape 14"/>
            <p:cNvSpPr>
              <a:spLocks noChangeArrowheads="1"/>
            </p:cNvSpPr>
            <p:nvPr/>
          </p:nvSpPr>
          <p:spPr bwMode="auto">
            <a:xfrm>
              <a:off x="2328" y="3792"/>
              <a:ext cx="1104" cy="96"/>
            </a:xfrm>
            <a:prstGeom prst="leftRightArrow">
              <a:avLst>
                <a:gd name="adj1" fmla="val 50000"/>
                <a:gd name="adj2" fmla="val 230000"/>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27" name="Rectangle 15"/>
            <p:cNvSpPr>
              <a:spLocks noChangeArrowheads="1"/>
            </p:cNvSpPr>
            <p:nvPr/>
          </p:nvSpPr>
          <p:spPr bwMode="auto">
            <a:xfrm>
              <a:off x="1728" y="3888"/>
              <a:ext cx="25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i="1" dirty="0">
                  <a:solidFill>
                    <a:schemeClr val="hlink"/>
                  </a:solidFill>
                  <a:ea typeface="隶书" panose="02010509060101010101" pitchFamily="49" charset="-122"/>
                </a:rPr>
                <a:t>           u-</a:t>
              </a:r>
              <a:r>
                <a:rPr lang="en-US" altLang="zh-CN" i="1" dirty="0" err="1">
                  <a:solidFill>
                    <a:schemeClr val="hlink"/>
                  </a:solidFill>
                  <a:ea typeface="隶书" panose="02010509060101010101" pitchFamily="49" charset="-122"/>
                </a:rPr>
                <a:t>i</a:t>
              </a:r>
              <a:r>
                <a:rPr lang="en-US" altLang="zh-CN" dirty="0">
                  <a:solidFill>
                    <a:schemeClr val="hlink"/>
                  </a:solidFill>
                  <a:ea typeface="隶书" panose="02010509060101010101" pitchFamily="49" charset="-122"/>
                </a:rPr>
                <a:t> </a:t>
              </a:r>
              <a:r>
                <a:rPr lang="zh-CN" altLang="en-US" dirty="0">
                  <a:solidFill>
                    <a:schemeClr val="hlink"/>
                  </a:solidFill>
                  <a:ea typeface="隶书" panose="02010509060101010101" pitchFamily="49" charset="-122"/>
                </a:rPr>
                <a:t>关系相同</a:t>
              </a:r>
            </a:p>
          </p:txBody>
        </p:sp>
      </p:grpSp>
      <p:graphicFrame>
        <p:nvGraphicFramePr>
          <p:cNvPr id="28" name="Object 17"/>
          <p:cNvGraphicFramePr>
            <a:graphicFrameLocks noChangeAspect="1"/>
          </p:cNvGraphicFramePr>
          <p:nvPr/>
        </p:nvGraphicFramePr>
        <p:xfrm>
          <a:off x="3303315" y="1761728"/>
          <a:ext cx="2663825" cy="673100"/>
        </p:xfrm>
        <a:graphic>
          <a:graphicData uri="http://schemas.openxmlformats.org/presentationml/2006/ole">
            <mc:AlternateContent xmlns:mc="http://schemas.openxmlformats.org/markup-compatibility/2006">
              <mc:Choice xmlns:v="urn:schemas-microsoft-com:vml" Requires="v">
                <p:oleObj name="公式" r:id="rId18" imgW="952087" imgH="241195" progId="Equation.3">
                  <p:embed/>
                </p:oleObj>
              </mc:Choice>
              <mc:Fallback>
                <p:oleObj name="公式" r:id="rId18" imgW="952087" imgH="241195" progId="Equation.3">
                  <p:embed/>
                  <p:pic>
                    <p:nvPicPr>
                      <p:cNvPr id="28"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03315" y="1761728"/>
                        <a:ext cx="2663825"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Rectangle 2"/>
          <p:cNvSpPr>
            <a:spLocks noChangeArrowheads="1"/>
          </p:cNvSpPr>
          <p:nvPr/>
        </p:nvSpPr>
        <p:spPr bwMode="auto">
          <a:xfrm>
            <a:off x="1023764" y="3172222"/>
            <a:ext cx="1649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sz="2800" dirty="0">
                <a:solidFill>
                  <a:srgbClr val="FF0000"/>
                </a:solidFill>
                <a:ea typeface="隶书" panose="02010509060101010101" pitchFamily="49" charset="-122"/>
              </a:rPr>
              <a:t>星形电路</a:t>
            </a:r>
            <a:endParaRPr lang="en-US" altLang="zh-CN" sz="2800" dirty="0">
              <a:solidFill>
                <a:srgbClr val="FF0000"/>
              </a:solidFill>
              <a:ea typeface="隶书" panose="02010509060101010101" pitchFamily="49" charset="-122"/>
            </a:endParaRPr>
          </a:p>
        </p:txBody>
      </p:sp>
      <p:sp>
        <p:nvSpPr>
          <p:cNvPr id="30" name="Rectangle 2"/>
          <p:cNvSpPr>
            <a:spLocks noChangeArrowheads="1"/>
          </p:cNvSpPr>
          <p:nvPr/>
        </p:nvSpPr>
        <p:spPr bwMode="auto">
          <a:xfrm>
            <a:off x="6444208" y="3172222"/>
            <a:ext cx="209981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sz="2800" dirty="0">
                <a:solidFill>
                  <a:srgbClr val="FF0000"/>
                </a:solidFill>
                <a:ea typeface="隶书" panose="02010509060101010101" pitchFamily="49" charset="-122"/>
              </a:rPr>
              <a:t>三角形电路</a:t>
            </a:r>
            <a:endParaRPr lang="en-US" altLang="zh-CN" sz="2800" dirty="0">
              <a:solidFill>
                <a:srgbClr val="FF0000"/>
              </a:solidFill>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box(in)">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ox(in)">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blinds(horizontal)">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36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36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284677"/>
                                        </p:tgtEl>
                                        <p:attrNameLst>
                                          <p:attrName>style.visibility</p:attrName>
                                        </p:attrNameLst>
                                      </p:cBhvr>
                                      <p:to>
                                        <p:strVal val="visible"/>
                                      </p:to>
                                    </p:set>
                                    <p:animEffect transition="in" filter="box(in)">
                                      <p:cBhvr>
                                        <p:cTn id="40" dur="500"/>
                                        <p:tgtEl>
                                          <p:spTgt spid="28467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84675"/>
                                        </p:tgtEl>
                                        <p:attrNameLst>
                                          <p:attrName>style.visibility</p:attrName>
                                        </p:attrNameLst>
                                      </p:cBhvr>
                                      <p:to>
                                        <p:strVal val="visible"/>
                                      </p:to>
                                    </p:set>
                                    <p:animEffect transition="in" filter="wipe(left)">
                                      <p:cBhvr>
                                        <p:cTn id="45" dur="1000"/>
                                        <p:tgtEl>
                                          <p:spTgt spid="28467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84691"/>
                                        </p:tgtEl>
                                        <p:attrNameLst>
                                          <p:attrName>style.visibility</p:attrName>
                                        </p:attrNameLst>
                                      </p:cBhvr>
                                      <p:to>
                                        <p:strVal val="visible"/>
                                      </p:to>
                                    </p:set>
                                    <p:animEffect transition="in" filter="wipe(left)">
                                      <p:cBhvr>
                                        <p:cTn id="50" dur="1000"/>
                                        <p:tgtEl>
                                          <p:spTgt spid="284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p:bldP spid="284677" grpId="0" autoUpdateAnimBg="0"/>
      <p:bldP spid="29" grpId="0"/>
      <p:bldP spid="3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91" name="Object 4"/>
          <p:cNvGraphicFramePr>
            <a:graphicFrameLocks noChangeAspect="1"/>
          </p:cNvGraphicFramePr>
          <p:nvPr/>
        </p:nvGraphicFramePr>
        <p:xfrm>
          <a:off x="-13648" y="4170363"/>
          <a:ext cx="2778125" cy="2373312"/>
        </p:xfrm>
        <a:graphic>
          <a:graphicData uri="http://schemas.openxmlformats.org/presentationml/2006/ole">
            <mc:AlternateContent xmlns:mc="http://schemas.openxmlformats.org/markup-compatibility/2006">
              <mc:Choice xmlns:v="urn:schemas-microsoft-com:vml" Requires="v">
                <p:oleObj name="Flash 文档" r:id="rId2" imgW="1997640" imgH="1707480" progId="Flash.Movie">
                  <p:embed/>
                </p:oleObj>
              </mc:Choice>
              <mc:Fallback>
                <p:oleObj name="Flash 文档" r:id="rId2" imgW="1997640" imgH="1707480" progId="Flash.Movie">
                  <p:embed/>
                  <p:pic>
                    <p:nvPicPr>
                      <p:cNvPr id="1639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48" y="4170363"/>
                        <a:ext cx="2778125" cy="237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2FCBFE92-4950-4839-A96A-5A927330549D}" type="datetime1">
              <a:rPr lang="zh-CN" altLang="en-US" smtClean="0"/>
              <a:pPr>
                <a:defRPr/>
              </a:pPr>
              <a:t>2024/8/17</a:t>
            </a:fld>
            <a:endParaRPr lang="en-US" altLang="zh-CN"/>
          </a:p>
        </p:txBody>
      </p:sp>
      <p:sp>
        <p:nvSpPr>
          <p:cNvPr id="21"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22"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FC9DF94E-7D5D-4B62-90AF-0A54AC735541}" type="slidenum">
              <a:rPr lang="en-US" altLang="zh-CN" smtClean="0"/>
              <a:pPr>
                <a:defRPr/>
              </a:pPr>
              <a:t>22</a:t>
            </a:fld>
            <a:endParaRPr lang="en-US" altLang="zh-CN"/>
          </a:p>
        </p:txBody>
      </p:sp>
      <p:sp>
        <p:nvSpPr>
          <p:cNvPr id="16389" name="Rectangle 2"/>
          <p:cNvSpPr>
            <a:spLocks noChangeArrowheads="1"/>
          </p:cNvSpPr>
          <p:nvPr/>
        </p:nvSpPr>
        <p:spPr bwMode="auto">
          <a:xfrm>
            <a:off x="381000" y="560388"/>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sz="2800">
                <a:solidFill>
                  <a:srgbClr val="CC3300"/>
                </a:solidFill>
                <a:ea typeface="隶书" panose="02010509060101010101" pitchFamily="49" charset="-122"/>
              </a:rPr>
              <a:t>星－三角变换 </a:t>
            </a:r>
            <a:r>
              <a:rPr lang="en-US" altLang="zh-CN" sz="2800">
                <a:solidFill>
                  <a:srgbClr val="CC3300"/>
                </a:solidFill>
                <a:ea typeface="隶书" panose="02010509060101010101" pitchFamily="49" charset="-122"/>
              </a:rPr>
              <a:t>Wye-Delta Transformation</a:t>
            </a:r>
          </a:p>
        </p:txBody>
      </p:sp>
      <p:graphicFrame>
        <p:nvGraphicFramePr>
          <p:cNvPr id="16390" name="Object 3"/>
          <p:cNvGraphicFramePr>
            <a:graphicFrameLocks noChangeAspect="1"/>
          </p:cNvGraphicFramePr>
          <p:nvPr/>
        </p:nvGraphicFramePr>
        <p:xfrm>
          <a:off x="5832475" y="4071145"/>
          <a:ext cx="3021013" cy="2478087"/>
        </p:xfrm>
        <a:graphic>
          <a:graphicData uri="http://schemas.openxmlformats.org/presentationml/2006/ole">
            <mc:AlternateContent xmlns:mc="http://schemas.openxmlformats.org/markup-compatibility/2006">
              <mc:Choice xmlns:v="urn:schemas-microsoft-com:vml" Requires="v">
                <p:oleObj name="Flash Movie" r:id="rId4" imgW="2391480" imgH="1961640" progId="Flash.Movie">
                  <p:embed/>
                </p:oleObj>
              </mc:Choice>
              <mc:Fallback>
                <p:oleObj name="Flash Movie" r:id="rId4" imgW="2391480" imgH="1961640" progId="Flash.Movie">
                  <p:embed/>
                  <p:pic>
                    <p:nvPicPr>
                      <p:cNvPr id="1639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2475" y="4071145"/>
                        <a:ext cx="3021013" cy="247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6392" name="Group 5"/>
          <p:cNvGrpSpPr>
            <a:grpSpLocks/>
          </p:cNvGrpSpPr>
          <p:nvPr/>
        </p:nvGrpSpPr>
        <p:grpSpPr bwMode="auto">
          <a:xfrm>
            <a:off x="2615407" y="5873751"/>
            <a:ext cx="4242593" cy="652462"/>
            <a:chOff x="1728" y="3792"/>
            <a:chExt cx="2592" cy="384"/>
          </a:xfrm>
        </p:grpSpPr>
        <p:sp>
          <p:nvSpPr>
            <p:cNvPr id="16405" name="AutoShape 6"/>
            <p:cNvSpPr>
              <a:spLocks noChangeArrowheads="1"/>
            </p:cNvSpPr>
            <p:nvPr/>
          </p:nvSpPr>
          <p:spPr bwMode="auto">
            <a:xfrm>
              <a:off x="2328" y="3792"/>
              <a:ext cx="1104" cy="96"/>
            </a:xfrm>
            <a:prstGeom prst="leftRightArrow">
              <a:avLst>
                <a:gd name="adj1" fmla="val 50000"/>
                <a:gd name="adj2" fmla="val 230000"/>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16406" name="Rectangle 7"/>
            <p:cNvSpPr>
              <a:spLocks noChangeArrowheads="1"/>
            </p:cNvSpPr>
            <p:nvPr/>
          </p:nvSpPr>
          <p:spPr bwMode="auto">
            <a:xfrm>
              <a:off x="1728" y="3888"/>
              <a:ext cx="25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i="1" dirty="0">
                  <a:solidFill>
                    <a:schemeClr val="hlink"/>
                  </a:solidFill>
                  <a:ea typeface="隶书" panose="02010509060101010101" pitchFamily="49" charset="-122"/>
                </a:rPr>
                <a:t>           u-</a:t>
              </a:r>
              <a:r>
                <a:rPr lang="en-US" altLang="zh-CN" i="1" dirty="0" err="1">
                  <a:solidFill>
                    <a:schemeClr val="hlink"/>
                  </a:solidFill>
                  <a:ea typeface="隶书" panose="02010509060101010101" pitchFamily="49" charset="-122"/>
                </a:rPr>
                <a:t>i</a:t>
              </a:r>
              <a:r>
                <a:rPr lang="en-US" altLang="zh-CN" dirty="0">
                  <a:solidFill>
                    <a:schemeClr val="hlink"/>
                  </a:solidFill>
                  <a:ea typeface="隶书" panose="02010509060101010101" pitchFamily="49" charset="-122"/>
                </a:rPr>
                <a:t> </a:t>
              </a:r>
              <a:r>
                <a:rPr lang="zh-CN" altLang="en-US" dirty="0">
                  <a:solidFill>
                    <a:schemeClr val="hlink"/>
                  </a:solidFill>
                  <a:ea typeface="隶书" panose="02010509060101010101" pitchFamily="49" charset="-122"/>
                </a:rPr>
                <a:t>关系相同</a:t>
              </a:r>
            </a:p>
          </p:txBody>
        </p:sp>
      </p:grpSp>
      <p:graphicFrame>
        <p:nvGraphicFramePr>
          <p:cNvPr id="16393" name="Object 9"/>
          <p:cNvGraphicFramePr>
            <a:graphicFrameLocks noChangeAspect="1"/>
          </p:cNvGraphicFramePr>
          <p:nvPr/>
        </p:nvGraphicFramePr>
        <p:xfrm>
          <a:off x="3348038" y="5300663"/>
          <a:ext cx="2663825" cy="673100"/>
        </p:xfrm>
        <a:graphic>
          <a:graphicData uri="http://schemas.openxmlformats.org/presentationml/2006/ole">
            <mc:AlternateContent xmlns:mc="http://schemas.openxmlformats.org/markup-compatibility/2006">
              <mc:Choice xmlns:v="urn:schemas-microsoft-com:vml" Requires="v">
                <p:oleObj name="公式" r:id="rId6" imgW="952087" imgH="241195" progId="Equation.3">
                  <p:embed/>
                </p:oleObj>
              </mc:Choice>
              <mc:Fallback>
                <p:oleObj name="公式" r:id="rId6" imgW="952087" imgH="241195" progId="Equation.3">
                  <p:embed/>
                  <p:pic>
                    <p:nvPicPr>
                      <p:cNvPr id="16393"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8038" y="5300663"/>
                        <a:ext cx="2663825"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5706" name="Object 10"/>
          <p:cNvGraphicFramePr>
            <a:graphicFrameLocks noChangeAspect="1"/>
          </p:cNvGraphicFramePr>
          <p:nvPr/>
        </p:nvGraphicFramePr>
        <p:xfrm>
          <a:off x="1476375" y="2852738"/>
          <a:ext cx="6429375" cy="992187"/>
        </p:xfrm>
        <a:graphic>
          <a:graphicData uri="http://schemas.openxmlformats.org/presentationml/2006/ole">
            <mc:AlternateContent xmlns:mc="http://schemas.openxmlformats.org/markup-compatibility/2006">
              <mc:Choice xmlns:v="urn:schemas-microsoft-com:vml" Requires="v">
                <p:oleObj name="Equation" r:id="rId8" imgW="2781300" imgH="431800" progId="Equation.DSMT4">
                  <p:embed/>
                </p:oleObj>
              </mc:Choice>
              <mc:Fallback>
                <p:oleObj name="Equation" r:id="rId8" imgW="2781300" imgH="431800" progId="Equation.DSMT4">
                  <p:embed/>
                  <p:pic>
                    <p:nvPicPr>
                      <p:cNvPr id="285706"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6375" y="2852738"/>
                        <a:ext cx="6429375" cy="99218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5707" name="Group 11"/>
          <p:cNvGrpSpPr>
            <a:grpSpLocks/>
          </p:cNvGrpSpPr>
          <p:nvPr/>
        </p:nvGrpSpPr>
        <p:grpSpPr bwMode="auto">
          <a:xfrm>
            <a:off x="1473840" y="4651375"/>
            <a:ext cx="311150" cy="442913"/>
            <a:chOff x="4694" y="2886"/>
            <a:chExt cx="196" cy="279"/>
          </a:xfrm>
        </p:grpSpPr>
        <p:sp>
          <p:nvSpPr>
            <p:cNvPr id="16403" name="Line 12"/>
            <p:cNvSpPr>
              <a:spLocks noChangeShapeType="1"/>
            </p:cNvSpPr>
            <p:nvPr/>
          </p:nvSpPr>
          <p:spPr bwMode="auto">
            <a:xfrm>
              <a:off x="4694" y="3022"/>
              <a:ext cx="91" cy="136"/>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404" name="Object 13"/>
            <p:cNvGraphicFramePr>
              <a:graphicFrameLocks noChangeAspect="1"/>
            </p:cNvGraphicFramePr>
            <p:nvPr/>
          </p:nvGraphicFramePr>
          <p:xfrm>
            <a:off x="4740" y="2886"/>
            <a:ext cx="150" cy="279"/>
          </p:xfrm>
          <a:graphic>
            <a:graphicData uri="http://schemas.openxmlformats.org/presentationml/2006/ole">
              <mc:AlternateContent xmlns:mc="http://schemas.openxmlformats.org/markup-compatibility/2006">
                <mc:Choice xmlns:v="urn:schemas-microsoft-com:vml" Requires="v">
                  <p:oleObj name="Equation" r:id="rId10" imgW="88707" imgH="164742" progId="Equation.DSMT4">
                    <p:embed/>
                  </p:oleObj>
                </mc:Choice>
                <mc:Fallback>
                  <p:oleObj name="Equation" r:id="rId10" imgW="88707" imgH="164742" progId="Equation.DSMT4">
                    <p:embed/>
                    <p:pic>
                      <p:nvPicPr>
                        <p:cNvPr id="16404"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40" y="2886"/>
                          <a:ext cx="150"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85710" name="Rectangle 14"/>
          <p:cNvSpPr>
            <a:spLocks noChangeArrowheads="1"/>
          </p:cNvSpPr>
          <p:nvPr/>
        </p:nvSpPr>
        <p:spPr bwMode="auto">
          <a:xfrm>
            <a:off x="250825" y="1198563"/>
            <a:ext cx="272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a:solidFill>
                  <a:schemeClr val="accent2"/>
                </a:solidFill>
                <a:ea typeface="隶书" panose="02010509060101010101" pitchFamily="49" charset="-122"/>
              </a:rPr>
              <a:t>KVL</a:t>
            </a:r>
            <a:r>
              <a:rPr lang="zh-CN" altLang="en-US">
                <a:solidFill>
                  <a:schemeClr val="accent2"/>
                </a:solidFill>
                <a:ea typeface="隶书" panose="02010509060101010101" pitchFamily="49" charset="-122"/>
              </a:rPr>
              <a:t>、</a:t>
            </a:r>
            <a:r>
              <a:rPr lang="en-US" altLang="zh-CN">
                <a:solidFill>
                  <a:schemeClr val="accent2"/>
                </a:solidFill>
                <a:ea typeface="隶书" panose="02010509060101010101" pitchFamily="49" charset="-122"/>
              </a:rPr>
              <a:t>KCL</a:t>
            </a:r>
            <a:r>
              <a:rPr lang="zh-CN" altLang="en-US">
                <a:solidFill>
                  <a:schemeClr val="accent2"/>
                </a:solidFill>
                <a:ea typeface="隶书" panose="02010509060101010101" pitchFamily="49" charset="-122"/>
              </a:rPr>
              <a:t>确定</a:t>
            </a:r>
            <a:r>
              <a:rPr lang="en-US" altLang="zh-CN" i="1">
                <a:solidFill>
                  <a:schemeClr val="accent2"/>
                </a:solidFill>
                <a:ea typeface="隶书" panose="02010509060101010101" pitchFamily="49" charset="-122"/>
              </a:rPr>
              <a:t>i</a:t>
            </a:r>
            <a:r>
              <a:rPr lang="zh-CN" altLang="en-US">
                <a:solidFill>
                  <a:schemeClr val="accent2"/>
                </a:solidFill>
                <a:ea typeface="隶书" panose="02010509060101010101" pitchFamily="49" charset="-122"/>
              </a:rPr>
              <a:t>：</a:t>
            </a:r>
          </a:p>
        </p:txBody>
      </p:sp>
      <p:graphicFrame>
        <p:nvGraphicFramePr>
          <p:cNvPr id="285711" name="Object 15"/>
          <p:cNvGraphicFramePr>
            <a:graphicFrameLocks noChangeAspect="1"/>
          </p:cNvGraphicFramePr>
          <p:nvPr/>
        </p:nvGraphicFramePr>
        <p:xfrm>
          <a:off x="2843213" y="1196975"/>
          <a:ext cx="4578350" cy="525463"/>
        </p:xfrm>
        <a:graphic>
          <a:graphicData uri="http://schemas.openxmlformats.org/presentationml/2006/ole">
            <mc:AlternateContent xmlns:mc="http://schemas.openxmlformats.org/markup-compatibility/2006">
              <mc:Choice xmlns:v="urn:schemas-microsoft-com:vml" Requires="v">
                <p:oleObj name="Equation" r:id="rId12" imgW="1981200" imgH="228600" progId="Equation.DSMT4">
                  <p:embed/>
                </p:oleObj>
              </mc:Choice>
              <mc:Fallback>
                <p:oleObj name="Equation" r:id="rId12" imgW="1981200" imgH="228600" progId="Equation.DSMT4">
                  <p:embed/>
                  <p:pic>
                    <p:nvPicPr>
                      <p:cNvPr id="285711"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43213" y="1196975"/>
                        <a:ext cx="4578350" cy="525463"/>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5714" name="Object 18"/>
          <p:cNvGraphicFramePr>
            <a:graphicFrameLocks noGrp="1" noChangeAspect="1"/>
          </p:cNvGraphicFramePr>
          <p:nvPr>
            <p:ph idx="4294967295"/>
          </p:nvPr>
        </p:nvGraphicFramePr>
        <p:xfrm>
          <a:off x="2987675" y="1844675"/>
          <a:ext cx="2303463" cy="900113"/>
        </p:xfrm>
        <a:graphic>
          <a:graphicData uri="http://schemas.openxmlformats.org/presentationml/2006/ole">
            <mc:AlternateContent xmlns:mc="http://schemas.openxmlformats.org/markup-compatibility/2006">
              <mc:Choice xmlns:v="urn:schemas-microsoft-com:vml" Requires="v">
                <p:oleObj name="Equation" r:id="rId14" imgW="1104900" imgH="431800" progId="Equation.DSMT4">
                  <p:embed/>
                </p:oleObj>
              </mc:Choice>
              <mc:Fallback>
                <p:oleObj name="Equation" r:id="rId14" imgW="1104900" imgH="431800" progId="Equation.DSMT4">
                  <p:embed/>
                  <p:pic>
                    <p:nvPicPr>
                      <p:cNvPr id="285714"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87675" y="1844675"/>
                        <a:ext cx="2303463"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5721" name="Group 25"/>
          <p:cNvGrpSpPr>
            <a:grpSpLocks/>
          </p:cNvGrpSpPr>
          <p:nvPr/>
        </p:nvGrpSpPr>
        <p:grpSpPr bwMode="auto">
          <a:xfrm>
            <a:off x="2489201" y="4005263"/>
            <a:ext cx="3954463" cy="992187"/>
            <a:chOff x="1568" y="2523"/>
            <a:chExt cx="2491" cy="625"/>
          </a:xfrm>
        </p:grpSpPr>
        <p:graphicFrame>
          <p:nvGraphicFramePr>
            <p:cNvPr id="16401" name="Object 20"/>
            <p:cNvGraphicFramePr>
              <a:graphicFrameLocks noChangeAspect="1"/>
            </p:cNvGraphicFramePr>
            <p:nvPr/>
          </p:nvGraphicFramePr>
          <p:xfrm>
            <a:off x="2302" y="2523"/>
            <a:ext cx="1757" cy="625"/>
          </p:xfrm>
          <a:graphic>
            <a:graphicData uri="http://schemas.openxmlformats.org/presentationml/2006/ole">
              <mc:AlternateContent xmlns:mc="http://schemas.openxmlformats.org/markup-compatibility/2006">
                <mc:Choice xmlns:v="urn:schemas-microsoft-com:vml" Requires="v">
                  <p:oleObj name="Equation" r:id="rId16" imgW="1206500" imgH="431800" progId="Equation.DSMT4">
                    <p:embed/>
                  </p:oleObj>
                </mc:Choice>
                <mc:Fallback>
                  <p:oleObj name="Equation" r:id="rId16" imgW="1206500" imgH="431800" progId="Equation.DSMT4">
                    <p:embed/>
                    <p:pic>
                      <p:nvPicPr>
                        <p:cNvPr id="16401"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02" y="2523"/>
                          <a:ext cx="1757" cy="6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402" name="Object 24"/>
            <p:cNvGraphicFramePr>
              <a:graphicFrameLocks noChangeAspect="1"/>
            </p:cNvGraphicFramePr>
            <p:nvPr/>
          </p:nvGraphicFramePr>
          <p:xfrm>
            <a:off x="1568" y="2677"/>
            <a:ext cx="748" cy="283"/>
          </p:xfrm>
          <a:graphic>
            <a:graphicData uri="http://schemas.openxmlformats.org/presentationml/2006/ole">
              <mc:AlternateContent xmlns:mc="http://schemas.openxmlformats.org/markup-compatibility/2006">
                <mc:Choice xmlns:v="urn:schemas-microsoft-com:vml" Requires="v">
                  <p:oleObj name="Equation" r:id="rId18" imgW="469696" imgH="177723" progId="Equation.DSMT4">
                    <p:embed/>
                  </p:oleObj>
                </mc:Choice>
                <mc:Fallback>
                  <p:oleObj name="Equation" r:id="rId18" imgW="469696" imgH="177723" progId="Equation.DSMT4">
                    <p:embed/>
                    <p:pic>
                      <p:nvPicPr>
                        <p:cNvPr id="16402" name="Object 2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68" y="2677"/>
                          <a:ext cx="748" cy="28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6400" name="Rectangle 7"/>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2.5 </a:t>
            </a:r>
            <a:r>
              <a:rPr lang="zh-CN" altLang="en-US" sz="3200" dirty="0">
                <a:solidFill>
                  <a:schemeClr val="tx2"/>
                </a:solidFill>
                <a:ea typeface="隶书" panose="02010509060101010101" pitchFamily="49" charset="-122"/>
              </a:rPr>
              <a:t>星形与三角形电路</a:t>
            </a:r>
            <a:endParaRPr lang="en-US" altLang="zh-CN" sz="3200" dirty="0">
              <a:solidFill>
                <a:schemeClr val="tx2"/>
              </a:solidFill>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p:cTn id="6" dur="1" fill="hold">
                                          <p:stCondLst>
                                            <p:cond delay="0"/>
                                          </p:stCondLst>
                                        </p:cTn>
                                        <p:tgtEl>
                                          <p:spTgt spid="285707"/>
                                        </p:tgtEl>
                                        <p:attrNameLst>
                                          <p:attrName>style.visibility</p:attrName>
                                        </p:attrNameLst>
                                      </p:cBhvr>
                                      <p:to>
                                        <p:strVal val="visible"/>
                                      </p:to>
                                    </p:set>
                                    <p:anim calcmode="lin" valueType="num">
                                      <p:cBhvr additive="base">
                                        <p:cTn id="7" dur="2000" fill="hold"/>
                                        <p:tgtEl>
                                          <p:spTgt spid="285707"/>
                                        </p:tgtEl>
                                        <p:attrNameLst>
                                          <p:attrName>ppt_x</p:attrName>
                                        </p:attrNameLst>
                                      </p:cBhvr>
                                      <p:tavLst>
                                        <p:tav tm="0">
                                          <p:val>
                                            <p:strVal val="0-#ppt_w/2"/>
                                          </p:val>
                                        </p:tav>
                                        <p:tav tm="100000">
                                          <p:val>
                                            <p:strVal val="#ppt_x"/>
                                          </p:val>
                                        </p:tav>
                                      </p:tavLst>
                                    </p:anim>
                                    <p:anim calcmode="lin" valueType="num">
                                      <p:cBhvr additive="base">
                                        <p:cTn id="8" dur="2000" fill="hold"/>
                                        <p:tgtEl>
                                          <p:spTgt spid="285707"/>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85710"/>
                                        </p:tgtEl>
                                        <p:attrNameLst>
                                          <p:attrName>style.visibility</p:attrName>
                                        </p:attrNameLst>
                                      </p:cBhvr>
                                      <p:to>
                                        <p:strVal val="visible"/>
                                      </p:to>
                                    </p:set>
                                    <p:animEffect transition="in" filter="wipe(left)">
                                      <p:cBhvr>
                                        <p:cTn id="13" dur="1000"/>
                                        <p:tgtEl>
                                          <p:spTgt spid="28571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85711"/>
                                        </p:tgtEl>
                                        <p:attrNameLst>
                                          <p:attrName>style.visibility</p:attrName>
                                        </p:attrNameLst>
                                      </p:cBhvr>
                                      <p:to>
                                        <p:strVal val="visible"/>
                                      </p:to>
                                    </p:set>
                                    <p:animEffect transition="in" filter="wipe(left)">
                                      <p:cBhvr>
                                        <p:cTn id="18" dur="1000"/>
                                        <p:tgtEl>
                                          <p:spTgt spid="28571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85714"/>
                                        </p:tgtEl>
                                        <p:attrNameLst>
                                          <p:attrName>style.visibility</p:attrName>
                                        </p:attrNameLst>
                                      </p:cBhvr>
                                      <p:to>
                                        <p:strVal val="visible"/>
                                      </p:to>
                                    </p:set>
                                    <p:animEffect transition="in" filter="wipe(left)">
                                      <p:cBhvr>
                                        <p:cTn id="23" dur="1000"/>
                                        <p:tgtEl>
                                          <p:spTgt spid="28571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85706"/>
                                        </p:tgtEl>
                                        <p:attrNameLst>
                                          <p:attrName>style.visibility</p:attrName>
                                        </p:attrNameLst>
                                      </p:cBhvr>
                                      <p:to>
                                        <p:strVal val="visible"/>
                                      </p:to>
                                    </p:set>
                                    <p:animEffect transition="in" filter="wipe(left)">
                                      <p:cBhvr>
                                        <p:cTn id="28" dur="1000"/>
                                        <p:tgtEl>
                                          <p:spTgt spid="28570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285721"/>
                                        </p:tgtEl>
                                        <p:attrNameLst>
                                          <p:attrName>style.visibility</p:attrName>
                                        </p:attrNameLst>
                                      </p:cBhvr>
                                      <p:to>
                                        <p:strVal val="visible"/>
                                      </p:to>
                                    </p:set>
                                    <p:animEffect transition="in" filter="wipe(left)">
                                      <p:cBhvr>
                                        <p:cTn id="33" dur="1000"/>
                                        <p:tgtEl>
                                          <p:spTgt spid="285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日期占位符 2"/>
          <p:cNvSpPr>
            <a:spLocks noGrp="1"/>
          </p:cNvSpPr>
          <p:nvPr>
            <p:ph type="dt" sz="quarter" idx="10"/>
          </p:nvPr>
        </p:nvSpPr>
        <p:spPr/>
        <p:txBody>
          <a:bodyPr/>
          <a:lstStyle/>
          <a:p>
            <a:pPr>
              <a:defRPr/>
            </a:pPr>
            <a:fld id="{FD96E004-4619-4231-BD68-EC7C4D7FB07B}" type="datetime1">
              <a:rPr lang="zh-CN" altLang="en-US"/>
              <a:pPr>
                <a:defRPr/>
              </a:pPr>
              <a:t>2024/8/17</a:t>
            </a:fld>
            <a:endParaRPr lang="en-US" altLang="zh-CN"/>
          </a:p>
        </p:txBody>
      </p:sp>
      <p:sp>
        <p:nvSpPr>
          <p:cNvPr id="21" name="页脚占位符 3"/>
          <p:cNvSpPr>
            <a:spLocks noGrp="1"/>
          </p:cNvSpPr>
          <p:nvPr>
            <p:ph type="ftr" sz="quarter" idx="11"/>
          </p:nvPr>
        </p:nvSpPr>
        <p:spPr/>
        <p:txBody>
          <a:bodyPr/>
          <a:lstStyle/>
          <a:p>
            <a:pPr>
              <a:defRPr/>
            </a:pPr>
            <a:r>
              <a:rPr lang="zh-CN" altLang="en-US"/>
              <a:t>电路理论</a:t>
            </a:r>
            <a:endParaRPr lang="en-US" altLang="zh-CN"/>
          </a:p>
        </p:txBody>
      </p:sp>
      <p:sp>
        <p:nvSpPr>
          <p:cNvPr id="22" name="灯片编号占位符 4"/>
          <p:cNvSpPr>
            <a:spLocks noGrp="1"/>
          </p:cNvSpPr>
          <p:nvPr>
            <p:ph type="sldNum" sz="quarter" idx="12"/>
          </p:nvPr>
        </p:nvSpPr>
        <p:spPr/>
        <p:txBody>
          <a:bodyPr/>
          <a:lstStyle/>
          <a:p>
            <a:pPr>
              <a:defRPr/>
            </a:pPr>
            <a:fld id="{AF3CCADE-D1C8-4552-80AC-606D35BFB4E5}" type="slidenum">
              <a:rPr lang="en-US" altLang="zh-CN"/>
              <a:pPr>
                <a:defRPr/>
              </a:pPr>
              <a:t>23</a:t>
            </a:fld>
            <a:endParaRPr lang="en-US" altLang="zh-CN"/>
          </a:p>
        </p:txBody>
      </p:sp>
      <p:sp>
        <p:nvSpPr>
          <p:cNvPr id="17413" name="Rectangle 2"/>
          <p:cNvSpPr>
            <a:spLocks noChangeArrowheads="1"/>
          </p:cNvSpPr>
          <p:nvPr/>
        </p:nvSpPr>
        <p:spPr bwMode="auto">
          <a:xfrm>
            <a:off x="381000" y="560388"/>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sz="2800">
                <a:solidFill>
                  <a:srgbClr val="CC3300"/>
                </a:solidFill>
                <a:ea typeface="隶书" panose="02010509060101010101" pitchFamily="49" charset="-122"/>
              </a:rPr>
              <a:t>星－三角变换 </a:t>
            </a:r>
            <a:r>
              <a:rPr lang="en-US" altLang="zh-CN" sz="2800">
                <a:solidFill>
                  <a:srgbClr val="CC3300"/>
                </a:solidFill>
                <a:ea typeface="隶书" panose="02010509060101010101" pitchFamily="49" charset="-122"/>
              </a:rPr>
              <a:t>Wye-Delta Transformation</a:t>
            </a:r>
          </a:p>
        </p:txBody>
      </p:sp>
      <p:graphicFrame>
        <p:nvGraphicFramePr>
          <p:cNvPr id="17414" name="Object 3"/>
          <p:cNvGraphicFramePr>
            <a:graphicFrameLocks noChangeAspect="1"/>
          </p:cNvGraphicFramePr>
          <p:nvPr/>
        </p:nvGraphicFramePr>
        <p:xfrm>
          <a:off x="304800" y="4141788"/>
          <a:ext cx="3021013" cy="2478087"/>
        </p:xfrm>
        <a:graphic>
          <a:graphicData uri="http://schemas.openxmlformats.org/presentationml/2006/ole">
            <mc:AlternateContent xmlns:mc="http://schemas.openxmlformats.org/markup-compatibility/2006">
              <mc:Choice xmlns:v="urn:schemas-microsoft-com:vml" Requires="v">
                <p:oleObj name="Flash Movie" r:id="rId2" imgW="2391480" imgH="1961640" progId="Flash.Movie">
                  <p:embed/>
                </p:oleObj>
              </mc:Choice>
              <mc:Fallback>
                <p:oleObj name="Flash Movie" r:id="rId2" imgW="2391480" imgH="1961640" progId="Flash.Movie">
                  <p:embed/>
                  <p:pic>
                    <p:nvPicPr>
                      <p:cNvPr id="1741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141788"/>
                        <a:ext cx="3021013" cy="247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5" name="Object 4"/>
          <p:cNvGraphicFramePr>
            <a:graphicFrameLocks noChangeAspect="1"/>
          </p:cNvGraphicFramePr>
          <p:nvPr/>
        </p:nvGraphicFramePr>
        <p:xfrm>
          <a:off x="5984875" y="4224338"/>
          <a:ext cx="2778125" cy="2373312"/>
        </p:xfrm>
        <a:graphic>
          <a:graphicData uri="http://schemas.openxmlformats.org/presentationml/2006/ole">
            <mc:AlternateContent xmlns:mc="http://schemas.openxmlformats.org/markup-compatibility/2006">
              <mc:Choice xmlns:v="urn:schemas-microsoft-com:vml" Requires="v">
                <p:oleObj name="Flash 文档" r:id="rId4" imgW="1997640" imgH="1707480" progId="Flash.Movie">
                  <p:embed/>
                </p:oleObj>
              </mc:Choice>
              <mc:Fallback>
                <p:oleObj name="Flash 文档" r:id="rId4" imgW="1997640" imgH="1707480" progId="Flash.Movie">
                  <p:embed/>
                  <p:pic>
                    <p:nvPicPr>
                      <p:cNvPr id="1741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4875" y="4224338"/>
                        <a:ext cx="2778125" cy="237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7416" name="Group 5"/>
          <p:cNvGrpSpPr>
            <a:grpSpLocks/>
          </p:cNvGrpSpPr>
          <p:nvPr/>
        </p:nvGrpSpPr>
        <p:grpSpPr bwMode="auto">
          <a:xfrm>
            <a:off x="2743200" y="5916613"/>
            <a:ext cx="4114800" cy="609600"/>
            <a:chOff x="1728" y="3792"/>
            <a:chExt cx="2592" cy="384"/>
          </a:xfrm>
        </p:grpSpPr>
        <p:sp>
          <p:nvSpPr>
            <p:cNvPr id="17429" name="AutoShape 6"/>
            <p:cNvSpPr>
              <a:spLocks noChangeArrowheads="1"/>
            </p:cNvSpPr>
            <p:nvPr/>
          </p:nvSpPr>
          <p:spPr bwMode="auto">
            <a:xfrm>
              <a:off x="2328" y="3792"/>
              <a:ext cx="1104" cy="96"/>
            </a:xfrm>
            <a:prstGeom prst="leftRightArrow">
              <a:avLst>
                <a:gd name="adj1" fmla="val 50000"/>
                <a:gd name="adj2" fmla="val 230000"/>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17430" name="Rectangle 7"/>
            <p:cNvSpPr>
              <a:spLocks noChangeArrowheads="1"/>
            </p:cNvSpPr>
            <p:nvPr/>
          </p:nvSpPr>
          <p:spPr bwMode="auto">
            <a:xfrm>
              <a:off x="1728" y="3888"/>
              <a:ext cx="25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i="1">
                  <a:solidFill>
                    <a:schemeClr val="hlink"/>
                  </a:solidFill>
                  <a:ea typeface="隶书" panose="02010509060101010101" pitchFamily="49" charset="-122"/>
                </a:rPr>
                <a:t>           u-i</a:t>
              </a:r>
              <a:r>
                <a:rPr lang="en-US" altLang="zh-CN">
                  <a:solidFill>
                    <a:schemeClr val="hlink"/>
                  </a:solidFill>
                  <a:ea typeface="隶书" panose="02010509060101010101" pitchFamily="49" charset="-122"/>
                </a:rPr>
                <a:t> </a:t>
              </a:r>
              <a:r>
                <a:rPr lang="zh-CN" altLang="en-US">
                  <a:solidFill>
                    <a:schemeClr val="hlink"/>
                  </a:solidFill>
                  <a:ea typeface="隶书" panose="02010509060101010101" pitchFamily="49" charset="-122"/>
                </a:rPr>
                <a:t>关系相同</a:t>
              </a:r>
            </a:p>
          </p:txBody>
        </p:sp>
      </p:grpSp>
      <p:graphicFrame>
        <p:nvGraphicFramePr>
          <p:cNvPr id="17417" name="Object 9"/>
          <p:cNvGraphicFramePr>
            <a:graphicFrameLocks noChangeAspect="1"/>
          </p:cNvGraphicFramePr>
          <p:nvPr/>
        </p:nvGraphicFramePr>
        <p:xfrm>
          <a:off x="3033713" y="5300663"/>
          <a:ext cx="3149600" cy="685800"/>
        </p:xfrm>
        <a:graphic>
          <a:graphicData uri="http://schemas.openxmlformats.org/presentationml/2006/ole">
            <mc:AlternateContent xmlns:mc="http://schemas.openxmlformats.org/markup-compatibility/2006">
              <mc:Choice xmlns:v="urn:schemas-microsoft-com:vml" Requires="v">
                <p:oleObj name="Equation" r:id="rId6" imgW="812447" imgH="177723" progId="Equation.DSMT4">
                  <p:embed/>
                </p:oleObj>
              </mc:Choice>
              <mc:Fallback>
                <p:oleObj name="Equation" r:id="rId6" imgW="812447" imgH="177723" progId="Equation.DSMT4">
                  <p:embed/>
                  <p:pic>
                    <p:nvPicPr>
                      <p:cNvPr id="17417"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3713" y="5300663"/>
                        <a:ext cx="3149600" cy="6858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3898" name="Object 10"/>
          <p:cNvGraphicFramePr>
            <a:graphicFrameLocks noChangeAspect="1"/>
          </p:cNvGraphicFramePr>
          <p:nvPr/>
        </p:nvGraphicFramePr>
        <p:xfrm>
          <a:off x="809625" y="2868613"/>
          <a:ext cx="6931025" cy="992187"/>
        </p:xfrm>
        <a:graphic>
          <a:graphicData uri="http://schemas.openxmlformats.org/presentationml/2006/ole">
            <mc:AlternateContent xmlns:mc="http://schemas.openxmlformats.org/markup-compatibility/2006">
              <mc:Choice xmlns:v="urn:schemas-microsoft-com:vml" Requires="v">
                <p:oleObj name="Equation" r:id="rId8" imgW="2997200" imgH="431800" progId="Equation.DSMT4">
                  <p:embed/>
                </p:oleObj>
              </mc:Choice>
              <mc:Fallback>
                <p:oleObj name="Equation" r:id="rId8" imgW="2997200" imgH="431800" progId="Equation.DSMT4">
                  <p:embed/>
                  <p:pic>
                    <p:nvPicPr>
                      <p:cNvPr id="293898"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9625" y="2868613"/>
                        <a:ext cx="6931025" cy="99218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3902" name="Rectangle 14"/>
          <p:cNvSpPr>
            <a:spLocks noChangeArrowheads="1"/>
          </p:cNvSpPr>
          <p:nvPr/>
        </p:nvSpPr>
        <p:spPr bwMode="auto">
          <a:xfrm>
            <a:off x="250825" y="1052513"/>
            <a:ext cx="2792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a:solidFill>
                  <a:schemeClr val="accent2"/>
                </a:solidFill>
                <a:ea typeface="隶书" panose="02010509060101010101" pitchFamily="49" charset="-122"/>
              </a:rPr>
              <a:t>KVL</a:t>
            </a:r>
            <a:r>
              <a:rPr lang="zh-CN" altLang="en-US">
                <a:solidFill>
                  <a:schemeClr val="accent2"/>
                </a:solidFill>
                <a:ea typeface="隶书" panose="02010509060101010101" pitchFamily="49" charset="-122"/>
              </a:rPr>
              <a:t>、</a:t>
            </a:r>
            <a:r>
              <a:rPr lang="en-US" altLang="zh-CN">
                <a:solidFill>
                  <a:schemeClr val="accent2"/>
                </a:solidFill>
                <a:ea typeface="隶书" panose="02010509060101010101" pitchFamily="49" charset="-122"/>
              </a:rPr>
              <a:t>KCL</a:t>
            </a:r>
            <a:r>
              <a:rPr lang="zh-CN" altLang="en-US">
                <a:solidFill>
                  <a:schemeClr val="accent2"/>
                </a:solidFill>
                <a:ea typeface="隶书" panose="02010509060101010101" pitchFamily="49" charset="-122"/>
              </a:rPr>
              <a:t>确定</a:t>
            </a:r>
            <a:r>
              <a:rPr lang="en-US" altLang="zh-CN" i="1">
                <a:solidFill>
                  <a:schemeClr val="accent2"/>
                </a:solidFill>
                <a:ea typeface="隶书" panose="02010509060101010101" pitchFamily="49" charset="-122"/>
              </a:rPr>
              <a:t>u</a:t>
            </a:r>
            <a:r>
              <a:rPr lang="zh-CN" altLang="en-US">
                <a:solidFill>
                  <a:schemeClr val="accent2"/>
                </a:solidFill>
                <a:ea typeface="隶书" panose="02010509060101010101" pitchFamily="49" charset="-122"/>
              </a:rPr>
              <a:t>：</a:t>
            </a:r>
          </a:p>
        </p:txBody>
      </p:sp>
      <p:graphicFrame>
        <p:nvGraphicFramePr>
          <p:cNvPr id="293903" name="Object 15"/>
          <p:cNvGraphicFramePr>
            <a:graphicFrameLocks noChangeAspect="1"/>
          </p:cNvGraphicFramePr>
          <p:nvPr/>
        </p:nvGraphicFramePr>
        <p:xfrm>
          <a:off x="2987675" y="1052513"/>
          <a:ext cx="4756150" cy="525462"/>
        </p:xfrm>
        <a:graphic>
          <a:graphicData uri="http://schemas.openxmlformats.org/presentationml/2006/ole">
            <mc:AlternateContent xmlns:mc="http://schemas.openxmlformats.org/markup-compatibility/2006">
              <mc:Choice xmlns:v="urn:schemas-microsoft-com:vml" Requires="v">
                <p:oleObj name="Equation" r:id="rId10" imgW="2057400" imgH="228600" progId="Equation.DSMT4">
                  <p:embed/>
                </p:oleObj>
              </mc:Choice>
              <mc:Fallback>
                <p:oleObj name="Equation" r:id="rId10" imgW="2057400" imgH="228600" progId="Equation.DSMT4">
                  <p:embed/>
                  <p:pic>
                    <p:nvPicPr>
                      <p:cNvPr id="293903"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87675" y="1052513"/>
                        <a:ext cx="4756150" cy="525462"/>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3905" name="Object 17"/>
          <p:cNvGraphicFramePr>
            <a:graphicFrameLocks noChangeAspect="1"/>
          </p:cNvGraphicFramePr>
          <p:nvPr/>
        </p:nvGraphicFramePr>
        <p:xfrm>
          <a:off x="3635375" y="3933825"/>
          <a:ext cx="2808288" cy="1049338"/>
        </p:xfrm>
        <a:graphic>
          <a:graphicData uri="http://schemas.openxmlformats.org/presentationml/2006/ole">
            <mc:AlternateContent xmlns:mc="http://schemas.openxmlformats.org/markup-compatibility/2006">
              <mc:Choice xmlns:v="urn:schemas-microsoft-com:vml" Requires="v">
                <p:oleObj name="Equation" r:id="rId12" imgW="1155700" imgH="431800" progId="Equation.DSMT4">
                  <p:embed/>
                </p:oleObj>
              </mc:Choice>
              <mc:Fallback>
                <p:oleObj name="Equation" r:id="rId12" imgW="1155700" imgH="431800" progId="Equation.DSMT4">
                  <p:embed/>
                  <p:pic>
                    <p:nvPicPr>
                      <p:cNvPr id="293905"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35375" y="3933825"/>
                        <a:ext cx="2808288" cy="104933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93911" name="Group 23"/>
          <p:cNvGrpSpPr>
            <a:grpSpLocks/>
          </p:cNvGrpSpPr>
          <p:nvPr/>
        </p:nvGrpSpPr>
        <p:grpSpPr bwMode="auto">
          <a:xfrm>
            <a:off x="1390650" y="4567238"/>
            <a:ext cx="373063" cy="1022350"/>
            <a:chOff x="876" y="2877"/>
            <a:chExt cx="235" cy="644"/>
          </a:xfrm>
        </p:grpSpPr>
        <p:graphicFrame>
          <p:nvGraphicFramePr>
            <p:cNvPr id="17426" name="Object 13"/>
            <p:cNvGraphicFramePr>
              <a:graphicFrameLocks noChangeAspect="1"/>
            </p:cNvGraphicFramePr>
            <p:nvPr/>
          </p:nvGraphicFramePr>
          <p:xfrm>
            <a:off x="886" y="3104"/>
            <a:ext cx="214" cy="236"/>
          </p:xfrm>
          <a:graphic>
            <a:graphicData uri="http://schemas.openxmlformats.org/presentationml/2006/ole">
              <mc:AlternateContent xmlns:mc="http://schemas.openxmlformats.org/markup-compatibility/2006">
                <mc:Choice xmlns:v="urn:schemas-microsoft-com:vml" Requires="v">
                  <p:oleObj name="Equation" r:id="rId14" imgW="126835" imgH="139518" progId="Equation.DSMT4">
                    <p:embed/>
                  </p:oleObj>
                </mc:Choice>
                <mc:Fallback>
                  <p:oleObj name="Equation" r:id="rId14" imgW="126835" imgH="139518" progId="Equation.DSMT4">
                    <p:embed/>
                    <p:pic>
                      <p:nvPicPr>
                        <p:cNvPr id="17426"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86" y="3104"/>
                          <a:ext cx="214"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27" name="Object 18"/>
            <p:cNvGraphicFramePr>
              <a:graphicFrameLocks noChangeAspect="1"/>
            </p:cNvGraphicFramePr>
            <p:nvPr/>
          </p:nvGraphicFramePr>
          <p:xfrm>
            <a:off x="876" y="2877"/>
            <a:ext cx="235" cy="236"/>
          </p:xfrm>
          <a:graphic>
            <a:graphicData uri="http://schemas.openxmlformats.org/presentationml/2006/ole">
              <mc:AlternateContent xmlns:mc="http://schemas.openxmlformats.org/markup-compatibility/2006">
                <mc:Choice xmlns:v="urn:schemas-microsoft-com:vml" Requires="v">
                  <p:oleObj name="Equation" r:id="rId16" imgW="139700" imgH="139700" progId="Equation.DSMT4">
                    <p:embed/>
                  </p:oleObj>
                </mc:Choice>
                <mc:Fallback>
                  <p:oleObj name="Equation" r:id="rId16" imgW="139700" imgH="139700" progId="Equation.DSMT4">
                    <p:embed/>
                    <p:pic>
                      <p:nvPicPr>
                        <p:cNvPr id="17427"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6" y="2877"/>
                          <a:ext cx="235"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28" name="Object 22"/>
            <p:cNvGraphicFramePr>
              <a:graphicFrameLocks noChangeAspect="1"/>
            </p:cNvGraphicFramePr>
            <p:nvPr/>
          </p:nvGraphicFramePr>
          <p:xfrm>
            <a:off x="887" y="3349"/>
            <a:ext cx="213" cy="172"/>
          </p:xfrm>
          <a:graphic>
            <a:graphicData uri="http://schemas.openxmlformats.org/presentationml/2006/ole">
              <mc:AlternateContent xmlns:mc="http://schemas.openxmlformats.org/markup-compatibility/2006">
                <mc:Choice xmlns:v="urn:schemas-microsoft-com:vml" Requires="v">
                  <p:oleObj name="Equation" r:id="rId18" imgW="126780" imgH="101424" progId="Equation.DSMT4">
                    <p:embed/>
                  </p:oleObj>
                </mc:Choice>
                <mc:Fallback>
                  <p:oleObj name="Equation" r:id="rId18" imgW="126780" imgH="101424" progId="Equation.DSMT4">
                    <p:embed/>
                    <p:pic>
                      <p:nvPicPr>
                        <p:cNvPr id="17428"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87" y="3349"/>
                          <a:ext cx="213" cy="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93912" name="Object 24"/>
          <p:cNvGraphicFramePr>
            <a:graphicFrameLocks noChangeAspect="1"/>
          </p:cNvGraphicFramePr>
          <p:nvPr/>
        </p:nvGraphicFramePr>
        <p:xfrm>
          <a:off x="3059113" y="1773238"/>
          <a:ext cx="2495550" cy="992187"/>
        </p:xfrm>
        <a:graphic>
          <a:graphicData uri="http://schemas.openxmlformats.org/presentationml/2006/ole">
            <mc:AlternateContent xmlns:mc="http://schemas.openxmlformats.org/markup-compatibility/2006">
              <mc:Choice xmlns:v="urn:schemas-microsoft-com:vml" Requires="v">
                <p:oleObj name="Equation" r:id="rId20" imgW="1079032" imgH="431613" progId="Equation.DSMT4">
                  <p:embed/>
                </p:oleObj>
              </mc:Choice>
              <mc:Fallback>
                <p:oleObj name="Equation" r:id="rId20" imgW="1079032" imgH="431613" progId="Equation.DSMT4">
                  <p:embed/>
                  <p:pic>
                    <p:nvPicPr>
                      <p:cNvPr id="293912" name="Object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59113" y="1773238"/>
                        <a:ext cx="2495550" cy="99218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3913" name="Object 25"/>
          <p:cNvGraphicFramePr>
            <a:graphicFrameLocks noGrp="1" noChangeAspect="1"/>
          </p:cNvGraphicFramePr>
          <p:nvPr>
            <p:ph/>
          </p:nvPr>
        </p:nvGraphicFramePr>
        <p:xfrm>
          <a:off x="2436813" y="4221163"/>
          <a:ext cx="1187450" cy="449262"/>
        </p:xfrm>
        <a:graphic>
          <a:graphicData uri="http://schemas.openxmlformats.org/presentationml/2006/ole">
            <mc:AlternateContent xmlns:mc="http://schemas.openxmlformats.org/markup-compatibility/2006">
              <mc:Choice xmlns:v="urn:schemas-microsoft-com:vml" Requires="v">
                <p:oleObj name="Equation" r:id="rId22" imgW="469696" imgH="177723" progId="Equation.DSMT4">
                  <p:embed/>
                </p:oleObj>
              </mc:Choice>
              <mc:Fallback>
                <p:oleObj name="Equation" r:id="rId22" imgW="469696" imgH="177723" progId="Equation.DSMT4">
                  <p:embed/>
                  <p:pic>
                    <p:nvPicPr>
                      <p:cNvPr id="293913" name="Object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436813" y="4221163"/>
                        <a:ext cx="1187450" cy="449262"/>
                      </a:xfrm>
                      <a:prstGeom prst="rect">
                        <a:avLst/>
                      </a:prstGeom>
                      <a:noFill/>
                      <a:ln w="9525" cap="flat" cmpd="sng">
                        <a:solidFill>
                          <a:srgbClr val="0000FF"/>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25" name="Rectangle 7"/>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2.5 </a:t>
            </a:r>
            <a:r>
              <a:rPr lang="zh-CN" altLang="en-US" sz="3200" dirty="0">
                <a:solidFill>
                  <a:schemeClr val="tx2"/>
                </a:solidFill>
                <a:ea typeface="隶书" panose="02010509060101010101" pitchFamily="49" charset="-122"/>
              </a:rPr>
              <a:t>星形与三角形电路</a:t>
            </a:r>
            <a:endParaRPr lang="en-US" altLang="zh-CN" sz="3200" dirty="0">
              <a:solidFill>
                <a:schemeClr val="tx2"/>
              </a:solidFill>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nodeType="clickEffect">
                                  <p:stCondLst>
                                    <p:cond delay="0"/>
                                  </p:stCondLst>
                                  <p:childTnLst>
                                    <p:set>
                                      <p:cBhvr>
                                        <p:cTn id="6" dur="1" fill="hold">
                                          <p:stCondLst>
                                            <p:cond delay="0"/>
                                          </p:stCondLst>
                                        </p:cTn>
                                        <p:tgtEl>
                                          <p:spTgt spid="293911"/>
                                        </p:tgtEl>
                                        <p:attrNameLst>
                                          <p:attrName>style.visibility</p:attrName>
                                        </p:attrNameLst>
                                      </p:cBhvr>
                                      <p:to>
                                        <p:strVal val="visible"/>
                                      </p:to>
                                    </p:set>
                                    <p:anim calcmode="lin" valueType="num">
                                      <p:cBhvr additive="base">
                                        <p:cTn id="7" dur="500" fill="hold"/>
                                        <p:tgtEl>
                                          <p:spTgt spid="293911"/>
                                        </p:tgtEl>
                                        <p:attrNameLst>
                                          <p:attrName>ppt_x</p:attrName>
                                        </p:attrNameLst>
                                      </p:cBhvr>
                                      <p:tavLst>
                                        <p:tav tm="0">
                                          <p:val>
                                            <p:strVal val="1+#ppt_w/2"/>
                                          </p:val>
                                        </p:tav>
                                        <p:tav tm="100000">
                                          <p:val>
                                            <p:strVal val="#ppt_x"/>
                                          </p:val>
                                        </p:tav>
                                      </p:tavLst>
                                    </p:anim>
                                    <p:anim calcmode="lin" valueType="num">
                                      <p:cBhvr additive="base">
                                        <p:cTn id="8" dur="500" fill="hold"/>
                                        <p:tgtEl>
                                          <p:spTgt spid="29391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93902"/>
                                        </p:tgtEl>
                                        <p:attrNameLst>
                                          <p:attrName>style.visibility</p:attrName>
                                        </p:attrNameLst>
                                      </p:cBhvr>
                                      <p:to>
                                        <p:strVal val="visible"/>
                                      </p:to>
                                    </p:set>
                                    <p:animEffect transition="in" filter="wipe(left)">
                                      <p:cBhvr>
                                        <p:cTn id="13" dur="1000"/>
                                        <p:tgtEl>
                                          <p:spTgt spid="29390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93903"/>
                                        </p:tgtEl>
                                        <p:attrNameLst>
                                          <p:attrName>style.visibility</p:attrName>
                                        </p:attrNameLst>
                                      </p:cBhvr>
                                      <p:to>
                                        <p:strVal val="visible"/>
                                      </p:to>
                                    </p:set>
                                    <p:animEffect transition="in" filter="wipe(left)">
                                      <p:cBhvr>
                                        <p:cTn id="18" dur="1000"/>
                                        <p:tgtEl>
                                          <p:spTgt spid="29390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93912"/>
                                        </p:tgtEl>
                                        <p:attrNameLst>
                                          <p:attrName>style.visibility</p:attrName>
                                        </p:attrNameLst>
                                      </p:cBhvr>
                                      <p:to>
                                        <p:strVal val="visible"/>
                                      </p:to>
                                    </p:set>
                                    <p:animEffect transition="in" filter="wipe(left)">
                                      <p:cBhvr>
                                        <p:cTn id="23" dur="1000"/>
                                        <p:tgtEl>
                                          <p:spTgt spid="29391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93898"/>
                                        </p:tgtEl>
                                        <p:attrNameLst>
                                          <p:attrName>style.visibility</p:attrName>
                                        </p:attrNameLst>
                                      </p:cBhvr>
                                      <p:to>
                                        <p:strVal val="visible"/>
                                      </p:to>
                                    </p:set>
                                    <p:animEffect transition="in" filter="wipe(left)">
                                      <p:cBhvr>
                                        <p:cTn id="28" dur="1000"/>
                                        <p:tgtEl>
                                          <p:spTgt spid="29389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293913"/>
                                        </p:tgtEl>
                                        <p:attrNameLst>
                                          <p:attrName>style.visibility</p:attrName>
                                        </p:attrNameLst>
                                      </p:cBhvr>
                                      <p:to>
                                        <p:strVal val="visible"/>
                                      </p:to>
                                    </p:set>
                                    <p:animEffect transition="in" filter="wipe(left)">
                                      <p:cBhvr>
                                        <p:cTn id="33" dur="1000"/>
                                        <p:tgtEl>
                                          <p:spTgt spid="293913"/>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293905"/>
                                        </p:tgtEl>
                                        <p:attrNameLst>
                                          <p:attrName>style.visibility</p:attrName>
                                        </p:attrNameLst>
                                      </p:cBhvr>
                                      <p:to>
                                        <p:strVal val="visible"/>
                                      </p:to>
                                    </p:set>
                                    <p:animEffect transition="in" filter="wipe(left)">
                                      <p:cBhvr>
                                        <p:cTn id="37" dur="1000"/>
                                        <p:tgtEl>
                                          <p:spTgt spid="293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90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2FCBFE92-4950-4839-A96A-5A927330549D}" type="datetime1">
              <a:rPr lang="zh-CN" altLang="en-US" smtClean="0"/>
              <a:pPr>
                <a:defRPr/>
              </a:pPr>
              <a:t>2024/8/17</a:t>
            </a:fld>
            <a:endParaRPr lang="en-US" altLang="zh-CN"/>
          </a:p>
        </p:txBody>
      </p:sp>
      <p:sp>
        <p:nvSpPr>
          <p:cNvPr id="23"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24"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FC9DF94E-7D5D-4B62-90AF-0A54AC735541}" type="slidenum">
              <a:rPr lang="en-US" altLang="zh-CN" smtClean="0"/>
              <a:pPr>
                <a:defRPr/>
              </a:pPr>
              <a:t>24</a:t>
            </a:fld>
            <a:endParaRPr lang="en-US" altLang="zh-CN"/>
          </a:p>
        </p:txBody>
      </p:sp>
      <p:sp>
        <p:nvSpPr>
          <p:cNvPr id="18437" name="Rectangle 2"/>
          <p:cNvSpPr>
            <a:spLocks noChangeArrowheads="1"/>
          </p:cNvSpPr>
          <p:nvPr/>
        </p:nvSpPr>
        <p:spPr bwMode="auto">
          <a:xfrm>
            <a:off x="381000" y="560388"/>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sz="2800">
                <a:solidFill>
                  <a:srgbClr val="CC3300"/>
                </a:solidFill>
                <a:ea typeface="隶书" panose="02010509060101010101" pitchFamily="49" charset="-122"/>
              </a:rPr>
              <a:t>星－三角变换 </a:t>
            </a:r>
            <a:r>
              <a:rPr lang="en-US" altLang="zh-CN" sz="2800">
                <a:solidFill>
                  <a:srgbClr val="CC3300"/>
                </a:solidFill>
                <a:ea typeface="隶书" panose="02010509060101010101" pitchFamily="49" charset="-122"/>
              </a:rPr>
              <a:t>Wye-Delta Transformation</a:t>
            </a:r>
          </a:p>
        </p:txBody>
      </p:sp>
      <p:graphicFrame>
        <p:nvGraphicFramePr>
          <p:cNvPr id="18438" name="Object 3"/>
          <p:cNvGraphicFramePr>
            <a:graphicFrameLocks noChangeAspect="1"/>
          </p:cNvGraphicFramePr>
          <p:nvPr/>
        </p:nvGraphicFramePr>
        <p:xfrm>
          <a:off x="304800" y="4141788"/>
          <a:ext cx="3021013" cy="2478087"/>
        </p:xfrm>
        <a:graphic>
          <a:graphicData uri="http://schemas.openxmlformats.org/presentationml/2006/ole">
            <mc:AlternateContent xmlns:mc="http://schemas.openxmlformats.org/markup-compatibility/2006">
              <mc:Choice xmlns:v="urn:schemas-microsoft-com:vml" Requires="v">
                <p:oleObj name="Flash Movie" r:id="rId2" imgW="2391480" imgH="1961640" progId="Flash.Movie">
                  <p:embed/>
                </p:oleObj>
              </mc:Choice>
              <mc:Fallback>
                <p:oleObj name="Flash Movie" r:id="rId2" imgW="2391480" imgH="1961640" progId="Flash.Movie">
                  <p:embed/>
                  <p:pic>
                    <p:nvPicPr>
                      <p:cNvPr id="1843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141788"/>
                        <a:ext cx="3021013" cy="247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9" name="Object 4"/>
          <p:cNvGraphicFramePr>
            <a:graphicFrameLocks noChangeAspect="1"/>
          </p:cNvGraphicFramePr>
          <p:nvPr/>
        </p:nvGraphicFramePr>
        <p:xfrm>
          <a:off x="5984875" y="4224338"/>
          <a:ext cx="2778125" cy="2373312"/>
        </p:xfrm>
        <a:graphic>
          <a:graphicData uri="http://schemas.openxmlformats.org/presentationml/2006/ole">
            <mc:AlternateContent xmlns:mc="http://schemas.openxmlformats.org/markup-compatibility/2006">
              <mc:Choice xmlns:v="urn:schemas-microsoft-com:vml" Requires="v">
                <p:oleObj name="Flash 文档" r:id="rId4" imgW="1997640" imgH="1707480" progId="Flash.Movie">
                  <p:embed/>
                </p:oleObj>
              </mc:Choice>
              <mc:Fallback>
                <p:oleObj name="Flash 文档" r:id="rId4" imgW="1997640" imgH="1707480" progId="Flash.Movie">
                  <p:embed/>
                  <p:pic>
                    <p:nvPicPr>
                      <p:cNvPr id="1843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4875" y="4224338"/>
                        <a:ext cx="2778125" cy="237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8440" name="Group 5"/>
          <p:cNvGrpSpPr>
            <a:grpSpLocks/>
          </p:cNvGrpSpPr>
          <p:nvPr/>
        </p:nvGrpSpPr>
        <p:grpSpPr bwMode="auto">
          <a:xfrm>
            <a:off x="2743200" y="5916613"/>
            <a:ext cx="4114800" cy="609600"/>
            <a:chOff x="1728" y="3792"/>
            <a:chExt cx="2592" cy="384"/>
          </a:xfrm>
        </p:grpSpPr>
        <p:sp>
          <p:nvSpPr>
            <p:cNvPr id="18455" name="AutoShape 6"/>
            <p:cNvSpPr>
              <a:spLocks noChangeArrowheads="1"/>
            </p:cNvSpPr>
            <p:nvPr/>
          </p:nvSpPr>
          <p:spPr bwMode="auto">
            <a:xfrm>
              <a:off x="2328" y="3792"/>
              <a:ext cx="1104" cy="96"/>
            </a:xfrm>
            <a:prstGeom prst="leftRightArrow">
              <a:avLst>
                <a:gd name="adj1" fmla="val 50000"/>
                <a:gd name="adj2" fmla="val 230000"/>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18456" name="Rectangle 7"/>
            <p:cNvSpPr>
              <a:spLocks noChangeArrowheads="1"/>
            </p:cNvSpPr>
            <p:nvPr/>
          </p:nvSpPr>
          <p:spPr bwMode="auto">
            <a:xfrm>
              <a:off x="1728" y="3888"/>
              <a:ext cx="25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i="1">
                  <a:solidFill>
                    <a:schemeClr val="hlink"/>
                  </a:solidFill>
                  <a:ea typeface="隶书" panose="02010509060101010101" pitchFamily="49" charset="-122"/>
                </a:rPr>
                <a:t>           u-i</a:t>
              </a:r>
              <a:r>
                <a:rPr lang="en-US" altLang="zh-CN">
                  <a:solidFill>
                    <a:schemeClr val="hlink"/>
                  </a:solidFill>
                  <a:ea typeface="隶书" panose="02010509060101010101" pitchFamily="49" charset="-122"/>
                </a:rPr>
                <a:t> </a:t>
              </a:r>
              <a:r>
                <a:rPr lang="zh-CN" altLang="en-US">
                  <a:solidFill>
                    <a:schemeClr val="hlink"/>
                  </a:solidFill>
                  <a:ea typeface="隶书" panose="02010509060101010101" pitchFamily="49" charset="-122"/>
                </a:rPr>
                <a:t>关系相同</a:t>
              </a:r>
            </a:p>
          </p:txBody>
        </p:sp>
      </p:grpSp>
      <p:grpSp>
        <p:nvGrpSpPr>
          <p:cNvPr id="294956" name="Group 44"/>
          <p:cNvGrpSpPr>
            <a:grpSpLocks/>
          </p:cNvGrpSpPr>
          <p:nvPr/>
        </p:nvGrpSpPr>
        <p:grpSpPr bwMode="auto">
          <a:xfrm>
            <a:off x="3348038" y="1304925"/>
            <a:ext cx="2416175" cy="1362075"/>
            <a:chOff x="2109" y="822"/>
            <a:chExt cx="1522" cy="858"/>
          </a:xfrm>
        </p:grpSpPr>
        <p:graphicFrame>
          <p:nvGraphicFramePr>
            <p:cNvPr id="18453" name="Object 23"/>
            <p:cNvGraphicFramePr>
              <a:graphicFrameLocks noChangeAspect="1"/>
            </p:cNvGraphicFramePr>
            <p:nvPr/>
          </p:nvGraphicFramePr>
          <p:xfrm>
            <a:off x="2109" y="1111"/>
            <a:ext cx="1522" cy="569"/>
          </p:xfrm>
          <a:graphic>
            <a:graphicData uri="http://schemas.openxmlformats.org/presentationml/2006/ole">
              <mc:AlternateContent xmlns:mc="http://schemas.openxmlformats.org/markup-compatibility/2006">
                <mc:Choice xmlns:v="urn:schemas-microsoft-com:vml" Requires="v">
                  <p:oleObj name="Equation" r:id="rId6" imgW="1155700" imgH="431800" progId="Equation.DSMT4">
                    <p:embed/>
                  </p:oleObj>
                </mc:Choice>
                <mc:Fallback>
                  <p:oleObj name="Equation" r:id="rId6" imgW="1155700" imgH="431800" progId="Equation.DSMT4">
                    <p:embed/>
                    <p:pic>
                      <p:nvPicPr>
                        <p:cNvPr id="18453"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9" y="1111"/>
                          <a:ext cx="1522" cy="569"/>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4" name="Object 27"/>
            <p:cNvGraphicFramePr>
              <a:graphicFrameLocks noChangeAspect="1"/>
            </p:cNvGraphicFramePr>
            <p:nvPr/>
          </p:nvGraphicFramePr>
          <p:xfrm>
            <a:off x="2517" y="822"/>
            <a:ext cx="737" cy="278"/>
          </p:xfrm>
          <a:graphic>
            <a:graphicData uri="http://schemas.openxmlformats.org/presentationml/2006/ole">
              <mc:AlternateContent xmlns:mc="http://schemas.openxmlformats.org/markup-compatibility/2006">
                <mc:Choice xmlns:v="urn:schemas-microsoft-com:vml" Requires="v">
                  <p:oleObj name="Equation" r:id="rId8" imgW="469696" imgH="177723" progId="Equation.DSMT4">
                    <p:embed/>
                  </p:oleObj>
                </mc:Choice>
                <mc:Fallback>
                  <p:oleObj name="Equation" r:id="rId8" imgW="469696" imgH="177723" progId="Equation.DSMT4">
                    <p:embed/>
                    <p:pic>
                      <p:nvPicPr>
                        <p:cNvPr id="18454"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7" y="822"/>
                          <a:ext cx="737" cy="27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94954" name="Group 42"/>
          <p:cNvGrpSpPr>
            <a:grpSpLocks/>
          </p:cNvGrpSpPr>
          <p:nvPr/>
        </p:nvGrpSpPr>
        <p:grpSpPr bwMode="auto">
          <a:xfrm>
            <a:off x="249238" y="1311275"/>
            <a:ext cx="2522537" cy="1365250"/>
            <a:chOff x="157" y="826"/>
            <a:chExt cx="1589" cy="860"/>
          </a:xfrm>
        </p:grpSpPr>
        <p:graphicFrame>
          <p:nvGraphicFramePr>
            <p:cNvPr id="18451" name="Object 21"/>
            <p:cNvGraphicFramePr>
              <a:graphicFrameLocks noChangeAspect="1"/>
            </p:cNvGraphicFramePr>
            <p:nvPr/>
          </p:nvGraphicFramePr>
          <p:xfrm>
            <a:off x="157" y="1117"/>
            <a:ext cx="1589" cy="569"/>
          </p:xfrm>
          <a:graphic>
            <a:graphicData uri="http://schemas.openxmlformats.org/presentationml/2006/ole">
              <mc:AlternateContent xmlns:mc="http://schemas.openxmlformats.org/markup-compatibility/2006">
                <mc:Choice xmlns:v="urn:schemas-microsoft-com:vml" Requires="v">
                  <p:oleObj name="Equation" r:id="rId10" imgW="1206500" imgH="431800" progId="Equation.DSMT4">
                    <p:embed/>
                  </p:oleObj>
                </mc:Choice>
                <mc:Fallback>
                  <p:oleObj name="Equation" r:id="rId10" imgW="1206500" imgH="431800" progId="Equation.DSMT4">
                    <p:embed/>
                    <p:pic>
                      <p:nvPicPr>
                        <p:cNvPr id="18451"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7" y="1117"/>
                          <a:ext cx="1589" cy="569"/>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2" name="Object 28"/>
            <p:cNvGraphicFramePr>
              <a:graphicFrameLocks noChangeAspect="1"/>
            </p:cNvGraphicFramePr>
            <p:nvPr/>
          </p:nvGraphicFramePr>
          <p:xfrm>
            <a:off x="690" y="826"/>
            <a:ext cx="693" cy="284"/>
          </p:xfrm>
          <a:graphic>
            <a:graphicData uri="http://schemas.openxmlformats.org/presentationml/2006/ole">
              <mc:AlternateContent xmlns:mc="http://schemas.openxmlformats.org/markup-compatibility/2006">
                <mc:Choice xmlns:v="urn:schemas-microsoft-com:vml" Requires="v">
                  <p:oleObj name="Equation" r:id="rId12" imgW="469696" imgH="177723" progId="Equation.DSMT4">
                    <p:embed/>
                  </p:oleObj>
                </mc:Choice>
                <mc:Fallback>
                  <p:oleObj name="Equation" r:id="rId12" imgW="469696" imgH="177723" progId="Equation.DSMT4">
                    <p:embed/>
                    <p:pic>
                      <p:nvPicPr>
                        <p:cNvPr id="18452" name="Object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0" y="826"/>
                          <a:ext cx="693" cy="284"/>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94944" name="Rectangle 32"/>
          <p:cNvSpPr>
            <a:spLocks noChangeArrowheads="1"/>
          </p:cNvSpPr>
          <p:nvPr/>
        </p:nvSpPr>
        <p:spPr bwMode="auto">
          <a:xfrm>
            <a:off x="323850" y="3211513"/>
            <a:ext cx="1368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sz="2800">
                <a:solidFill>
                  <a:schemeClr val="accent2"/>
                </a:solidFill>
                <a:ea typeface="隶书" panose="02010509060101010101" pitchFamily="49" charset="-122"/>
              </a:rPr>
              <a:t>规律：</a:t>
            </a:r>
          </a:p>
        </p:txBody>
      </p:sp>
      <p:grpSp>
        <p:nvGrpSpPr>
          <p:cNvPr id="294953" name="Group 41"/>
          <p:cNvGrpSpPr>
            <a:grpSpLocks/>
          </p:cNvGrpSpPr>
          <p:nvPr/>
        </p:nvGrpSpPr>
        <p:grpSpPr bwMode="auto">
          <a:xfrm>
            <a:off x="1474788" y="3068638"/>
            <a:ext cx="6985000" cy="889000"/>
            <a:chOff x="793" y="2115"/>
            <a:chExt cx="4400" cy="560"/>
          </a:xfrm>
        </p:grpSpPr>
        <p:sp>
          <p:nvSpPr>
            <p:cNvPr id="18447" name="Rectangle 34"/>
            <p:cNvSpPr>
              <a:spLocks noChangeArrowheads="1"/>
            </p:cNvSpPr>
            <p:nvPr/>
          </p:nvSpPr>
          <p:spPr bwMode="auto">
            <a:xfrm>
              <a:off x="3061" y="2115"/>
              <a:ext cx="18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a:solidFill>
                    <a:srgbClr val="CC3300"/>
                  </a:solidFill>
                  <a:ea typeface="宋体" panose="02010600030101010101" pitchFamily="2" charset="-122"/>
                </a:rPr>
                <a:t>夹臂电阻（导）之积</a:t>
              </a:r>
            </a:p>
          </p:txBody>
        </p:sp>
        <p:sp>
          <p:nvSpPr>
            <p:cNvPr id="18448" name="Line 36"/>
            <p:cNvSpPr>
              <a:spLocks noChangeShapeType="1"/>
            </p:cNvSpPr>
            <p:nvPr/>
          </p:nvSpPr>
          <p:spPr bwMode="auto">
            <a:xfrm>
              <a:off x="2834" y="2418"/>
              <a:ext cx="2268" cy="0"/>
            </a:xfrm>
            <a:prstGeom prst="line">
              <a:avLst/>
            </a:prstGeom>
            <a:noFill/>
            <a:ln w="190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49" name="Rectangle 37"/>
            <p:cNvSpPr>
              <a:spLocks noChangeArrowheads="1"/>
            </p:cNvSpPr>
            <p:nvPr/>
          </p:nvSpPr>
          <p:spPr bwMode="auto">
            <a:xfrm>
              <a:off x="2879" y="2387"/>
              <a:ext cx="23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a:solidFill>
                    <a:srgbClr val="CC3300"/>
                  </a:solidFill>
                  <a:ea typeface="宋体" panose="02010600030101010101" pitchFamily="2" charset="-122"/>
                </a:rPr>
                <a:t>三个臂的电阻（导）之和</a:t>
              </a:r>
            </a:p>
          </p:txBody>
        </p:sp>
        <p:sp>
          <p:nvSpPr>
            <p:cNvPr id="18450" name="Rectangle 38"/>
            <p:cNvSpPr>
              <a:spLocks noChangeArrowheads="1"/>
            </p:cNvSpPr>
            <p:nvPr/>
          </p:nvSpPr>
          <p:spPr bwMode="auto">
            <a:xfrm>
              <a:off x="793" y="2251"/>
              <a:ext cx="20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CC3300"/>
                  </a:solidFill>
                  <a:ea typeface="宋体" panose="02010600030101010101" pitchFamily="2" charset="-122"/>
                </a:rPr>
                <a:t>一个臂的电阻（导）</a:t>
              </a:r>
              <a:r>
                <a:rPr lang="en-US" altLang="zh-CN" b="1" dirty="0">
                  <a:solidFill>
                    <a:schemeClr val="hlink"/>
                  </a:solidFill>
                  <a:ea typeface="宋体" panose="02010600030101010101" pitchFamily="2" charset="-122"/>
                </a:rPr>
                <a:t>=</a:t>
              </a:r>
            </a:p>
          </p:txBody>
        </p:sp>
      </p:grpSp>
      <p:graphicFrame>
        <p:nvGraphicFramePr>
          <p:cNvPr id="294951" name="Object 39"/>
          <p:cNvGraphicFramePr>
            <a:graphicFrameLocks noChangeAspect="1"/>
          </p:cNvGraphicFramePr>
          <p:nvPr/>
        </p:nvGraphicFramePr>
        <p:xfrm>
          <a:off x="5775325" y="1755775"/>
          <a:ext cx="3214688" cy="903288"/>
        </p:xfrm>
        <a:graphic>
          <a:graphicData uri="http://schemas.openxmlformats.org/presentationml/2006/ole">
            <mc:AlternateContent xmlns:mc="http://schemas.openxmlformats.org/markup-compatibility/2006">
              <mc:Choice xmlns:v="urn:schemas-microsoft-com:vml" Requires="v">
                <p:oleObj name="Equation" r:id="rId14" imgW="1536700" imgH="431800" progId="Equation.DSMT4">
                  <p:embed/>
                </p:oleObj>
              </mc:Choice>
              <mc:Fallback>
                <p:oleObj name="Equation" r:id="rId14" imgW="1536700" imgH="431800" progId="Equation.DSMT4">
                  <p:embed/>
                  <p:pic>
                    <p:nvPicPr>
                      <p:cNvPr id="294951" name="Object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75325" y="1755775"/>
                        <a:ext cx="3214688" cy="90328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46" name="Rectangle 7"/>
          <p:cNvSpPr>
            <a:spLocks noChangeArrowheads="1"/>
          </p:cNvSpPr>
          <p:nvPr/>
        </p:nvSpPr>
        <p:spPr bwMode="auto">
          <a:xfrm>
            <a:off x="395288" y="1635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0"/>
              </a:spcBef>
              <a:buFontTx/>
              <a:buNone/>
            </a:pPr>
            <a:r>
              <a:rPr lang="en-US" altLang="zh-CN" sz="3200" dirty="0">
                <a:solidFill>
                  <a:schemeClr val="tx2"/>
                </a:solidFill>
                <a:ea typeface="隶书" panose="02010509060101010101" pitchFamily="49" charset="-122"/>
              </a:rPr>
              <a:t>2.5 </a:t>
            </a:r>
            <a:r>
              <a:rPr lang="zh-CN" altLang="en-US" sz="3200" dirty="0">
                <a:solidFill>
                  <a:schemeClr val="tx2"/>
                </a:solidFill>
                <a:ea typeface="隶书" panose="02010509060101010101" pitchFamily="49" charset="-122"/>
              </a:rPr>
              <a:t>星形与三角形电路</a:t>
            </a:r>
            <a:endParaRPr lang="en-US" altLang="zh-CN" sz="3200" dirty="0">
              <a:solidFill>
                <a:schemeClr val="tx2"/>
              </a:solidFill>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94954"/>
                                        </p:tgtEl>
                                        <p:attrNameLst>
                                          <p:attrName>style.visibility</p:attrName>
                                        </p:attrNameLst>
                                      </p:cBhvr>
                                      <p:to>
                                        <p:strVal val="visible"/>
                                      </p:to>
                                    </p:set>
                                    <p:animEffect transition="in" filter="wipe(left)">
                                      <p:cBhvr>
                                        <p:cTn id="7" dur="1000"/>
                                        <p:tgtEl>
                                          <p:spTgt spid="294954"/>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294956"/>
                                        </p:tgtEl>
                                        <p:attrNameLst>
                                          <p:attrName>style.visibility</p:attrName>
                                        </p:attrNameLst>
                                      </p:cBhvr>
                                      <p:to>
                                        <p:strVal val="visible"/>
                                      </p:to>
                                    </p:set>
                                    <p:animEffect transition="in" filter="wipe(left)">
                                      <p:cBhvr>
                                        <p:cTn id="11" dur="1000"/>
                                        <p:tgtEl>
                                          <p:spTgt spid="2949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4944"/>
                                        </p:tgtEl>
                                        <p:attrNameLst>
                                          <p:attrName>style.visibility</p:attrName>
                                        </p:attrNameLst>
                                      </p:cBhvr>
                                      <p:to>
                                        <p:strVal val="visible"/>
                                      </p:to>
                                    </p:set>
                                    <p:animEffect transition="in" filter="wipe(left)">
                                      <p:cBhvr>
                                        <p:cTn id="16" dur="1000"/>
                                        <p:tgtEl>
                                          <p:spTgt spid="2949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94953"/>
                                        </p:tgtEl>
                                        <p:attrNameLst>
                                          <p:attrName>style.visibility</p:attrName>
                                        </p:attrNameLst>
                                      </p:cBhvr>
                                      <p:to>
                                        <p:strVal val="visible"/>
                                      </p:to>
                                    </p:set>
                                    <p:animEffect transition="in" filter="wipe(left)">
                                      <p:cBhvr>
                                        <p:cTn id="21" dur="1000"/>
                                        <p:tgtEl>
                                          <p:spTgt spid="29495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94951"/>
                                        </p:tgtEl>
                                        <p:attrNameLst>
                                          <p:attrName>style.visibility</p:attrName>
                                        </p:attrNameLst>
                                      </p:cBhvr>
                                      <p:to>
                                        <p:strVal val="visible"/>
                                      </p:to>
                                    </p:set>
                                    <p:animEffect transition="in" filter="wipe(left)">
                                      <p:cBhvr>
                                        <p:cTn id="26" dur="1000"/>
                                        <p:tgtEl>
                                          <p:spTgt spid="294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4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5"/>
          <a:stretch>
            <a:fillRect/>
          </a:stretch>
        </p:blipFill>
        <p:spPr>
          <a:xfrm>
            <a:off x="0" y="0"/>
            <a:ext cx="8924925" cy="2371725"/>
          </a:xfrm>
          <a:prstGeom prst="rect">
            <a:avLst/>
          </a:prstGeom>
        </p:spPr>
      </p:pic>
      <p:pic>
        <p:nvPicPr>
          <p:cNvPr id="3" name="图片 2"/>
          <p:cNvPicPr>
            <a:picLocks noChangeAspect="1"/>
          </p:cNvPicPr>
          <p:nvPr>
            <p:custDataLst>
              <p:tags r:id="rId2"/>
            </p:custDataLst>
          </p:nvPr>
        </p:nvPicPr>
        <p:blipFill>
          <a:blip r:embed="rId6"/>
          <a:stretch>
            <a:fillRect/>
          </a:stretch>
        </p:blipFill>
        <p:spPr>
          <a:xfrm>
            <a:off x="0" y="2270760"/>
            <a:ext cx="9220200" cy="2914650"/>
          </a:xfrm>
          <a:prstGeom prst="rect">
            <a:avLst/>
          </a:prstGeom>
        </p:spPr>
      </p:pic>
      <p:pic>
        <p:nvPicPr>
          <p:cNvPr id="5" name="图片 4"/>
          <p:cNvPicPr>
            <a:picLocks noChangeAspect="1"/>
          </p:cNvPicPr>
          <p:nvPr>
            <p:custDataLst>
              <p:tags r:id="rId3"/>
            </p:custDataLst>
          </p:nvPr>
        </p:nvPicPr>
        <p:blipFill>
          <a:blip r:embed="rId7"/>
          <a:stretch>
            <a:fillRect/>
          </a:stretch>
        </p:blipFill>
        <p:spPr>
          <a:xfrm>
            <a:off x="551180" y="5655310"/>
            <a:ext cx="1228725" cy="495300"/>
          </a:xfrm>
          <a:prstGeom prst="rect">
            <a:avLst/>
          </a:prstGeom>
        </p:spPr>
      </p:pic>
    </p:spTree>
    <p:extLst>
      <p:ext uri="{BB962C8B-B14F-4D97-AF65-F5344CB8AC3E}">
        <p14:creationId xmlns:p14="http://schemas.microsoft.com/office/powerpoint/2010/main" val="3838519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p:cNvGraphicFramePr>
            <a:graphicFrameLocks noChangeAspect="1"/>
          </p:cNvGraphicFramePr>
          <p:nvPr/>
        </p:nvGraphicFramePr>
        <p:xfrm>
          <a:off x="4776466" y="-17531"/>
          <a:ext cx="4162756" cy="3394869"/>
        </p:xfrm>
        <a:graphic>
          <a:graphicData uri="http://schemas.openxmlformats.org/presentationml/2006/ole">
            <mc:AlternateContent xmlns:mc="http://schemas.openxmlformats.org/markup-compatibility/2006">
              <mc:Choice xmlns:v="urn:schemas-microsoft-com:vml" Requires="v">
                <p:oleObj name="Visio" r:id="rId3" imgW="2059305" imgH="1687830" progId="Visio.Drawing.11">
                  <p:embed/>
                </p:oleObj>
              </mc:Choice>
              <mc:Fallback>
                <p:oleObj name="Visio" r:id="rId3" imgW="2059305" imgH="1687830" progId="Visio.Drawing.11">
                  <p:embed/>
                  <p:pic>
                    <p:nvPicPr>
                      <p:cNvPr id="2" name="Object 4"/>
                      <p:cNvPicPr>
                        <a:picLocks noChangeAspect="1" noChangeArrowheads="1"/>
                      </p:cNvPicPr>
                      <p:nvPr/>
                    </p:nvPicPr>
                    <p:blipFill>
                      <a:blip r:embed="rId4"/>
                      <a:srcRect/>
                      <a:stretch>
                        <a:fillRect/>
                      </a:stretch>
                    </p:blipFill>
                    <p:spPr bwMode="auto">
                      <a:xfrm>
                        <a:off x="4776466" y="-17531"/>
                        <a:ext cx="4162756" cy="3394869"/>
                      </a:xfrm>
                      <a:prstGeom prst="rect">
                        <a:avLst/>
                      </a:prstGeom>
                      <a:noFill/>
                      <a:ln>
                        <a:noFill/>
                      </a:ln>
                      <a:effectLst/>
                    </p:spPr>
                  </p:pic>
                </p:oleObj>
              </mc:Fallback>
            </mc:AlternateContent>
          </a:graphicData>
        </a:graphic>
      </p:graphicFrame>
      <p:sp>
        <p:nvSpPr>
          <p:cNvPr id="6" name="Text Box 2"/>
          <p:cNvSpPr txBox="1">
            <a:spLocks noChangeArrowheads="1"/>
          </p:cNvSpPr>
          <p:nvPr/>
        </p:nvSpPr>
        <p:spPr bwMode="auto">
          <a:xfrm>
            <a:off x="905009" y="346416"/>
            <a:ext cx="4710302" cy="52322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0"/>
              </a:spcBef>
            </a:pPr>
            <a:r>
              <a:rPr kumimoji="1" lang="zh-CN" altLang="en-US" sz="2800" b="1" dirty="0">
                <a:latin typeface="Times New Roman" panose="02020603050405020304" pitchFamily="18" charset="0"/>
                <a:ea typeface="楷体" panose="02010609060101010101" charset="-122"/>
              </a:rPr>
              <a:t>求电阻</a:t>
            </a:r>
            <a:r>
              <a:rPr kumimoji="1" lang="en-US" altLang="zh-CN" sz="2800" b="1" i="1" dirty="0">
                <a:latin typeface="Times New Roman" panose="02020603050405020304" pitchFamily="18" charset="0"/>
                <a:ea typeface="楷体" panose="02010609060101010101" charset="-122"/>
              </a:rPr>
              <a:t>R</a:t>
            </a:r>
            <a:r>
              <a:rPr kumimoji="1" lang="en-US" altLang="zh-CN" sz="2800" b="1" dirty="0">
                <a:latin typeface="Times New Roman" panose="02020603050405020304" pitchFamily="18" charset="0"/>
                <a:ea typeface="楷体" panose="02010609060101010101" charset="-122"/>
              </a:rPr>
              <a:t>=40Ω</a:t>
            </a:r>
            <a:r>
              <a:rPr kumimoji="1" lang="zh-CN" altLang="en-US" sz="2800" b="1" dirty="0">
                <a:latin typeface="Times New Roman" panose="02020603050405020304" pitchFamily="18" charset="0"/>
                <a:ea typeface="楷体" panose="02010609060101010101" charset="-122"/>
              </a:rPr>
              <a:t>吸收的功率。</a:t>
            </a:r>
          </a:p>
        </p:txBody>
      </p:sp>
      <p:sp>
        <p:nvSpPr>
          <p:cNvPr id="7" name="文本框 6"/>
          <p:cNvSpPr txBox="1"/>
          <p:nvPr/>
        </p:nvSpPr>
        <p:spPr>
          <a:xfrm>
            <a:off x="204004" y="363234"/>
            <a:ext cx="735796"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1</a:t>
            </a:r>
            <a:endParaRPr lang="zh-CN" altLang="en-US" sz="2800" b="1" dirty="0">
              <a:solidFill>
                <a:srgbClr val="FF0000"/>
              </a:solidFill>
            </a:endParaRPr>
          </a:p>
        </p:txBody>
      </p:sp>
      <p:sp>
        <p:nvSpPr>
          <p:cNvPr id="4" name="文本框 3"/>
          <p:cNvSpPr txBox="1"/>
          <p:nvPr/>
        </p:nvSpPr>
        <p:spPr>
          <a:xfrm>
            <a:off x="236660" y="1084636"/>
            <a:ext cx="1081786" cy="523220"/>
          </a:xfrm>
          <a:prstGeom prst="rect">
            <a:avLst/>
          </a:prstGeom>
          <a:noFill/>
        </p:spPr>
        <p:txBody>
          <a:bodyPr wrap="square" rtlCol="0">
            <a:spAutoFit/>
          </a:bodyPr>
          <a:lstStyle/>
          <a:p>
            <a:r>
              <a:rPr lang="zh-CN" altLang="en-US" sz="2800" b="1" dirty="0">
                <a:solidFill>
                  <a:srgbClr val="FF0000"/>
                </a:solidFill>
                <a:latin typeface="楷体" panose="02010609060101010101" charset="-122"/>
                <a:ea typeface="楷体" panose="02010609060101010101" charset="-122"/>
              </a:rPr>
              <a:t>分析：</a:t>
            </a:r>
          </a:p>
        </p:txBody>
      </p:sp>
      <p:sp>
        <p:nvSpPr>
          <p:cNvPr id="9" name="文本框 8"/>
          <p:cNvSpPr txBox="1"/>
          <p:nvPr/>
        </p:nvSpPr>
        <p:spPr>
          <a:xfrm>
            <a:off x="1192693" y="1084636"/>
            <a:ext cx="3810945" cy="1384995"/>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楷体" panose="02010609060101010101" charset="-122"/>
              </a:rPr>
              <a:t>1. </a:t>
            </a:r>
            <a:r>
              <a:rPr lang="zh-CN" altLang="en-US" sz="2800" b="1" dirty="0">
                <a:solidFill>
                  <a:srgbClr val="FF0000"/>
                </a:solidFill>
                <a:latin typeface="Times New Roman" panose="02020603050405020304" pitchFamily="18" charset="0"/>
                <a:ea typeface="楷体" panose="02010609060101010101" charset="-122"/>
              </a:rPr>
              <a:t>电阻串并联关系复杂</a:t>
            </a:r>
            <a:endParaRPr lang="en-US" altLang="zh-CN" sz="2800" b="1" dirty="0">
              <a:solidFill>
                <a:srgbClr val="FF0000"/>
              </a:solidFill>
              <a:latin typeface="Times New Roman" panose="02020603050405020304" pitchFamily="18" charset="0"/>
              <a:ea typeface="楷体" panose="02010609060101010101" charset="-122"/>
            </a:endParaRPr>
          </a:p>
          <a:p>
            <a:r>
              <a:rPr lang="en-US" altLang="zh-CN" sz="2800" b="1" dirty="0">
                <a:solidFill>
                  <a:srgbClr val="FF0000"/>
                </a:solidFill>
                <a:latin typeface="Times New Roman" panose="02020603050405020304" pitchFamily="18" charset="0"/>
                <a:ea typeface="楷体" panose="02010609060101010101" charset="-122"/>
              </a:rPr>
              <a:t>2. </a:t>
            </a:r>
            <a:r>
              <a:rPr lang="zh-CN" altLang="en-US" sz="2800" b="1" dirty="0">
                <a:solidFill>
                  <a:srgbClr val="FF0000"/>
                </a:solidFill>
                <a:latin typeface="Times New Roman" panose="02020603050405020304" pitchFamily="18" charset="0"/>
                <a:ea typeface="楷体" panose="02010609060101010101" charset="-122"/>
              </a:rPr>
              <a:t>不满足平衡电桥</a:t>
            </a:r>
            <a:endParaRPr lang="en-US" altLang="zh-CN" sz="2800" b="1" dirty="0">
              <a:solidFill>
                <a:srgbClr val="FF0000"/>
              </a:solidFill>
              <a:latin typeface="Times New Roman" panose="02020603050405020304" pitchFamily="18" charset="0"/>
              <a:ea typeface="楷体" panose="02010609060101010101" charset="-122"/>
            </a:endParaRPr>
          </a:p>
          <a:p>
            <a:r>
              <a:rPr lang="en-US" altLang="zh-CN" sz="2800" b="1" dirty="0">
                <a:solidFill>
                  <a:srgbClr val="FF0000"/>
                </a:solidFill>
                <a:latin typeface="Times New Roman" panose="02020603050405020304" pitchFamily="18" charset="0"/>
                <a:ea typeface="楷体" panose="02010609060101010101" charset="-122"/>
              </a:rPr>
              <a:t>3. </a:t>
            </a:r>
            <a:r>
              <a:rPr lang="zh-CN" altLang="en-US" sz="2800" b="1" dirty="0">
                <a:solidFill>
                  <a:srgbClr val="FF0000"/>
                </a:solidFill>
                <a:latin typeface="Times New Roman" panose="02020603050405020304" pitchFamily="18" charset="0"/>
                <a:ea typeface="楷体" panose="02010609060101010101" charset="-122"/>
              </a:rPr>
              <a:t>结点、网孔较多</a:t>
            </a:r>
            <a:endParaRPr lang="en-US" altLang="zh-CN" sz="2800" b="1" dirty="0">
              <a:solidFill>
                <a:srgbClr val="FF0000"/>
              </a:solidFill>
              <a:latin typeface="Times New Roman" panose="02020603050405020304" pitchFamily="18" charset="0"/>
              <a:ea typeface="楷体" panose="02010609060101010101" charset="-122"/>
            </a:endParaRPr>
          </a:p>
        </p:txBody>
      </p:sp>
      <p:graphicFrame>
        <p:nvGraphicFramePr>
          <p:cNvPr id="83" name="Object 4"/>
          <p:cNvGraphicFramePr>
            <a:graphicFrameLocks noChangeAspect="1"/>
          </p:cNvGraphicFramePr>
          <p:nvPr/>
        </p:nvGraphicFramePr>
        <p:xfrm>
          <a:off x="307011" y="3116715"/>
          <a:ext cx="4162756" cy="3394869"/>
        </p:xfrm>
        <a:graphic>
          <a:graphicData uri="http://schemas.openxmlformats.org/presentationml/2006/ole">
            <mc:AlternateContent xmlns:mc="http://schemas.openxmlformats.org/markup-compatibility/2006">
              <mc:Choice xmlns:v="urn:schemas-microsoft-com:vml" Requires="v">
                <p:oleObj name="Visio" r:id="rId5" imgW="2059305" imgH="1687830" progId="Visio.Drawing.11">
                  <p:embed/>
                </p:oleObj>
              </mc:Choice>
              <mc:Fallback>
                <p:oleObj name="Visio" r:id="rId5" imgW="2059305" imgH="1687830" progId="Visio.Drawing.11">
                  <p:embed/>
                  <p:pic>
                    <p:nvPicPr>
                      <p:cNvPr id="83" name="Object 4"/>
                      <p:cNvPicPr>
                        <a:picLocks noChangeAspect="1" noChangeArrowheads="1"/>
                      </p:cNvPicPr>
                      <p:nvPr/>
                    </p:nvPicPr>
                    <p:blipFill>
                      <a:blip r:embed="rId6"/>
                      <a:srcRect/>
                      <a:stretch>
                        <a:fillRect/>
                      </a:stretch>
                    </p:blipFill>
                    <p:spPr bwMode="auto">
                      <a:xfrm>
                        <a:off x="307011" y="3116715"/>
                        <a:ext cx="4162756" cy="3394869"/>
                      </a:xfrm>
                      <a:prstGeom prst="rect">
                        <a:avLst/>
                      </a:prstGeom>
                      <a:noFill/>
                      <a:ln>
                        <a:noFill/>
                      </a:ln>
                      <a:effectLst/>
                    </p:spPr>
                  </p:pic>
                </p:oleObj>
              </mc:Fallback>
            </mc:AlternateContent>
          </a:graphicData>
        </a:graphic>
      </p:graphicFrame>
      <p:graphicFrame>
        <p:nvGraphicFramePr>
          <p:cNvPr id="86" name="Object 4"/>
          <p:cNvGraphicFramePr>
            <a:graphicFrameLocks noChangeAspect="1"/>
          </p:cNvGraphicFramePr>
          <p:nvPr/>
        </p:nvGraphicFramePr>
        <p:xfrm>
          <a:off x="4572000" y="3116715"/>
          <a:ext cx="4162756" cy="3394869"/>
        </p:xfrm>
        <a:graphic>
          <a:graphicData uri="http://schemas.openxmlformats.org/presentationml/2006/ole">
            <mc:AlternateContent xmlns:mc="http://schemas.openxmlformats.org/markup-compatibility/2006">
              <mc:Choice xmlns:v="urn:schemas-microsoft-com:vml" Requires="v">
                <p:oleObj name="Visio" r:id="rId7" imgW="2059305" imgH="1687830" progId="Visio.Drawing.11">
                  <p:embed/>
                </p:oleObj>
              </mc:Choice>
              <mc:Fallback>
                <p:oleObj name="Visio" r:id="rId7" imgW="2059305" imgH="1687830" progId="Visio.Drawing.11">
                  <p:embed/>
                  <p:pic>
                    <p:nvPicPr>
                      <p:cNvPr id="86" name="Object 4"/>
                      <p:cNvPicPr>
                        <a:picLocks noChangeAspect="1" noChangeArrowheads="1"/>
                      </p:cNvPicPr>
                      <p:nvPr/>
                    </p:nvPicPr>
                    <p:blipFill>
                      <a:blip r:embed="rId8"/>
                      <a:srcRect/>
                      <a:stretch>
                        <a:fillRect/>
                      </a:stretch>
                    </p:blipFill>
                    <p:spPr bwMode="auto">
                      <a:xfrm>
                        <a:off x="4572000" y="3116715"/>
                        <a:ext cx="4162756" cy="3394869"/>
                      </a:xfrm>
                      <a:prstGeom prst="rect">
                        <a:avLst/>
                      </a:prstGeom>
                      <a:noFill/>
                      <a:ln>
                        <a:noFill/>
                      </a:ln>
                      <a:effectLst/>
                    </p:spPr>
                  </p:pic>
                </p:oleObj>
              </mc:Fallback>
            </mc:AlternateContent>
          </a:graphicData>
        </a:graphic>
      </p:graphicFrame>
      <p:sp>
        <p:nvSpPr>
          <p:cNvPr id="87" name="文本框 86"/>
          <p:cNvSpPr txBox="1"/>
          <p:nvPr/>
        </p:nvSpPr>
        <p:spPr>
          <a:xfrm>
            <a:off x="1192693" y="2531563"/>
            <a:ext cx="2480133" cy="523220"/>
          </a:xfrm>
          <a:prstGeom prst="rect">
            <a:avLst/>
          </a:prstGeom>
          <a:noFill/>
        </p:spPr>
        <p:txBody>
          <a:bodyPr wrap="square">
            <a:spAutoFit/>
          </a:bodyPr>
          <a:lstStyle/>
          <a:p>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sym typeface="Wingdings" panose="05000000000000000000" pitchFamily="2" charset="2"/>
              </a:rPr>
              <a:t></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sym typeface="Wingdings" panose="05000000000000000000" pitchFamily="2" charset="2"/>
              </a:rPr>
              <a:t>星</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sym typeface="Wingdings" panose="05000000000000000000" pitchFamily="2" charset="2"/>
              </a:rPr>
              <a:t>-</a:t>
            </a:r>
            <a:r>
              <a:rPr lang="zh-CN" altLang="en-US" sz="2800" b="1" dirty="0">
                <a:solidFill>
                  <a:srgbClr val="FF0000"/>
                </a:solidFill>
                <a:latin typeface="Times New Roman" panose="02020603050405020304" pitchFamily="18" charset="0"/>
                <a:ea typeface="楷体" panose="02010609060101010101" charset="-122"/>
                <a:sym typeface="Wingdings" panose="05000000000000000000" pitchFamily="2" charset="2"/>
              </a:rPr>
              <a:t>三角变换</a:t>
            </a:r>
            <a:endParaRPr lang="zh-CN" altLang="en-US" dirty="0"/>
          </a:p>
        </p:txBody>
      </p:sp>
    </p:spTree>
    <p:extLst>
      <p:ext uri="{BB962C8B-B14F-4D97-AF65-F5344CB8AC3E}">
        <p14:creationId xmlns:p14="http://schemas.microsoft.com/office/powerpoint/2010/main" val="1167519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left)">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fade">
                                      <p:cBhvr>
                                        <p:cTn id="17" dur="500"/>
                                        <p:tgtEl>
                                          <p:spTgt spid="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wipe(left)">
                                      <p:cBhvr>
                                        <p:cTn id="22" dur="500"/>
                                        <p:tgtEl>
                                          <p:spTgt spid="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animEffect transition="in" filter="wipe(left)">
                                      <p:cBhvr>
                                        <p:cTn id="27" dur="500"/>
                                        <p:tgtEl>
                                          <p:spTgt spid="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7"/>
                                        </p:tgtEl>
                                        <p:attrNameLst>
                                          <p:attrName>style.visibility</p:attrName>
                                        </p:attrNameLst>
                                      </p:cBhvr>
                                      <p:to>
                                        <p:strVal val="visible"/>
                                      </p:to>
                                    </p:set>
                                    <p:animEffect transition="in" filter="wipe(left)">
                                      <p:cBhvr>
                                        <p:cTn id="32" dur="500"/>
                                        <p:tgtEl>
                                          <p:spTgt spid="8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6"/>
                                        </p:tgtEl>
                                        <p:attrNameLst>
                                          <p:attrName>style.visibility</p:attrName>
                                        </p:attrNameLst>
                                      </p:cBhvr>
                                      <p:to>
                                        <p:strVal val="visible"/>
                                      </p:to>
                                    </p:set>
                                    <p:animEffect transition="in" filter="fade">
                                      <p:cBhvr>
                                        <p:cTn id="37"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uiExpand="1" build="p"/>
      <p:bldP spid="8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p:cNvGraphicFramePr>
            <a:graphicFrameLocks noChangeAspect="1"/>
          </p:cNvGraphicFramePr>
          <p:nvPr/>
        </p:nvGraphicFramePr>
        <p:xfrm>
          <a:off x="4902378" y="3260363"/>
          <a:ext cx="4144264" cy="3394800"/>
        </p:xfrm>
        <a:graphic>
          <a:graphicData uri="http://schemas.openxmlformats.org/presentationml/2006/ole">
            <mc:AlternateContent xmlns:mc="http://schemas.openxmlformats.org/markup-compatibility/2006">
              <mc:Choice xmlns:v="urn:schemas-microsoft-com:vml" Requires="v">
                <p:oleObj name="Visio" r:id="rId2" imgW="2159635" imgH="1770380" progId="Visio.Drawing.11">
                  <p:embed/>
                </p:oleObj>
              </mc:Choice>
              <mc:Fallback>
                <p:oleObj name="Visio" r:id="rId2" imgW="2159635" imgH="1770380" progId="Visio.Drawing.11">
                  <p:embed/>
                  <p:pic>
                    <p:nvPicPr>
                      <p:cNvPr id="5" name="Object 4"/>
                      <p:cNvPicPr>
                        <a:picLocks noChangeAspect="1" noChangeArrowheads="1"/>
                      </p:cNvPicPr>
                      <p:nvPr/>
                    </p:nvPicPr>
                    <p:blipFill>
                      <a:blip r:embed="rId3"/>
                      <a:srcRect/>
                      <a:stretch>
                        <a:fillRect/>
                      </a:stretch>
                    </p:blipFill>
                    <p:spPr bwMode="auto">
                      <a:xfrm>
                        <a:off x="4902378" y="3260363"/>
                        <a:ext cx="4144264" cy="3394800"/>
                      </a:xfrm>
                      <a:prstGeom prst="rect">
                        <a:avLst/>
                      </a:prstGeom>
                      <a:noFill/>
                      <a:ln>
                        <a:noFill/>
                      </a:ln>
                      <a:effectLst/>
                    </p:spPr>
                  </p:pic>
                </p:oleObj>
              </mc:Fallback>
            </mc:AlternateContent>
          </a:graphicData>
        </a:graphic>
      </p:graphicFrame>
      <p:sp>
        <p:nvSpPr>
          <p:cNvPr id="8" name="文本框 7"/>
          <p:cNvSpPr txBox="1"/>
          <p:nvPr/>
        </p:nvSpPr>
        <p:spPr>
          <a:xfrm>
            <a:off x="223269" y="1363481"/>
            <a:ext cx="504056" cy="523220"/>
          </a:xfrm>
          <a:prstGeom prst="rect">
            <a:avLst/>
          </a:prstGeom>
          <a:solidFill>
            <a:schemeClr val="bg1">
              <a:lumMod val="85000"/>
            </a:schemeClr>
          </a:solidFill>
        </p:spPr>
        <p:txBody>
          <a:bodyPr wrap="square">
            <a:spAutoFit/>
          </a:bodyPr>
          <a:lstStyle/>
          <a:p>
            <a:r>
              <a:rPr lang="zh-CN" altLang="en-US" sz="2800" b="1" dirty="0">
                <a:solidFill>
                  <a:srgbClr val="3333CC"/>
                </a:solidFill>
                <a:latin typeface="Times New Roman" panose="02020603050405020304" pitchFamily="18" charset="0"/>
                <a:ea typeface="楷体" panose="02010609060101010101" charset="-122"/>
              </a:rPr>
              <a:t>解</a:t>
            </a:r>
            <a:endParaRPr lang="zh-CN" altLang="en-US" sz="2800" b="1" dirty="0">
              <a:solidFill>
                <a:srgbClr val="3333CC"/>
              </a:solidFill>
            </a:endParaRPr>
          </a:p>
        </p:txBody>
      </p:sp>
      <p:sp>
        <p:nvSpPr>
          <p:cNvPr id="11" name="文本框 10"/>
          <p:cNvSpPr txBox="1"/>
          <p:nvPr/>
        </p:nvSpPr>
        <p:spPr>
          <a:xfrm>
            <a:off x="832210" y="1367635"/>
            <a:ext cx="1773424" cy="523220"/>
          </a:xfrm>
          <a:prstGeom prst="rect">
            <a:avLst/>
          </a:prstGeom>
          <a:noFill/>
        </p:spPr>
        <p:txBody>
          <a:bodyPr wrap="square">
            <a:spAutoFit/>
          </a:bodyPr>
          <a:lstStyle/>
          <a:p>
            <a:r>
              <a:rPr lang="en-US" altLang="zh-CN" sz="2800" b="1" dirty="0">
                <a:solidFill>
                  <a:srgbClr val="3333CC"/>
                </a:solidFill>
                <a:latin typeface="Times New Roman" panose="02020603050405020304" pitchFamily="18" charset="0"/>
                <a:ea typeface="楷体" panose="02010609060101010101" charset="-122"/>
              </a:rPr>
              <a:t>Y-</a:t>
            </a:r>
            <a:r>
              <a:rPr lang="zh-CN" altLang="en-US" sz="2800" b="1" dirty="0">
                <a:solidFill>
                  <a:srgbClr val="3333CC"/>
                </a:solidFill>
                <a:latin typeface="Times New Roman" panose="02020603050405020304" pitchFamily="18" charset="0"/>
                <a:ea typeface="楷体" panose="02010609060101010101" charset="-122"/>
              </a:rPr>
              <a:t>△变换</a:t>
            </a:r>
            <a:endParaRPr lang="zh-CN" altLang="en-US" sz="2800" b="1" dirty="0">
              <a:solidFill>
                <a:srgbClr val="3333CC"/>
              </a:solidFill>
            </a:endParaRPr>
          </a:p>
        </p:txBody>
      </p:sp>
      <p:sp>
        <p:nvSpPr>
          <p:cNvPr id="12" name="文本框 11"/>
          <p:cNvSpPr txBox="1"/>
          <p:nvPr/>
        </p:nvSpPr>
        <p:spPr>
          <a:xfrm>
            <a:off x="404823" y="2063165"/>
            <a:ext cx="4618080" cy="523220"/>
          </a:xfrm>
          <a:prstGeom prst="rect">
            <a:avLst/>
          </a:prstGeom>
          <a:noFill/>
        </p:spPr>
        <p:txBody>
          <a:bodyPr wrap="square">
            <a:spAutoFit/>
          </a:bodyPr>
          <a:lstStyle/>
          <a:p>
            <a:r>
              <a:rPr lang="en-US" altLang="zh-CN" sz="2800" dirty="0">
                <a:solidFill>
                  <a:srgbClr val="3333CC"/>
                </a:solidFill>
                <a:latin typeface="Times New Roman" panose="02020603050405020304" pitchFamily="18" charset="0"/>
                <a:ea typeface="楷体" panose="02010609060101010101" charset="-122"/>
              </a:rPr>
              <a:t>60Ω</a:t>
            </a:r>
            <a:r>
              <a:rPr lang="zh-CN" altLang="en-US" sz="2800" dirty="0">
                <a:solidFill>
                  <a:srgbClr val="3333CC"/>
                </a:solidFill>
                <a:latin typeface="Times New Roman" panose="02020603050405020304" pitchFamily="18" charset="0"/>
                <a:ea typeface="楷体" panose="02010609060101010101" charset="-122"/>
              </a:rPr>
              <a:t>、</a:t>
            </a:r>
            <a:r>
              <a:rPr lang="en-US" altLang="zh-CN" sz="2800" dirty="0">
                <a:solidFill>
                  <a:srgbClr val="3333CC"/>
                </a:solidFill>
                <a:latin typeface="Times New Roman" panose="02020603050405020304" pitchFamily="18" charset="0"/>
                <a:ea typeface="楷体" panose="02010609060101010101" charset="-122"/>
              </a:rPr>
              <a:t>20Ω</a:t>
            </a:r>
            <a:r>
              <a:rPr lang="zh-CN" altLang="en-US" sz="2800" dirty="0">
                <a:solidFill>
                  <a:srgbClr val="3333CC"/>
                </a:solidFill>
                <a:latin typeface="Times New Roman" panose="02020603050405020304" pitchFamily="18" charset="0"/>
                <a:ea typeface="楷体" panose="02010609060101010101" charset="-122"/>
              </a:rPr>
              <a:t>、</a:t>
            </a:r>
            <a:r>
              <a:rPr lang="en-US" altLang="zh-CN" sz="2800" dirty="0">
                <a:solidFill>
                  <a:srgbClr val="3333CC"/>
                </a:solidFill>
                <a:latin typeface="Times New Roman" panose="02020603050405020304" pitchFamily="18" charset="0"/>
                <a:ea typeface="楷体" panose="02010609060101010101" charset="-122"/>
              </a:rPr>
              <a:t>30Ω</a:t>
            </a:r>
            <a:r>
              <a:rPr lang="zh-CN" altLang="en-US" sz="2800" dirty="0">
                <a:solidFill>
                  <a:srgbClr val="3333CC"/>
                </a:solidFill>
                <a:latin typeface="Times New Roman" panose="02020603050405020304" pitchFamily="18" charset="0"/>
                <a:ea typeface="楷体" panose="02010609060101010101" charset="-122"/>
              </a:rPr>
              <a:t>组成</a:t>
            </a:r>
            <a:r>
              <a:rPr lang="en-US" altLang="zh-CN" sz="2800" dirty="0">
                <a:solidFill>
                  <a:srgbClr val="3333CC"/>
                </a:solidFill>
                <a:latin typeface="Times New Roman" panose="02020603050405020304" pitchFamily="18" charset="0"/>
                <a:ea typeface="楷体" panose="02010609060101010101" charset="-122"/>
              </a:rPr>
              <a:t>Y</a:t>
            </a:r>
            <a:r>
              <a:rPr lang="zh-CN" altLang="en-US" sz="2800" dirty="0">
                <a:solidFill>
                  <a:srgbClr val="3333CC"/>
                </a:solidFill>
                <a:latin typeface="Times New Roman" panose="02020603050405020304" pitchFamily="18" charset="0"/>
                <a:ea typeface="楷体" panose="02010609060101010101" charset="-122"/>
              </a:rPr>
              <a:t>连接</a:t>
            </a:r>
            <a:endParaRPr lang="zh-CN" altLang="en-US" sz="2800" dirty="0">
              <a:solidFill>
                <a:srgbClr val="3333CC"/>
              </a:solidFill>
            </a:endParaRPr>
          </a:p>
        </p:txBody>
      </p:sp>
      <p:sp>
        <p:nvSpPr>
          <p:cNvPr id="13" name="文本框 12"/>
          <p:cNvSpPr txBox="1"/>
          <p:nvPr/>
        </p:nvSpPr>
        <p:spPr>
          <a:xfrm>
            <a:off x="404822" y="2571503"/>
            <a:ext cx="4618080" cy="523220"/>
          </a:xfrm>
          <a:prstGeom prst="rect">
            <a:avLst/>
          </a:prstGeom>
          <a:noFill/>
        </p:spPr>
        <p:txBody>
          <a:bodyPr wrap="square">
            <a:spAutoFit/>
          </a:bodyPr>
          <a:lstStyle/>
          <a:p>
            <a:r>
              <a:rPr lang="en-US" altLang="zh-CN" sz="2800" dirty="0">
                <a:solidFill>
                  <a:srgbClr val="3333CC"/>
                </a:solidFill>
                <a:latin typeface="Times New Roman" panose="02020603050405020304" pitchFamily="18" charset="0"/>
                <a:ea typeface="楷体" panose="02010609060101010101" charset="-122"/>
              </a:rPr>
              <a:t>30Ω</a:t>
            </a:r>
            <a:r>
              <a:rPr lang="zh-CN" altLang="en-US" sz="2800" dirty="0">
                <a:solidFill>
                  <a:srgbClr val="3333CC"/>
                </a:solidFill>
                <a:latin typeface="Times New Roman" panose="02020603050405020304" pitchFamily="18" charset="0"/>
                <a:ea typeface="楷体" panose="02010609060101010101" charset="-122"/>
              </a:rPr>
              <a:t>、</a:t>
            </a:r>
            <a:r>
              <a:rPr lang="en-US" altLang="zh-CN" sz="2800" dirty="0">
                <a:solidFill>
                  <a:srgbClr val="3333CC"/>
                </a:solidFill>
                <a:latin typeface="Times New Roman" panose="02020603050405020304" pitchFamily="18" charset="0"/>
                <a:ea typeface="楷体" panose="02010609060101010101" charset="-122"/>
              </a:rPr>
              <a:t>10Ω</a:t>
            </a:r>
            <a:r>
              <a:rPr lang="zh-CN" altLang="en-US" sz="2800" dirty="0">
                <a:solidFill>
                  <a:srgbClr val="3333CC"/>
                </a:solidFill>
                <a:latin typeface="Times New Roman" panose="02020603050405020304" pitchFamily="18" charset="0"/>
                <a:ea typeface="楷体" panose="02010609060101010101" charset="-122"/>
              </a:rPr>
              <a:t>、</a:t>
            </a:r>
            <a:r>
              <a:rPr lang="en-US" altLang="zh-CN" sz="2800" dirty="0">
                <a:solidFill>
                  <a:srgbClr val="3333CC"/>
                </a:solidFill>
                <a:latin typeface="Times New Roman" panose="02020603050405020304" pitchFamily="18" charset="0"/>
                <a:ea typeface="楷体" panose="02010609060101010101" charset="-122"/>
              </a:rPr>
              <a:t>15Ω</a:t>
            </a:r>
            <a:r>
              <a:rPr lang="zh-CN" altLang="en-US" sz="2800" dirty="0">
                <a:solidFill>
                  <a:srgbClr val="3333CC"/>
                </a:solidFill>
                <a:latin typeface="Times New Roman" panose="02020603050405020304" pitchFamily="18" charset="0"/>
                <a:ea typeface="楷体" panose="02010609060101010101" charset="-122"/>
              </a:rPr>
              <a:t>组成</a:t>
            </a:r>
            <a:r>
              <a:rPr lang="en-US" altLang="zh-CN" sz="2800" dirty="0">
                <a:solidFill>
                  <a:srgbClr val="3333CC"/>
                </a:solidFill>
                <a:latin typeface="Times New Roman" panose="02020603050405020304" pitchFamily="18" charset="0"/>
                <a:ea typeface="楷体" panose="02010609060101010101" charset="-122"/>
              </a:rPr>
              <a:t>Y</a:t>
            </a:r>
            <a:r>
              <a:rPr lang="zh-CN" altLang="en-US" sz="2800" dirty="0">
                <a:solidFill>
                  <a:srgbClr val="3333CC"/>
                </a:solidFill>
                <a:latin typeface="Times New Roman" panose="02020603050405020304" pitchFamily="18" charset="0"/>
                <a:ea typeface="楷体" panose="02010609060101010101" charset="-122"/>
              </a:rPr>
              <a:t>连接</a:t>
            </a:r>
            <a:endParaRPr lang="zh-CN" altLang="en-US" sz="2800" dirty="0">
              <a:solidFill>
                <a:srgbClr val="3333CC"/>
              </a:solidFill>
            </a:endParaRPr>
          </a:p>
        </p:txBody>
      </p:sp>
      <p:graphicFrame>
        <p:nvGraphicFramePr>
          <p:cNvPr id="14" name="对象 13"/>
          <p:cNvGraphicFramePr>
            <a:graphicFrameLocks noChangeAspect="1"/>
          </p:cNvGraphicFramePr>
          <p:nvPr/>
        </p:nvGraphicFramePr>
        <p:xfrm>
          <a:off x="1692732" y="3146264"/>
          <a:ext cx="2451100" cy="876300"/>
        </p:xfrm>
        <a:graphic>
          <a:graphicData uri="http://schemas.openxmlformats.org/presentationml/2006/ole">
            <mc:AlternateContent xmlns:mc="http://schemas.openxmlformats.org/markup-compatibility/2006">
              <mc:Choice xmlns:v="urn:schemas-microsoft-com:vml" Requires="v">
                <p:oleObj name="Equation" r:id="rId4" imgW="58826400" imgH="21031200" progId="Equation.DSMT4">
                  <p:embed/>
                </p:oleObj>
              </mc:Choice>
              <mc:Fallback>
                <p:oleObj name="Equation" r:id="rId4" imgW="58826400" imgH="21031200" progId="Equation.DSMT4">
                  <p:embed/>
                  <p:pic>
                    <p:nvPicPr>
                      <p:cNvPr id="14" name="对象 13"/>
                      <p:cNvPicPr/>
                      <p:nvPr/>
                    </p:nvPicPr>
                    <p:blipFill>
                      <a:blip r:embed="rId5"/>
                      <a:stretch>
                        <a:fillRect/>
                      </a:stretch>
                    </p:blipFill>
                    <p:spPr>
                      <a:xfrm>
                        <a:off x="1692732" y="3146264"/>
                        <a:ext cx="2451100" cy="8763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560603" y="3416300"/>
          <a:ext cx="1016000" cy="292100"/>
        </p:xfrm>
        <a:graphic>
          <a:graphicData uri="http://schemas.openxmlformats.org/presentationml/2006/ole">
            <mc:AlternateContent xmlns:mc="http://schemas.openxmlformats.org/markup-compatibility/2006">
              <mc:Choice xmlns:v="urn:schemas-microsoft-com:vml" Requires="v">
                <p:oleObj name="Equation" r:id="rId6" imgW="24384000" imgH="7010400" progId="Equation.DSMT4">
                  <p:embed/>
                </p:oleObj>
              </mc:Choice>
              <mc:Fallback>
                <p:oleObj name="Equation" r:id="rId6" imgW="24384000" imgH="7010400" progId="Equation.DSMT4">
                  <p:embed/>
                  <p:pic>
                    <p:nvPicPr>
                      <p:cNvPr id="15" name="对象 14"/>
                      <p:cNvPicPr/>
                      <p:nvPr/>
                    </p:nvPicPr>
                    <p:blipFill>
                      <a:blip r:embed="rId7"/>
                      <a:stretch>
                        <a:fillRect/>
                      </a:stretch>
                    </p:blipFill>
                    <p:spPr>
                      <a:xfrm>
                        <a:off x="560603" y="3416300"/>
                        <a:ext cx="1016000" cy="2921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577643" y="4182025"/>
          <a:ext cx="1460500" cy="393700"/>
        </p:xfrm>
        <a:graphic>
          <a:graphicData uri="http://schemas.openxmlformats.org/presentationml/2006/ole">
            <mc:AlternateContent xmlns:mc="http://schemas.openxmlformats.org/markup-compatibility/2006">
              <mc:Choice xmlns:v="urn:schemas-microsoft-com:vml" Requires="v">
                <p:oleObj name="Equation" r:id="rId8" imgW="35052000" imgH="9448800" progId="Equation.DSMT4">
                  <p:embed/>
                </p:oleObj>
              </mc:Choice>
              <mc:Fallback>
                <p:oleObj name="Equation" r:id="rId8" imgW="35052000" imgH="9448800" progId="Equation.DSMT4">
                  <p:embed/>
                  <p:pic>
                    <p:nvPicPr>
                      <p:cNvPr id="16" name="对象 15"/>
                      <p:cNvPicPr/>
                      <p:nvPr/>
                    </p:nvPicPr>
                    <p:blipFill>
                      <a:blip r:embed="rId9"/>
                      <a:stretch>
                        <a:fillRect/>
                      </a:stretch>
                    </p:blipFill>
                    <p:spPr>
                      <a:xfrm>
                        <a:off x="577643" y="4182025"/>
                        <a:ext cx="1460500" cy="3937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577643" y="4760913"/>
          <a:ext cx="1358900" cy="393700"/>
        </p:xfrm>
        <a:graphic>
          <a:graphicData uri="http://schemas.openxmlformats.org/presentationml/2006/ole">
            <mc:AlternateContent xmlns:mc="http://schemas.openxmlformats.org/markup-compatibility/2006">
              <mc:Choice xmlns:v="urn:schemas-microsoft-com:vml" Requires="v">
                <p:oleObj name="Equation" r:id="rId10" imgW="32613600" imgH="9448800" progId="Equation.DSMT4">
                  <p:embed/>
                </p:oleObj>
              </mc:Choice>
              <mc:Fallback>
                <p:oleObj name="Equation" r:id="rId10" imgW="32613600" imgH="9448800" progId="Equation.DSMT4">
                  <p:embed/>
                  <p:pic>
                    <p:nvPicPr>
                      <p:cNvPr id="17" name="对象 16"/>
                      <p:cNvPicPr/>
                      <p:nvPr/>
                    </p:nvPicPr>
                    <p:blipFill>
                      <a:blip r:embed="rId11"/>
                      <a:stretch>
                        <a:fillRect/>
                      </a:stretch>
                    </p:blipFill>
                    <p:spPr>
                      <a:xfrm>
                        <a:off x="577643" y="4760913"/>
                        <a:ext cx="1358900" cy="39370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577643" y="5339801"/>
          <a:ext cx="1485900" cy="393700"/>
        </p:xfrm>
        <a:graphic>
          <a:graphicData uri="http://schemas.openxmlformats.org/presentationml/2006/ole">
            <mc:AlternateContent xmlns:mc="http://schemas.openxmlformats.org/markup-compatibility/2006">
              <mc:Choice xmlns:v="urn:schemas-microsoft-com:vml" Requires="v">
                <p:oleObj name="Equation" r:id="rId12" imgW="35661600" imgH="9448800" progId="Equation.DSMT4">
                  <p:embed/>
                </p:oleObj>
              </mc:Choice>
              <mc:Fallback>
                <p:oleObj name="Equation" r:id="rId12" imgW="35661600" imgH="9448800" progId="Equation.DSMT4">
                  <p:embed/>
                  <p:pic>
                    <p:nvPicPr>
                      <p:cNvPr id="18" name="对象 17"/>
                      <p:cNvPicPr/>
                      <p:nvPr/>
                    </p:nvPicPr>
                    <p:blipFill>
                      <a:blip r:embed="rId13"/>
                      <a:stretch>
                        <a:fillRect/>
                      </a:stretch>
                    </p:blipFill>
                    <p:spPr>
                      <a:xfrm>
                        <a:off x="577643" y="5339801"/>
                        <a:ext cx="1485900" cy="39370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2636630" y="4182025"/>
          <a:ext cx="1358900" cy="393700"/>
        </p:xfrm>
        <a:graphic>
          <a:graphicData uri="http://schemas.openxmlformats.org/presentationml/2006/ole">
            <mc:AlternateContent xmlns:mc="http://schemas.openxmlformats.org/markup-compatibility/2006">
              <mc:Choice xmlns:v="urn:schemas-microsoft-com:vml" Requires="v">
                <p:oleObj name="Equation" r:id="rId14" imgW="32613600" imgH="9448800" progId="Equation.DSMT4">
                  <p:embed/>
                </p:oleObj>
              </mc:Choice>
              <mc:Fallback>
                <p:oleObj name="Equation" r:id="rId14" imgW="32613600" imgH="9448800" progId="Equation.DSMT4">
                  <p:embed/>
                  <p:pic>
                    <p:nvPicPr>
                      <p:cNvPr id="20" name="对象 19"/>
                      <p:cNvPicPr/>
                      <p:nvPr/>
                    </p:nvPicPr>
                    <p:blipFill>
                      <a:blip r:embed="rId15"/>
                      <a:stretch>
                        <a:fillRect/>
                      </a:stretch>
                    </p:blipFill>
                    <p:spPr>
                      <a:xfrm>
                        <a:off x="2636630" y="4182025"/>
                        <a:ext cx="1358900" cy="39370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2636630" y="4760913"/>
          <a:ext cx="1346200" cy="393700"/>
        </p:xfrm>
        <a:graphic>
          <a:graphicData uri="http://schemas.openxmlformats.org/presentationml/2006/ole">
            <mc:AlternateContent xmlns:mc="http://schemas.openxmlformats.org/markup-compatibility/2006">
              <mc:Choice xmlns:v="urn:schemas-microsoft-com:vml" Requires="v">
                <p:oleObj name="Equation" r:id="rId16" imgW="32308800" imgH="9448800" progId="Equation.DSMT4">
                  <p:embed/>
                </p:oleObj>
              </mc:Choice>
              <mc:Fallback>
                <p:oleObj name="Equation" r:id="rId16" imgW="32308800" imgH="9448800" progId="Equation.DSMT4">
                  <p:embed/>
                  <p:pic>
                    <p:nvPicPr>
                      <p:cNvPr id="21" name="对象 20"/>
                      <p:cNvPicPr/>
                      <p:nvPr/>
                    </p:nvPicPr>
                    <p:blipFill>
                      <a:blip r:embed="rId17"/>
                      <a:stretch>
                        <a:fillRect/>
                      </a:stretch>
                    </p:blipFill>
                    <p:spPr>
                      <a:xfrm>
                        <a:off x="2636630" y="4760913"/>
                        <a:ext cx="1346200" cy="393700"/>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2636630" y="5339801"/>
          <a:ext cx="1358900" cy="393700"/>
        </p:xfrm>
        <a:graphic>
          <a:graphicData uri="http://schemas.openxmlformats.org/presentationml/2006/ole">
            <mc:AlternateContent xmlns:mc="http://schemas.openxmlformats.org/markup-compatibility/2006">
              <mc:Choice xmlns:v="urn:schemas-microsoft-com:vml" Requires="v">
                <p:oleObj name="Equation" r:id="rId18" imgW="32613600" imgH="9448800" progId="Equation.DSMT4">
                  <p:embed/>
                </p:oleObj>
              </mc:Choice>
              <mc:Fallback>
                <p:oleObj name="Equation" r:id="rId18" imgW="32613600" imgH="9448800" progId="Equation.DSMT4">
                  <p:embed/>
                  <p:pic>
                    <p:nvPicPr>
                      <p:cNvPr id="22" name="对象 21"/>
                      <p:cNvPicPr/>
                      <p:nvPr/>
                    </p:nvPicPr>
                    <p:blipFill>
                      <a:blip r:embed="rId19"/>
                      <a:stretch>
                        <a:fillRect/>
                      </a:stretch>
                    </p:blipFill>
                    <p:spPr>
                      <a:xfrm>
                        <a:off x="2636630" y="5339801"/>
                        <a:ext cx="1358900" cy="393700"/>
                      </a:xfrm>
                      <a:prstGeom prst="rect">
                        <a:avLst/>
                      </a:prstGeom>
                    </p:spPr>
                  </p:pic>
                </p:oleObj>
              </mc:Fallback>
            </mc:AlternateContent>
          </a:graphicData>
        </a:graphic>
      </p:graphicFrame>
      <p:graphicFrame>
        <p:nvGraphicFramePr>
          <p:cNvPr id="30" name="Object 4"/>
          <p:cNvGraphicFramePr>
            <a:graphicFrameLocks noChangeAspect="1"/>
          </p:cNvGraphicFramePr>
          <p:nvPr/>
        </p:nvGraphicFramePr>
        <p:xfrm>
          <a:off x="4902378" y="93162"/>
          <a:ext cx="4162756" cy="3394869"/>
        </p:xfrm>
        <a:graphic>
          <a:graphicData uri="http://schemas.openxmlformats.org/presentationml/2006/ole">
            <mc:AlternateContent xmlns:mc="http://schemas.openxmlformats.org/markup-compatibility/2006">
              <mc:Choice xmlns:v="urn:schemas-microsoft-com:vml" Requires="v">
                <p:oleObj name="Visio" r:id="rId20" imgW="2059305" imgH="1687830" progId="Visio.Drawing.11">
                  <p:embed/>
                </p:oleObj>
              </mc:Choice>
              <mc:Fallback>
                <p:oleObj name="Visio" r:id="rId20" imgW="2059305" imgH="1687830" progId="Visio.Drawing.11">
                  <p:embed/>
                  <p:pic>
                    <p:nvPicPr>
                      <p:cNvPr id="30" name="Object 4"/>
                      <p:cNvPicPr>
                        <a:picLocks noChangeAspect="1" noChangeArrowheads="1"/>
                      </p:cNvPicPr>
                      <p:nvPr/>
                    </p:nvPicPr>
                    <p:blipFill>
                      <a:blip r:embed="rId21"/>
                      <a:srcRect/>
                      <a:stretch>
                        <a:fillRect/>
                      </a:stretch>
                    </p:blipFill>
                    <p:spPr bwMode="auto">
                      <a:xfrm>
                        <a:off x="4902378" y="93162"/>
                        <a:ext cx="4162756" cy="3394869"/>
                      </a:xfrm>
                      <a:prstGeom prst="rect">
                        <a:avLst/>
                      </a:prstGeom>
                      <a:noFill/>
                      <a:ln>
                        <a:noFill/>
                      </a:ln>
                      <a:effectLst/>
                    </p:spPr>
                  </p:pic>
                </p:oleObj>
              </mc:Fallback>
            </mc:AlternateContent>
          </a:graphicData>
        </a:graphic>
      </p:graphicFrame>
      <p:sp>
        <p:nvSpPr>
          <p:cNvPr id="19" name="文本框 18"/>
          <p:cNvSpPr txBox="1"/>
          <p:nvPr/>
        </p:nvSpPr>
        <p:spPr>
          <a:xfrm>
            <a:off x="204004" y="363234"/>
            <a:ext cx="735796"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1</a:t>
            </a:r>
            <a:endParaRPr lang="zh-CN" altLang="en-US" sz="2800" b="1" dirty="0">
              <a:solidFill>
                <a:srgbClr val="FF0000"/>
              </a:solidFill>
            </a:endParaRPr>
          </a:p>
        </p:txBody>
      </p:sp>
      <p:sp>
        <p:nvSpPr>
          <p:cNvPr id="23" name="Text Box 2"/>
          <p:cNvSpPr txBox="1">
            <a:spLocks noChangeArrowheads="1"/>
          </p:cNvSpPr>
          <p:nvPr/>
        </p:nvSpPr>
        <p:spPr bwMode="auto">
          <a:xfrm>
            <a:off x="905009" y="346416"/>
            <a:ext cx="4710302" cy="52322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0"/>
              </a:spcBef>
            </a:pPr>
            <a:r>
              <a:rPr kumimoji="1" lang="zh-CN" altLang="en-US" sz="2800" b="1" dirty="0">
                <a:latin typeface="Times New Roman" panose="02020603050405020304" pitchFamily="18" charset="0"/>
                <a:ea typeface="楷体" panose="02010609060101010101" charset="-122"/>
              </a:rPr>
              <a:t>求电阻</a:t>
            </a:r>
            <a:r>
              <a:rPr kumimoji="1" lang="en-US" altLang="zh-CN" sz="2800" b="1" i="1" dirty="0">
                <a:latin typeface="Times New Roman" panose="02020603050405020304" pitchFamily="18" charset="0"/>
                <a:ea typeface="楷体" panose="02010609060101010101" charset="-122"/>
              </a:rPr>
              <a:t>R</a:t>
            </a:r>
            <a:r>
              <a:rPr kumimoji="1" lang="en-US" altLang="zh-CN" sz="2800" b="1" dirty="0">
                <a:latin typeface="Times New Roman" panose="02020603050405020304" pitchFamily="18" charset="0"/>
                <a:ea typeface="楷体" panose="02010609060101010101" charset="-122"/>
              </a:rPr>
              <a:t>=40Ω</a:t>
            </a:r>
            <a:r>
              <a:rPr kumimoji="1" lang="zh-CN" altLang="en-US" sz="2800" b="1" dirty="0">
                <a:latin typeface="Times New Roman" panose="02020603050405020304" pitchFamily="18" charset="0"/>
                <a:ea typeface="楷体" panose="02010609060101010101" charset="-122"/>
              </a:rPr>
              <a:t>吸收的功率。</a:t>
            </a:r>
          </a:p>
        </p:txBody>
      </p:sp>
    </p:spTree>
    <p:extLst>
      <p:ext uri="{BB962C8B-B14F-4D97-AF65-F5344CB8AC3E}">
        <p14:creationId xmlns:p14="http://schemas.microsoft.com/office/powerpoint/2010/main" val="426694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par>
                                <p:cTn id="35" presetID="22" presetClass="entr" presetSubtype="8" fill="hold"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1000"/>
                                        <p:tgtEl>
                                          <p:spTgt spid="16"/>
                                        </p:tgtEl>
                                      </p:cBhvr>
                                    </p:animEffect>
                                    <p:anim calcmode="lin" valueType="num">
                                      <p:cBhvr>
                                        <p:cTn id="43" dur="1000" fill="hold"/>
                                        <p:tgtEl>
                                          <p:spTgt spid="16"/>
                                        </p:tgtEl>
                                        <p:attrNameLst>
                                          <p:attrName>ppt_x</p:attrName>
                                        </p:attrNameLst>
                                      </p:cBhvr>
                                      <p:tavLst>
                                        <p:tav tm="0">
                                          <p:val>
                                            <p:strVal val="#ppt_x"/>
                                          </p:val>
                                        </p:tav>
                                        <p:tav tm="100000">
                                          <p:val>
                                            <p:strVal val="#ppt_x"/>
                                          </p:val>
                                        </p:tav>
                                      </p:tavLst>
                                    </p:anim>
                                    <p:anim calcmode="lin" valueType="num">
                                      <p:cBhvr>
                                        <p:cTn id="44" dur="1000" fill="hold"/>
                                        <p:tgtEl>
                                          <p:spTgt spid="16"/>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1000"/>
                                        <p:tgtEl>
                                          <p:spTgt spid="17"/>
                                        </p:tgtEl>
                                      </p:cBhvr>
                                    </p:animEffect>
                                    <p:anim calcmode="lin" valueType="num">
                                      <p:cBhvr>
                                        <p:cTn id="48" dur="1000" fill="hold"/>
                                        <p:tgtEl>
                                          <p:spTgt spid="17"/>
                                        </p:tgtEl>
                                        <p:attrNameLst>
                                          <p:attrName>ppt_x</p:attrName>
                                        </p:attrNameLst>
                                      </p:cBhvr>
                                      <p:tavLst>
                                        <p:tav tm="0">
                                          <p:val>
                                            <p:strVal val="#ppt_x"/>
                                          </p:val>
                                        </p:tav>
                                        <p:tav tm="100000">
                                          <p:val>
                                            <p:strVal val="#ppt_x"/>
                                          </p:val>
                                        </p:tav>
                                      </p:tavLst>
                                    </p:anim>
                                    <p:anim calcmode="lin" valueType="num">
                                      <p:cBhvr>
                                        <p:cTn id="49" dur="1000" fill="hold"/>
                                        <p:tgtEl>
                                          <p:spTgt spid="17"/>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1000"/>
                                        <p:tgtEl>
                                          <p:spTgt spid="18"/>
                                        </p:tgtEl>
                                      </p:cBhvr>
                                    </p:animEffect>
                                    <p:anim calcmode="lin" valueType="num">
                                      <p:cBhvr>
                                        <p:cTn id="53" dur="1000" fill="hold"/>
                                        <p:tgtEl>
                                          <p:spTgt spid="18"/>
                                        </p:tgtEl>
                                        <p:attrNameLst>
                                          <p:attrName>ppt_x</p:attrName>
                                        </p:attrNameLst>
                                      </p:cBhvr>
                                      <p:tavLst>
                                        <p:tav tm="0">
                                          <p:val>
                                            <p:strVal val="#ppt_x"/>
                                          </p:val>
                                        </p:tav>
                                        <p:tav tm="100000">
                                          <p:val>
                                            <p:strVal val="#ppt_x"/>
                                          </p:val>
                                        </p:tav>
                                      </p:tavLst>
                                    </p:anim>
                                    <p:anim calcmode="lin" valueType="num">
                                      <p:cBhvr>
                                        <p:cTn id="54" dur="1000" fill="hold"/>
                                        <p:tgtEl>
                                          <p:spTgt spid="18"/>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1000"/>
                                        <p:tgtEl>
                                          <p:spTgt spid="20"/>
                                        </p:tgtEl>
                                      </p:cBhvr>
                                    </p:animEffect>
                                    <p:anim calcmode="lin" valueType="num">
                                      <p:cBhvr>
                                        <p:cTn id="58" dur="1000" fill="hold"/>
                                        <p:tgtEl>
                                          <p:spTgt spid="20"/>
                                        </p:tgtEl>
                                        <p:attrNameLst>
                                          <p:attrName>ppt_x</p:attrName>
                                        </p:attrNameLst>
                                      </p:cBhvr>
                                      <p:tavLst>
                                        <p:tav tm="0">
                                          <p:val>
                                            <p:strVal val="#ppt_x"/>
                                          </p:val>
                                        </p:tav>
                                        <p:tav tm="100000">
                                          <p:val>
                                            <p:strVal val="#ppt_x"/>
                                          </p:val>
                                        </p:tav>
                                      </p:tavLst>
                                    </p:anim>
                                    <p:anim calcmode="lin" valueType="num">
                                      <p:cBhvr>
                                        <p:cTn id="59" dur="1000" fill="hold"/>
                                        <p:tgtEl>
                                          <p:spTgt spid="20"/>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000"/>
                                        <p:tgtEl>
                                          <p:spTgt spid="21"/>
                                        </p:tgtEl>
                                      </p:cBhvr>
                                    </p:animEffect>
                                    <p:anim calcmode="lin" valueType="num">
                                      <p:cBhvr>
                                        <p:cTn id="63" dur="1000" fill="hold"/>
                                        <p:tgtEl>
                                          <p:spTgt spid="21"/>
                                        </p:tgtEl>
                                        <p:attrNameLst>
                                          <p:attrName>ppt_x</p:attrName>
                                        </p:attrNameLst>
                                      </p:cBhvr>
                                      <p:tavLst>
                                        <p:tav tm="0">
                                          <p:val>
                                            <p:strVal val="#ppt_x"/>
                                          </p:val>
                                        </p:tav>
                                        <p:tav tm="100000">
                                          <p:val>
                                            <p:strVal val="#ppt_x"/>
                                          </p:val>
                                        </p:tav>
                                      </p:tavLst>
                                    </p:anim>
                                    <p:anim calcmode="lin" valueType="num">
                                      <p:cBhvr>
                                        <p:cTn id="64" dur="1000" fill="hold"/>
                                        <p:tgtEl>
                                          <p:spTgt spid="21"/>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1000"/>
                                        <p:tgtEl>
                                          <p:spTgt spid="22"/>
                                        </p:tgtEl>
                                      </p:cBhvr>
                                    </p:animEffect>
                                    <p:anim calcmode="lin" valueType="num">
                                      <p:cBhvr>
                                        <p:cTn id="68" dur="1000" fill="hold"/>
                                        <p:tgtEl>
                                          <p:spTgt spid="22"/>
                                        </p:tgtEl>
                                        <p:attrNameLst>
                                          <p:attrName>ppt_x</p:attrName>
                                        </p:attrNameLst>
                                      </p:cBhvr>
                                      <p:tavLst>
                                        <p:tav tm="0">
                                          <p:val>
                                            <p:strVal val="#ppt_x"/>
                                          </p:val>
                                        </p:tav>
                                        <p:tav tm="100000">
                                          <p:val>
                                            <p:strVal val="#ppt_x"/>
                                          </p:val>
                                        </p:tav>
                                      </p:tavLst>
                                    </p:anim>
                                    <p:anim calcmode="lin" valueType="num">
                                      <p:cBhvr>
                                        <p:cTn id="6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1" grpId="0"/>
      <p:bldP spid="12"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4"/>
          <p:cNvGraphicFramePr>
            <a:graphicFrameLocks noChangeAspect="1"/>
          </p:cNvGraphicFramePr>
          <p:nvPr/>
        </p:nvGraphicFramePr>
        <p:xfrm>
          <a:off x="5049517" y="3429000"/>
          <a:ext cx="3965575" cy="2984500"/>
        </p:xfrm>
        <a:graphic>
          <a:graphicData uri="http://schemas.openxmlformats.org/presentationml/2006/ole">
            <mc:AlternateContent xmlns:mc="http://schemas.openxmlformats.org/markup-compatibility/2006">
              <mc:Choice xmlns:v="urn:schemas-microsoft-com:vml" Requires="v">
                <p:oleObj name="Visio" r:id="rId2" imgW="1834515" imgH="1386205" progId="Visio.Drawing.11">
                  <p:embed/>
                </p:oleObj>
              </mc:Choice>
              <mc:Fallback>
                <p:oleObj name="Visio" r:id="rId2" imgW="1834515" imgH="1386205" progId="Visio.Drawing.11">
                  <p:embed/>
                  <p:pic>
                    <p:nvPicPr>
                      <p:cNvPr id="3" name="Object 4"/>
                      <p:cNvPicPr>
                        <a:picLocks noChangeAspect="1" noChangeArrowheads="1"/>
                      </p:cNvPicPr>
                      <p:nvPr/>
                    </p:nvPicPr>
                    <p:blipFill>
                      <a:blip r:embed="rId3"/>
                      <a:srcRect/>
                      <a:stretch>
                        <a:fillRect/>
                      </a:stretch>
                    </p:blipFill>
                    <p:spPr bwMode="auto">
                      <a:xfrm>
                        <a:off x="5049517" y="3429000"/>
                        <a:ext cx="3965575" cy="2984500"/>
                      </a:xfrm>
                      <a:prstGeom prst="rect">
                        <a:avLst/>
                      </a:prstGeom>
                      <a:noFill/>
                      <a:ln>
                        <a:noFill/>
                      </a:ln>
                      <a:effectLst/>
                    </p:spPr>
                  </p:pic>
                </p:oleObj>
              </mc:Fallback>
            </mc:AlternateContent>
          </a:graphicData>
        </a:graphic>
      </p:graphicFrame>
      <p:graphicFrame>
        <p:nvGraphicFramePr>
          <p:cNvPr id="5" name="Object 4"/>
          <p:cNvGraphicFramePr>
            <a:graphicFrameLocks noChangeAspect="1"/>
          </p:cNvGraphicFramePr>
          <p:nvPr/>
        </p:nvGraphicFramePr>
        <p:xfrm>
          <a:off x="5049517" y="34200"/>
          <a:ext cx="4144264" cy="3394800"/>
        </p:xfrm>
        <a:graphic>
          <a:graphicData uri="http://schemas.openxmlformats.org/presentationml/2006/ole">
            <mc:AlternateContent xmlns:mc="http://schemas.openxmlformats.org/markup-compatibility/2006">
              <mc:Choice xmlns:v="urn:schemas-microsoft-com:vml" Requires="v">
                <p:oleObj name="Visio" r:id="rId4" imgW="1924050" imgH="1574165" progId="Visio.Drawing.11">
                  <p:embed/>
                </p:oleObj>
              </mc:Choice>
              <mc:Fallback>
                <p:oleObj name="Visio" r:id="rId4" imgW="1924050" imgH="1574165" progId="Visio.Drawing.11">
                  <p:embed/>
                  <p:pic>
                    <p:nvPicPr>
                      <p:cNvPr id="5" name="Object 4"/>
                      <p:cNvPicPr>
                        <a:picLocks noChangeAspect="1" noChangeArrowheads="1"/>
                      </p:cNvPicPr>
                      <p:nvPr/>
                    </p:nvPicPr>
                    <p:blipFill>
                      <a:blip r:embed="rId5"/>
                      <a:srcRect/>
                      <a:stretch>
                        <a:fillRect/>
                      </a:stretch>
                    </p:blipFill>
                    <p:spPr bwMode="auto">
                      <a:xfrm>
                        <a:off x="5049517" y="34200"/>
                        <a:ext cx="4144264" cy="3394800"/>
                      </a:xfrm>
                      <a:prstGeom prst="rect">
                        <a:avLst/>
                      </a:prstGeom>
                      <a:noFill/>
                      <a:ln>
                        <a:noFill/>
                      </a:ln>
                      <a:effectLst/>
                    </p:spPr>
                  </p:pic>
                </p:oleObj>
              </mc:Fallback>
            </mc:AlternateContent>
          </a:graphicData>
        </a:graphic>
      </p:graphicFrame>
      <p:graphicFrame>
        <p:nvGraphicFramePr>
          <p:cNvPr id="6" name="对象 5"/>
          <p:cNvGraphicFramePr>
            <a:graphicFrameLocks noChangeAspect="1"/>
          </p:cNvGraphicFramePr>
          <p:nvPr/>
        </p:nvGraphicFramePr>
        <p:xfrm>
          <a:off x="1543050" y="2176402"/>
          <a:ext cx="1917700" cy="393700"/>
        </p:xfrm>
        <a:graphic>
          <a:graphicData uri="http://schemas.openxmlformats.org/presentationml/2006/ole">
            <mc:AlternateContent xmlns:mc="http://schemas.openxmlformats.org/markup-compatibility/2006">
              <mc:Choice xmlns:v="urn:schemas-microsoft-com:vml" Requires="v">
                <p:oleObj name="Equation" r:id="rId6" imgW="46024800" imgH="9448800" progId="Equation.DSMT4">
                  <p:embed/>
                </p:oleObj>
              </mc:Choice>
              <mc:Fallback>
                <p:oleObj name="Equation" r:id="rId6" imgW="46024800" imgH="9448800" progId="Equation.DSMT4">
                  <p:embed/>
                  <p:pic>
                    <p:nvPicPr>
                      <p:cNvPr id="6" name="对象 5"/>
                      <p:cNvPicPr/>
                      <p:nvPr/>
                    </p:nvPicPr>
                    <p:blipFill>
                      <a:blip r:embed="rId7"/>
                      <a:stretch>
                        <a:fillRect/>
                      </a:stretch>
                    </p:blipFill>
                    <p:spPr>
                      <a:xfrm>
                        <a:off x="1543050" y="2176402"/>
                        <a:ext cx="1917700" cy="3937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958428" y="365675"/>
          <a:ext cx="1460500" cy="393700"/>
        </p:xfrm>
        <a:graphic>
          <a:graphicData uri="http://schemas.openxmlformats.org/presentationml/2006/ole">
            <mc:AlternateContent xmlns:mc="http://schemas.openxmlformats.org/markup-compatibility/2006">
              <mc:Choice xmlns:v="urn:schemas-microsoft-com:vml" Requires="v">
                <p:oleObj name="Equation" r:id="rId8" imgW="35052000" imgH="9448800" progId="Equation.DSMT4">
                  <p:embed/>
                </p:oleObj>
              </mc:Choice>
              <mc:Fallback>
                <p:oleObj name="Equation" r:id="rId8" imgW="35052000" imgH="9448800" progId="Equation.DSMT4">
                  <p:embed/>
                  <p:pic>
                    <p:nvPicPr>
                      <p:cNvPr id="7" name="对象 6"/>
                      <p:cNvPicPr/>
                      <p:nvPr/>
                    </p:nvPicPr>
                    <p:blipFill>
                      <a:blip r:embed="rId9"/>
                      <a:stretch>
                        <a:fillRect/>
                      </a:stretch>
                    </p:blipFill>
                    <p:spPr>
                      <a:xfrm>
                        <a:off x="958428" y="365675"/>
                        <a:ext cx="1460500" cy="3937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958428" y="944563"/>
          <a:ext cx="1358900" cy="393700"/>
        </p:xfrm>
        <a:graphic>
          <a:graphicData uri="http://schemas.openxmlformats.org/presentationml/2006/ole">
            <mc:AlternateContent xmlns:mc="http://schemas.openxmlformats.org/markup-compatibility/2006">
              <mc:Choice xmlns:v="urn:schemas-microsoft-com:vml" Requires="v">
                <p:oleObj name="Equation" r:id="rId10" imgW="32613600" imgH="9448800" progId="Equation.DSMT4">
                  <p:embed/>
                </p:oleObj>
              </mc:Choice>
              <mc:Fallback>
                <p:oleObj name="Equation" r:id="rId10" imgW="32613600" imgH="9448800" progId="Equation.DSMT4">
                  <p:embed/>
                  <p:pic>
                    <p:nvPicPr>
                      <p:cNvPr id="8" name="对象 7"/>
                      <p:cNvPicPr/>
                      <p:nvPr/>
                    </p:nvPicPr>
                    <p:blipFill>
                      <a:blip r:embed="rId11"/>
                      <a:stretch>
                        <a:fillRect/>
                      </a:stretch>
                    </p:blipFill>
                    <p:spPr>
                      <a:xfrm>
                        <a:off x="958428" y="944563"/>
                        <a:ext cx="1358900" cy="3937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958428" y="1523451"/>
          <a:ext cx="1485900" cy="393700"/>
        </p:xfrm>
        <a:graphic>
          <a:graphicData uri="http://schemas.openxmlformats.org/presentationml/2006/ole">
            <mc:AlternateContent xmlns:mc="http://schemas.openxmlformats.org/markup-compatibility/2006">
              <mc:Choice xmlns:v="urn:schemas-microsoft-com:vml" Requires="v">
                <p:oleObj name="Equation" r:id="rId12" imgW="35661600" imgH="9448800" progId="Equation.DSMT4">
                  <p:embed/>
                </p:oleObj>
              </mc:Choice>
              <mc:Fallback>
                <p:oleObj name="Equation" r:id="rId12" imgW="35661600" imgH="9448800" progId="Equation.DSMT4">
                  <p:embed/>
                  <p:pic>
                    <p:nvPicPr>
                      <p:cNvPr id="9" name="对象 8"/>
                      <p:cNvPicPr/>
                      <p:nvPr/>
                    </p:nvPicPr>
                    <p:blipFill>
                      <a:blip r:embed="rId13"/>
                      <a:stretch>
                        <a:fillRect/>
                      </a:stretch>
                    </p:blipFill>
                    <p:spPr>
                      <a:xfrm>
                        <a:off x="958428" y="1523451"/>
                        <a:ext cx="1485900" cy="3937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017415" y="365675"/>
          <a:ext cx="1358900" cy="393700"/>
        </p:xfrm>
        <a:graphic>
          <a:graphicData uri="http://schemas.openxmlformats.org/presentationml/2006/ole">
            <mc:AlternateContent xmlns:mc="http://schemas.openxmlformats.org/markup-compatibility/2006">
              <mc:Choice xmlns:v="urn:schemas-microsoft-com:vml" Requires="v">
                <p:oleObj name="Equation" r:id="rId14" imgW="32613600" imgH="9448800" progId="Equation.DSMT4">
                  <p:embed/>
                </p:oleObj>
              </mc:Choice>
              <mc:Fallback>
                <p:oleObj name="Equation" r:id="rId14" imgW="32613600" imgH="9448800" progId="Equation.DSMT4">
                  <p:embed/>
                  <p:pic>
                    <p:nvPicPr>
                      <p:cNvPr id="10" name="对象 9"/>
                      <p:cNvPicPr/>
                      <p:nvPr/>
                    </p:nvPicPr>
                    <p:blipFill>
                      <a:blip r:embed="rId15"/>
                      <a:stretch>
                        <a:fillRect/>
                      </a:stretch>
                    </p:blipFill>
                    <p:spPr>
                      <a:xfrm>
                        <a:off x="3017415" y="365675"/>
                        <a:ext cx="1358900" cy="3937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017415" y="944563"/>
          <a:ext cx="1346200" cy="393700"/>
        </p:xfrm>
        <a:graphic>
          <a:graphicData uri="http://schemas.openxmlformats.org/presentationml/2006/ole">
            <mc:AlternateContent xmlns:mc="http://schemas.openxmlformats.org/markup-compatibility/2006">
              <mc:Choice xmlns:v="urn:schemas-microsoft-com:vml" Requires="v">
                <p:oleObj name="Equation" r:id="rId16" imgW="32308800" imgH="9448800" progId="Equation.DSMT4">
                  <p:embed/>
                </p:oleObj>
              </mc:Choice>
              <mc:Fallback>
                <p:oleObj name="Equation" r:id="rId16" imgW="32308800" imgH="9448800" progId="Equation.DSMT4">
                  <p:embed/>
                  <p:pic>
                    <p:nvPicPr>
                      <p:cNvPr id="11" name="对象 10"/>
                      <p:cNvPicPr/>
                      <p:nvPr/>
                    </p:nvPicPr>
                    <p:blipFill>
                      <a:blip r:embed="rId17"/>
                      <a:stretch>
                        <a:fillRect/>
                      </a:stretch>
                    </p:blipFill>
                    <p:spPr>
                      <a:xfrm>
                        <a:off x="3017415" y="944563"/>
                        <a:ext cx="1346200" cy="3937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017415" y="1523451"/>
          <a:ext cx="1358900" cy="393700"/>
        </p:xfrm>
        <a:graphic>
          <a:graphicData uri="http://schemas.openxmlformats.org/presentationml/2006/ole">
            <mc:AlternateContent xmlns:mc="http://schemas.openxmlformats.org/markup-compatibility/2006">
              <mc:Choice xmlns:v="urn:schemas-microsoft-com:vml" Requires="v">
                <p:oleObj name="Equation" r:id="rId18" imgW="32613600" imgH="9448800" progId="Equation.DSMT4">
                  <p:embed/>
                </p:oleObj>
              </mc:Choice>
              <mc:Fallback>
                <p:oleObj name="Equation" r:id="rId18" imgW="32613600" imgH="9448800" progId="Equation.DSMT4">
                  <p:embed/>
                  <p:pic>
                    <p:nvPicPr>
                      <p:cNvPr id="12" name="对象 11"/>
                      <p:cNvPicPr/>
                      <p:nvPr/>
                    </p:nvPicPr>
                    <p:blipFill>
                      <a:blip r:embed="rId19"/>
                      <a:stretch>
                        <a:fillRect/>
                      </a:stretch>
                    </p:blipFill>
                    <p:spPr>
                      <a:xfrm>
                        <a:off x="3017415" y="1523451"/>
                        <a:ext cx="1358900" cy="3937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549400" y="2703513"/>
          <a:ext cx="2590800" cy="393700"/>
        </p:xfrm>
        <a:graphic>
          <a:graphicData uri="http://schemas.openxmlformats.org/presentationml/2006/ole">
            <mc:AlternateContent xmlns:mc="http://schemas.openxmlformats.org/markup-compatibility/2006">
              <mc:Choice xmlns:v="urn:schemas-microsoft-com:vml" Requires="v">
                <p:oleObj name="Equation" r:id="rId20" imgW="62179200" imgH="9448800" progId="Equation.DSMT4">
                  <p:embed/>
                </p:oleObj>
              </mc:Choice>
              <mc:Fallback>
                <p:oleObj name="Equation" r:id="rId20" imgW="62179200" imgH="9448800" progId="Equation.DSMT4">
                  <p:embed/>
                  <p:pic>
                    <p:nvPicPr>
                      <p:cNvPr id="13" name="对象 12"/>
                      <p:cNvPicPr/>
                      <p:nvPr/>
                    </p:nvPicPr>
                    <p:blipFill>
                      <a:blip r:embed="rId21"/>
                      <a:stretch>
                        <a:fillRect/>
                      </a:stretch>
                    </p:blipFill>
                    <p:spPr>
                      <a:xfrm>
                        <a:off x="1549400" y="2703513"/>
                        <a:ext cx="2590800" cy="3937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1543050" y="3232150"/>
          <a:ext cx="1930400" cy="393700"/>
        </p:xfrm>
        <a:graphic>
          <a:graphicData uri="http://schemas.openxmlformats.org/presentationml/2006/ole">
            <mc:AlternateContent xmlns:mc="http://schemas.openxmlformats.org/markup-compatibility/2006">
              <mc:Choice xmlns:v="urn:schemas-microsoft-com:vml" Requires="v">
                <p:oleObj name="Equation" r:id="rId22" imgW="46329600" imgH="9448800" progId="Equation.DSMT4">
                  <p:embed/>
                </p:oleObj>
              </mc:Choice>
              <mc:Fallback>
                <p:oleObj name="Equation" r:id="rId22" imgW="46329600" imgH="9448800" progId="Equation.DSMT4">
                  <p:embed/>
                  <p:pic>
                    <p:nvPicPr>
                      <p:cNvPr id="14" name="对象 13"/>
                      <p:cNvPicPr/>
                      <p:nvPr/>
                    </p:nvPicPr>
                    <p:blipFill>
                      <a:blip r:embed="rId23"/>
                      <a:stretch>
                        <a:fillRect/>
                      </a:stretch>
                    </p:blipFill>
                    <p:spPr>
                      <a:xfrm>
                        <a:off x="1543050" y="3232150"/>
                        <a:ext cx="1930400" cy="393700"/>
                      </a:xfrm>
                      <a:prstGeom prst="rect">
                        <a:avLst/>
                      </a:prstGeom>
                    </p:spPr>
                  </p:pic>
                </p:oleObj>
              </mc:Fallback>
            </mc:AlternateContent>
          </a:graphicData>
        </a:graphic>
      </p:graphicFrame>
      <p:sp>
        <p:nvSpPr>
          <p:cNvPr id="15" name="箭头: 右 14"/>
          <p:cNvSpPr/>
          <p:nvPr/>
        </p:nvSpPr>
        <p:spPr>
          <a:xfrm>
            <a:off x="552028" y="2637189"/>
            <a:ext cx="812800" cy="527874"/>
          </a:xfrm>
          <a:prstGeom prst="rightArrow">
            <a:avLst/>
          </a:prstGeom>
          <a:solidFill>
            <a:srgbClr val="D0CEC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6" name="对象 15"/>
          <p:cNvGraphicFramePr>
            <a:graphicFrameLocks noChangeAspect="1"/>
          </p:cNvGraphicFramePr>
          <p:nvPr/>
        </p:nvGraphicFramePr>
        <p:xfrm>
          <a:off x="958428" y="3973175"/>
          <a:ext cx="3035300" cy="952500"/>
        </p:xfrm>
        <a:graphic>
          <a:graphicData uri="http://schemas.openxmlformats.org/presentationml/2006/ole">
            <mc:AlternateContent xmlns:mc="http://schemas.openxmlformats.org/markup-compatibility/2006">
              <mc:Choice xmlns:v="urn:schemas-microsoft-com:vml" Requires="v">
                <p:oleObj name="Equation" r:id="rId24" imgW="72847200" imgH="22860000" progId="Equation.DSMT4">
                  <p:embed/>
                </p:oleObj>
              </mc:Choice>
              <mc:Fallback>
                <p:oleObj name="Equation" r:id="rId24" imgW="72847200" imgH="22860000" progId="Equation.DSMT4">
                  <p:embed/>
                  <p:pic>
                    <p:nvPicPr>
                      <p:cNvPr id="16" name="对象 15"/>
                      <p:cNvPicPr/>
                      <p:nvPr/>
                    </p:nvPicPr>
                    <p:blipFill>
                      <a:blip r:embed="rId25"/>
                      <a:stretch>
                        <a:fillRect/>
                      </a:stretch>
                    </p:blipFill>
                    <p:spPr>
                      <a:xfrm>
                        <a:off x="958428" y="3973175"/>
                        <a:ext cx="3035300" cy="9525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958428" y="5188499"/>
          <a:ext cx="1917700" cy="292100"/>
        </p:xfrm>
        <a:graphic>
          <a:graphicData uri="http://schemas.openxmlformats.org/presentationml/2006/ole">
            <mc:AlternateContent xmlns:mc="http://schemas.openxmlformats.org/markup-compatibility/2006">
              <mc:Choice xmlns:v="urn:schemas-microsoft-com:vml" Requires="v">
                <p:oleObj name="Equation" r:id="rId26" imgW="46024800" imgH="7010400" progId="Equation.DSMT4">
                  <p:embed/>
                </p:oleObj>
              </mc:Choice>
              <mc:Fallback>
                <p:oleObj name="Equation" r:id="rId26" imgW="46024800" imgH="7010400" progId="Equation.DSMT4">
                  <p:embed/>
                  <p:pic>
                    <p:nvPicPr>
                      <p:cNvPr id="17" name="对象 16"/>
                      <p:cNvPicPr/>
                      <p:nvPr/>
                    </p:nvPicPr>
                    <p:blipFill>
                      <a:blip r:embed="rId27"/>
                      <a:stretch>
                        <a:fillRect/>
                      </a:stretch>
                    </p:blipFill>
                    <p:spPr>
                      <a:xfrm>
                        <a:off x="958428" y="5188499"/>
                        <a:ext cx="1917700" cy="29210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958428" y="5657868"/>
          <a:ext cx="4165600" cy="444500"/>
        </p:xfrm>
        <a:graphic>
          <a:graphicData uri="http://schemas.openxmlformats.org/presentationml/2006/ole">
            <mc:AlternateContent xmlns:mc="http://schemas.openxmlformats.org/markup-compatibility/2006">
              <mc:Choice xmlns:v="urn:schemas-microsoft-com:vml" Requires="v">
                <p:oleObj name="Equation" r:id="rId28" imgW="99974400" imgH="10668000" progId="Equation.DSMT4">
                  <p:embed/>
                </p:oleObj>
              </mc:Choice>
              <mc:Fallback>
                <p:oleObj name="Equation" r:id="rId28" imgW="99974400" imgH="10668000" progId="Equation.DSMT4">
                  <p:embed/>
                  <p:pic>
                    <p:nvPicPr>
                      <p:cNvPr id="18" name="对象 17"/>
                      <p:cNvPicPr/>
                      <p:nvPr/>
                    </p:nvPicPr>
                    <p:blipFill>
                      <a:blip r:embed="rId29"/>
                      <a:stretch>
                        <a:fillRect/>
                      </a:stretch>
                    </p:blipFill>
                    <p:spPr>
                      <a:xfrm>
                        <a:off x="958428" y="5657868"/>
                        <a:ext cx="4165600" cy="444500"/>
                      </a:xfrm>
                      <a:prstGeom prst="rect">
                        <a:avLst/>
                      </a:prstGeom>
                    </p:spPr>
                  </p:pic>
                </p:oleObj>
              </mc:Fallback>
            </mc:AlternateContent>
          </a:graphicData>
        </a:graphic>
      </p:graphicFrame>
    </p:spTree>
    <p:extLst>
      <p:ext uri="{BB962C8B-B14F-4D97-AF65-F5344CB8AC3E}">
        <p14:creationId xmlns:p14="http://schemas.microsoft.com/office/powerpoint/2010/main" val="1281923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ChangeAspect="1"/>
          </p:cNvGraphicFramePr>
          <p:nvPr/>
        </p:nvGraphicFramePr>
        <p:xfrm>
          <a:off x="1964069" y="741303"/>
          <a:ext cx="1573213" cy="2225675"/>
        </p:xfrm>
        <a:graphic>
          <a:graphicData uri="http://schemas.openxmlformats.org/presentationml/2006/ole">
            <mc:AlternateContent xmlns:mc="http://schemas.openxmlformats.org/markup-compatibility/2006">
              <mc:Choice xmlns:v="urn:schemas-microsoft-com:vml" Requires="v">
                <p:oleObj name="Visio" r:id="rId2" imgW="697865" imgH="970280" progId="Visio.Drawing.11">
                  <p:embed/>
                </p:oleObj>
              </mc:Choice>
              <mc:Fallback>
                <p:oleObj name="Visio" r:id="rId2" imgW="697865" imgH="970280"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4069" y="741303"/>
                        <a:ext cx="1573213"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4"/>
          <p:cNvGraphicFramePr>
            <a:graphicFrameLocks noChangeAspect="1"/>
          </p:cNvGraphicFramePr>
          <p:nvPr/>
        </p:nvGraphicFramePr>
        <p:xfrm>
          <a:off x="4950527" y="1010813"/>
          <a:ext cx="2301875" cy="1685925"/>
        </p:xfrm>
        <a:graphic>
          <a:graphicData uri="http://schemas.openxmlformats.org/presentationml/2006/ole">
            <mc:AlternateContent xmlns:mc="http://schemas.openxmlformats.org/markup-compatibility/2006">
              <mc:Choice xmlns:v="urn:schemas-microsoft-com:vml" Requires="v">
                <p:oleObj name="Visio" r:id="rId4" imgW="1002665" imgH="746125" progId="Visio.Drawing.11">
                  <p:embed/>
                </p:oleObj>
              </mc:Choice>
              <mc:Fallback>
                <p:oleObj name="Visio" r:id="rId4" imgW="1002665" imgH="746125"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0527" y="1010813"/>
                        <a:ext cx="2301875"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5"/>
          <p:cNvGraphicFramePr>
            <a:graphicFrameLocks noChangeAspect="1"/>
          </p:cNvGraphicFramePr>
          <p:nvPr/>
        </p:nvGraphicFramePr>
        <p:xfrm>
          <a:off x="1977881" y="2844424"/>
          <a:ext cx="1422400" cy="457200"/>
        </p:xfrm>
        <a:graphic>
          <a:graphicData uri="http://schemas.openxmlformats.org/presentationml/2006/ole">
            <mc:AlternateContent xmlns:mc="http://schemas.openxmlformats.org/markup-compatibility/2006">
              <mc:Choice xmlns:v="urn:schemas-microsoft-com:vml" Requires="v">
                <p:oleObj name="Equation" r:id="rId6" imgW="711200" imgH="228600" progId="Equation.DSMT4">
                  <p:embed/>
                </p:oleObj>
              </mc:Choice>
              <mc:Fallback>
                <p:oleObj name="Equation" r:id="rId6" imgW="711200" imgH="2286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7881" y="2844424"/>
                        <a:ext cx="1422400" cy="457200"/>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6"/>
          <p:cNvGraphicFramePr>
            <a:graphicFrameLocks noChangeAspect="1"/>
          </p:cNvGraphicFramePr>
          <p:nvPr/>
        </p:nvGraphicFramePr>
        <p:xfrm>
          <a:off x="5166427" y="2773890"/>
          <a:ext cx="1676400" cy="482600"/>
        </p:xfrm>
        <a:graphic>
          <a:graphicData uri="http://schemas.openxmlformats.org/presentationml/2006/ole">
            <mc:AlternateContent xmlns:mc="http://schemas.openxmlformats.org/markup-compatibility/2006">
              <mc:Choice xmlns:v="urn:schemas-microsoft-com:vml" Requires="v">
                <p:oleObj name="Equation" r:id="rId8" imgW="838200" imgH="241300" progId="Equation.DSMT4">
                  <p:embed/>
                </p:oleObj>
              </mc:Choice>
              <mc:Fallback>
                <p:oleObj name="Equation" r:id="rId8" imgW="838200" imgH="2413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66427" y="2773890"/>
                        <a:ext cx="1676400" cy="482600"/>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文本框 5"/>
          <p:cNvSpPr txBox="1"/>
          <p:nvPr/>
        </p:nvSpPr>
        <p:spPr>
          <a:xfrm>
            <a:off x="423374" y="84457"/>
            <a:ext cx="8307931" cy="656846"/>
          </a:xfrm>
          <a:prstGeom prst="rect">
            <a:avLst/>
          </a:prstGeom>
          <a:noFill/>
        </p:spPr>
        <p:txBody>
          <a:bodyPr wrap="square">
            <a:spAutoFit/>
          </a:bodyPr>
          <a:lstStyle/>
          <a:p>
            <a:pPr>
              <a:lnSpc>
                <a:spcPct val="150000"/>
              </a:lnSpc>
            </a:pPr>
            <a:r>
              <a:rPr lang="zh-CN" altLang="en-US" sz="2800" b="1" dirty="0">
                <a:solidFill>
                  <a:prstClr val="black"/>
                </a:solidFill>
                <a:latin typeface="Times New Roman" panose="02020603050405020304" pitchFamily="18" charset="0"/>
                <a:ea typeface="楷体" panose="02010609060101010101" charset="-122"/>
              </a:rPr>
              <a:t>电源变换：</a:t>
            </a:r>
            <a:endParaRPr lang="en-US" altLang="zh-CN" sz="2800" b="1" dirty="0">
              <a:solidFill>
                <a:prstClr val="black"/>
              </a:solidFill>
              <a:latin typeface="Times New Roman" panose="02020603050405020304" pitchFamily="18" charset="0"/>
              <a:ea typeface="楷体" panose="02010609060101010101" charset="-122"/>
            </a:endParaRPr>
          </a:p>
        </p:txBody>
      </p:sp>
      <p:sp>
        <p:nvSpPr>
          <p:cNvPr id="8" name="文本框 7"/>
          <p:cNvSpPr txBox="1"/>
          <p:nvPr/>
        </p:nvSpPr>
        <p:spPr>
          <a:xfrm>
            <a:off x="663546" y="3333642"/>
            <a:ext cx="8067759" cy="2595839"/>
          </a:xfrm>
          <a:prstGeom prst="rect">
            <a:avLst/>
          </a:prstGeom>
          <a:noFill/>
        </p:spPr>
        <p:txBody>
          <a:bodyPr wrap="square">
            <a:spAutoFit/>
          </a:bodyPr>
          <a:lstStyle/>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charset="-122"/>
                <a:cs typeface="+mn-cs"/>
              </a:rPr>
              <a:t>电压源与电流源类似于</a:t>
            </a: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rPr>
              <a:t>非关联参考方向</a:t>
            </a:r>
            <a:endParaRPr kumimoji="0" lang="en-US" altLang="zh-CN"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endParaRPr>
          </a:p>
          <a:p>
            <a:pPr marL="457200" marR="0" lvl="0" indent="-457200" algn="l" defTabSz="4572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charset="-122"/>
                <a:cs typeface="+mn-cs"/>
              </a:rPr>
              <a:t>受控源与和控制量在同一条支路上，</a:t>
            </a: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rPr>
              <a:t>受控源可变换为线性电阻</a:t>
            </a:r>
            <a:endParaRPr kumimoji="0" lang="en-US" altLang="zh-CN"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endParaRPr>
          </a:p>
          <a:p>
            <a:pPr marL="457200" lvl="0" indent="-457200">
              <a:lnSpc>
                <a:spcPct val="150000"/>
              </a:lnSpc>
              <a:buFont typeface="Arial" panose="020B0604020202020204" pitchFamily="34" charset="0"/>
              <a:buChar char="•"/>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charset="-122"/>
                <a:cs typeface="+mn-cs"/>
              </a:rPr>
              <a:t>电源变换过程中</a:t>
            </a:r>
            <a:r>
              <a:rPr lang="zh-CN" altLang="en-US" sz="2800" b="1" dirty="0">
                <a:solidFill>
                  <a:prstClr val="black"/>
                </a:solidFill>
                <a:latin typeface="Times New Roman" panose="02020603050405020304" pitchFamily="18" charset="0"/>
                <a:ea typeface="楷体" panose="02010609060101010101" charset="-122"/>
              </a:rPr>
              <a:t>，注意</a:t>
            </a: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rPr>
              <a:t>控制量及待求电量转移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499"/>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
                                            <p:txEl>
                                              <p:pRg st="0" end="0"/>
                                            </p:txEl>
                                          </p:spTgt>
                                        </p:tgtEl>
                                        <p:attrNameLst>
                                          <p:attrName>style.visibility</p:attrName>
                                        </p:attrNameLst>
                                      </p:cBhvr>
                                      <p:to>
                                        <p:strVal val="visible"/>
                                      </p:to>
                                    </p:set>
                                    <p:animEffect transition="in" filter="wipe(left)">
                                      <p:cBhvr>
                                        <p:cTn id="24" dur="500"/>
                                        <p:tgtEl>
                                          <p:spTgt spid="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animEffect transition="in" filter="wipe(left)">
                                      <p:cBhvr>
                                        <p:cTn id="29" dur="500"/>
                                        <p:tgtEl>
                                          <p:spTgt spid="8">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
                                            <p:txEl>
                                              <p:pRg st="2" end="2"/>
                                            </p:txEl>
                                          </p:spTgt>
                                        </p:tgtEl>
                                        <p:attrNameLst>
                                          <p:attrName>style.visibility</p:attrName>
                                        </p:attrNameLst>
                                      </p:cBhvr>
                                      <p:to>
                                        <p:strVal val="visible"/>
                                      </p:to>
                                    </p:set>
                                    <p:animEffect transition="in" filter="wipe(left)">
                                      <p:cBhvr>
                                        <p:cTn id="34"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10490" y="405130"/>
            <a:ext cx="8887460" cy="54286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3" name="Rectangle 3"/>
          <p:cNvSpPr>
            <a:spLocks noGrp="1" noChangeArrowheads="1"/>
          </p:cNvSpPr>
          <p:nvPr>
            <p:ph type="body" sz="half" idx="1"/>
          </p:nvPr>
        </p:nvSpPr>
        <p:spPr>
          <a:xfrm>
            <a:off x="683568" y="1052736"/>
            <a:ext cx="4305300" cy="504825"/>
          </a:xfrm>
        </p:spPr>
        <p:txBody>
          <a:bodyPr/>
          <a:lstStyle/>
          <a:p>
            <a:pPr>
              <a:lnSpc>
                <a:spcPct val="90000"/>
              </a:lnSpc>
              <a:buFontTx/>
              <a:buNone/>
            </a:pPr>
            <a:r>
              <a:rPr lang="zh-CN" altLang="en-US" sz="2800" b="1">
                <a:solidFill>
                  <a:srgbClr val="CC0000"/>
                </a:solidFill>
                <a:latin typeface="宋体" panose="02010600030101010101" pitchFamily="2" charset="-122"/>
                <a:ea typeface="宋体" panose="02010600030101010101" pitchFamily="2" charset="-122"/>
              </a:rPr>
              <a:t>例</a:t>
            </a:r>
            <a:r>
              <a:rPr lang="en-US" altLang="zh-CN" sz="2800" b="1">
                <a:solidFill>
                  <a:srgbClr val="000066"/>
                </a:solidFill>
                <a:latin typeface="宋体" panose="02010600030101010101" pitchFamily="2" charset="-122"/>
                <a:ea typeface="宋体" panose="02010600030101010101" pitchFamily="2" charset="-122"/>
              </a:rPr>
              <a:t> </a:t>
            </a:r>
            <a:r>
              <a:rPr lang="zh-CN" altLang="en-US" sz="2800" b="1">
                <a:solidFill>
                  <a:srgbClr val="000066"/>
                </a:solidFill>
                <a:latin typeface="宋体" panose="02010600030101010101" pitchFamily="2" charset="-122"/>
                <a:ea typeface="宋体" panose="02010600030101010101" pitchFamily="2" charset="-122"/>
              </a:rPr>
              <a:t>将网络化简成最简网络</a:t>
            </a:r>
          </a:p>
        </p:txBody>
      </p:sp>
      <p:graphicFrame>
        <p:nvGraphicFramePr>
          <p:cNvPr id="430130" name="Object 50"/>
          <p:cNvGraphicFramePr>
            <a:graphicFrameLocks noGrp="1" noChangeAspect="1"/>
          </p:cNvGraphicFramePr>
          <p:nvPr>
            <p:ph sz="quarter" idx="2"/>
          </p:nvPr>
        </p:nvGraphicFramePr>
        <p:xfrm>
          <a:off x="883593" y="1544861"/>
          <a:ext cx="3097212" cy="1668463"/>
        </p:xfrm>
        <a:graphic>
          <a:graphicData uri="http://schemas.openxmlformats.org/presentationml/2006/ole">
            <mc:AlternateContent xmlns:mc="http://schemas.openxmlformats.org/markup-compatibility/2006">
              <mc:Choice xmlns:v="urn:schemas-microsoft-com:vml" Requires="v">
                <p:oleObj name="Visio" r:id="rId2" imgW="1850746" imgH="997610" progId="Visio.Drawing.6">
                  <p:embed/>
                </p:oleObj>
              </mc:Choice>
              <mc:Fallback>
                <p:oleObj name="Visio" r:id="rId2" imgW="1850746" imgH="997610" progId="Visio.Drawing.6">
                  <p:embed/>
                  <p:pic>
                    <p:nvPicPr>
                      <p:cNvPr id="430130"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593" y="1544861"/>
                        <a:ext cx="3097212" cy="166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094" name="Object 14"/>
          <p:cNvGraphicFramePr>
            <a:graphicFrameLocks noChangeAspect="1"/>
          </p:cNvGraphicFramePr>
          <p:nvPr/>
        </p:nvGraphicFramePr>
        <p:xfrm>
          <a:off x="7868593" y="2349724"/>
          <a:ext cx="288925" cy="288925"/>
        </p:xfrm>
        <a:graphic>
          <a:graphicData uri="http://schemas.openxmlformats.org/presentationml/2006/ole">
            <mc:AlternateContent xmlns:mc="http://schemas.openxmlformats.org/markup-compatibility/2006">
              <mc:Choice xmlns:v="urn:schemas-microsoft-com:vml" Requires="v">
                <p:oleObj r:id="rId4" imgW="209702" imgH="209702" progId="Visio.Drawing.6">
                  <p:embed/>
                </p:oleObj>
              </mc:Choice>
              <mc:Fallback>
                <p:oleObj r:id="rId4" imgW="209702" imgH="209702" progId="Visio.Drawing.6">
                  <p:embed/>
                  <p:pic>
                    <p:nvPicPr>
                      <p:cNvPr id="430094"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68593" y="2349724"/>
                        <a:ext cx="288925"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15" name="Rectangle 35"/>
          <p:cNvSpPr>
            <a:spLocks noChangeArrowheads="1"/>
          </p:cNvSpPr>
          <p:nvPr/>
        </p:nvSpPr>
        <p:spPr bwMode="auto">
          <a:xfrm>
            <a:off x="3980805" y="1990949"/>
            <a:ext cx="3384550"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pPr>
              <a:lnSpc>
                <a:spcPct val="90000"/>
              </a:lnSpc>
              <a:buFontTx/>
              <a:buNone/>
            </a:pPr>
            <a:r>
              <a:rPr lang="zh-CN" altLang="en-US" sz="2600" b="1">
                <a:solidFill>
                  <a:schemeClr val="tx2"/>
                </a:solidFill>
                <a:latin typeface="楷体_GB2312" pitchFamily="49" charset="-122"/>
                <a:ea typeface="楷体_GB2312" pitchFamily="49" charset="-122"/>
              </a:rPr>
              <a:t>  </a:t>
            </a:r>
            <a:r>
              <a:rPr lang="zh-CN" altLang="en-US" sz="2400" b="1">
                <a:solidFill>
                  <a:srgbClr val="000066"/>
                </a:solidFill>
                <a:latin typeface="楷体_GB2312" pitchFamily="49" charset="-122"/>
                <a:ea typeface="宋体" panose="02010600030101010101" pitchFamily="2" charset="-122"/>
              </a:rPr>
              <a:t>将图中受控电流源当独立电源处理，转换成电压源形式</a:t>
            </a:r>
            <a:endParaRPr lang="zh-CN" altLang="en-US" sz="2400">
              <a:solidFill>
                <a:srgbClr val="000066"/>
              </a:solidFill>
              <a:ea typeface="宋体" panose="02010600030101010101" pitchFamily="2" charset="-122"/>
            </a:endParaRPr>
          </a:p>
        </p:txBody>
      </p:sp>
      <p:sp>
        <p:nvSpPr>
          <p:cNvPr id="430116" name="Rectangle 36"/>
          <p:cNvSpPr>
            <a:spLocks noChangeArrowheads="1"/>
          </p:cNvSpPr>
          <p:nvPr/>
        </p:nvSpPr>
        <p:spPr bwMode="auto">
          <a:xfrm>
            <a:off x="740718" y="4726211"/>
            <a:ext cx="7848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000">
                <a:solidFill>
                  <a:schemeClr val="tx1"/>
                </a:solidFill>
                <a:latin typeface="-윤고딕120" pitchFamily="18" charset="-127"/>
                <a:ea typeface="-윤고딕120" pitchFamily="18" charset="-127"/>
              </a:defRPr>
            </a:lvl1pPr>
            <a:lvl2pPr marL="742950" indent="-285750">
              <a:spcBef>
                <a:spcPct val="20000"/>
              </a:spcBef>
              <a:buChar char="•"/>
              <a:defRPr kumimoji="1" sz="2800">
                <a:solidFill>
                  <a:schemeClr val="tx1"/>
                </a:solidFill>
                <a:latin typeface="-윤고딕120" pitchFamily="18" charset="-127"/>
                <a:ea typeface="-윤고딕120" pitchFamily="18" charset="-127"/>
              </a:defRPr>
            </a:lvl2pPr>
            <a:lvl3pPr marL="1143000" indent="-228600">
              <a:spcBef>
                <a:spcPct val="20000"/>
              </a:spcBef>
              <a:buChar char="•"/>
              <a:defRPr kumimoji="1" sz="2400">
                <a:solidFill>
                  <a:schemeClr val="tx1"/>
                </a:solidFill>
                <a:latin typeface="-윤고딕120" pitchFamily="18" charset="-127"/>
                <a:ea typeface="-윤고딕120" pitchFamily="18" charset="-127"/>
              </a:defRPr>
            </a:lvl3pPr>
            <a:lvl4pPr marL="1600200" indent="-228600">
              <a:spcBef>
                <a:spcPct val="20000"/>
              </a:spcBef>
              <a:buChar char="•"/>
              <a:defRPr kumimoji="1" sz="2000">
                <a:solidFill>
                  <a:schemeClr val="tx1"/>
                </a:solidFill>
                <a:latin typeface="-윤고딕120" pitchFamily="18" charset="-127"/>
                <a:ea typeface="-윤고딕120" pitchFamily="18" charset="-127"/>
              </a:defRPr>
            </a:lvl4pPr>
            <a:lvl5pPr marL="2057400" indent="-228600">
              <a:spcBef>
                <a:spcPct val="20000"/>
              </a:spcBef>
              <a:buChar char="•"/>
              <a:defRPr kumimoji="1" sz="2000">
                <a:solidFill>
                  <a:schemeClr val="tx1"/>
                </a:solidFill>
                <a:latin typeface="-윤고딕120" pitchFamily="18" charset="-127"/>
                <a:ea typeface="-윤고딕120" pitchFamily="18" charset="-127"/>
              </a:defRPr>
            </a:lvl5pPr>
            <a:lvl6pPr marL="25146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6pPr>
            <a:lvl7pPr marL="29718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7pPr>
            <a:lvl8pPr marL="34290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8pPr>
            <a:lvl9pPr marL="3886200" indent="-228600" fontAlgn="base" latinLnBrk="1">
              <a:spcBef>
                <a:spcPct val="20000"/>
              </a:spcBef>
              <a:spcAft>
                <a:spcPct val="0"/>
              </a:spcAft>
              <a:buChar char="•"/>
              <a:defRPr kumimoji="1" sz="2000">
                <a:solidFill>
                  <a:schemeClr val="tx1"/>
                </a:solidFill>
                <a:latin typeface="-윤고딕120" pitchFamily="18" charset="-127"/>
                <a:ea typeface="-윤고딕120" pitchFamily="18" charset="-127"/>
              </a:defRPr>
            </a:lvl9pPr>
          </a:lstStyle>
          <a:p>
            <a:r>
              <a:rPr lang="zh-CN" altLang="en-US" sz="2400" b="1" dirty="0">
                <a:solidFill>
                  <a:srgbClr val="000066"/>
                </a:solidFill>
                <a:latin typeface="宋体" panose="02010600030101010101" pitchFamily="2" charset="-122"/>
                <a:ea typeface="宋体" panose="02010600030101010101" pitchFamily="2" charset="-122"/>
              </a:rPr>
              <a:t>在此例中，受控源好比一个负</a:t>
            </a:r>
            <a:r>
              <a:rPr lang="en-US" altLang="zh-CN" sz="2400" dirty="0">
                <a:solidFill>
                  <a:srgbClr val="000066"/>
                </a:solidFill>
                <a:latin typeface="Times New Roman" panose="02020603050405020304" pitchFamily="18" charset="0"/>
                <a:ea typeface="宋体" panose="02010600030101010101" pitchFamily="2" charset="-122"/>
              </a:rPr>
              <a:t>500</a:t>
            </a:r>
            <a:r>
              <a:rPr lang="en-US" altLang="zh-CN" sz="2400" dirty="0">
                <a:solidFill>
                  <a:srgbClr val="000066"/>
                </a:solidFill>
                <a:latin typeface="Times New Roman" panose="02020603050405020304" pitchFamily="18" charset="0"/>
                <a:ea typeface="宋体" panose="02010600030101010101" pitchFamily="2" charset="-122"/>
                <a:sym typeface="Symbol" panose="05050102010706020507" pitchFamily="18" charset="2"/>
              </a:rPr>
              <a:t></a:t>
            </a:r>
            <a:r>
              <a:rPr lang="zh-CN" altLang="en-US" sz="2400" b="1" dirty="0">
                <a:solidFill>
                  <a:srgbClr val="000066"/>
                </a:solidFill>
                <a:latin typeface="宋体" panose="02010600030101010101" pitchFamily="2" charset="-122"/>
                <a:ea typeface="宋体" panose="02010600030101010101" pitchFamily="2" charset="-122"/>
              </a:rPr>
              <a:t>的电阻。</a:t>
            </a:r>
            <a:endParaRPr lang="en-US" altLang="zh-CN" sz="2400" b="1" dirty="0">
              <a:solidFill>
                <a:srgbClr val="000066"/>
              </a:solidFill>
              <a:latin typeface="宋体" panose="02010600030101010101" pitchFamily="2" charset="-122"/>
              <a:ea typeface="宋体" panose="02010600030101010101" pitchFamily="2" charset="-122"/>
            </a:endParaRPr>
          </a:p>
          <a:p>
            <a:r>
              <a:rPr lang="zh-CN" altLang="en-US" sz="2400" b="1" dirty="0">
                <a:solidFill>
                  <a:srgbClr val="000066"/>
                </a:solidFill>
                <a:latin typeface="宋体" panose="02010600030101010101" pitchFamily="2" charset="-122"/>
                <a:ea typeface="宋体" panose="02010600030101010101" pitchFamily="2" charset="-122"/>
              </a:rPr>
              <a:t>当受控电源和控制量在同一条戴维南或者诺顿支路上时，受控电源可以变换为线性电阻。</a:t>
            </a:r>
            <a:endParaRPr lang="en-US" altLang="zh-CN" sz="2400" b="1" dirty="0">
              <a:solidFill>
                <a:srgbClr val="000066"/>
              </a:solidFill>
              <a:latin typeface="宋体" panose="02010600030101010101" pitchFamily="2" charset="-122"/>
              <a:ea typeface="宋体" panose="02010600030101010101" pitchFamily="2" charset="-122"/>
            </a:endParaRPr>
          </a:p>
          <a:p>
            <a:endParaRPr lang="zh-CN" altLang="en-US" sz="2400" b="1" dirty="0">
              <a:solidFill>
                <a:srgbClr val="000066"/>
              </a:solidFill>
              <a:latin typeface="宋体" panose="02010600030101010101" pitchFamily="2" charset="-122"/>
              <a:ea typeface="宋体" panose="02010600030101010101" pitchFamily="2" charset="-122"/>
            </a:endParaRPr>
          </a:p>
        </p:txBody>
      </p:sp>
      <p:graphicFrame>
        <p:nvGraphicFramePr>
          <p:cNvPr id="430136" name="Object 56"/>
          <p:cNvGraphicFramePr>
            <a:graphicFrameLocks noChangeAspect="1"/>
          </p:cNvGraphicFramePr>
          <p:nvPr/>
        </p:nvGraphicFramePr>
        <p:xfrm>
          <a:off x="6538246" y="3239397"/>
          <a:ext cx="1590675" cy="1422400"/>
        </p:xfrm>
        <a:graphic>
          <a:graphicData uri="http://schemas.openxmlformats.org/presentationml/2006/ole">
            <mc:AlternateContent xmlns:mc="http://schemas.openxmlformats.org/markup-compatibility/2006">
              <mc:Choice xmlns:v="urn:schemas-microsoft-com:vml" Requires="v">
                <p:oleObj name="Visio" r:id="rId6" imgW="943356" imgH="845210" progId="Visio.Drawing.6">
                  <p:embed/>
                </p:oleObj>
              </mc:Choice>
              <mc:Fallback>
                <p:oleObj name="Visio" r:id="rId6" imgW="943356" imgH="845210" progId="Visio.Drawing.6">
                  <p:embed/>
                  <p:pic>
                    <p:nvPicPr>
                      <p:cNvPr id="430136" name="Object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38246" y="3239397"/>
                        <a:ext cx="1590675"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37" name="Object 57"/>
          <p:cNvGraphicFramePr>
            <a:graphicFrameLocks noChangeAspect="1"/>
          </p:cNvGraphicFramePr>
          <p:nvPr/>
        </p:nvGraphicFramePr>
        <p:xfrm>
          <a:off x="883593" y="3294286"/>
          <a:ext cx="3024187" cy="1360488"/>
        </p:xfrm>
        <a:graphic>
          <a:graphicData uri="http://schemas.openxmlformats.org/presentationml/2006/ole">
            <mc:AlternateContent xmlns:mc="http://schemas.openxmlformats.org/markup-compatibility/2006">
              <mc:Choice xmlns:v="urn:schemas-microsoft-com:vml" Requires="v">
                <p:oleObj name="Visio" r:id="rId8" imgW="1857756" imgH="834542" progId="Visio.Drawing.6">
                  <p:embed/>
                </p:oleObj>
              </mc:Choice>
              <mc:Fallback>
                <p:oleObj name="Visio" r:id="rId8" imgW="1857756" imgH="834542" progId="Visio.Drawing.6">
                  <p:embed/>
                  <p:pic>
                    <p:nvPicPr>
                      <p:cNvPr id="430137" name="Object 5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3593" y="3294286"/>
                        <a:ext cx="3024187" cy="136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14"/>
          <p:cNvGraphicFramePr>
            <a:graphicFrameLocks noChangeAspect="1"/>
          </p:cNvGraphicFramePr>
          <p:nvPr/>
        </p:nvGraphicFramePr>
        <p:xfrm>
          <a:off x="5239692" y="3861048"/>
          <a:ext cx="288925" cy="288925"/>
        </p:xfrm>
        <a:graphic>
          <a:graphicData uri="http://schemas.openxmlformats.org/presentationml/2006/ole">
            <mc:AlternateContent xmlns:mc="http://schemas.openxmlformats.org/markup-compatibility/2006">
              <mc:Choice xmlns:v="urn:schemas-microsoft-com:vml" Requires="v">
                <p:oleObj r:id="rId4" imgW="209702" imgH="209702" progId="Visio.Drawing.6">
                  <p:embed/>
                </p:oleObj>
              </mc:Choice>
              <mc:Fallback>
                <p:oleObj r:id="rId4" imgW="209702" imgH="209702" progId="Visio.Drawing.6">
                  <p:embed/>
                  <p:pic>
                    <p:nvPicPr>
                      <p:cNvPr id="11"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9692" y="3861048"/>
                        <a:ext cx="288925"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75514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anim calcmode="lin" valueType="num">
                                      <p:cBhvr additive="base">
                                        <p:cTn id="7" dur="500" fill="hold"/>
                                        <p:tgtEl>
                                          <p:spTgt spid="4300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0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430130"/>
                                        </p:tgtEl>
                                        <p:attrNameLst>
                                          <p:attrName>style.visibility</p:attrName>
                                        </p:attrNameLst>
                                      </p:cBhvr>
                                      <p:to>
                                        <p:strVal val="visible"/>
                                      </p:to>
                                    </p:set>
                                    <p:animEffect transition="in" filter="checkerboard(across)">
                                      <p:cBhvr>
                                        <p:cTn id="13" dur="500"/>
                                        <p:tgtEl>
                                          <p:spTgt spid="43013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30115">
                                            <p:txEl>
                                              <p:pRg st="0" end="0"/>
                                            </p:txEl>
                                          </p:spTgt>
                                        </p:tgtEl>
                                        <p:attrNameLst>
                                          <p:attrName>style.visibility</p:attrName>
                                        </p:attrNameLst>
                                      </p:cBhvr>
                                      <p:to>
                                        <p:strVal val="visible"/>
                                      </p:to>
                                    </p:set>
                                    <p:anim calcmode="lin" valueType="num">
                                      <p:cBhvr additive="base">
                                        <p:cTn id="18" dur="500" fill="hold"/>
                                        <p:tgtEl>
                                          <p:spTgt spid="430115">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301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430094"/>
                                        </p:tgtEl>
                                        <p:attrNameLst>
                                          <p:attrName>style.visibility</p:attrName>
                                        </p:attrNameLst>
                                      </p:cBhvr>
                                      <p:to>
                                        <p:strVal val="visible"/>
                                      </p:to>
                                    </p:set>
                                    <p:animEffect transition="in" filter="box(in)">
                                      <p:cBhvr>
                                        <p:cTn id="24" dur="500"/>
                                        <p:tgtEl>
                                          <p:spTgt spid="43009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430137"/>
                                        </p:tgtEl>
                                        <p:attrNameLst>
                                          <p:attrName>style.visibility</p:attrName>
                                        </p:attrNameLst>
                                      </p:cBhvr>
                                      <p:to>
                                        <p:strVal val="visible"/>
                                      </p:to>
                                    </p:set>
                                    <p:animEffect transition="in" filter="checkerboard(across)">
                                      <p:cBhvr>
                                        <p:cTn id="29" dur="500"/>
                                        <p:tgtEl>
                                          <p:spTgt spid="430137"/>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ox(in)">
                                      <p:cBhvr>
                                        <p:cTn id="34" dur="500"/>
                                        <p:tgtEl>
                                          <p:spTgt spid="1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430136"/>
                                        </p:tgtEl>
                                        <p:attrNameLst>
                                          <p:attrName>style.visibility</p:attrName>
                                        </p:attrNameLst>
                                      </p:cBhvr>
                                      <p:to>
                                        <p:strVal val="visible"/>
                                      </p:to>
                                    </p:set>
                                    <p:anim calcmode="lin" valueType="num">
                                      <p:cBhvr additive="base">
                                        <p:cTn id="39" dur="500" fill="hold"/>
                                        <p:tgtEl>
                                          <p:spTgt spid="430136"/>
                                        </p:tgtEl>
                                        <p:attrNameLst>
                                          <p:attrName>ppt_x</p:attrName>
                                        </p:attrNameLst>
                                      </p:cBhvr>
                                      <p:tavLst>
                                        <p:tav tm="0">
                                          <p:val>
                                            <p:strVal val="#ppt_x"/>
                                          </p:val>
                                        </p:tav>
                                        <p:tav tm="100000">
                                          <p:val>
                                            <p:strVal val="#ppt_x"/>
                                          </p:val>
                                        </p:tav>
                                      </p:tavLst>
                                    </p:anim>
                                    <p:anim calcmode="lin" valueType="num">
                                      <p:cBhvr additive="base">
                                        <p:cTn id="40" dur="500" fill="hold"/>
                                        <p:tgtEl>
                                          <p:spTgt spid="430136"/>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55" presetClass="entr" presetSubtype="0" fill="hold" grpId="0" nodeType="clickEffect">
                                  <p:stCondLst>
                                    <p:cond delay="0"/>
                                  </p:stCondLst>
                                  <p:childTnLst>
                                    <p:set>
                                      <p:cBhvr>
                                        <p:cTn id="44" dur="1" fill="hold">
                                          <p:stCondLst>
                                            <p:cond delay="0"/>
                                          </p:stCondLst>
                                        </p:cTn>
                                        <p:tgtEl>
                                          <p:spTgt spid="430116"/>
                                        </p:tgtEl>
                                        <p:attrNameLst>
                                          <p:attrName>style.visibility</p:attrName>
                                        </p:attrNameLst>
                                      </p:cBhvr>
                                      <p:to>
                                        <p:strVal val="visible"/>
                                      </p:to>
                                    </p:set>
                                    <p:anim calcmode="lin" valueType="num">
                                      <p:cBhvr>
                                        <p:cTn id="45" dur="1000" fill="hold"/>
                                        <p:tgtEl>
                                          <p:spTgt spid="430116"/>
                                        </p:tgtEl>
                                        <p:attrNameLst>
                                          <p:attrName>ppt_w</p:attrName>
                                        </p:attrNameLst>
                                      </p:cBhvr>
                                      <p:tavLst>
                                        <p:tav tm="0">
                                          <p:val>
                                            <p:strVal val="#ppt_w*0.70"/>
                                          </p:val>
                                        </p:tav>
                                        <p:tav tm="100000">
                                          <p:val>
                                            <p:strVal val="#ppt_w"/>
                                          </p:val>
                                        </p:tav>
                                      </p:tavLst>
                                    </p:anim>
                                    <p:anim calcmode="lin" valueType="num">
                                      <p:cBhvr>
                                        <p:cTn id="46" dur="1000" fill="hold"/>
                                        <p:tgtEl>
                                          <p:spTgt spid="430116"/>
                                        </p:tgtEl>
                                        <p:attrNameLst>
                                          <p:attrName>ppt_h</p:attrName>
                                        </p:attrNameLst>
                                      </p:cBhvr>
                                      <p:tavLst>
                                        <p:tav tm="0">
                                          <p:val>
                                            <p:strVal val="#ppt_h"/>
                                          </p:val>
                                        </p:tav>
                                        <p:tav tm="100000">
                                          <p:val>
                                            <p:strVal val="#ppt_h"/>
                                          </p:val>
                                        </p:tav>
                                      </p:tavLst>
                                    </p:anim>
                                    <p:animEffect transition="in" filter="fade">
                                      <p:cBhvr>
                                        <p:cTn id="47" dur="1000"/>
                                        <p:tgtEl>
                                          <p:spTgt spid="430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build="p"/>
      <p:bldP spid="430115" grpId="0" build="p"/>
      <p:bldP spid="43011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0" y="0"/>
            <a:ext cx="8361680" cy="4667885"/>
          </a:xfrm>
          <a:prstGeom prst="rect">
            <a:avLst/>
          </a:prstGeom>
        </p:spPr>
      </p:pic>
      <p:pic>
        <p:nvPicPr>
          <p:cNvPr id="3" name="图片 2"/>
          <p:cNvPicPr>
            <a:picLocks noChangeAspect="1"/>
          </p:cNvPicPr>
          <p:nvPr>
            <p:custDataLst>
              <p:tags r:id="rId2"/>
            </p:custDataLst>
          </p:nvPr>
        </p:nvPicPr>
        <p:blipFill>
          <a:blip r:embed="rId5"/>
          <a:srcRect t="4793" r="987"/>
          <a:stretch>
            <a:fillRect/>
          </a:stretch>
        </p:blipFill>
        <p:spPr>
          <a:xfrm>
            <a:off x="0" y="4766945"/>
            <a:ext cx="8723630" cy="196786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13055" y="217170"/>
            <a:ext cx="7219950" cy="847725"/>
          </a:xfrm>
          <a:prstGeom prst="rect">
            <a:avLst/>
          </a:prstGeom>
        </p:spPr>
      </p:pic>
      <p:pic>
        <p:nvPicPr>
          <p:cNvPr id="3" name="图片 2"/>
          <p:cNvPicPr>
            <a:picLocks noChangeAspect="1"/>
          </p:cNvPicPr>
          <p:nvPr/>
        </p:nvPicPr>
        <p:blipFill>
          <a:blip r:embed="rId3"/>
          <a:stretch>
            <a:fillRect/>
          </a:stretch>
        </p:blipFill>
        <p:spPr>
          <a:xfrm>
            <a:off x="4423410" y="1186815"/>
            <a:ext cx="4514850" cy="2152650"/>
          </a:xfrm>
          <a:prstGeom prst="rect">
            <a:avLst/>
          </a:prstGeom>
        </p:spPr>
      </p:pic>
      <p:pic>
        <p:nvPicPr>
          <p:cNvPr id="4" name="图片 3"/>
          <p:cNvPicPr>
            <a:picLocks noChangeAspect="1"/>
          </p:cNvPicPr>
          <p:nvPr/>
        </p:nvPicPr>
        <p:blipFill>
          <a:blip r:embed="rId4"/>
          <a:srcRect r="62343" b="694"/>
          <a:stretch>
            <a:fillRect/>
          </a:stretch>
        </p:blipFill>
        <p:spPr>
          <a:xfrm>
            <a:off x="384810" y="1398905"/>
            <a:ext cx="2969895" cy="2090420"/>
          </a:xfrm>
          <a:prstGeom prst="rect">
            <a:avLst/>
          </a:prstGeom>
        </p:spPr>
      </p:pic>
      <p:pic>
        <p:nvPicPr>
          <p:cNvPr id="5" name="图片 4"/>
          <p:cNvPicPr>
            <a:picLocks noChangeAspect="1"/>
          </p:cNvPicPr>
          <p:nvPr/>
        </p:nvPicPr>
        <p:blipFill>
          <a:blip r:embed="rId4"/>
          <a:srcRect l="37585" b="-2836"/>
          <a:stretch>
            <a:fillRect/>
          </a:stretch>
        </p:blipFill>
        <p:spPr>
          <a:xfrm>
            <a:off x="231775" y="3919220"/>
            <a:ext cx="4922520" cy="2164715"/>
          </a:xfrm>
          <a:prstGeom prst="rect">
            <a:avLst/>
          </a:prstGeom>
        </p:spPr>
      </p:pic>
      <p:pic>
        <p:nvPicPr>
          <p:cNvPr id="6" name="图片 5"/>
          <p:cNvPicPr>
            <a:picLocks noChangeAspect="1"/>
          </p:cNvPicPr>
          <p:nvPr/>
        </p:nvPicPr>
        <p:blipFill>
          <a:blip r:embed="rId5"/>
          <a:stretch>
            <a:fillRect/>
          </a:stretch>
        </p:blipFill>
        <p:spPr>
          <a:xfrm>
            <a:off x="5026025" y="4068445"/>
            <a:ext cx="4038600" cy="1866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linds(horizontal)">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A20C1BCC-BFD5-4AF6-AC8F-C45DE697000B}" type="datetime1">
              <a:rPr lang="zh-CN" altLang="en-US" smtClean="0"/>
              <a:pPr>
                <a:defRPr/>
              </a:pPr>
              <a:t>2024/8/17</a:t>
            </a:fld>
            <a:endParaRPr lang="en-US" altLang="zh-CN"/>
          </a:p>
        </p:txBody>
      </p:sp>
      <p:sp>
        <p:nvSpPr>
          <p:cNvPr id="19"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20"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469A5AA2-2354-472F-B533-79158BFF3A41}" type="slidenum">
              <a:rPr lang="en-US" altLang="zh-CN" smtClean="0"/>
              <a:pPr>
                <a:defRPr/>
              </a:pPr>
              <a:t>34</a:t>
            </a:fld>
            <a:endParaRPr lang="en-US" altLang="zh-CN"/>
          </a:p>
        </p:txBody>
      </p:sp>
      <p:grpSp>
        <p:nvGrpSpPr>
          <p:cNvPr id="4101" name="Group 1026"/>
          <p:cNvGrpSpPr>
            <a:grpSpLocks/>
          </p:cNvGrpSpPr>
          <p:nvPr/>
        </p:nvGrpSpPr>
        <p:grpSpPr bwMode="auto">
          <a:xfrm>
            <a:off x="0" y="0"/>
            <a:ext cx="9144000" cy="6858000"/>
            <a:chOff x="0" y="0"/>
            <a:chExt cx="5970" cy="4956"/>
          </a:xfrm>
        </p:grpSpPr>
        <p:pic>
          <p:nvPicPr>
            <p:cNvPr id="4112"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3"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4"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5"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7620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60" name="Text Box 1060"/>
          <p:cNvSpPr txBox="1">
            <a:spLocks noChangeArrowheads="1"/>
          </p:cNvSpPr>
          <p:nvPr/>
        </p:nvSpPr>
        <p:spPr bwMode="auto">
          <a:xfrm>
            <a:off x="2306638" y="239713"/>
            <a:ext cx="47561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zh-CN" altLang="en-US" sz="40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第</a:t>
            </a:r>
            <a:r>
              <a:rPr lang="en-US" altLang="zh-CN" sz="40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3</a:t>
            </a:r>
            <a:r>
              <a:rPr lang="zh-CN" altLang="en-US" sz="40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章 </a:t>
            </a:r>
          </a:p>
          <a:p>
            <a:pPr algn="ctr" eaLnBrk="1" hangingPunct="1">
              <a:defRPr/>
            </a:pPr>
            <a:r>
              <a:rPr lang="zh-CN" altLang="en-US" sz="40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电路分析的一般方法</a:t>
            </a:r>
          </a:p>
        </p:txBody>
      </p:sp>
      <p:sp>
        <p:nvSpPr>
          <p:cNvPr id="77874" name="Text Box 1074"/>
          <p:cNvSpPr txBox="1">
            <a:spLocks noChangeArrowheads="1"/>
          </p:cNvSpPr>
          <p:nvPr/>
        </p:nvSpPr>
        <p:spPr bwMode="auto">
          <a:xfrm>
            <a:off x="1430338" y="1836738"/>
            <a:ext cx="54467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rPr>
              <a:t>3.1 </a:t>
            </a:r>
            <a:r>
              <a:rPr lang="zh-CN" altLang="en-US" sz="3200" dirty="0">
                <a:effectLst>
                  <a:outerShdw blurRad="38100" dist="38100" dir="2700000" algn="tl">
                    <a:srgbClr val="C0C0C0"/>
                  </a:outerShdw>
                </a:effectLst>
                <a:latin typeface="Times New Roman" panose="02020603050405020304" pitchFamily="18" charset="0"/>
                <a:ea typeface="隶书" panose="02010509060101010101" pitchFamily="49" charset="-122"/>
              </a:rPr>
              <a:t>结点分析法 </a:t>
            </a:r>
            <a:r>
              <a:rPr lang="en-US" altLang="zh-CN" sz="3200" dirty="0">
                <a:effectLst>
                  <a:outerShdw blurRad="38100" dist="38100" dir="2700000" algn="tl">
                    <a:srgbClr val="C0C0C0"/>
                  </a:outerShdw>
                </a:effectLst>
                <a:latin typeface="Times New Roman" panose="02020603050405020304" pitchFamily="18" charset="0"/>
                <a:ea typeface="隶书" panose="02010509060101010101" pitchFamily="49" charset="-122"/>
              </a:rPr>
              <a:t>Nodal Analysis</a:t>
            </a:r>
          </a:p>
        </p:txBody>
      </p:sp>
      <p:sp>
        <p:nvSpPr>
          <p:cNvPr id="77876" name="Text Box 1076"/>
          <p:cNvSpPr txBox="1">
            <a:spLocks noChangeArrowheads="1"/>
          </p:cNvSpPr>
          <p:nvPr/>
        </p:nvSpPr>
        <p:spPr bwMode="auto">
          <a:xfrm>
            <a:off x="1430338" y="4191000"/>
            <a:ext cx="53578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effectLst>
                  <a:outerShdw blurRad="38100" dist="38100" dir="2700000" algn="tl">
                    <a:srgbClr val="C0C0C0"/>
                  </a:outerShdw>
                </a:effectLst>
                <a:latin typeface="Times New Roman" panose="02020603050405020304" pitchFamily="18" charset="0"/>
                <a:ea typeface="隶书" panose="02010509060101010101" pitchFamily="49" charset="-122"/>
              </a:rPr>
              <a:t>3.2 </a:t>
            </a:r>
            <a:r>
              <a:rPr lang="zh-CN" altLang="en-US" sz="3200">
                <a:effectLst>
                  <a:outerShdw blurRad="38100" dist="38100" dir="2700000" algn="tl">
                    <a:srgbClr val="C0C0C0"/>
                  </a:outerShdw>
                </a:effectLst>
                <a:latin typeface="Times New Roman" panose="02020603050405020304" pitchFamily="18" charset="0"/>
                <a:ea typeface="隶书" panose="02010509060101010101" pitchFamily="49" charset="-122"/>
              </a:rPr>
              <a:t>网孔分析法 </a:t>
            </a:r>
            <a:r>
              <a:rPr lang="en-US" altLang="zh-CN" sz="3200">
                <a:effectLst>
                  <a:outerShdw blurRad="38100" dist="38100" dir="2700000" algn="tl">
                    <a:srgbClr val="C0C0C0"/>
                  </a:outerShdw>
                </a:effectLst>
                <a:latin typeface="Times New Roman" panose="02020603050405020304" pitchFamily="18" charset="0"/>
                <a:ea typeface="隶书" panose="02010509060101010101" pitchFamily="49" charset="-122"/>
              </a:rPr>
              <a:t>Mesh Analysis</a:t>
            </a:r>
          </a:p>
        </p:txBody>
      </p:sp>
      <p:sp>
        <p:nvSpPr>
          <p:cNvPr id="77877" name="Rectangle 1077"/>
          <p:cNvSpPr>
            <a:spLocks noChangeArrowheads="1"/>
          </p:cNvSpPr>
          <p:nvPr/>
        </p:nvSpPr>
        <p:spPr bwMode="auto">
          <a:xfrm>
            <a:off x="539750" y="2474913"/>
            <a:ext cx="612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400" dirty="0">
                <a:solidFill>
                  <a:schemeClr val="tx2"/>
                </a:solidFill>
                <a:latin typeface="Times New Roman" panose="02020603050405020304" pitchFamily="18" charset="0"/>
                <a:ea typeface="隶书" panose="02010509060101010101" pitchFamily="49" charset="-122"/>
              </a:rPr>
              <a:t>1.</a:t>
            </a:r>
            <a:r>
              <a:rPr lang="zh-CN" altLang="en-US" sz="2400" dirty="0">
                <a:effectLst>
                  <a:outerShdw blurRad="38100" dist="38100" dir="2700000" algn="tl">
                    <a:srgbClr val="C0C0C0"/>
                  </a:outerShdw>
                </a:effectLst>
                <a:latin typeface="Times New Roman" panose="02020603050405020304" pitchFamily="18" charset="0"/>
                <a:ea typeface="隶书" panose="02010509060101010101" pitchFamily="49" charset="-122"/>
              </a:rPr>
              <a:t>结点分析方程 </a:t>
            </a:r>
            <a:r>
              <a:rPr lang="en-US" altLang="zh-CN" sz="2400" dirty="0">
                <a:solidFill>
                  <a:schemeClr val="tx2"/>
                </a:solidFill>
                <a:latin typeface="Times New Roman" panose="02020603050405020304" pitchFamily="18" charset="0"/>
                <a:ea typeface="隶书" panose="02010509060101010101" pitchFamily="49" charset="-122"/>
              </a:rPr>
              <a:t>Nodal Equations</a:t>
            </a:r>
          </a:p>
        </p:txBody>
      </p:sp>
      <p:sp>
        <p:nvSpPr>
          <p:cNvPr id="77878" name="Rectangle 1078"/>
          <p:cNvSpPr>
            <a:spLocks noChangeArrowheads="1"/>
          </p:cNvSpPr>
          <p:nvPr/>
        </p:nvSpPr>
        <p:spPr bwMode="auto">
          <a:xfrm>
            <a:off x="539750" y="3051175"/>
            <a:ext cx="7921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400" dirty="0">
                <a:solidFill>
                  <a:schemeClr val="tx2"/>
                </a:solidFill>
                <a:latin typeface="Times New Roman" panose="02020603050405020304" pitchFamily="18" charset="0"/>
                <a:ea typeface="隶书" panose="02010509060101010101" pitchFamily="49" charset="-122"/>
              </a:rPr>
              <a:t>2.</a:t>
            </a:r>
            <a:r>
              <a:rPr lang="zh-CN" altLang="en-US" sz="2400" dirty="0">
                <a:solidFill>
                  <a:schemeClr val="tx2"/>
                </a:solidFill>
                <a:latin typeface="Times New Roman" panose="02020603050405020304" pitchFamily="18" charset="0"/>
                <a:ea typeface="隶书" panose="02010509060101010101" pitchFamily="49" charset="-122"/>
              </a:rPr>
              <a:t>观察法列写</a:t>
            </a:r>
            <a:r>
              <a:rPr lang="zh-CN" altLang="en-US" sz="2400" dirty="0">
                <a:effectLst>
                  <a:outerShdw blurRad="38100" dist="38100" dir="2700000" algn="tl">
                    <a:srgbClr val="C0C0C0"/>
                  </a:outerShdw>
                </a:effectLst>
                <a:latin typeface="Times New Roman" panose="02020603050405020304" pitchFamily="18" charset="0"/>
                <a:ea typeface="隶书" panose="02010509060101010101" pitchFamily="49" charset="-122"/>
              </a:rPr>
              <a:t>结点分析方程 </a:t>
            </a:r>
            <a:r>
              <a:rPr lang="en-US" altLang="zh-CN" sz="2400" dirty="0">
                <a:solidFill>
                  <a:schemeClr val="tx2"/>
                </a:solidFill>
                <a:latin typeface="Times New Roman" panose="02020603050405020304" pitchFamily="18" charset="0"/>
                <a:ea typeface="隶书" panose="02010509060101010101" pitchFamily="49" charset="-122"/>
              </a:rPr>
              <a:t>Nodal Equations by Inspection</a:t>
            </a:r>
          </a:p>
        </p:txBody>
      </p:sp>
      <p:sp>
        <p:nvSpPr>
          <p:cNvPr id="77879" name="Rectangle 1079"/>
          <p:cNvSpPr>
            <a:spLocks noChangeArrowheads="1"/>
          </p:cNvSpPr>
          <p:nvPr/>
        </p:nvSpPr>
        <p:spPr bwMode="auto">
          <a:xfrm>
            <a:off x="539750" y="3627438"/>
            <a:ext cx="871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400" dirty="0">
                <a:solidFill>
                  <a:schemeClr val="tx2"/>
                </a:solidFill>
                <a:latin typeface="Times New Roman" panose="02020603050405020304" pitchFamily="18" charset="0"/>
                <a:ea typeface="隶书" panose="02010509060101010101" pitchFamily="49" charset="-122"/>
              </a:rPr>
              <a:t>3.</a:t>
            </a:r>
            <a:r>
              <a:rPr lang="zh-CN" altLang="en-US" sz="2400" dirty="0">
                <a:solidFill>
                  <a:schemeClr val="tx2"/>
                </a:solidFill>
                <a:latin typeface="Times New Roman" panose="02020603050405020304" pitchFamily="18" charset="0"/>
                <a:ea typeface="隶书" panose="02010509060101010101" pitchFamily="49" charset="-122"/>
              </a:rPr>
              <a:t>含电源支路的</a:t>
            </a:r>
            <a:r>
              <a:rPr lang="zh-CN" altLang="en-US" sz="2400" dirty="0">
                <a:effectLst>
                  <a:outerShdw blurRad="38100" dist="38100" dir="2700000" algn="tl">
                    <a:srgbClr val="C0C0C0"/>
                  </a:outerShdw>
                </a:effectLst>
                <a:latin typeface="Times New Roman" panose="02020603050405020304" pitchFamily="18" charset="0"/>
                <a:ea typeface="隶书" panose="02010509060101010101" pitchFamily="49" charset="-122"/>
              </a:rPr>
              <a:t>结点分析方程 </a:t>
            </a:r>
            <a:r>
              <a:rPr lang="en-US" altLang="zh-CN" sz="2400" dirty="0">
                <a:solidFill>
                  <a:schemeClr val="tx2"/>
                </a:solidFill>
                <a:latin typeface="Times New Roman" panose="02020603050405020304" pitchFamily="18" charset="0"/>
                <a:ea typeface="隶书" panose="02010509060101010101" pitchFamily="49" charset="-122"/>
              </a:rPr>
              <a:t>Nodal Equations with source branch</a:t>
            </a:r>
          </a:p>
        </p:txBody>
      </p:sp>
      <p:sp>
        <p:nvSpPr>
          <p:cNvPr id="77880" name="Rectangle 1080"/>
          <p:cNvSpPr>
            <a:spLocks noChangeArrowheads="1"/>
          </p:cNvSpPr>
          <p:nvPr/>
        </p:nvSpPr>
        <p:spPr bwMode="auto">
          <a:xfrm>
            <a:off x="539750" y="4724400"/>
            <a:ext cx="612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400">
                <a:solidFill>
                  <a:schemeClr val="tx2"/>
                </a:solidFill>
                <a:latin typeface="Times New Roman" panose="02020603050405020304" pitchFamily="18" charset="0"/>
                <a:ea typeface="隶书" panose="02010509060101010101" pitchFamily="49" charset="-122"/>
              </a:rPr>
              <a:t>1.</a:t>
            </a:r>
            <a:r>
              <a:rPr lang="en-US" altLang="zh-CN" sz="2400">
                <a:effectLst>
                  <a:outerShdw blurRad="38100" dist="38100" dir="2700000" algn="tl">
                    <a:srgbClr val="C0C0C0"/>
                  </a:outerShdw>
                </a:effectLst>
                <a:latin typeface="Times New Roman" panose="02020603050405020304" pitchFamily="18" charset="0"/>
                <a:ea typeface="隶书" panose="02010509060101010101" pitchFamily="49" charset="-122"/>
              </a:rPr>
              <a:t> </a:t>
            </a:r>
            <a:r>
              <a:rPr lang="zh-CN" altLang="en-US" sz="2400">
                <a:effectLst>
                  <a:outerShdw blurRad="38100" dist="38100" dir="2700000" algn="tl">
                    <a:srgbClr val="C0C0C0"/>
                  </a:outerShdw>
                </a:effectLst>
                <a:latin typeface="Times New Roman" panose="02020603050405020304" pitchFamily="18" charset="0"/>
                <a:ea typeface="隶书" panose="02010509060101010101" pitchFamily="49" charset="-122"/>
              </a:rPr>
              <a:t>网孔分析方程 </a:t>
            </a:r>
            <a:r>
              <a:rPr lang="en-US" altLang="zh-CN" sz="2400">
                <a:solidFill>
                  <a:schemeClr val="tx2"/>
                </a:solidFill>
                <a:latin typeface="Times New Roman" panose="02020603050405020304" pitchFamily="18" charset="0"/>
                <a:ea typeface="隶书" panose="02010509060101010101" pitchFamily="49" charset="-122"/>
              </a:rPr>
              <a:t>Mesh Equations</a:t>
            </a:r>
          </a:p>
        </p:txBody>
      </p:sp>
      <p:sp>
        <p:nvSpPr>
          <p:cNvPr id="77881" name="Rectangle 1081"/>
          <p:cNvSpPr>
            <a:spLocks noChangeArrowheads="1"/>
          </p:cNvSpPr>
          <p:nvPr/>
        </p:nvSpPr>
        <p:spPr bwMode="auto">
          <a:xfrm>
            <a:off x="539750" y="5300663"/>
            <a:ext cx="7921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400">
                <a:solidFill>
                  <a:schemeClr val="tx2"/>
                </a:solidFill>
                <a:latin typeface="Times New Roman" panose="02020603050405020304" pitchFamily="18" charset="0"/>
                <a:ea typeface="隶书" panose="02010509060101010101" pitchFamily="49" charset="-122"/>
              </a:rPr>
              <a:t>2.</a:t>
            </a:r>
            <a:r>
              <a:rPr lang="zh-CN" altLang="en-US" sz="2400">
                <a:solidFill>
                  <a:schemeClr val="tx2"/>
                </a:solidFill>
                <a:latin typeface="Times New Roman" panose="02020603050405020304" pitchFamily="18" charset="0"/>
                <a:ea typeface="隶书" panose="02010509060101010101" pitchFamily="49" charset="-122"/>
              </a:rPr>
              <a:t>观察法列写</a:t>
            </a:r>
            <a:r>
              <a:rPr lang="zh-CN" altLang="en-US" sz="2400">
                <a:effectLst>
                  <a:outerShdw blurRad="38100" dist="38100" dir="2700000" algn="tl">
                    <a:srgbClr val="C0C0C0"/>
                  </a:outerShdw>
                </a:effectLst>
                <a:latin typeface="Times New Roman" panose="02020603050405020304" pitchFamily="18" charset="0"/>
                <a:ea typeface="隶书" panose="02010509060101010101" pitchFamily="49" charset="-122"/>
              </a:rPr>
              <a:t>网孔分析方程 </a:t>
            </a:r>
            <a:r>
              <a:rPr lang="en-US" altLang="zh-CN" sz="2400">
                <a:solidFill>
                  <a:schemeClr val="tx2"/>
                </a:solidFill>
                <a:latin typeface="Times New Roman" panose="02020603050405020304" pitchFamily="18" charset="0"/>
                <a:ea typeface="隶书" panose="02010509060101010101" pitchFamily="49" charset="-122"/>
              </a:rPr>
              <a:t>Mesh</a:t>
            </a:r>
            <a:r>
              <a:rPr lang="en-US" altLang="zh-CN" sz="2400">
                <a:effectLst>
                  <a:outerShdw blurRad="38100" dist="38100" dir="2700000" algn="tl">
                    <a:srgbClr val="C0C0C0"/>
                  </a:outerShdw>
                </a:effectLst>
                <a:latin typeface="Times New Roman" panose="02020603050405020304" pitchFamily="18" charset="0"/>
                <a:ea typeface="隶书" panose="02010509060101010101" pitchFamily="49" charset="-122"/>
              </a:rPr>
              <a:t> </a:t>
            </a:r>
            <a:r>
              <a:rPr lang="en-US" altLang="zh-CN" sz="2400">
                <a:solidFill>
                  <a:schemeClr val="tx2"/>
                </a:solidFill>
                <a:latin typeface="Times New Roman" panose="02020603050405020304" pitchFamily="18" charset="0"/>
                <a:ea typeface="隶书" panose="02010509060101010101" pitchFamily="49" charset="-122"/>
              </a:rPr>
              <a:t>Equations by Inspection</a:t>
            </a:r>
          </a:p>
        </p:txBody>
      </p:sp>
      <p:sp>
        <p:nvSpPr>
          <p:cNvPr id="77882" name="Rectangle 1082"/>
          <p:cNvSpPr>
            <a:spLocks noChangeArrowheads="1"/>
          </p:cNvSpPr>
          <p:nvPr/>
        </p:nvSpPr>
        <p:spPr bwMode="auto">
          <a:xfrm>
            <a:off x="539750" y="5876925"/>
            <a:ext cx="871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400">
                <a:solidFill>
                  <a:schemeClr val="tx2"/>
                </a:solidFill>
                <a:latin typeface="Times New Roman" panose="02020603050405020304" pitchFamily="18" charset="0"/>
                <a:ea typeface="隶书" panose="02010509060101010101" pitchFamily="49" charset="-122"/>
              </a:rPr>
              <a:t>3.</a:t>
            </a:r>
            <a:r>
              <a:rPr lang="zh-CN" altLang="en-US" sz="2400">
                <a:solidFill>
                  <a:schemeClr val="tx2"/>
                </a:solidFill>
                <a:latin typeface="Times New Roman" panose="02020603050405020304" pitchFamily="18" charset="0"/>
                <a:ea typeface="隶书" panose="02010509060101010101" pitchFamily="49" charset="-122"/>
              </a:rPr>
              <a:t>含电源支路的</a:t>
            </a:r>
            <a:r>
              <a:rPr lang="zh-CN" altLang="en-US" sz="2400">
                <a:effectLst>
                  <a:outerShdw blurRad="38100" dist="38100" dir="2700000" algn="tl">
                    <a:srgbClr val="C0C0C0"/>
                  </a:outerShdw>
                </a:effectLst>
                <a:latin typeface="Times New Roman" panose="02020603050405020304" pitchFamily="18" charset="0"/>
                <a:ea typeface="隶书" panose="02010509060101010101" pitchFamily="49" charset="-122"/>
              </a:rPr>
              <a:t>网孔分析方程 </a:t>
            </a:r>
            <a:r>
              <a:rPr lang="en-US" altLang="zh-CN" sz="2400">
                <a:solidFill>
                  <a:schemeClr val="tx2"/>
                </a:solidFill>
                <a:latin typeface="Times New Roman" panose="02020603050405020304" pitchFamily="18" charset="0"/>
                <a:ea typeface="隶书" panose="02010509060101010101" pitchFamily="49" charset="-122"/>
              </a:rPr>
              <a:t>Mesh</a:t>
            </a:r>
            <a:r>
              <a:rPr lang="en-US" altLang="zh-CN" sz="2400">
                <a:effectLst>
                  <a:outerShdw blurRad="38100" dist="38100" dir="2700000" algn="tl">
                    <a:srgbClr val="C0C0C0"/>
                  </a:outerShdw>
                </a:effectLst>
                <a:latin typeface="Times New Roman" panose="02020603050405020304" pitchFamily="18" charset="0"/>
                <a:ea typeface="隶书" panose="02010509060101010101" pitchFamily="49" charset="-122"/>
              </a:rPr>
              <a:t> </a:t>
            </a:r>
            <a:r>
              <a:rPr lang="en-US" altLang="zh-CN" sz="2400">
                <a:solidFill>
                  <a:schemeClr val="tx2"/>
                </a:solidFill>
                <a:latin typeface="Times New Roman" panose="02020603050405020304" pitchFamily="18" charset="0"/>
                <a:ea typeface="隶书" panose="02010509060101010101" pitchFamily="49" charset="-122"/>
              </a:rPr>
              <a:t>Equations with source branch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 name="日期占位符 3"/>
          <p:cNvSpPr>
            <a:spLocks noGrp="1"/>
          </p:cNvSpPr>
          <p:nvPr>
            <p:ph type="dt" sz="quarter" idx="10"/>
          </p:nvPr>
        </p:nvSpPr>
        <p:spPr/>
        <p:txBody>
          <a:bodyPr/>
          <a:lstStyle/>
          <a:p>
            <a:pPr>
              <a:defRPr/>
            </a:pPr>
            <a:fld id="{23CB7E8B-BF3D-4D11-8B57-4B1785C8EE4B}" type="datetime1">
              <a:rPr lang="zh-CN" altLang="en-US"/>
              <a:pPr>
                <a:defRPr/>
              </a:pPr>
              <a:t>2024/8/17</a:t>
            </a:fld>
            <a:endParaRPr lang="en-US" altLang="zh-CN"/>
          </a:p>
        </p:txBody>
      </p:sp>
      <p:sp>
        <p:nvSpPr>
          <p:cNvPr id="24" name="页脚占位符 4"/>
          <p:cNvSpPr>
            <a:spLocks noGrp="1"/>
          </p:cNvSpPr>
          <p:nvPr>
            <p:ph type="ftr" sz="quarter" idx="11"/>
          </p:nvPr>
        </p:nvSpPr>
        <p:spPr/>
        <p:txBody>
          <a:bodyPr/>
          <a:lstStyle/>
          <a:p>
            <a:pPr>
              <a:defRPr/>
            </a:pPr>
            <a:r>
              <a:rPr lang="zh-CN" altLang="en-US"/>
              <a:t>电路理论</a:t>
            </a:r>
            <a:endParaRPr lang="en-US" altLang="zh-CN"/>
          </a:p>
        </p:txBody>
      </p:sp>
      <p:sp>
        <p:nvSpPr>
          <p:cNvPr id="25" name="灯片编号占位符 5"/>
          <p:cNvSpPr>
            <a:spLocks noGrp="1"/>
          </p:cNvSpPr>
          <p:nvPr>
            <p:ph type="sldNum" sz="quarter" idx="12"/>
          </p:nvPr>
        </p:nvSpPr>
        <p:spPr/>
        <p:txBody>
          <a:bodyPr/>
          <a:lstStyle/>
          <a:p>
            <a:pPr>
              <a:defRPr/>
            </a:pPr>
            <a:fld id="{02FD5ECF-B95A-41F7-8BC2-D785B0AD8445}" type="slidenum">
              <a:rPr lang="en-US" altLang="zh-CN"/>
              <a:pPr>
                <a:defRPr/>
              </a:pPr>
              <a:t>35</a:t>
            </a:fld>
            <a:endParaRPr lang="en-US" altLang="zh-CN"/>
          </a:p>
        </p:txBody>
      </p:sp>
      <p:sp>
        <p:nvSpPr>
          <p:cNvPr id="16389" name="Rectangle 2"/>
          <p:cNvSpPr>
            <a:spLocks noGrp="1" noChangeArrowheads="1"/>
          </p:cNvSpPr>
          <p:nvPr>
            <p:ph type="title"/>
          </p:nvPr>
        </p:nvSpPr>
        <p:spPr>
          <a:xfrm>
            <a:off x="381000" y="304800"/>
            <a:ext cx="8458200" cy="533400"/>
          </a:xfrm>
        </p:spPr>
        <p:txBody>
          <a:bodyPr/>
          <a:lstStyle/>
          <a:p>
            <a:pPr algn="l" eaLnBrk="1" hangingPunct="1"/>
            <a:r>
              <a:rPr lang="en-US" altLang="zh-CN" sz="2800">
                <a:solidFill>
                  <a:srgbClr val="FF0000"/>
                </a:solidFill>
              </a:rPr>
              <a:t>2.</a:t>
            </a:r>
            <a:r>
              <a:rPr lang="zh-CN" altLang="en-US" sz="2800">
                <a:solidFill>
                  <a:srgbClr val="FF0000"/>
                </a:solidFill>
              </a:rPr>
              <a:t>快速列写法</a:t>
            </a:r>
            <a:endParaRPr lang="en-US" altLang="zh-CN" sz="2800" b="1">
              <a:solidFill>
                <a:srgbClr val="FF0000"/>
              </a:solidFill>
            </a:endParaRPr>
          </a:p>
        </p:txBody>
      </p:sp>
      <p:graphicFrame>
        <p:nvGraphicFramePr>
          <p:cNvPr id="16390" name="Object 3"/>
          <p:cNvGraphicFramePr>
            <a:graphicFrameLocks noChangeAspect="1"/>
          </p:cNvGraphicFramePr>
          <p:nvPr/>
        </p:nvGraphicFramePr>
        <p:xfrm>
          <a:off x="3810000" y="196850"/>
          <a:ext cx="5092700" cy="3917950"/>
        </p:xfrm>
        <a:graphic>
          <a:graphicData uri="http://schemas.openxmlformats.org/presentationml/2006/ole">
            <mc:AlternateContent xmlns:mc="http://schemas.openxmlformats.org/markup-compatibility/2006">
              <mc:Choice xmlns:v="urn:schemas-microsoft-com:vml" Requires="v">
                <p:oleObj name="Visio" r:id="rId2" imgW="2856357" imgH="2203132" progId="Visio.Drawing.11">
                  <p:embed/>
                </p:oleObj>
              </mc:Choice>
              <mc:Fallback>
                <p:oleObj name="Visio" r:id="rId2" imgW="2856357" imgH="2203132" progId="Visio.Drawing.11">
                  <p:embed/>
                  <p:pic>
                    <p:nvPicPr>
                      <p:cNvPr id="1639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196850"/>
                        <a:ext cx="5092700" cy="391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8"/>
          <p:cNvGraphicFramePr>
            <a:graphicFrameLocks noChangeAspect="1"/>
          </p:cNvGraphicFramePr>
          <p:nvPr/>
        </p:nvGraphicFramePr>
        <p:xfrm>
          <a:off x="141288" y="3848100"/>
          <a:ext cx="3452812" cy="1093788"/>
        </p:xfrm>
        <a:graphic>
          <a:graphicData uri="http://schemas.openxmlformats.org/presentationml/2006/ole">
            <mc:AlternateContent xmlns:mc="http://schemas.openxmlformats.org/markup-compatibility/2006">
              <mc:Choice xmlns:v="urn:schemas-microsoft-com:vml" Requires="v">
                <p:oleObj name="Equation" r:id="rId4" imgW="1841500" imgH="584200" progId="Equation.DSMT4">
                  <p:embed/>
                </p:oleObj>
              </mc:Choice>
              <mc:Fallback>
                <p:oleObj name="Equation" r:id="rId4" imgW="1841500" imgH="584200" progId="Equation.DSMT4">
                  <p:embed/>
                  <p:pic>
                    <p:nvPicPr>
                      <p:cNvPr id="16391"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288" y="3848100"/>
                        <a:ext cx="3452812" cy="109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2" name="Object 9"/>
          <p:cNvGraphicFramePr>
            <a:graphicFrameLocks noChangeAspect="1"/>
          </p:cNvGraphicFramePr>
          <p:nvPr/>
        </p:nvGraphicFramePr>
        <p:xfrm>
          <a:off x="215900" y="765175"/>
          <a:ext cx="3430588" cy="1625600"/>
        </p:xfrm>
        <a:graphic>
          <a:graphicData uri="http://schemas.openxmlformats.org/presentationml/2006/ole">
            <mc:AlternateContent xmlns:mc="http://schemas.openxmlformats.org/markup-compatibility/2006">
              <mc:Choice xmlns:v="urn:schemas-microsoft-com:vml" Requires="v">
                <p:oleObj name="Equation" r:id="rId6" imgW="1714500" imgH="812800" progId="Equation.DSMT4">
                  <p:embed/>
                </p:oleObj>
              </mc:Choice>
              <mc:Fallback>
                <p:oleObj name="Equation" r:id="rId6" imgW="1714500" imgH="812800" progId="Equation.DSMT4">
                  <p:embed/>
                  <p:pic>
                    <p:nvPicPr>
                      <p:cNvPr id="16392"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900" y="765175"/>
                        <a:ext cx="3430588"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3" name="Object 10"/>
          <p:cNvGraphicFramePr>
            <a:graphicFrameLocks noChangeAspect="1"/>
          </p:cNvGraphicFramePr>
          <p:nvPr/>
        </p:nvGraphicFramePr>
        <p:xfrm>
          <a:off x="152400" y="2347913"/>
          <a:ext cx="3429000" cy="1512887"/>
        </p:xfrm>
        <a:graphic>
          <a:graphicData uri="http://schemas.openxmlformats.org/presentationml/2006/ole">
            <mc:AlternateContent xmlns:mc="http://schemas.openxmlformats.org/markup-compatibility/2006">
              <mc:Choice xmlns:v="urn:schemas-microsoft-com:vml" Requires="v">
                <p:oleObj name="Equation" r:id="rId8" imgW="1841500" imgH="812800" progId="Equation.DSMT4">
                  <p:embed/>
                </p:oleObj>
              </mc:Choice>
              <mc:Fallback>
                <p:oleObj name="Equation" r:id="rId8" imgW="1841500" imgH="812800" progId="Equation.DSMT4">
                  <p:embed/>
                  <p:pic>
                    <p:nvPicPr>
                      <p:cNvPr id="16393"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 y="2347913"/>
                        <a:ext cx="3429000" cy="1512887"/>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4" name="Object 12"/>
          <p:cNvGraphicFramePr>
            <a:graphicFrameLocks noChangeAspect="1"/>
          </p:cNvGraphicFramePr>
          <p:nvPr/>
        </p:nvGraphicFramePr>
        <p:xfrm>
          <a:off x="4659313" y="4437063"/>
          <a:ext cx="3965575" cy="512762"/>
        </p:xfrm>
        <a:graphic>
          <a:graphicData uri="http://schemas.openxmlformats.org/presentationml/2006/ole">
            <mc:AlternateContent xmlns:mc="http://schemas.openxmlformats.org/markup-compatibility/2006">
              <mc:Choice xmlns:v="urn:schemas-microsoft-com:vml" Requires="v">
                <p:oleObj name="Equation" r:id="rId10" imgW="1765300" imgH="228600" progId="Equation.DSMT4">
                  <p:embed/>
                </p:oleObj>
              </mc:Choice>
              <mc:Fallback>
                <p:oleObj name="Equation" r:id="rId10" imgW="1765300" imgH="228600" progId="Equation.DSMT4">
                  <p:embed/>
                  <p:pic>
                    <p:nvPicPr>
                      <p:cNvPr id="16394"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59313" y="4437063"/>
                        <a:ext cx="3965575" cy="512762"/>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5" name="Object 13"/>
          <p:cNvGraphicFramePr>
            <a:graphicFrameLocks noChangeAspect="1"/>
          </p:cNvGraphicFramePr>
          <p:nvPr/>
        </p:nvGraphicFramePr>
        <p:xfrm>
          <a:off x="4673600" y="3933825"/>
          <a:ext cx="3852863" cy="512763"/>
        </p:xfrm>
        <a:graphic>
          <a:graphicData uri="http://schemas.openxmlformats.org/presentationml/2006/ole">
            <mc:AlternateContent xmlns:mc="http://schemas.openxmlformats.org/markup-compatibility/2006">
              <mc:Choice xmlns:v="urn:schemas-microsoft-com:vml" Requires="v">
                <p:oleObj name="Equation" r:id="rId12" imgW="1714500" imgH="228600" progId="Equation.DSMT4">
                  <p:embed/>
                </p:oleObj>
              </mc:Choice>
              <mc:Fallback>
                <p:oleObj name="Equation" r:id="rId12" imgW="1714500" imgH="228600" progId="Equation.DSMT4">
                  <p:embed/>
                  <p:pic>
                    <p:nvPicPr>
                      <p:cNvPr id="16395"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73600" y="3933825"/>
                        <a:ext cx="3852863"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57" name="Object 17"/>
          <p:cNvGraphicFramePr>
            <a:graphicFrameLocks noChangeAspect="1"/>
          </p:cNvGraphicFramePr>
          <p:nvPr/>
        </p:nvGraphicFramePr>
        <p:xfrm>
          <a:off x="107950" y="5373688"/>
          <a:ext cx="3043238" cy="503237"/>
        </p:xfrm>
        <a:graphic>
          <a:graphicData uri="http://schemas.openxmlformats.org/presentationml/2006/ole">
            <mc:AlternateContent xmlns:mc="http://schemas.openxmlformats.org/markup-compatibility/2006">
              <mc:Choice xmlns:v="urn:schemas-microsoft-com:vml" Requires="v">
                <p:oleObj name="Equation" r:id="rId14" imgW="1333613" imgH="176264" progId="Equation.DSMT4">
                  <p:embed/>
                </p:oleObj>
              </mc:Choice>
              <mc:Fallback>
                <p:oleObj name="Equation" r:id="rId14" imgW="1333613" imgH="176264" progId="Equation.DSMT4">
                  <p:embed/>
                  <p:pic>
                    <p:nvPicPr>
                      <p:cNvPr id="215057"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7950" y="5373688"/>
                        <a:ext cx="3043238" cy="503237"/>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58" name="Object 18"/>
          <p:cNvGraphicFramePr>
            <a:graphicFrameLocks noChangeAspect="1"/>
          </p:cNvGraphicFramePr>
          <p:nvPr/>
        </p:nvGraphicFramePr>
        <p:xfrm>
          <a:off x="109538" y="5734050"/>
          <a:ext cx="3430587" cy="530225"/>
        </p:xfrm>
        <a:graphic>
          <a:graphicData uri="http://schemas.openxmlformats.org/presentationml/2006/ole">
            <mc:AlternateContent xmlns:mc="http://schemas.openxmlformats.org/markup-compatibility/2006">
              <mc:Choice xmlns:v="urn:schemas-microsoft-com:vml" Requires="v">
                <p:oleObj name="Equation" r:id="rId16" imgW="1509586" imgH="190413" progId="Equation.DSMT4">
                  <p:embed/>
                </p:oleObj>
              </mc:Choice>
              <mc:Fallback>
                <p:oleObj name="Equation" r:id="rId16" imgW="1509586" imgH="190413" progId="Equation.DSMT4">
                  <p:embed/>
                  <p:pic>
                    <p:nvPicPr>
                      <p:cNvPr id="215058"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9538" y="5734050"/>
                        <a:ext cx="3430587" cy="530225"/>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59" name="Object 19"/>
          <p:cNvGraphicFramePr>
            <a:graphicFrameLocks noChangeAspect="1"/>
          </p:cNvGraphicFramePr>
          <p:nvPr/>
        </p:nvGraphicFramePr>
        <p:xfrm>
          <a:off x="122238" y="6165850"/>
          <a:ext cx="4943475" cy="503238"/>
        </p:xfrm>
        <a:graphic>
          <a:graphicData uri="http://schemas.openxmlformats.org/presentationml/2006/ole">
            <mc:AlternateContent xmlns:mc="http://schemas.openxmlformats.org/markup-compatibility/2006">
              <mc:Choice xmlns:v="urn:schemas-microsoft-com:vml" Requires="v">
                <p:oleObj name="Equation" r:id="rId18" imgW="2195461" imgH="176264" progId="Equation.DSMT4">
                  <p:embed/>
                </p:oleObj>
              </mc:Choice>
              <mc:Fallback>
                <p:oleObj name="Equation" r:id="rId18" imgW="2195461" imgH="176264" progId="Equation.DSMT4">
                  <p:embed/>
                  <p:pic>
                    <p:nvPicPr>
                      <p:cNvPr id="215059"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2238" y="6165850"/>
                        <a:ext cx="4943475" cy="503238"/>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9" name="Line 21"/>
          <p:cNvSpPr>
            <a:spLocks noChangeShapeType="1"/>
          </p:cNvSpPr>
          <p:nvPr/>
        </p:nvSpPr>
        <p:spPr bwMode="auto">
          <a:xfrm>
            <a:off x="3779838" y="1057275"/>
            <a:ext cx="0" cy="4191000"/>
          </a:xfrm>
          <a:prstGeom prst="line">
            <a:avLst/>
          </a:prstGeom>
          <a:noFill/>
          <a:ln w="28575">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400" name="Object 23"/>
          <p:cNvGraphicFramePr>
            <a:graphicFrameLocks noChangeAspect="1"/>
          </p:cNvGraphicFramePr>
          <p:nvPr/>
        </p:nvGraphicFramePr>
        <p:xfrm>
          <a:off x="4953000" y="2339975"/>
          <a:ext cx="1630363" cy="1089025"/>
        </p:xfrm>
        <a:graphic>
          <a:graphicData uri="http://schemas.openxmlformats.org/presentationml/2006/ole">
            <mc:AlternateContent xmlns:mc="http://schemas.openxmlformats.org/markup-compatibility/2006">
              <mc:Choice xmlns:v="urn:schemas-microsoft-com:vml" Requires="v">
                <p:oleObj name="Visio" r:id="rId20" imgW="1066950" imgH="704763" progId="Visio.Drawing.11">
                  <p:embed/>
                </p:oleObj>
              </mc:Choice>
              <mc:Fallback>
                <p:oleObj name="Visio" r:id="rId20" imgW="1066950" imgH="704763" progId="Visio.Drawing.11">
                  <p:embed/>
                  <p:pic>
                    <p:nvPicPr>
                      <p:cNvPr id="16400"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53000" y="2339975"/>
                        <a:ext cx="1630363" cy="108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401" name="Object 24"/>
          <p:cNvGraphicFramePr>
            <a:graphicFrameLocks noChangeAspect="1"/>
          </p:cNvGraphicFramePr>
          <p:nvPr/>
        </p:nvGraphicFramePr>
        <p:xfrm>
          <a:off x="4673600" y="4941888"/>
          <a:ext cx="3937000" cy="514350"/>
        </p:xfrm>
        <a:graphic>
          <a:graphicData uri="http://schemas.openxmlformats.org/presentationml/2006/ole">
            <mc:AlternateContent xmlns:mc="http://schemas.openxmlformats.org/markup-compatibility/2006">
              <mc:Choice xmlns:v="urn:schemas-microsoft-com:vml" Requires="v">
                <p:oleObj name="Equation" r:id="rId22" imgW="1752600" imgH="228600" progId="Equation.DSMT4">
                  <p:embed/>
                </p:oleObj>
              </mc:Choice>
              <mc:Fallback>
                <p:oleObj name="Equation" r:id="rId22" imgW="1752600" imgH="228600" progId="Equation.DSMT4">
                  <p:embed/>
                  <p:pic>
                    <p:nvPicPr>
                      <p:cNvPr id="16401" name="Object 2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673600" y="4941888"/>
                        <a:ext cx="3937000"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65" name="Rectangle 25"/>
          <p:cNvSpPr>
            <a:spLocks noChangeArrowheads="1"/>
          </p:cNvSpPr>
          <p:nvPr/>
        </p:nvSpPr>
        <p:spPr bwMode="auto">
          <a:xfrm>
            <a:off x="3402013" y="5392180"/>
            <a:ext cx="50321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r>
              <a:rPr lang="en-US" altLang="zh-CN" dirty="0">
                <a:solidFill>
                  <a:schemeClr val="accent2"/>
                </a:solidFill>
                <a:ea typeface="华文新魏" panose="02010800040101010101" pitchFamily="2" charset="-122"/>
              </a:rPr>
              <a:t> </a:t>
            </a:r>
            <a:r>
              <a:rPr lang="zh-CN" altLang="en-US" dirty="0">
                <a:solidFill>
                  <a:schemeClr val="accent2"/>
                </a:solidFill>
                <a:ea typeface="华文新魏" panose="02010800040101010101" pitchFamily="2" charset="-122"/>
              </a:rPr>
              <a:t>自电导</a:t>
            </a:r>
            <a:r>
              <a:rPr lang="en-US" altLang="zh-CN" dirty="0">
                <a:solidFill>
                  <a:schemeClr val="accent2"/>
                </a:solidFill>
                <a:ea typeface="华文新魏" panose="02010800040101010101" pitchFamily="2" charset="-122"/>
              </a:rPr>
              <a:t>——</a:t>
            </a:r>
            <a:r>
              <a:rPr lang="en-US" altLang="zh-CN" dirty="0">
                <a:solidFill>
                  <a:schemeClr val="accent2"/>
                </a:solidFill>
                <a:latin typeface="隶书" panose="02010509060101010101" pitchFamily="49" charset="-122"/>
                <a:ea typeface="隶书" panose="02010509060101010101" pitchFamily="49" charset="-122"/>
              </a:rPr>
              <a:t>k</a:t>
            </a:r>
            <a:r>
              <a:rPr lang="zh-CN" altLang="en-US" dirty="0">
                <a:solidFill>
                  <a:schemeClr val="accent2"/>
                </a:solidFill>
                <a:latin typeface="隶书" panose="02010509060101010101" pitchFamily="49" charset="-122"/>
                <a:ea typeface="隶书" panose="02010509060101010101" pitchFamily="49" charset="-122"/>
              </a:rPr>
              <a:t>结点上各支路电导之和</a:t>
            </a:r>
          </a:p>
        </p:txBody>
      </p:sp>
      <p:sp>
        <p:nvSpPr>
          <p:cNvPr id="215066" name="Rectangle 26"/>
          <p:cNvSpPr>
            <a:spLocks noChangeArrowheads="1"/>
          </p:cNvSpPr>
          <p:nvPr/>
        </p:nvSpPr>
        <p:spPr bwMode="auto">
          <a:xfrm>
            <a:off x="3466570" y="5741987"/>
            <a:ext cx="54938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r>
              <a:rPr lang="zh-CN" altLang="en-US" dirty="0">
                <a:solidFill>
                  <a:schemeClr val="accent2"/>
                </a:solidFill>
                <a:ea typeface="华文新魏" panose="02010800040101010101" pitchFamily="2" charset="-122"/>
              </a:rPr>
              <a:t>互电导</a:t>
            </a:r>
            <a:r>
              <a:rPr lang="en-US" altLang="zh-CN" dirty="0">
                <a:solidFill>
                  <a:schemeClr val="accent2"/>
                </a:solidFill>
                <a:ea typeface="华文新魏" panose="02010800040101010101" pitchFamily="2" charset="-122"/>
              </a:rPr>
              <a:t> ——</a:t>
            </a:r>
            <a:r>
              <a:rPr lang="en-US" altLang="zh-CN" dirty="0">
                <a:solidFill>
                  <a:schemeClr val="accent2"/>
                </a:solidFill>
                <a:latin typeface="隶书" panose="02010509060101010101" pitchFamily="49" charset="-122"/>
                <a:ea typeface="隶书" panose="02010509060101010101" pitchFamily="49" charset="-122"/>
              </a:rPr>
              <a:t>k</a:t>
            </a:r>
            <a:r>
              <a:rPr lang="zh-CN" altLang="en-US" dirty="0">
                <a:solidFill>
                  <a:schemeClr val="accent2"/>
                </a:solidFill>
                <a:latin typeface="隶书" panose="02010509060101010101" pitchFamily="49" charset="-122"/>
                <a:ea typeface="隶书" panose="02010509060101010101" pitchFamily="49" charset="-122"/>
              </a:rPr>
              <a:t>、</a:t>
            </a:r>
            <a:r>
              <a:rPr lang="en-US" altLang="zh-CN" dirty="0">
                <a:solidFill>
                  <a:schemeClr val="accent2"/>
                </a:solidFill>
                <a:latin typeface="隶书" panose="02010509060101010101" pitchFamily="49" charset="-122"/>
                <a:ea typeface="隶书" panose="02010509060101010101" pitchFamily="49" charset="-122"/>
              </a:rPr>
              <a:t>j</a:t>
            </a:r>
            <a:r>
              <a:rPr lang="zh-CN" altLang="en-US" dirty="0">
                <a:solidFill>
                  <a:schemeClr val="accent2"/>
                </a:solidFill>
                <a:latin typeface="隶书" panose="02010509060101010101" pitchFamily="49" charset="-122"/>
                <a:ea typeface="隶书" panose="02010509060101010101" pitchFamily="49" charset="-122"/>
              </a:rPr>
              <a:t>结点间支路电导的负值</a:t>
            </a:r>
          </a:p>
        </p:txBody>
      </p:sp>
      <p:sp>
        <p:nvSpPr>
          <p:cNvPr id="215067" name="Rectangle 27"/>
          <p:cNvSpPr>
            <a:spLocks noChangeArrowheads="1"/>
          </p:cNvSpPr>
          <p:nvPr/>
        </p:nvSpPr>
        <p:spPr bwMode="auto">
          <a:xfrm>
            <a:off x="4271963" y="6165850"/>
            <a:ext cx="490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r>
              <a:rPr lang="en-US" altLang="zh-CN">
                <a:solidFill>
                  <a:schemeClr val="accent2"/>
                </a:solidFill>
                <a:ea typeface="华文新魏" panose="02010800040101010101" pitchFamily="2" charset="-122"/>
              </a:rPr>
              <a:t>        —</a:t>
            </a:r>
            <a:r>
              <a:rPr lang="zh-CN" altLang="en-US">
                <a:solidFill>
                  <a:schemeClr val="accent2"/>
                </a:solidFill>
                <a:ea typeface="华文新魏" panose="02010800040101010101" pitchFamily="2" charset="-122"/>
              </a:rPr>
              <a:t>流入</a:t>
            </a:r>
            <a:r>
              <a:rPr lang="en-US" altLang="zh-CN">
                <a:solidFill>
                  <a:schemeClr val="accent2"/>
                </a:solidFill>
                <a:latin typeface="隶书" panose="02010509060101010101" pitchFamily="49" charset="-122"/>
                <a:ea typeface="隶书" panose="02010509060101010101" pitchFamily="49" charset="-122"/>
              </a:rPr>
              <a:t>k</a:t>
            </a:r>
            <a:r>
              <a:rPr lang="zh-CN" altLang="en-US">
                <a:solidFill>
                  <a:schemeClr val="accent2"/>
                </a:solidFill>
                <a:latin typeface="隶书" panose="02010509060101010101" pitchFamily="49" charset="-122"/>
                <a:ea typeface="隶书" panose="02010509060101010101" pitchFamily="49" charset="-122"/>
              </a:rPr>
              <a:t>结点所有电流源代数和</a:t>
            </a:r>
          </a:p>
        </p:txBody>
      </p:sp>
      <p:sp>
        <p:nvSpPr>
          <p:cNvPr id="215069" name="Line 29"/>
          <p:cNvSpPr>
            <a:spLocks noChangeShapeType="1"/>
          </p:cNvSpPr>
          <p:nvPr/>
        </p:nvSpPr>
        <p:spPr bwMode="auto">
          <a:xfrm>
            <a:off x="5292725" y="3079750"/>
            <a:ext cx="287338" cy="0"/>
          </a:xfrm>
          <a:prstGeom prst="line">
            <a:avLst/>
          </a:prstGeom>
          <a:noFill/>
          <a:ln w="381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70" name="Line 30"/>
          <p:cNvSpPr>
            <a:spLocks noChangeShapeType="1"/>
          </p:cNvSpPr>
          <p:nvPr/>
        </p:nvSpPr>
        <p:spPr bwMode="auto">
          <a:xfrm>
            <a:off x="6300788" y="992188"/>
            <a:ext cx="287337" cy="0"/>
          </a:xfrm>
          <a:prstGeom prst="line">
            <a:avLst/>
          </a:prstGeom>
          <a:noFill/>
          <a:ln w="381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71" name="Line 31"/>
          <p:cNvSpPr>
            <a:spLocks noChangeShapeType="1"/>
          </p:cNvSpPr>
          <p:nvPr/>
        </p:nvSpPr>
        <p:spPr bwMode="auto">
          <a:xfrm>
            <a:off x="4687888" y="2276475"/>
            <a:ext cx="0" cy="215900"/>
          </a:xfrm>
          <a:prstGeom prst="line">
            <a:avLst/>
          </a:prstGeom>
          <a:noFill/>
          <a:ln w="381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73" name="Rectangle 33"/>
          <p:cNvSpPr>
            <a:spLocks noChangeArrowheads="1"/>
          </p:cNvSpPr>
          <p:nvPr/>
        </p:nvSpPr>
        <p:spPr bwMode="auto">
          <a:xfrm>
            <a:off x="179388" y="825500"/>
            <a:ext cx="3455987" cy="792163"/>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215074" name="Oval 34"/>
          <p:cNvSpPr>
            <a:spLocks noChangeArrowheads="1"/>
          </p:cNvSpPr>
          <p:nvPr/>
        </p:nvSpPr>
        <p:spPr bwMode="auto">
          <a:xfrm>
            <a:off x="4211638" y="1628775"/>
            <a:ext cx="647700" cy="576263"/>
          </a:xfrm>
          <a:prstGeom prst="ellipse">
            <a:avLst/>
          </a:prstGeom>
          <a:noFill/>
          <a:ln w="19050">
            <a:solidFill>
              <a:srgbClr val="FF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50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15065"/>
                                        </p:tgtEl>
                                        <p:attrNameLst>
                                          <p:attrName>style.visibility</p:attrName>
                                        </p:attrNameLst>
                                      </p:cBhvr>
                                      <p:to>
                                        <p:strVal val="visible"/>
                                      </p:to>
                                    </p:set>
                                    <p:animEffect transition="in" filter="wipe(left)">
                                      <p:cBhvr>
                                        <p:cTn id="11" dur="1000"/>
                                        <p:tgtEl>
                                          <p:spTgt spid="21506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215058"/>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15066"/>
                                        </p:tgtEl>
                                        <p:attrNameLst>
                                          <p:attrName>style.visibility</p:attrName>
                                        </p:attrNameLst>
                                      </p:cBhvr>
                                      <p:to>
                                        <p:strVal val="visible"/>
                                      </p:to>
                                    </p:set>
                                    <p:animEffect transition="in" filter="wipe(left)">
                                      <p:cBhvr>
                                        <p:cTn id="20" dur="1000"/>
                                        <p:tgtEl>
                                          <p:spTgt spid="21506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21505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15067"/>
                                        </p:tgtEl>
                                        <p:attrNameLst>
                                          <p:attrName>style.visibility</p:attrName>
                                        </p:attrNameLst>
                                      </p:cBhvr>
                                      <p:to>
                                        <p:strVal val="visible"/>
                                      </p:to>
                                    </p:set>
                                    <p:animEffect transition="in" filter="wipe(left)">
                                      <p:cBhvr>
                                        <p:cTn id="29" dur="1000"/>
                                        <p:tgtEl>
                                          <p:spTgt spid="21506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9" fill="hold" grpId="0" nodeType="clickEffect">
                                  <p:stCondLst>
                                    <p:cond delay="0"/>
                                  </p:stCondLst>
                                  <p:childTnLst>
                                    <p:set>
                                      <p:cBhvr>
                                        <p:cTn id="33" dur="1" fill="hold">
                                          <p:stCondLst>
                                            <p:cond delay="0"/>
                                          </p:stCondLst>
                                        </p:cTn>
                                        <p:tgtEl>
                                          <p:spTgt spid="215074"/>
                                        </p:tgtEl>
                                        <p:attrNameLst>
                                          <p:attrName>style.visibility</p:attrName>
                                        </p:attrNameLst>
                                      </p:cBhvr>
                                      <p:to>
                                        <p:strVal val="visible"/>
                                      </p:to>
                                    </p:set>
                                    <p:anim calcmode="lin" valueType="num">
                                      <p:cBhvr additive="base">
                                        <p:cTn id="34" dur="3000" fill="hold"/>
                                        <p:tgtEl>
                                          <p:spTgt spid="215074"/>
                                        </p:tgtEl>
                                        <p:attrNameLst>
                                          <p:attrName>ppt_x</p:attrName>
                                        </p:attrNameLst>
                                      </p:cBhvr>
                                      <p:tavLst>
                                        <p:tav tm="0">
                                          <p:val>
                                            <p:strVal val="0-#ppt_w/2"/>
                                          </p:val>
                                        </p:tav>
                                        <p:tav tm="100000">
                                          <p:val>
                                            <p:strVal val="#ppt_x"/>
                                          </p:val>
                                        </p:tav>
                                      </p:tavLst>
                                    </p:anim>
                                    <p:anim calcmode="lin" valueType="num">
                                      <p:cBhvr additive="base">
                                        <p:cTn id="35" dur="3000" fill="hold"/>
                                        <p:tgtEl>
                                          <p:spTgt spid="215074"/>
                                        </p:tgtEl>
                                        <p:attrNameLst>
                                          <p:attrName>ppt_y</p:attrName>
                                        </p:attrNameLst>
                                      </p:cBhvr>
                                      <p:tavLst>
                                        <p:tav tm="0">
                                          <p:val>
                                            <p:strVal val="0-#ppt_h/2"/>
                                          </p:val>
                                        </p:tav>
                                        <p:tav tm="100000">
                                          <p:val>
                                            <p:strVal val="#ppt_y"/>
                                          </p:val>
                                        </p:tav>
                                      </p:tavLst>
                                    </p:anim>
                                  </p:childTnLst>
                                </p:cTn>
                              </p:par>
                            </p:childTnLst>
                          </p:cTn>
                        </p:par>
                        <p:par>
                          <p:cTn id="36" fill="hold" nodeType="afterGroup">
                            <p:stCondLst>
                              <p:cond delay="3000"/>
                            </p:stCondLst>
                            <p:childTnLst>
                              <p:par>
                                <p:cTn id="37" presetID="2" presetClass="entr" presetSubtype="9" fill="hold" nodeType="afterEffect">
                                  <p:stCondLst>
                                    <p:cond delay="0"/>
                                  </p:stCondLst>
                                  <p:childTnLst>
                                    <p:set>
                                      <p:cBhvr>
                                        <p:cTn id="38" dur="1" fill="hold">
                                          <p:stCondLst>
                                            <p:cond delay="0"/>
                                          </p:stCondLst>
                                        </p:cTn>
                                        <p:tgtEl>
                                          <p:spTgt spid="215071"/>
                                        </p:tgtEl>
                                        <p:attrNameLst>
                                          <p:attrName>style.visibility</p:attrName>
                                        </p:attrNameLst>
                                      </p:cBhvr>
                                      <p:to>
                                        <p:strVal val="visible"/>
                                      </p:to>
                                    </p:set>
                                    <p:anim calcmode="lin" valueType="num">
                                      <p:cBhvr additive="base">
                                        <p:cTn id="39" dur="3000" fill="hold"/>
                                        <p:tgtEl>
                                          <p:spTgt spid="215071"/>
                                        </p:tgtEl>
                                        <p:attrNameLst>
                                          <p:attrName>ppt_x</p:attrName>
                                        </p:attrNameLst>
                                      </p:cBhvr>
                                      <p:tavLst>
                                        <p:tav tm="0">
                                          <p:val>
                                            <p:strVal val="0-#ppt_w/2"/>
                                          </p:val>
                                        </p:tav>
                                        <p:tav tm="100000">
                                          <p:val>
                                            <p:strVal val="#ppt_x"/>
                                          </p:val>
                                        </p:tav>
                                      </p:tavLst>
                                    </p:anim>
                                    <p:anim calcmode="lin" valueType="num">
                                      <p:cBhvr additive="base">
                                        <p:cTn id="40" dur="3000" fill="hold"/>
                                        <p:tgtEl>
                                          <p:spTgt spid="215071"/>
                                        </p:tgtEl>
                                        <p:attrNameLst>
                                          <p:attrName>ppt_y</p:attrName>
                                        </p:attrNameLst>
                                      </p:cBhvr>
                                      <p:tavLst>
                                        <p:tav tm="0">
                                          <p:val>
                                            <p:strVal val="0-#ppt_h/2"/>
                                          </p:val>
                                        </p:tav>
                                        <p:tav tm="100000">
                                          <p:val>
                                            <p:strVal val="#ppt_y"/>
                                          </p:val>
                                        </p:tav>
                                      </p:tavLst>
                                    </p:anim>
                                  </p:childTnLst>
                                </p:cTn>
                              </p:par>
                              <p:par>
                                <p:cTn id="41" presetID="2" presetClass="entr" presetSubtype="9" fill="hold" nodeType="withEffect">
                                  <p:stCondLst>
                                    <p:cond delay="0"/>
                                  </p:stCondLst>
                                  <p:childTnLst>
                                    <p:set>
                                      <p:cBhvr>
                                        <p:cTn id="42" dur="1" fill="hold">
                                          <p:stCondLst>
                                            <p:cond delay="0"/>
                                          </p:stCondLst>
                                        </p:cTn>
                                        <p:tgtEl>
                                          <p:spTgt spid="215069"/>
                                        </p:tgtEl>
                                        <p:attrNameLst>
                                          <p:attrName>style.visibility</p:attrName>
                                        </p:attrNameLst>
                                      </p:cBhvr>
                                      <p:to>
                                        <p:strVal val="visible"/>
                                      </p:to>
                                    </p:set>
                                    <p:anim calcmode="lin" valueType="num">
                                      <p:cBhvr additive="base">
                                        <p:cTn id="43" dur="3000" fill="hold"/>
                                        <p:tgtEl>
                                          <p:spTgt spid="215069"/>
                                        </p:tgtEl>
                                        <p:attrNameLst>
                                          <p:attrName>ppt_x</p:attrName>
                                        </p:attrNameLst>
                                      </p:cBhvr>
                                      <p:tavLst>
                                        <p:tav tm="0">
                                          <p:val>
                                            <p:strVal val="0-#ppt_w/2"/>
                                          </p:val>
                                        </p:tav>
                                        <p:tav tm="100000">
                                          <p:val>
                                            <p:strVal val="#ppt_x"/>
                                          </p:val>
                                        </p:tav>
                                      </p:tavLst>
                                    </p:anim>
                                    <p:anim calcmode="lin" valueType="num">
                                      <p:cBhvr additive="base">
                                        <p:cTn id="44" dur="3000" fill="hold"/>
                                        <p:tgtEl>
                                          <p:spTgt spid="215069"/>
                                        </p:tgtEl>
                                        <p:attrNameLst>
                                          <p:attrName>ppt_y</p:attrName>
                                        </p:attrNameLst>
                                      </p:cBhvr>
                                      <p:tavLst>
                                        <p:tav tm="0">
                                          <p:val>
                                            <p:strVal val="0-#ppt_h/2"/>
                                          </p:val>
                                        </p:tav>
                                        <p:tav tm="100000">
                                          <p:val>
                                            <p:strVal val="#ppt_y"/>
                                          </p:val>
                                        </p:tav>
                                      </p:tavLst>
                                    </p:anim>
                                  </p:childTnLst>
                                </p:cTn>
                              </p:par>
                              <p:par>
                                <p:cTn id="45" presetID="2" presetClass="entr" presetSubtype="9" fill="hold" nodeType="withEffect">
                                  <p:stCondLst>
                                    <p:cond delay="0"/>
                                  </p:stCondLst>
                                  <p:childTnLst>
                                    <p:set>
                                      <p:cBhvr>
                                        <p:cTn id="46" dur="1" fill="hold">
                                          <p:stCondLst>
                                            <p:cond delay="0"/>
                                          </p:stCondLst>
                                        </p:cTn>
                                        <p:tgtEl>
                                          <p:spTgt spid="215070"/>
                                        </p:tgtEl>
                                        <p:attrNameLst>
                                          <p:attrName>style.visibility</p:attrName>
                                        </p:attrNameLst>
                                      </p:cBhvr>
                                      <p:to>
                                        <p:strVal val="visible"/>
                                      </p:to>
                                    </p:set>
                                    <p:anim calcmode="lin" valueType="num">
                                      <p:cBhvr additive="base">
                                        <p:cTn id="47" dur="3000" fill="hold"/>
                                        <p:tgtEl>
                                          <p:spTgt spid="215070"/>
                                        </p:tgtEl>
                                        <p:attrNameLst>
                                          <p:attrName>ppt_x</p:attrName>
                                        </p:attrNameLst>
                                      </p:cBhvr>
                                      <p:tavLst>
                                        <p:tav tm="0">
                                          <p:val>
                                            <p:strVal val="0-#ppt_w/2"/>
                                          </p:val>
                                        </p:tav>
                                        <p:tav tm="100000">
                                          <p:val>
                                            <p:strVal val="#ppt_x"/>
                                          </p:val>
                                        </p:tav>
                                      </p:tavLst>
                                    </p:anim>
                                    <p:anim calcmode="lin" valueType="num">
                                      <p:cBhvr additive="base">
                                        <p:cTn id="48" dur="3000" fill="hold"/>
                                        <p:tgtEl>
                                          <p:spTgt spid="215070"/>
                                        </p:tgtEl>
                                        <p:attrNameLst>
                                          <p:attrName>ppt_y</p:attrName>
                                        </p:attrNameLst>
                                      </p:cBhvr>
                                      <p:tavLst>
                                        <p:tav tm="0">
                                          <p:val>
                                            <p:strVal val="0-#ppt_h/2"/>
                                          </p:val>
                                        </p:tav>
                                        <p:tav tm="100000">
                                          <p:val>
                                            <p:strVal val="#ppt_y"/>
                                          </p:val>
                                        </p:tav>
                                      </p:tavLst>
                                    </p:anim>
                                  </p:childTnLst>
                                </p:cTn>
                              </p:par>
                            </p:childTnLst>
                          </p:cTn>
                        </p:par>
                        <p:par>
                          <p:cTn id="49" fill="hold" nodeType="afterGroup">
                            <p:stCondLst>
                              <p:cond delay="6000"/>
                            </p:stCondLst>
                            <p:childTnLst>
                              <p:par>
                                <p:cTn id="50" presetID="2" presetClass="entr" presetSubtype="9" fill="hold" grpId="0" nodeType="afterEffect">
                                  <p:stCondLst>
                                    <p:cond delay="0"/>
                                  </p:stCondLst>
                                  <p:childTnLst>
                                    <p:set>
                                      <p:cBhvr>
                                        <p:cTn id="51" dur="1" fill="hold">
                                          <p:stCondLst>
                                            <p:cond delay="0"/>
                                          </p:stCondLst>
                                        </p:cTn>
                                        <p:tgtEl>
                                          <p:spTgt spid="215073"/>
                                        </p:tgtEl>
                                        <p:attrNameLst>
                                          <p:attrName>style.visibility</p:attrName>
                                        </p:attrNameLst>
                                      </p:cBhvr>
                                      <p:to>
                                        <p:strVal val="visible"/>
                                      </p:to>
                                    </p:set>
                                    <p:anim calcmode="lin" valueType="num">
                                      <p:cBhvr additive="base">
                                        <p:cTn id="52" dur="3000" fill="hold"/>
                                        <p:tgtEl>
                                          <p:spTgt spid="215073"/>
                                        </p:tgtEl>
                                        <p:attrNameLst>
                                          <p:attrName>ppt_x</p:attrName>
                                        </p:attrNameLst>
                                      </p:cBhvr>
                                      <p:tavLst>
                                        <p:tav tm="0">
                                          <p:val>
                                            <p:strVal val="0-#ppt_w/2"/>
                                          </p:val>
                                        </p:tav>
                                        <p:tav tm="100000">
                                          <p:val>
                                            <p:strVal val="#ppt_x"/>
                                          </p:val>
                                        </p:tav>
                                      </p:tavLst>
                                    </p:anim>
                                    <p:anim calcmode="lin" valueType="num">
                                      <p:cBhvr additive="base">
                                        <p:cTn id="53" dur="3000" fill="hold"/>
                                        <p:tgtEl>
                                          <p:spTgt spid="21507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5" grpId="0"/>
      <p:bldP spid="215066" grpId="0"/>
      <p:bldP spid="215067" grpId="0"/>
      <p:bldP spid="215073" grpId="0" animBg="1"/>
      <p:bldP spid="21507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203200" y="593725"/>
            <a:ext cx="2081213"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latin typeface="微软雅黑" panose="020B0503020204020204" pitchFamily="34" charset="-122"/>
                <a:ea typeface="微软雅黑" panose="020B0503020204020204" pitchFamily="34" charset="-122"/>
              </a:rPr>
              <a:t>将上述结论 推广到有</a:t>
            </a:r>
            <a:r>
              <a:rPr lang="en-US" altLang="zh-CN" b="1" i="1" dirty="0">
                <a:latin typeface="微软雅黑" panose="020B0503020204020204" pitchFamily="34" charset="-122"/>
                <a:ea typeface="微软雅黑" panose="020B0503020204020204" pitchFamily="34" charset="-122"/>
              </a:rPr>
              <a:t>n-</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个独立节点的仅含电阻、电流源的电路  </a:t>
            </a:r>
          </a:p>
        </p:txBody>
      </p:sp>
      <p:grpSp>
        <p:nvGrpSpPr>
          <p:cNvPr id="130051" name="Group 3"/>
          <p:cNvGrpSpPr>
            <a:grpSpLocks/>
          </p:cNvGrpSpPr>
          <p:nvPr/>
        </p:nvGrpSpPr>
        <p:grpSpPr bwMode="auto">
          <a:xfrm>
            <a:off x="2400300" y="403225"/>
            <a:ext cx="4468813" cy="2173288"/>
            <a:chOff x="960" y="362"/>
            <a:chExt cx="2815" cy="1369"/>
          </a:xfrm>
        </p:grpSpPr>
        <p:sp>
          <p:nvSpPr>
            <p:cNvPr id="130052" name="Text Box 4"/>
            <p:cNvSpPr txBox="1">
              <a:spLocks noChangeArrowheads="1"/>
            </p:cNvSpPr>
            <p:nvPr/>
          </p:nvSpPr>
          <p:spPr bwMode="auto">
            <a:xfrm>
              <a:off x="1104" y="362"/>
              <a:ext cx="262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400" b="1" i="1">
                  <a:solidFill>
                    <a:srgbClr val="3333FF"/>
                  </a:solidFill>
                  <a:latin typeface="+mn-lt"/>
                </a:rPr>
                <a:t>G</a:t>
              </a:r>
              <a:r>
                <a:rPr lang="en-US" altLang="zh-CN" sz="2400" b="1" baseline="-25000">
                  <a:solidFill>
                    <a:srgbClr val="3333FF"/>
                  </a:solidFill>
                  <a:latin typeface="+mn-lt"/>
                </a:rPr>
                <a:t>11</a:t>
              </a:r>
              <a:r>
                <a:rPr lang="en-US" altLang="zh-CN" sz="2400" b="1" i="1">
                  <a:solidFill>
                    <a:srgbClr val="3333FF"/>
                  </a:solidFill>
                  <a:latin typeface="+mn-lt"/>
                </a:rPr>
                <a:t>u</a:t>
              </a:r>
              <a:r>
                <a:rPr lang="en-US" altLang="zh-CN" sz="2400" b="1" baseline="-25000">
                  <a:solidFill>
                    <a:srgbClr val="3333FF"/>
                  </a:solidFill>
                  <a:latin typeface="+mn-lt"/>
                </a:rPr>
                <a:t>n1</a:t>
              </a:r>
              <a:r>
                <a:rPr lang="en-US" altLang="zh-CN" sz="2400" b="1">
                  <a:solidFill>
                    <a:srgbClr val="3333FF"/>
                  </a:solidFill>
                  <a:latin typeface="+mn-lt"/>
                </a:rPr>
                <a:t>+</a:t>
              </a:r>
              <a:r>
                <a:rPr lang="en-US" altLang="zh-CN" sz="2400" b="1" i="1">
                  <a:solidFill>
                    <a:srgbClr val="3333FF"/>
                  </a:solidFill>
                  <a:latin typeface="+mn-lt"/>
                </a:rPr>
                <a:t>G</a:t>
              </a:r>
              <a:r>
                <a:rPr lang="en-US" altLang="zh-CN" sz="2400" b="1" baseline="-25000">
                  <a:solidFill>
                    <a:srgbClr val="3333FF"/>
                  </a:solidFill>
                  <a:latin typeface="+mn-lt"/>
                </a:rPr>
                <a:t>12</a:t>
              </a:r>
              <a:r>
                <a:rPr lang="en-US" altLang="zh-CN" sz="2400" b="1" i="1">
                  <a:solidFill>
                    <a:srgbClr val="3333FF"/>
                  </a:solidFill>
                  <a:latin typeface="+mn-lt"/>
                </a:rPr>
                <a:t>u</a:t>
              </a:r>
              <a:r>
                <a:rPr lang="en-US" altLang="zh-CN" sz="2400" b="1" baseline="-25000">
                  <a:solidFill>
                    <a:srgbClr val="3333FF"/>
                  </a:solidFill>
                  <a:latin typeface="+mn-lt"/>
                </a:rPr>
                <a:t>n2</a:t>
              </a:r>
              <a:r>
                <a:rPr lang="en-US" altLang="zh-CN" sz="2400" b="1">
                  <a:solidFill>
                    <a:srgbClr val="3333FF"/>
                  </a:solidFill>
                  <a:latin typeface="+mn-lt"/>
                </a:rPr>
                <a:t>+…+</a:t>
              </a:r>
              <a:r>
                <a:rPr lang="en-US" altLang="zh-CN" sz="2400" b="1" i="1">
                  <a:solidFill>
                    <a:srgbClr val="3333FF"/>
                  </a:solidFill>
                  <a:latin typeface="+mn-lt"/>
                </a:rPr>
                <a:t>G</a:t>
              </a:r>
              <a:r>
                <a:rPr lang="en-US" altLang="zh-CN" sz="2400" b="1" baseline="-25000">
                  <a:solidFill>
                    <a:srgbClr val="3333FF"/>
                  </a:solidFill>
                  <a:latin typeface="+mn-lt"/>
                </a:rPr>
                <a:t>1n</a:t>
              </a:r>
              <a:r>
                <a:rPr lang="en-US" altLang="zh-CN" sz="2400" b="1" i="1">
                  <a:solidFill>
                    <a:srgbClr val="3333FF"/>
                  </a:solidFill>
                  <a:latin typeface="+mn-lt"/>
                </a:rPr>
                <a:t>u</a:t>
              </a:r>
              <a:r>
                <a:rPr lang="en-US" altLang="zh-CN" sz="2400" b="1" baseline="-25000">
                  <a:solidFill>
                    <a:srgbClr val="3333FF"/>
                  </a:solidFill>
                  <a:latin typeface="+mn-lt"/>
                </a:rPr>
                <a:t>nn</a:t>
              </a:r>
              <a:r>
                <a:rPr lang="en-US" altLang="zh-CN" sz="2400" b="1">
                  <a:solidFill>
                    <a:srgbClr val="3333FF"/>
                  </a:solidFill>
                  <a:latin typeface="+mn-lt"/>
                </a:rPr>
                <a:t>=</a:t>
              </a:r>
              <a:r>
                <a:rPr lang="en-US" altLang="zh-CN" sz="2400" b="1" i="1">
                  <a:solidFill>
                    <a:srgbClr val="3333FF"/>
                  </a:solidFill>
                  <a:latin typeface="+mn-lt"/>
                </a:rPr>
                <a:t>i</a:t>
              </a:r>
              <a:r>
                <a:rPr lang="en-US" altLang="zh-CN" sz="2400" b="1" baseline="-25000">
                  <a:solidFill>
                    <a:srgbClr val="3333FF"/>
                  </a:solidFill>
                  <a:latin typeface="+mn-lt"/>
                </a:rPr>
                <a:t>Sn1  </a:t>
              </a:r>
              <a:endParaRPr lang="en-US" altLang="zh-CN" sz="2400" b="1" i="1">
                <a:solidFill>
                  <a:srgbClr val="3333FF"/>
                </a:solidFill>
                <a:latin typeface="+mn-lt"/>
              </a:endParaRPr>
            </a:p>
          </p:txBody>
        </p:sp>
        <p:sp>
          <p:nvSpPr>
            <p:cNvPr id="130053" name="Text Box 5"/>
            <p:cNvSpPr txBox="1">
              <a:spLocks noChangeArrowheads="1"/>
            </p:cNvSpPr>
            <p:nvPr/>
          </p:nvSpPr>
          <p:spPr bwMode="auto">
            <a:xfrm>
              <a:off x="1114" y="720"/>
              <a:ext cx="26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400" b="1" i="1" dirty="0">
                  <a:solidFill>
                    <a:srgbClr val="3333FF"/>
                  </a:solidFill>
                  <a:latin typeface="+mn-lt"/>
                </a:rPr>
                <a:t>G</a:t>
              </a:r>
              <a:r>
                <a:rPr lang="en-US" altLang="zh-CN" sz="2400" b="1" baseline="-25000" dirty="0">
                  <a:solidFill>
                    <a:srgbClr val="3333FF"/>
                  </a:solidFill>
                  <a:latin typeface="+mn-lt"/>
                </a:rPr>
                <a:t>21</a:t>
              </a:r>
              <a:r>
                <a:rPr lang="en-US" altLang="zh-CN" sz="2400" b="1" i="1" dirty="0">
                  <a:solidFill>
                    <a:srgbClr val="3333FF"/>
                  </a:solidFill>
                  <a:latin typeface="+mn-lt"/>
                </a:rPr>
                <a:t>u</a:t>
              </a:r>
              <a:r>
                <a:rPr lang="en-US" altLang="zh-CN" sz="2400" b="1" baseline="-25000" dirty="0">
                  <a:solidFill>
                    <a:srgbClr val="3333FF"/>
                  </a:solidFill>
                  <a:latin typeface="+mn-lt"/>
                </a:rPr>
                <a:t>n1</a:t>
              </a:r>
              <a:r>
                <a:rPr lang="en-US" altLang="zh-CN" sz="2400" b="1" dirty="0">
                  <a:solidFill>
                    <a:srgbClr val="3333FF"/>
                  </a:solidFill>
                  <a:latin typeface="+mn-lt"/>
                </a:rPr>
                <a:t>+</a:t>
              </a:r>
              <a:r>
                <a:rPr lang="en-US" altLang="zh-CN" sz="2400" b="1" i="1" dirty="0">
                  <a:solidFill>
                    <a:srgbClr val="3333FF"/>
                  </a:solidFill>
                  <a:latin typeface="+mn-lt"/>
                </a:rPr>
                <a:t>G</a:t>
              </a:r>
              <a:r>
                <a:rPr lang="en-US" altLang="zh-CN" sz="2400" b="1" baseline="-25000" dirty="0">
                  <a:solidFill>
                    <a:srgbClr val="3333FF"/>
                  </a:solidFill>
                  <a:latin typeface="+mn-lt"/>
                </a:rPr>
                <a:t>22</a:t>
              </a:r>
              <a:r>
                <a:rPr lang="en-US" altLang="zh-CN" sz="2400" b="1" i="1" dirty="0">
                  <a:solidFill>
                    <a:srgbClr val="3333FF"/>
                  </a:solidFill>
                  <a:latin typeface="+mn-lt"/>
                </a:rPr>
                <a:t>u</a:t>
              </a:r>
              <a:r>
                <a:rPr lang="en-US" altLang="zh-CN" sz="2400" b="1" baseline="-25000" dirty="0">
                  <a:solidFill>
                    <a:srgbClr val="3333FF"/>
                  </a:solidFill>
                  <a:latin typeface="+mn-lt"/>
                </a:rPr>
                <a:t>n2</a:t>
              </a:r>
              <a:r>
                <a:rPr lang="en-US" altLang="zh-CN" sz="2400" b="1" dirty="0">
                  <a:solidFill>
                    <a:srgbClr val="3333FF"/>
                  </a:solidFill>
                  <a:latin typeface="+mn-lt"/>
                </a:rPr>
                <a:t>+…+</a:t>
              </a:r>
              <a:r>
                <a:rPr lang="en-US" altLang="zh-CN" sz="2400" b="1" i="1" dirty="0">
                  <a:solidFill>
                    <a:srgbClr val="3333FF"/>
                  </a:solidFill>
                  <a:latin typeface="+mn-lt"/>
                </a:rPr>
                <a:t>G</a:t>
              </a:r>
              <a:r>
                <a:rPr lang="en-US" altLang="zh-CN" sz="2400" b="1" baseline="-25000" dirty="0">
                  <a:solidFill>
                    <a:srgbClr val="3333FF"/>
                  </a:solidFill>
                  <a:latin typeface="+mn-lt"/>
                </a:rPr>
                <a:t>2n</a:t>
              </a:r>
              <a:r>
                <a:rPr lang="en-US" altLang="zh-CN" sz="2400" b="1" i="1" dirty="0">
                  <a:solidFill>
                    <a:srgbClr val="3333FF"/>
                  </a:solidFill>
                  <a:latin typeface="+mn-lt"/>
                </a:rPr>
                <a:t>u</a:t>
              </a:r>
              <a:r>
                <a:rPr lang="en-US" altLang="zh-CN" sz="2400" b="1" baseline="-25000" dirty="0">
                  <a:solidFill>
                    <a:srgbClr val="3333FF"/>
                  </a:solidFill>
                  <a:latin typeface="+mn-lt"/>
                </a:rPr>
                <a:t>nn</a:t>
              </a:r>
              <a:r>
                <a:rPr lang="en-US" altLang="zh-CN" sz="2400" b="1" dirty="0">
                  <a:solidFill>
                    <a:srgbClr val="3333FF"/>
                  </a:solidFill>
                  <a:latin typeface="+mn-lt"/>
                </a:rPr>
                <a:t>=</a:t>
              </a:r>
              <a:r>
                <a:rPr lang="en-US" altLang="zh-CN" sz="2400" b="1" i="1" dirty="0">
                  <a:solidFill>
                    <a:srgbClr val="3333FF"/>
                  </a:solidFill>
                  <a:latin typeface="+mn-lt"/>
                </a:rPr>
                <a:t>i</a:t>
              </a:r>
              <a:r>
                <a:rPr lang="en-US" altLang="zh-CN" sz="2400" b="1" baseline="-25000" dirty="0">
                  <a:solidFill>
                    <a:srgbClr val="3333FF"/>
                  </a:solidFill>
                  <a:latin typeface="+mn-lt"/>
                </a:rPr>
                <a:t>Sn2  </a:t>
              </a:r>
              <a:endParaRPr lang="en-US" altLang="zh-CN" sz="2400" b="1" i="1" dirty="0">
                <a:solidFill>
                  <a:srgbClr val="3333FF"/>
                </a:solidFill>
                <a:latin typeface="+mn-lt"/>
              </a:endParaRPr>
            </a:p>
          </p:txBody>
        </p:sp>
        <p:sp>
          <p:nvSpPr>
            <p:cNvPr id="130054" name="Text Box 6"/>
            <p:cNvSpPr txBox="1">
              <a:spLocks noChangeArrowheads="1"/>
            </p:cNvSpPr>
            <p:nvPr/>
          </p:nvSpPr>
          <p:spPr bwMode="auto">
            <a:xfrm>
              <a:off x="1286" y="1092"/>
              <a:ext cx="10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400" b="1">
                  <a:solidFill>
                    <a:srgbClr val="3333FF"/>
                  </a:solidFill>
                  <a:latin typeface="+mn-lt"/>
                  <a:sym typeface="MT Extra" panose="05050102010205020202" pitchFamily="18" charset="2"/>
                </a:rPr>
                <a:t>   </a:t>
              </a:r>
            </a:p>
          </p:txBody>
        </p:sp>
        <p:sp>
          <p:nvSpPr>
            <p:cNvPr id="130055" name="Text Box 7"/>
            <p:cNvSpPr txBox="1">
              <a:spLocks noChangeArrowheads="1"/>
            </p:cNvSpPr>
            <p:nvPr/>
          </p:nvSpPr>
          <p:spPr bwMode="auto">
            <a:xfrm>
              <a:off x="1114" y="1440"/>
              <a:ext cx="266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400" b="1" i="1">
                  <a:solidFill>
                    <a:srgbClr val="3333FF"/>
                  </a:solidFill>
                  <a:latin typeface="+mn-lt"/>
                </a:rPr>
                <a:t>G</a:t>
              </a:r>
              <a:r>
                <a:rPr lang="en-US" altLang="zh-CN" sz="2400" b="1" baseline="-25000">
                  <a:solidFill>
                    <a:srgbClr val="3333FF"/>
                  </a:solidFill>
                  <a:latin typeface="+mn-lt"/>
                </a:rPr>
                <a:t>n1</a:t>
              </a:r>
              <a:r>
                <a:rPr lang="en-US" altLang="zh-CN" sz="2400" b="1" i="1">
                  <a:solidFill>
                    <a:srgbClr val="3333FF"/>
                  </a:solidFill>
                  <a:latin typeface="+mn-lt"/>
                </a:rPr>
                <a:t>u</a:t>
              </a:r>
              <a:r>
                <a:rPr lang="en-US" altLang="zh-CN" sz="2400" b="1" baseline="-25000">
                  <a:solidFill>
                    <a:srgbClr val="3333FF"/>
                  </a:solidFill>
                  <a:latin typeface="+mn-lt"/>
                </a:rPr>
                <a:t>n1</a:t>
              </a:r>
              <a:r>
                <a:rPr lang="en-US" altLang="zh-CN" sz="2400" b="1">
                  <a:solidFill>
                    <a:srgbClr val="3333FF"/>
                  </a:solidFill>
                  <a:latin typeface="+mn-lt"/>
                </a:rPr>
                <a:t>+</a:t>
              </a:r>
              <a:r>
                <a:rPr lang="en-US" altLang="zh-CN" sz="2400" b="1" i="1">
                  <a:solidFill>
                    <a:srgbClr val="3333FF"/>
                  </a:solidFill>
                  <a:latin typeface="+mn-lt"/>
                </a:rPr>
                <a:t>G</a:t>
              </a:r>
              <a:r>
                <a:rPr lang="en-US" altLang="zh-CN" sz="2400" b="1" baseline="-25000">
                  <a:solidFill>
                    <a:srgbClr val="3333FF"/>
                  </a:solidFill>
                  <a:latin typeface="+mn-lt"/>
                </a:rPr>
                <a:t>n2</a:t>
              </a:r>
              <a:r>
                <a:rPr lang="en-US" altLang="zh-CN" sz="2400" b="1" i="1">
                  <a:solidFill>
                    <a:srgbClr val="3333FF"/>
                  </a:solidFill>
                  <a:latin typeface="+mn-lt"/>
                </a:rPr>
                <a:t>u</a:t>
              </a:r>
              <a:r>
                <a:rPr lang="en-US" altLang="zh-CN" sz="2400" b="1" baseline="-25000">
                  <a:solidFill>
                    <a:srgbClr val="3333FF"/>
                  </a:solidFill>
                  <a:latin typeface="+mn-lt"/>
                </a:rPr>
                <a:t>n2</a:t>
              </a:r>
              <a:r>
                <a:rPr lang="en-US" altLang="zh-CN" sz="2400" b="1">
                  <a:solidFill>
                    <a:srgbClr val="3333FF"/>
                  </a:solidFill>
                  <a:latin typeface="+mn-lt"/>
                </a:rPr>
                <a:t>+…+</a:t>
              </a:r>
              <a:r>
                <a:rPr lang="en-US" altLang="zh-CN" sz="2400" b="1" i="1">
                  <a:solidFill>
                    <a:srgbClr val="3333FF"/>
                  </a:solidFill>
                  <a:latin typeface="+mn-lt"/>
                </a:rPr>
                <a:t>G</a:t>
              </a:r>
              <a:r>
                <a:rPr lang="en-US" altLang="zh-CN" sz="2400" b="1" baseline="-25000">
                  <a:solidFill>
                    <a:srgbClr val="3333FF"/>
                  </a:solidFill>
                  <a:latin typeface="+mn-lt"/>
                </a:rPr>
                <a:t>nn</a:t>
              </a:r>
              <a:r>
                <a:rPr lang="en-US" altLang="zh-CN" sz="2400" b="1" i="1">
                  <a:solidFill>
                    <a:srgbClr val="3333FF"/>
                  </a:solidFill>
                  <a:latin typeface="+mn-lt"/>
                </a:rPr>
                <a:t>u</a:t>
              </a:r>
              <a:r>
                <a:rPr lang="en-US" altLang="zh-CN" sz="2400" b="1" baseline="-25000">
                  <a:solidFill>
                    <a:srgbClr val="3333FF"/>
                  </a:solidFill>
                  <a:latin typeface="+mn-lt"/>
                </a:rPr>
                <a:t>nn</a:t>
              </a:r>
              <a:r>
                <a:rPr lang="en-US" altLang="zh-CN" sz="2400" b="1">
                  <a:solidFill>
                    <a:srgbClr val="3333FF"/>
                  </a:solidFill>
                  <a:latin typeface="+mn-lt"/>
                </a:rPr>
                <a:t>=</a:t>
              </a:r>
              <a:r>
                <a:rPr lang="en-US" altLang="zh-CN" sz="2400" b="1" i="1">
                  <a:solidFill>
                    <a:srgbClr val="3333FF"/>
                  </a:solidFill>
                  <a:latin typeface="+mn-lt"/>
                </a:rPr>
                <a:t>i</a:t>
              </a:r>
              <a:r>
                <a:rPr lang="en-US" altLang="zh-CN" sz="2400" b="1" baseline="-25000">
                  <a:solidFill>
                    <a:srgbClr val="3333FF"/>
                  </a:solidFill>
                  <a:latin typeface="+mn-lt"/>
                </a:rPr>
                <a:t>Snn  </a:t>
              </a:r>
              <a:endParaRPr lang="en-US" altLang="zh-CN" sz="2400" b="1" i="1">
                <a:solidFill>
                  <a:srgbClr val="3333FF"/>
                </a:solidFill>
                <a:latin typeface="+mn-lt"/>
              </a:endParaRPr>
            </a:p>
          </p:txBody>
        </p:sp>
        <p:sp>
          <p:nvSpPr>
            <p:cNvPr id="130056" name="AutoShape 8"/>
            <p:cNvSpPr>
              <a:spLocks/>
            </p:cNvSpPr>
            <p:nvPr/>
          </p:nvSpPr>
          <p:spPr bwMode="auto">
            <a:xfrm>
              <a:off x="960" y="480"/>
              <a:ext cx="144" cy="1248"/>
            </a:xfrm>
            <a:prstGeom prst="leftBrace">
              <a:avLst>
                <a:gd name="adj1" fmla="val 72222"/>
                <a:gd name="adj2" fmla="val 50000"/>
              </a:avLst>
            </a:prstGeom>
            <a:noFill/>
            <a:ln w="2857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400">
                <a:latin typeface="+mn-lt"/>
              </a:endParaRPr>
            </a:p>
          </p:txBody>
        </p:sp>
      </p:grpSp>
      <p:sp>
        <p:nvSpPr>
          <p:cNvPr id="130057" name="Text Box 9"/>
          <p:cNvSpPr txBox="1">
            <a:spLocks noChangeArrowheads="1"/>
          </p:cNvSpPr>
          <p:nvPr/>
        </p:nvSpPr>
        <p:spPr bwMode="auto">
          <a:xfrm>
            <a:off x="541338" y="2744788"/>
            <a:ext cx="94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sz="1800" b="1">
                <a:latin typeface="幼圆" panose="02010509060101010101" pitchFamily="49" charset="-122"/>
                <a:ea typeface="幼圆" panose="02010509060101010101" pitchFamily="49" charset="-122"/>
              </a:rPr>
              <a:t>其中  </a:t>
            </a:r>
          </a:p>
        </p:txBody>
      </p:sp>
      <p:sp>
        <p:nvSpPr>
          <p:cNvPr id="130058" name="Text Box 10"/>
          <p:cNvSpPr txBox="1">
            <a:spLocks noChangeArrowheads="1"/>
          </p:cNvSpPr>
          <p:nvPr/>
        </p:nvSpPr>
        <p:spPr bwMode="auto">
          <a:xfrm>
            <a:off x="1527175" y="2708275"/>
            <a:ext cx="69786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62000" indent="-7620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just">
              <a:lnSpc>
                <a:spcPct val="120000"/>
              </a:lnSpc>
              <a:spcBef>
                <a:spcPct val="0"/>
              </a:spcBef>
              <a:buFontTx/>
              <a:buNone/>
            </a:pPr>
            <a:r>
              <a:rPr lang="en-US" altLang="zh-CN" b="1" i="1" dirty="0" err="1">
                <a:solidFill>
                  <a:srgbClr val="FF0000"/>
                </a:solidFill>
                <a:ea typeface="宋体" panose="02010600030101010101" pitchFamily="2" charset="-122"/>
              </a:rPr>
              <a:t>G</a:t>
            </a:r>
            <a:r>
              <a:rPr lang="en-US" altLang="zh-CN" b="1" i="1" baseline="-25000" dirty="0" err="1">
                <a:solidFill>
                  <a:srgbClr val="FF0000"/>
                </a:solidFill>
                <a:ea typeface="宋体" panose="02010600030101010101" pitchFamily="2" charset="-122"/>
              </a:rPr>
              <a:t>ii</a:t>
            </a:r>
            <a:r>
              <a:rPr lang="en-US" altLang="zh-CN" b="1" dirty="0">
                <a:solidFill>
                  <a:srgbClr val="FF0000"/>
                </a:solidFill>
                <a:ea typeface="宋体" panose="02010600030101010101" pitchFamily="2" charset="-122"/>
              </a:rPr>
              <a:t> </a:t>
            </a:r>
            <a:r>
              <a:rPr lang="en-US" altLang="zh-CN" b="1" dirty="0">
                <a:ea typeface="宋体" panose="02010600030101010101" pitchFamily="2" charset="-122"/>
              </a:rPr>
              <a:t>—</a:t>
            </a:r>
            <a:r>
              <a:rPr lang="zh-CN" altLang="en-US" b="1" dirty="0">
                <a:solidFill>
                  <a:srgbClr val="FF0000"/>
                </a:solidFill>
                <a:ea typeface="宋体" panose="02010600030101010101" pitchFamily="2" charset="-122"/>
              </a:rPr>
              <a:t>自电导</a:t>
            </a:r>
            <a:r>
              <a:rPr lang="zh-CN" altLang="en-US" b="1" dirty="0">
                <a:ea typeface="宋体" panose="02010600030101010101" pitchFamily="2" charset="-122"/>
              </a:rPr>
              <a:t>，</a:t>
            </a:r>
            <a:r>
              <a:rPr lang="zh-CN" altLang="zh-CN" b="1" dirty="0">
                <a:ea typeface="宋体" panose="02010600030101010101" pitchFamily="2" charset="-122"/>
              </a:rPr>
              <a:t>等于接在节点</a:t>
            </a:r>
            <a:r>
              <a:rPr lang="en-US" altLang="zh-CN" b="1" i="1" dirty="0" err="1">
                <a:ea typeface="宋体" panose="02010600030101010101" pitchFamily="2" charset="-122"/>
              </a:rPr>
              <a:t>i</a:t>
            </a:r>
            <a:r>
              <a:rPr lang="zh-CN" altLang="zh-CN" b="1" dirty="0">
                <a:ea typeface="宋体" panose="02010600030101010101" pitchFamily="2" charset="-122"/>
              </a:rPr>
              <a:t>上所有支路的电导之</a:t>
            </a:r>
            <a:r>
              <a:rPr lang="zh-CN" altLang="en-US" b="1" dirty="0">
                <a:ea typeface="宋体" panose="02010600030101010101" pitchFamily="2" charset="-122"/>
              </a:rPr>
              <a:t> </a:t>
            </a:r>
            <a:r>
              <a:rPr lang="zh-CN" altLang="zh-CN" b="1" dirty="0">
                <a:ea typeface="宋体" panose="02010600030101010101" pitchFamily="2" charset="-122"/>
              </a:rPr>
              <a:t>和</a:t>
            </a:r>
            <a:r>
              <a:rPr lang="zh-CN" altLang="en-US" b="1" dirty="0">
                <a:ea typeface="宋体" panose="02010600030101010101" pitchFamily="2" charset="-122"/>
              </a:rPr>
              <a:t>，总为</a:t>
            </a:r>
            <a:r>
              <a:rPr lang="zh-CN" altLang="en-US" b="1" dirty="0">
                <a:solidFill>
                  <a:srgbClr val="FF0000"/>
                </a:solidFill>
                <a:ea typeface="宋体" panose="02010600030101010101" pitchFamily="2" charset="-122"/>
              </a:rPr>
              <a:t>正</a:t>
            </a:r>
            <a:r>
              <a:rPr lang="zh-CN" altLang="en-US" b="1" dirty="0">
                <a:ea typeface="宋体" panose="02010600030101010101" pitchFamily="2" charset="-122"/>
              </a:rPr>
              <a:t>。   </a:t>
            </a:r>
            <a:endParaRPr lang="zh-CN" altLang="en-US" b="1" dirty="0">
              <a:solidFill>
                <a:srgbClr val="FF0000"/>
              </a:solidFill>
              <a:ea typeface="宋体" panose="02010600030101010101" pitchFamily="2" charset="-122"/>
            </a:endParaRPr>
          </a:p>
        </p:txBody>
      </p:sp>
      <p:sp>
        <p:nvSpPr>
          <p:cNvPr id="130059" name="Text Box 11"/>
          <p:cNvSpPr txBox="1">
            <a:spLocks noChangeArrowheads="1"/>
          </p:cNvSpPr>
          <p:nvPr/>
        </p:nvSpPr>
        <p:spPr bwMode="auto">
          <a:xfrm>
            <a:off x="833438" y="5568950"/>
            <a:ext cx="7340600" cy="466725"/>
          </a:xfrm>
          <a:prstGeom prst="rect">
            <a:avLst/>
          </a:prstGeom>
          <a:solidFill>
            <a:srgbClr val="66FFFF"/>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just">
              <a:spcBef>
                <a:spcPct val="0"/>
              </a:spcBef>
              <a:buFontTx/>
              <a:buNone/>
            </a:pPr>
            <a:r>
              <a:rPr lang="en-US" altLang="zh-CN" b="1" dirty="0">
                <a:ea typeface="宋体" panose="02010600030101010101" pitchFamily="2" charset="-122"/>
              </a:rPr>
              <a:t> * </a:t>
            </a:r>
            <a:r>
              <a:rPr lang="zh-CN" altLang="en-US" b="1" dirty="0">
                <a:ea typeface="宋体" panose="02010600030101010101" pitchFamily="2" charset="-122"/>
              </a:rPr>
              <a:t>当电路含受控源时，系数矩阵一般不再为对称阵。  </a:t>
            </a:r>
          </a:p>
        </p:txBody>
      </p:sp>
      <p:sp>
        <p:nvSpPr>
          <p:cNvPr id="130060" name="Text Box 12"/>
          <p:cNvSpPr txBox="1">
            <a:spLocks noChangeArrowheads="1"/>
          </p:cNvSpPr>
          <p:nvPr/>
        </p:nvSpPr>
        <p:spPr bwMode="auto">
          <a:xfrm>
            <a:off x="1581150" y="4611688"/>
            <a:ext cx="6905625"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62000" indent="-7620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just">
              <a:lnSpc>
                <a:spcPct val="120000"/>
              </a:lnSpc>
              <a:spcBef>
                <a:spcPct val="0"/>
              </a:spcBef>
              <a:buFontTx/>
              <a:buNone/>
            </a:pPr>
            <a:r>
              <a:rPr lang="en-US" altLang="zh-CN" b="1" i="1" dirty="0" err="1">
                <a:solidFill>
                  <a:srgbClr val="FF0000"/>
                </a:solidFill>
                <a:ea typeface="宋体" panose="02010600030101010101" pitchFamily="2" charset="-122"/>
              </a:rPr>
              <a:t>i</a:t>
            </a:r>
            <a:r>
              <a:rPr lang="en-US" altLang="zh-CN" b="1" baseline="-25000" dirty="0" err="1">
                <a:solidFill>
                  <a:srgbClr val="FF0000"/>
                </a:solidFill>
                <a:ea typeface="宋体" panose="02010600030101010101" pitchFamily="2" charset="-122"/>
              </a:rPr>
              <a:t>Sn</a:t>
            </a:r>
            <a:r>
              <a:rPr lang="en-US" altLang="zh-CN" b="1" i="1" baseline="-25000" dirty="0" err="1">
                <a:solidFill>
                  <a:srgbClr val="FF0000"/>
                </a:solidFill>
                <a:ea typeface="宋体" panose="02010600030101010101" pitchFamily="2" charset="-122"/>
              </a:rPr>
              <a:t>i</a:t>
            </a:r>
            <a:r>
              <a:rPr lang="en-US" altLang="zh-CN" b="1" baseline="-25000" dirty="0">
                <a:solidFill>
                  <a:schemeClr val="tx2"/>
                </a:solidFill>
                <a:ea typeface="宋体" panose="02010600030101010101" pitchFamily="2" charset="-122"/>
              </a:rPr>
              <a:t> </a:t>
            </a:r>
            <a:r>
              <a:rPr lang="en-US" altLang="zh-CN" b="1" dirty="0">
                <a:ea typeface="宋体" panose="02010600030101010101" pitchFamily="2" charset="-122"/>
              </a:rPr>
              <a:t>— </a:t>
            </a:r>
            <a:r>
              <a:rPr lang="zh-CN" altLang="en-US" b="1" dirty="0">
                <a:solidFill>
                  <a:srgbClr val="FF0000"/>
                </a:solidFill>
                <a:ea typeface="宋体" panose="02010600030101010101" pitchFamily="2" charset="-122"/>
              </a:rPr>
              <a:t>等效电流源</a:t>
            </a:r>
            <a:r>
              <a:rPr lang="zh-CN" altLang="en-US" b="1" dirty="0">
                <a:ea typeface="宋体" panose="02010600030101010101" pitchFamily="2" charset="-122"/>
              </a:rPr>
              <a:t>流入节点</a:t>
            </a:r>
            <a:r>
              <a:rPr lang="en-US" altLang="zh-CN" b="1" i="1" dirty="0" err="1">
                <a:ea typeface="宋体" panose="02010600030101010101" pitchFamily="2" charset="-122"/>
              </a:rPr>
              <a:t>i</a:t>
            </a:r>
            <a:r>
              <a:rPr lang="zh-CN" altLang="en-US" b="1" dirty="0">
                <a:ea typeface="宋体" panose="02010600030101010101" pitchFamily="2" charset="-122"/>
              </a:rPr>
              <a:t>的所有电流源电流的代数和。  </a:t>
            </a:r>
          </a:p>
        </p:txBody>
      </p:sp>
      <p:sp>
        <p:nvSpPr>
          <p:cNvPr id="130061" name="Text Box 13"/>
          <p:cNvSpPr txBox="1">
            <a:spLocks noChangeArrowheads="1"/>
          </p:cNvSpPr>
          <p:nvPr/>
        </p:nvSpPr>
        <p:spPr bwMode="auto">
          <a:xfrm>
            <a:off x="1485900" y="3638550"/>
            <a:ext cx="7353300" cy="9787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62000" indent="-7620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just">
              <a:lnSpc>
                <a:spcPct val="120000"/>
              </a:lnSpc>
              <a:spcBef>
                <a:spcPct val="0"/>
              </a:spcBef>
              <a:buFontTx/>
              <a:buNone/>
            </a:pPr>
            <a:r>
              <a:rPr lang="en-US" altLang="zh-CN" b="1" i="1" dirty="0">
                <a:solidFill>
                  <a:srgbClr val="FF0000"/>
                </a:solidFill>
                <a:ea typeface="宋体" panose="02010600030101010101" pitchFamily="2" charset="-122"/>
              </a:rPr>
              <a:t>G</a:t>
            </a:r>
            <a:r>
              <a:rPr lang="en-US" altLang="zh-CN" b="1" i="1" baseline="-25000" dirty="0">
                <a:solidFill>
                  <a:srgbClr val="FF0000"/>
                </a:solidFill>
                <a:ea typeface="宋体" panose="02010600030101010101" pitchFamily="2" charset="-122"/>
              </a:rPr>
              <a:t>ij</a:t>
            </a:r>
            <a:r>
              <a:rPr lang="en-US" altLang="zh-CN" b="1" baseline="-25000" dirty="0">
                <a:solidFill>
                  <a:srgbClr val="FF0000"/>
                </a:solidFill>
                <a:ea typeface="宋体" panose="02010600030101010101" pitchFamily="2" charset="-122"/>
              </a:rPr>
              <a:t> </a:t>
            </a:r>
            <a:r>
              <a:rPr lang="en-US" altLang="zh-CN" b="1" dirty="0">
                <a:solidFill>
                  <a:srgbClr val="FF0000"/>
                </a:solidFill>
                <a:ea typeface="宋体" panose="02010600030101010101" pitchFamily="2" charset="-122"/>
              </a:rPr>
              <a:t>= </a:t>
            </a:r>
            <a:r>
              <a:rPr lang="en-US" altLang="zh-CN" b="1" i="1" dirty="0" err="1">
                <a:solidFill>
                  <a:srgbClr val="FF0000"/>
                </a:solidFill>
                <a:ea typeface="宋体" panose="02010600030101010101" pitchFamily="2" charset="-122"/>
              </a:rPr>
              <a:t>G</a:t>
            </a:r>
            <a:r>
              <a:rPr lang="en-US" altLang="zh-CN" b="1" i="1" baseline="-25000" dirty="0" err="1">
                <a:solidFill>
                  <a:srgbClr val="FF0000"/>
                </a:solidFill>
                <a:ea typeface="宋体" panose="02010600030101010101" pitchFamily="2" charset="-122"/>
              </a:rPr>
              <a:t>ji</a:t>
            </a:r>
            <a:r>
              <a:rPr lang="en-US" altLang="zh-CN" b="1" i="1" baseline="-25000" dirty="0">
                <a:solidFill>
                  <a:schemeClr val="tx2"/>
                </a:solidFill>
                <a:ea typeface="宋体" panose="02010600030101010101" pitchFamily="2" charset="-122"/>
              </a:rPr>
              <a:t>    </a:t>
            </a:r>
            <a:r>
              <a:rPr lang="en-US" altLang="zh-CN" b="1" dirty="0">
                <a:solidFill>
                  <a:schemeClr val="tx2"/>
                </a:solidFill>
                <a:ea typeface="宋体" panose="02010600030101010101" pitchFamily="2" charset="-122"/>
              </a:rPr>
              <a:t>—</a:t>
            </a:r>
            <a:r>
              <a:rPr lang="zh-CN" altLang="en-US" b="1" dirty="0">
                <a:solidFill>
                  <a:srgbClr val="FF0000"/>
                </a:solidFill>
                <a:ea typeface="宋体" panose="02010600030101010101" pitchFamily="2" charset="-122"/>
              </a:rPr>
              <a:t>互电导</a:t>
            </a:r>
            <a:r>
              <a:rPr lang="zh-CN" altLang="en-US" b="1" dirty="0">
                <a:ea typeface="宋体" panose="02010600030101010101" pitchFamily="2" charset="-122"/>
              </a:rPr>
              <a:t>，</a:t>
            </a:r>
            <a:r>
              <a:rPr lang="zh-CN" altLang="zh-CN" b="1" dirty="0">
                <a:ea typeface="宋体" panose="02010600030101010101" pitchFamily="2" charset="-122"/>
              </a:rPr>
              <a:t>等于接在节点</a:t>
            </a:r>
            <a:r>
              <a:rPr lang="en-US" altLang="zh-CN" b="1" i="1" dirty="0" err="1">
                <a:ea typeface="宋体" panose="02010600030101010101" pitchFamily="2" charset="-122"/>
              </a:rPr>
              <a:t>i</a:t>
            </a:r>
            <a:r>
              <a:rPr lang="zh-CN" altLang="zh-CN" b="1" dirty="0">
                <a:ea typeface="宋体" panose="02010600030101010101" pitchFamily="2" charset="-122"/>
              </a:rPr>
              <a:t>与节点</a:t>
            </a:r>
            <a:r>
              <a:rPr lang="en-US" altLang="zh-CN" b="1" i="1" dirty="0">
                <a:ea typeface="宋体" panose="02010600030101010101" pitchFamily="2" charset="-122"/>
              </a:rPr>
              <a:t>j</a:t>
            </a:r>
            <a:r>
              <a:rPr lang="zh-CN" altLang="zh-CN" b="1" dirty="0">
                <a:ea typeface="宋体" panose="02010600030101010101" pitchFamily="2" charset="-122"/>
              </a:rPr>
              <a:t>之间的支</a:t>
            </a:r>
            <a:endParaRPr lang="zh-CN" altLang="en-US" b="1" dirty="0">
              <a:ea typeface="宋体" panose="02010600030101010101" pitchFamily="2" charset="-122"/>
            </a:endParaRPr>
          </a:p>
          <a:p>
            <a:pPr algn="just">
              <a:lnSpc>
                <a:spcPct val="120000"/>
              </a:lnSpc>
              <a:spcBef>
                <a:spcPct val="0"/>
              </a:spcBef>
              <a:buFontTx/>
              <a:buNone/>
            </a:pPr>
            <a:r>
              <a:rPr lang="zh-CN" altLang="en-US" b="1" dirty="0">
                <a:ea typeface="宋体" panose="02010600030101010101" pitchFamily="2" charset="-122"/>
              </a:rPr>
              <a:t>                    </a:t>
            </a:r>
            <a:r>
              <a:rPr lang="zh-CN" altLang="zh-CN" b="1" dirty="0">
                <a:ea typeface="宋体" panose="02010600030101010101" pitchFamily="2" charset="-122"/>
              </a:rPr>
              <a:t>路的电导之和，并冠以</a:t>
            </a:r>
            <a:r>
              <a:rPr lang="zh-CN" altLang="zh-CN" b="1" dirty="0">
                <a:solidFill>
                  <a:srgbClr val="FF0000"/>
                </a:solidFill>
                <a:ea typeface="宋体" panose="02010600030101010101" pitchFamily="2" charset="-122"/>
              </a:rPr>
              <a:t>负</a:t>
            </a:r>
            <a:r>
              <a:rPr lang="zh-CN" altLang="zh-CN" b="1" dirty="0">
                <a:ea typeface="宋体" panose="02010600030101010101" pitchFamily="2" charset="-122"/>
              </a:rPr>
              <a:t>号。</a:t>
            </a:r>
            <a:r>
              <a:rPr lang="zh-CN" altLang="en-US" b="1" dirty="0">
                <a:ea typeface="宋体" panose="02010600030101010101" pitchFamily="2"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0051"/>
                                        </p:tgtEl>
                                        <p:attrNameLst>
                                          <p:attrName>style.visibility</p:attrName>
                                        </p:attrNameLst>
                                      </p:cBhvr>
                                      <p:to>
                                        <p:strVal val="visible"/>
                                      </p:to>
                                    </p:set>
                                    <p:animEffect transition="in" filter="wipe(left)">
                                      <p:cBhvr>
                                        <p:cTn id="7" dur="500"/>
                                        <p:tgtEl>
                                          <p:spTgt spid="1300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30057"/>
                                        </p:tgtEl>
                                        <p:attrNameLst>
                                          <p:attrName>style.visibility</p:attrName>
                                        </p:attrNameLst>
                                      </p:cBhvr>
                                      <p:to>
                                        <p:strVal val="visible"/>
                                      </p:to>
                                    </p:set>
                                    <p:animEffect transition="in" filter="box(out)">
                                      <p:cBhvr>
                                        <p:cTn id="12" dur="500"/>
                                        <p:tgtEl>
                                          <p:spTgt spid="1300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0058"/>
                                        </p:tgtEl>
                                        <p:attrNameLst>
                                          <p:attrName>style.visibility</p:attrName>
                                        </p:attrNameLst>
                                      </p:cBhvr>
                                      <p:to>
                                        <p:strVal val="visible"/>
                                      </p:to>
                                    </p:set>
                                    <p:animEffect transition="in" filter="wipe(left)">
                                      <p:cBhvr>
                                        <p:cTn id="17" dur="500"/>
                                        <p:tgtEl>
                                          <p:spTgt spid="1300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0061"/>
                                        </p:tgtEl>
                                        <p:attrNameLst>
                                          <p:attrName>style.visibility</p:attrName>
                                        </p:attrNameLst>
                                      </p:cBhvr>
                                      <p:to>
                                        <p:strVal val="visible"/>
                                      </p:to>
                                    </p:set>
                                    <p:animEffect transition="in" filter="wipe(left)">
                                      <p:cBhvr>
                                        <p:cTn id="22" dur="500"/>
                                        <p:tgtEl>
                                          <p:spTgt spid="1300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0060"/>
                                        </p:tgtEl>
                                        <p:attrNameLst>
                                          <p:attrName>style.visibility</p:attrName>
                                        </p:attrNameLst>
                                      </p:cBhvr>
                                      <p:to>
                                        <p:strVal val="visible"/>
                                      </p:to>
                                    </p:set>
                                    <p:animEffect transition="in" filter="wipe(left)">
                                      <p:cBhvr>
                                        <p:cTn id="27" dur="500"/>
                                        <p:tgtEl>
                                          <p:spTgt spid="13006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0059"/>
                                        </p:tgtEl>
                                        <p:attrNameLst>
                                          <p:attrName>style.visibility</p:attrName>
                                        </p:attrNameLst>
                                      </p:cBhvr>
                                      <p:to>
                                        <p:strVal val="visible"/>
                                      </p:to>
                                    </p:set>
                                    <p:animEffect transition="in" filter="wipe(left)">
                                      <p:cBhvr>
                                        <p:cTn id="32" dur="500"/>
                                        <p:tgtEl>
                                          <p:spTgt spid="130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7" grpId="0" autoUpdateAnimBg="0"/>
      <p:bldP spid="130058" grpId="0" autoUpdateAnimBg="0"/>
      <p:bldP spid="130059" grpId="0" animBg="1" autoUpdateAnimBg="0"/>
      <p:bldP spid="130060" grpId="0" autoUpdateAnimBg="0"/>
      <p:bldP spid="13006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9"/>
          <a:stretch>
            <a:fillRect/>
          </a:stretch>
        </p:blipFill>
        <p:spPr>
          <a:xfrm>
            <a:off x="0" y="296545"/>
            <a:ext cx="5991225" cy="447675"/>
          </a:xfrm>
          <a:prstGeom prst="rect">
            <a:avLst/>
          </a:prstGeom>
        </p:spPr>
      </p:pic>
      <p:pic>
        <p:nvPicPr>
          <p:cNvPr id="3" name="图片 2"/>
          <p:cNvPicPr>
            <a:picLocks noChangeAspect="1"/>
          </p:cNvPicPr>
          <p:nvPr>
            <p:custDataLst>
              <p:tags r:id="rId2"/>
            </p:custDataLst>
          </p:nvPr>
        </p:nvPicPr>
        <p:blipFill>
          <a:blip r:embed="rId10"/>
          <a:stretch>
            <a:fillRect/>
          </a:stretch>
        </p:blipFill>
        <p:spPr>
          <a:xfrm>
            <a:off x="79375" y="1118870"/>
            <a:ext cx="4638675" cy="438150"/>
          </a:xfrm>
          <a:prstGeom prst="rect">
            <a:avLst/>
          </a:prstGeom>
        </p:spPr>
      </p:pic>
      <p:pic>
        <p:nvPicPr>
          <p:cNvPr id="4" name="图片 3"/>
          <p:cNvPicPr>
            <a:picLocks noChangeAspect="1"/>
          </p:cNvPicPr>
          <p:nvPr>
            <p:custDataLst>
              <p:tags r:id="rId3"/>
            </p:custDataLst>
          </p:nvPr>
        </p:nvPicPr>
        <p:blipFill>
          <a:blip r:embed="rId11"/>
          <a:stretch>
            <a:fillRect/>
          </a:stretch>
        </p:blipFill>
        <p:spPr>
          <a:xfrm>
            <a:off x="172720" y="1931670"/>
            <a:ext cx="3990975" cy="1371600"/>
          </a:xfrm>
          <a:prstGeom prst="rect">
            <a:avLst/>
          </a:prstGeom>
        </p:spPr>
      </p:pic>
      <p:pic>
        <p:nvPicPr>
          <p:cNvPr id="5" name="图片 4"/>
          <p:cNvPicPr>
            <a:picLocks noChangeAspect="1"/>
          </p:cNvPicPr>
          <p:nvPr>
            <p:custDataLst>
              <p:tags r:id="rId4"/>
            </p:custDataLst>
          </p:nvPr>
        </p:nvPicPr>
        <p:blipFill>
          <a:blip r:embed="rId12"/>
          <a:stretch>
            <a:fillRect/>
          </a:stretch>
        </p:blipFill>
        <p:spPr>
          <a:xfrm>
            <a:off x="0" y="3303270"/>
            <a:ext cx="4495800" cy="676275"/>
          </a:xfrm>
          <a:prstGeom prst="rect">
            <a:avLst/>
          </a:prstGeom>
        </p:spPr>
      </p:pic>
      <p:pic>
        <p:nvPicPr>
          <p:cNvPr id="6" name="图片 5"/>
          <p:cNvPicPr>
            <a:picLocks noChangeAspect="1"/>
          </p:cNvPicPr>
          <p:nvPr>
            <p:custDataLst>
              <p:tags r:id="rId5"/>
            </p:custDataLst>
          </p:nvPr>
        </p:nvPicPr>
        <p:blipFill>
          <a:blip r:embed="rId13"/>
          <a:stretch>
            <a:fillRect/>
          </a:stretch>
        </p:blipFill>
        <p:spPr>
          <a:xfrm>
            <a:off x="172720" y="3979545"/>
            <a:ext cx="3124200" cy="419100"/>
          </a:xfrm>
          <a:prstGeom prst="rect">
            <a:avLst/>
          </a:prstGeom>
        </p:spPr>
      </p:pic>
      <p:pic>
        <p:nvPicPr>
          <p:cNvPr id="7" name="图片 6"/>
          <p:cNvPicPr>
            <a:picLocks noChangeAspect="1"/>
          </p:cNvPicPr>
          <p:nvPr>
            <p:custDataLst>
              <p:tags r:id="rId6"/>
            </p:custDataLst>
          </p:nvPr>
        </p:nvPicPr>
        <p:blipFill>
          <a:blip r:embed="rId14"/>
          <a:stretch>
            <a:fillRect/>
          </a:stretch>
        </p:blipFill>
        <p:spPr>
          <a:xfrm>
            <a:off x="4923155" y="1118870"/>
            <a:ext cx="4133850" cy="3400425"/>
          </a:xfrm>
          <a:prstGeom prst="rect">
            <a:avLst/>
          </a:prstGeom>
        </p:spPr>
      </p:pic>
      <p:pic>
        <p:nvPicPr>
          <p:cNvPr id="8" name="图片 7"/>
          <p:cNvPicPr>
            <a:picLocks noChangeAspect="1"/>
          </p:cNvPicPr>
          <p:nvPr>
            <p:custDataLst>
              <p:tags r:id="rId7"/>
            </p:custDataLst>
          </p:nvPr>
        </p:nvPicPr>
        <p:blipFill>
          <a:blip r:embed="rId15"/>
          <a:stretch>
            <a:fillRect/>
          </a:stretch>
        </p:blipFill>
        <p:spPr>
          <a:xfrm>
            <a:off x="247650" y="4644390"/>
            <a:ext cx="4000500" cy="169545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A20C1BCC-BFD5-4AF6-AC8F-C45DE697000B}" type="datetime1">
              <a:rPr lang="zh-CN" altLang="en-US" smtClean="0"/>
              <a:pPr>
                <a:defRPr/>
              </a:pPr>
              <a:t>2024/8/17</a:t>
            </a:fld>
            <a:endParaRPr lang="en-US" altLang="zh-CN"/>
          </a:p>
        </p:txBody>
      </p:sp>
      <p:sp>
        <p:nvSpPr>
          <p:cNvPr id="32"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33"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469A5AA2-2354-472F-B533-79158BFF3A41}" type="slidenum">
              <a:rPr lang="en-US" altLang="zh-CN" smtClean="0"/>
              <a:pPr>
                <a:defRPr/>
              </a:pPr>
              <a:t>38</a:t>
            </a:fld>
            <a:endParaRPr lang="en-US" altLang="zh-CN"/>
          </a:p>
        </p:txBody>
      </p:sp>
      <p:graphicFrame>
        <p:nvGraphicFramePr>
          <p:cNvPr id="222221" name="Object 13"/>
          <p:cNvGraphicFramePr>
            <a:graphicFrameLocks noChangeAspect="1"/>
          </p:cNvGraphicFramePr>
          <p:nvPr/>
        </p:nvGraphicFramePr>
        <p:xfrm>
          <a:off x="4572000" y="981075"/>
          <a:ext cx="4240213" cy="3260725"/>
        </p:xfrm>
        <a:graphic>
          <a:graphicData uri="http://schemas.openxmlformats.org/presentationml/2006/ole">
            <mc:AlternateContent xmlns:mc="http://schemas.openxmlformats.org/markup-compatibility/2006">
              <mc:Choice xmlns:v="urn:schemas-microsoft-com:vml" Requires="v">
                <p:oleObj name="VISIO" r:id="rId2" imgW="2829923" imgH="2168087" progId="Visio.Drawing.5">
                  <p:embed/>
                </p:oleObj>
              </mc:Choice>
              <mc:Fallback>
                <p:oleObj name="VISIO" r:id="rId2" imgW="2829923" imgH="2168087" progId="Visio.Drawing.5">
                  <p:embed/>
                  <p:pic>
                    <p:nvPicPr>
                      <p:cNvPr id="222221"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81075"/>
                        <a:ext cx="4240213" cy="326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20" name="Object 12"/>
          <p:cNvGraphicFramePr>
            <a:graphicFrameLocks noChangeAspect="1"/>
          </p:cNvGraphicFramePr>
          <p:nvPr/>
        </p:nvGraphicFramePr>
        <p:xfrm>
          <a:off x="179388" y="1042988"/>
          <a:ext cx="4240212" cy="3260725"/>
        </p:xfrm>
        <a:graphic>
          <a:graphicData uri="http://schemas.openxmlformats.org/presentationml/2006/ole">
            <mc:AlternateContent xmlns:mc="http://schemas.openxmlformats.org/markup-compatibility/2006">
              <mc:Choice xmlns:v="urn:schemas-microsoft-com:vml" Requires="v">
                <p:oleObj name="VISIO" r:id="rId4" imgW="2829923" imgH="2168087" progId="Visio.Drawing.5">
                  <p:embed/>
                </p:oleObj>
              </mc:Choice>
              <mc:Fallback>
                <p:oleObj name="VISIO" r:id="rId4" imgW="2829923" imgH="2168087" progId="Visio.Drawing.5">
                  <p:embed/>
                  <p:pic>
                    <p:nvPicPr>
                      <p:cNvPr id="22222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042988"/>
                        <a:ext cx="4240212" cy="326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10" name="Object 2"/>
          <p:cNvGraphicFramePr>
            <a:graphicFrameLocks noChangeAspect="1"/>
          </p:cNvGraphicFramePr>
          <p:nvPr/>
        </p:nvGraphicFramePr>
        <p:xfrm>
          <a:off x="2457450" y="2543175"/>
          <a:ext cx="609600" cy="1571625"/>
        </p:xfrm>
        <a:graphic>
          <a:graphicData uri="http://schemas.openxmlformats.org/presentationml/2006/ole">
            <mc:AlternateContent xmlns:mc="http://schemas.openxmlformats.org/markup-compatibility/2006">
              <mc:Choice xmlns:v="urn:schemas-microsoft-com:vml" Requires="v">
                <p:oleObj name="Visio" r:id="rId6" imgW="434626" imgH="1076277" progId="Visio.Drawing.11">
                  <p:embed/>
                </p:oleObj>
              </mc:Choice>
              <mc:Fallback>
                <p:oleObj name="Visio" r:id="rId6" imgW="434626" imgH="1076277" progId="Visio.Drawing.11">
                  <p:embed/>
                  <p:pic>
                    <p:nvPicPr>
                      <p:cNvPr id="22221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7450" y="2543175"/>
                        <a:ext cx="609600" cy="157162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11" name="Object 3"/>
          <p:cNvGraphicFramePr>
            <a:graphicFrameLocks noChangeAspect="1"/>
          </p:cNvGraphicFramePr>
          <p:nvPr/>
        </p:nvGraphicFramePr>
        <p:xfrm>
          <a:off x="6375400" y="2505075"/>
          <a:ext cx="1104900" cy="1565275"/>
        </p:xfrm>
        <a:graphic>
          <a:graphicData uri="http://schemas.openxmlformats.org/presentationml/2006/ole">
            <mc:AlternateContent xmlns:mc="http://schemas.openxmlformats.org/markup-compatibility/2006">
              <mc:Choice xmlns:v="urn:schemas-microsoft-com:vml" Requires="v">
                <p:oleObj name="Visio" r:id="rId8" imgW="768525" imgH="1076277" progId="Visio.Drawing.11">
                  <p:embed/>
                </p:oleObj>
              </mc:Choice>
              <mc:Fallback>
                <p:oleObj name="Visio" r:id="rId8" imgW="768525" imgH="1076277" progId="Visio.Drawing.11">
                  <p:embed/>
                  <p:pic>
                    <p:nvPicPr>
                      <p:cNvPr id="222211"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5400" y="2505075"/>
                        <a:ext cx="1104900" cy="15652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9" name="Rectangle 10"/>
          <p:cNvSpPr>
            <a:spLocks noChangeArrowheads="1"/>
          </p:cNvSpPr>
          <p:nvPr/>
        </p:nvSpPr>
        <p:spPr bwMode="auto">
          <a:xfrm>
            <a:off x="539750" y="692150"/>
            <a:ext cx="612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9144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8288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2860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7432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32004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6576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41148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a:ea typeface="华文隶书" panose="02010800040101010101" pitchFamily="2" charset="-122"/>
              </a:rPr>
              <a:t>a. With voltage source branch</a:t>
            </a:r>
          </a:p>
        </p:txBody>
      </p:sp>
      <p:sp>
        <p:nvSpPr>
          <p:cNvPr id="30730" name="Rectangle 11"/>
          <p:cNvSpPr>
            <a:spLocks noGrp="1" noChangeArrowheads="1"/>
          </p:cNvSpPr>
          <p:nvPr>
            <p:ph type="title" idx="4294967295"/>
          </p:nvPr>
        </p:nvSpPr>
        <p:spPr>
          <a:xfrm>
            <a:off x="381000" y="228600"/>
            <a:ext cx="8458200" cy="457200"/>
          </a:xfrm>
        </p:spPr>
        <p:txBody>
          <a:bodyPr>
            <a:normAutofit fontScale="90000"/>
          </a:bodyPr>
          <a:lstStyle/>
          <a:p>
            <a:pPr algn="l" eaLnBrk="1" hangingPunct="1"/>
            <a:r>
              <a:rPr lang="en-US" altLang="zh-CN">
                <a:solidFill>
                  <a:srgbClr val="FF0000"/>
                </a:solidFill>
              </a:rPr>
              <a:t>4.</a:t>
            </a:r>
            <a:r>
              <a:rPr lang="en-US" altLang="zh-CN" sz="2800">
                <a:solidFill>
                  <a:srgbClr val="FF0000"/>
                </a:solidFill>
              </a:rPr>
              <a:t>Mesh analysis with source branches</a:t>
            </a:r>
          </a:p>
        </p:txBody>
      </p:sp>
      <p:sp>
        <p:nvSpPr>
          <p:cNvPr id="222224" name="Rectangle 16"/>
          <p:cNvSpPr>
            <a:spLocks noChangeArrowheads="1"/>
          </p:cNvSpPr>
          <p:nvPr/>
        </p:nvSpPr>
        <p:spPr bwMode="auto">
          <a:xfrm>
            <a:off x="539750" y="6092825"/>
            <a:ext cx="8208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r>
              <a:rPr lang="zh-CN" altLang="en-US" dirty="0">
                <a:solidFill>
                  <a:srgbClr val="3333CC"/>
                </a:solidFill>
                <a:latin typeface="隶书" panose="02010509060101010101" pitchFamily="49" charset="-122"/>
                <a:ea typeface="隶书" panose="02010509060101010101" pitchFamily="49" charset="-122"/>
              </a:rPr>
              <a:t>电压源支路</a:t>
            </a:r>
            <a:r>
              <a:rPr lang="en-US" altLang="zh-CN" dirty="0">
                <a:solidFill>
                  <a:srgbClr val="3333CC"/>
                </a:solidFill>
                <a:ea typeface="隶书" panose="02010509060101010101" pitchFamily="49" charset="-122"/>
              </a:rPr>
              <a:t>——</a:t>
            </a:r>
            <a:r>
              <a:rPr lang="zh-CN" altLang="en-US" dirty="0">
                <a:solidFill>
                  <a:srgbClr val="3333CC"/>
                </a:solidFill>
                <a:latin typeface="隶书" panose="02010509060101010101" pitchFamily="49" charset="-122"/>
                <a:ea typeface="隶书" panose="02010509060101010101" pitchFamily="49" charset="-122"/>
              </a:rPr>
              <a:t>视为电阻为零的戴维南支路</a:t>
            </a:r>
            <a:endParaRPr lang="zh-CN" altLang="en-US" dirty="0">
              <a:solidFill>
                <a:srgbClr val="3333CC"/>
              </a:solidFill>
              <a:latin typeface="隶书" panose="02010509060101010101" pitchFamily="49" charset="-122"/>
              <a:ea typeface="隶书" panose="02010509060101010101" pitchFamily="49" charset="-122"/>
              <a:sym typeface="Symbol" panose="05050102010706020507" pitchFamily="18" charset="2"/>
            </a:endParaRPr>
          </a:p>
        </p:txBody>
      </p:sp>
      <p:graphicFrame>
        <p:nvGraphicFramePr>
          <p:cNvPr id="222225" name="Object 17"/>
          <p:cNvGraphicFramePr>
            <a:graphicFrameLocks noChangeAspect="1"/>
          </p:cNvGraphicFramePr>
          <p:nvPr/>
        </p:nvGraphicFramePr>
        <p:xfrm>
          <a:off x="836613" y="4292600"/>
          <a:ext cx="4368800" cy="457200"/>
        </p:xfrm>
        <a:graphic>
          <a:graphicData uri="http://schemas.openxmlformats.org/presentationml/2006/ole">
            <mc:AlternateContent xmlns:mc="http://schemas.openxmlformats.org/markup-compatibility/2006">
              <mc:Choice xmlns:v="urn:schemas-microsoft-com:vml" Requires="v">
                <p:oleObj name="Equation" r:id="rId10" imgW="2184400" imgH="228600" progId="Equation.DSMT4">
                  <p:embed/>
                </p:oleObj>
              </mc:Choice>
              <mc:Fallback>
                <p:oleObj name="Equation" r:id="rId10" imgW="2184400" imgH="228600" progId="Equation.DSMT4">
                  <p:embed/>
                  <p:pic>
                    <p:nvPicPr>
                      <p:cNvPr id="222225"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6613" y="4292600"/>
                        <a:ext cx="436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26" name="Object 18"/>
          <p:cNvGraphicFramePr>
            <a:graphicFrameLocks noChangeAspect="1"/>
          </p:cNvGraphicFramePr>
          <p:nvPr/>
        </p:nvGraphicFramePr>
        <p:xfrm>
          <a:off x="950913" y="4978400"/>
          <a:ext cx="3429000" cy="457200"/>
        </p:xfrm>
        <a:graphic>
          <a:graphicData uri="http://schemas.openxmlformats.org/presentationml/2006/ole">
            <mc:AlternateContent xmlns:mc="http://schemas.openxmlformats.org/markup-compatibility/2006">
              <mc:Choice xmlns:v="urn:schemas-microsoft-com:vml" Requires="v">
                <p:oleObj name="Equation" r:id="rId12" imgW="1714500" imgH="228600" progId="Equation.DSMT4">
                  <p:embed/>
                </p:oleObj>
              </mc:Choice>
              <mc:Fallback>
                <p:oleObj name="Equation" r:id="rId12" imgW="1714500" imgH="228600" progId="Equation.DSMT4">
                  <p:embed/>
                  <p:pic>
                    <p:nvPicPr>
                      <p:cNvPr id="222226"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0913" y="49784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27" name="Object 19"/>
          <p:cNvGraphicFramePr>
            <a:graphicFrameLocks noChangeAspect="1"/>
          </p:cNvGraphicFramePr>
          <p:nvPr/>
        </p:nvGraphicFramePr>
        <p:xfrm>
          <a:off x="709613" y="5629275"/>
          <a:ext cx="4546600" cy="457200"/>
        </p:xfrm>
        <a:graphic>
          <a:graphicData uri="http://schemas.openxmlformats.org/presentationml/2006/ole">
            <mc:AlternateContent xmlns:mc="http://schemas.openxmlformats.org/markup-compatibility/2006">
              <mc:Choice xmlns:v="urn:schemas-microsoft-com:vml" Requires="v">
                <p:oleObj name="Equation" r:id="rId14" imgW="2273300" imgH="228600" progId="Equation.3">
                  <p:embed/>
                </p:oleObj>
              </mc:Choice>
              <mc:Fallback>
                <p:oleObj name="Equation" r:id="rId14" imgW="2273300" imgH="228600" progId="Equation.3">
                  <p:embed/>
                  <p:pic>
                    <p:nvPicPr>
                      <p:cNvPr id="222227"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9613" y="5629275"/>
                        <a:ext cx="454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2228" name="Group 20"/>
          <p:cNvGrpSpPr>
            <a:grpSpLocks/>
          </p:cNvGrpSpPr>
          <p:nvPr/>
        </p:nvGrpSpPr>
        <p:grpSpPr bwMode="auto">
          <a:xfrm>
            <a:off x="1331913" y="3068638"/>
            <a:ext cx="1079500" cy="647700"/>
            <a:chOff x="3264" y="1649"/>
            <a:chExt cx="671" cy="511"/>
          </a:xfrm>
        </p:grpSpPr>
        <p:graphicFrame>
          <p:nvGraphicFramePr>
            <p:cNvPr id="30752" name="Object 21"/>
            <p:cNvGraphicFramePr>
              <a:graphicFrameLocks noChangeAspect="1"/>
            </p:cNvGraphicFramePr>
            <p:nvPr/>
          </p:nvGraphicFramePr>
          <p:xfrm>
            <a:off x="3264" y="1649"/>
            <a:ext cx="671" cy="511"/>
          </p:xfrm>
          <a:graphic>
            <a:graphicData uri="http://schemas.openxmlformats.org/presentationml/2006/ole">
              <mc:AlternateContent xmlns:mc="http://schemas.openxmlformats.org/markup-compatibility/2006">
                <mc:Choice xmlns:v="urn:schemas-microsoft-com:vml" Requires="v">
                  <p:oleObj name="VISIO" r:id="rId16" imgW="532512" imgH="403188" progId="Visio.Drawing.5">
                    <p:embed/>
                  </p:oleObj>
                </mc:Choice>
                <mc:Fallback>
                  <p:oleObj name="VISIO" r:id="rId16" imgW="532512" imgH="403188" progId="Visio.Drawing.5">
                    <p:embed/>
                    <p:pic>
                      <p:nvPicPr>
                        <p:cNvPr id="30752"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64"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53" name="Object 22"/>
            <p:cNvGraphicFramePr>
              <a:graphicFrameLocks noChangeAspect="1"/>
            </p:cNvGraphicFramePr>
            <p:nvPr/>
          </p:nvGraphicFramePr>
          <p:xfrm>
            <a:off x="3312" y="1776"/>
            <a:ext cx="256" cy="272"/>
          </p:xfrm>
          <a:graphic>
            <a:graphicData uri="http://schemas.openxmlformats.org/presentationml/2006/ole">
              <mc:AlternateContent xmlns:mc="http://schemas.openxmlformats.org/markup-compatibility/2006">
                <mc:Choice xmlns:v="urn:schemas-microsoft-com:vml" Requires="v">
                  <p:oleObj name="Equation" r:id="rId18" imgW="203024" imgH="215713" progId="Equation.3">
                    <p:embed/>
                  </p:oleObj>
                </mc:Choice>
                <mc:Fallback>
                  <p:oleObj name="Equation" r:id="rId18" imgW="203024" imgH="215713" progId="Equation.3">
                    <p:embed/>
                    <p:pic>
                      <p:nvPicPr>
                        <p:cNvPr id="30753"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12" y="1776"/>
                          <a:ext cx="25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31" name="Group 23"/>
          <p:cNvGrpSpPr>
            <a:grpSpLocks/>
          </p:cNvGrpSpPr>
          <p:nvPr/>
        </p:nvGrpSpPr>
        <p:grpSpPr bwMode="auto">
          <a:xfrm>
            <a:off x="3276600" y="2997200"/>
            <a:ext cx="792163" cy="719138"/>
            <a:chOff x="4560" y="1649"/>
            <a:chExt cx="671" cy="511"/>
          </a:xfrm>
        </p:grpSpPr>
        <p:graphicFrame>
          <p:nvGraphicFramePr>
            <p:cNvPr id="30750" name="Object 24"/>
            <p:cNvGraphicFramePr>
              <a:graphicFrameLocks noChangeAspect="1"/>
            </p:cNvGraphicFramePr>
            <p:nvPr/>
          </p:nvGraphicFramePr>
          <p:xfrm>
            <a:off x="4560" y="1649"/>
            <a:ext cx="671" cy="511"/>
          </p:xfrm>
          <a:graphic>
            <a:graphicData uri="http://schemas.openxmlformats.org/presentationml/2006/ole">
              <mc:AlternateContent xmlns:mc="http://schemas.openxmlformats.org/markup-compatibility/2006">
                <mc:Choice xmlns:v="urn:schemas-microsoft-com:vml" Requires="v">
                  <p:oleObj name="VISIO" r:id="rId20" imgW="532512" imgH="403188" progId="Visio.Drawing.5">
                    <p:embed/>
                  </p:oleObj>
                </mc:Choice>
                <mc:Fallback>
                  <p:oleObj name="VISIO" r:id="rId20" imgW="532512" imgH="403188" progId="Visio.Drawing.5">
                    <p:embed/>
                    <p:pic>
                      <p:nvPicPr>
                        <p:cNvPr id="3075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60"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51" name="Object 25"/>
            <p:cNvGraphicFramePr>
              <a:graphicFrameLocks noChangeAspect="1"/>
            </p:cNvGraphicFramePr>
            <p:nvPr/>
          </p:nvGraphicFramePr>
          <p:xfrm>
            <a:off x="4600" y="1728"/>
            <a:ext cx="272" cy="272"/>
          </p:xfrm>
          <a:graphic>
            <a:graphicData uri="http://schemas.openxmlformats.org/presentationml/2006/ole">
              <mc:AlternateContent xmlns:mc="http://schemas.openxmlformats.org/markup-compatibility/2006">
                <mc:Choice xmlns:v="urn:schemas-microsoft-com:vml" Requires="v">
                  <p:oleObj name="Equation" r:id="rId21" imgW="215619" imgH="215619" progId="Equation.3">
                    <p:embed/>
                  </p:oleObj>
                </mc:Choice>
                <mc:Fallback>
                  <p:oleObj name="Equation" r:id="rId21" imgW="215619" imgH="215619" progId="Equation.3">
                    <p:embed/>
                    <p:pic>
                      <p:nvPicPr>
                        <p:cNvPr id="30751"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00" y="1728"/>
                          <a:ext cx="272"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34" name="Group 26"/>
          <p:cNvGrpSpPr>
            <a:grpSpLocks/>
          </p:cNvGrpSpPr>
          <p:nvPr/>
        </p:nvGrpSpPr>
        <p:grpSpPr bwMode="auto">
          <a:xfrm>
            <a:off x="2051050" y="1700213"/>
            <a:ext cx="863600" cy="666750"/>
            <a:chOff x="3744" y="672"/>
            <a:chExt cx="671" cy="511"/>
          </a:xfrm>
        </p:grpSpPr>
        <p:graphicFrame>
          <p:nvGraphicFramePr>
            <p:cNvPr id="30748" name="Object 27"/>
            <p:cNvGraphicFramePr>
              <a:graphicFrameLocks noChangeAspect="1"/>
            </p:cNvGraphicFramePr>
            <p:nvPr/>
          </p:nvGraphicFramePr>
          <p:xfrm>
            <a:off x="3744" y="672"/>
            <a:ext cx="671" cy="511"/>
          </p:xfrm>
          <a:graphic>
            <a:graphicData uri="http://schemas.openxmlformats.org/presentationml/2006/ole">
              <mc:AlternateContent xmlns:mc="http://schemas.openxmlformats.org/markup-compatibility/2006">
                <mc:Choice xmlns:v="urn:schemas-microsoft-com:vml" Requires="v">
                  <p:oleObj name="VISIO" r:id="rId23" imgW="532512" imgH="403188" progId="Visio.Drawing.5">
                    <p:embed/>
                  </p:oleObj>
                </mc:Choice>
                <mc:Fallback>
                  <p:oleObj name="VISIO" r:id="rId23" imgW="532512" imgH="403188" progId="Visio.Drawing.5">
                    <p:embed/>
                    <p:pic>
                      <p:nvPicPr>
                        <p:cNvPr id="30748"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44" y="672"/>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9" name="Object 28"/>
            <p:cNvGraphicFramePr>
              <a:graphicFrameLocks noChangeAspect="1"/>
            </p:cNvGraphicFramePr>
            <p:nvPr/>
          </p:nvGraphicFramePr>
          <p:xfrm>
            <a:off x="3792" y="760"/>
            <a:ext cx="272" cy="288"/>
          </p:xfrm>
          <a:graphic>
            <a:graphicData uri="http://schemas.openxmlformats.org/presentationml/2006/ole">
              <mc:AlternateContent xmlns:mc="http://schemas.openxmlformats.org/markup-compatibility/2006">
                <mc:Choice xmlns:v="urn:schemas-microsoft-com:vml" Requires="v">
                  <p:oleObj name="Equation" r:id="rId24" imgW="215806" imgH="228501" progId="Equation.3">
                    <p:embed/>
                  </p:oleObj>
                </mc:Choice>
                <mc:Fallback>
                  <p:oleObj name="Equation" r:id="rId24" imgW="215806" imgH="228501" progId="Equation.3">
                    <p:embed/>
                    <p:pic>
                      <p:nvPicPr>
                        <p:cNvPr id="30749" name="Object 2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92" y="760"/>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37" name="Group 29"/>
          <p:cNvGrpSpPr>
            <a:grpSpLocks/>
          </p:cNvGrpSpPr>
          <p:nvPr/>
        </p:nvGrpSpPr>
        <p:grpSpPr bwMode="auto">
          <a:xfrm>
            <a:off x="5795963" y="3068638"/>
            <a:ext cx="1079500" cy="647700"/>
            <a:chOff x="3264" y="1649"/>
            <a:chExt cx="671" cy="511"/>
          </a:xfrm>
        </p:grpSpPr>
        <p:graphicFrame>
          <p:nvGraphicFramePr>
            <p:cNvPr id="30746" name="Object 30"/>
            <p:cNvGraphicFramePr>
              <a:graphicFrameLocks noChangeAspect="1"/>
            </p:cNvGraphicFramePr>
            <p:nvPr/>
          </p:nvGraphicFramePr>
          <p:xfrm>
            <a:off x="3264" y="1649"/>
            <a:ext cx="671" cy="511"/>
          </p:xfrm>
          <a:graphic>
            <a:graphicData uri="http://schemas.openxmlformats.org/presentationml/2006/ole">
              <mc:AlternateContent xmlns:mc="http://schemas.openxmlformats.org/markup-compatibility/2006">
                <mc:Choice xmlns:v="urn:schemas-microsoft-com:vml" Requires="v">
                  <p:oleObj name="VISIO" r:id="rId26" imgW="532512" imgH="403188" progId="Visio.Drawing.5">
                    <p:embed/>
                  </p:oleObj>
                </mc:Choice>
                <mc:Fallback>
                  <p:oleObj name="VISIO" r:id="rId26" imgW="532512" imgH="403188" progId="Visio.Drawing.5">
                    <p:embed/>
                    <p:pic>
                      <p:nvPicPr>
                        <p:cNvPr id="30746"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64"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7" name="Object 31"/>
            <p:cNvGraphicFramePr>
              <a:graphicFrameLocks noChangeAspect="1"/>
            </p:cNvGraphicFramePr>
            <p:nvPr/>
          </p:nvGraphicFramePr>
          <p:xfrm>
            <a:off x="3312" y="1776"/>
            <a:ext cx="256" cy="272"/>
          </p:xfrm>
          <a:graphic>
            <a:graphicData uri="http://schemas.openxmlformats.org/presentationml/2006/ole">
              <mc:AlternateContent xmlns:mc="http://schemas.openxmlformats.org/markup-compatibility/2006">
                <mc:Choice xmlns:v="urn:schemas-microsoft-com:vml" Requires="v">
                  <p:oleObj name="Equation" r:id="rId27" imgW="203024" imgH="215713" progId="Equation.3">
                    <p:embed/>
                  </p:oleObj>
                </mc:Choice>
                <mc:Fallback>
                  <p:oleObj name="Equation" r:id="rId27" imgW="203024" imgH="215713" progId="Equation.3">
                    <p:embed/>
                    <p:pic>
                      <p:nvPicPr>
                        <p:cNvPr id="30747"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12" y="1776"/>
                          <a:ext cx="25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40" name="Group 32"/>
          <p:cNvGrpSpPr>
            <a:grpSpLocks/>
          </p:cNvGrpSpPr>
          <p:nvPr/>
        </p:nvGrpSpPr>
        <p:grpSpPr bwMode="auto">
          <a:xfrm>
            <a:off x="7740650" y="2997200"/>
            <a:ext cx="792163" cy="719138"/>
            <a:chOff x="4560" y="1649"/>
            <a:chExt cx="671" cy="511"/>
          </a:xfrm>
        </p:grpSpPr>
        <p:graphicFrame>
          <p:nvGraphicFramePr>
            <p:cNvPr id="30744" name="Object 33"/>
            <p:cNvGraphicFramePr>
              <a:graphicFrameLocks noChangeAspect="1"/>
            </p:cNvGraphicFramePr>
            <p:nvPr/>
          </p:nvGraphicFramePr>
          <p:xfrm>
            <a:off x="4560" y="1649"/>
            <a:ext cx="671" cy="511"/>
          </p:xfrm>
          <a:graphic>
            <a:graphicData uri="http://schemas.openxmlformats.org/presentationml/2006/ole">
              <mc:AlternateContent xmlns:mc="http://schemas.openxmlformats.org/markup-compatibility/2006">
                <mc:Choice xmlns:v="urn:schemas-microsoft-com:vml" Requires="v">
                  <p:oleObj name="VISIO" r:id="rId28" imgW="532512" imgH="403188" progId="Visio.Drawing.5">
                    <p:embed/>
                  </p:oleObj>
                </mc:Choice>
                <mc:Fallback>
                  <p:oleObj name="VISIO" r:id="rId28" imgW="532512" imgH="403188" progId="Visio.Drawing.5">
                    <p:embed/>
                    <p:pic>
                      <p:nvPicPr>
                        <p:cNvPr id="30744" name="Object 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60"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5" name="Object 34"/>
            <p:cNvGraphicFramePr>
              <a:graphicFrameLocks noChangeAspect="1"/>
            </p:cNvGraphicFramePr>
            <p:nvPr/>
          </p:nvGraphicFramePr>
          <p:xfrm>
            <a:off x="4600" y="1728"/>
            <a:ext cx="272" cy="272"/>
          </p:xfrm>
          <a:graphic>
            <a:graphicData uri="http://schemas.openxmlformats.org/presentationml/2006/ole">
              <mc:AlternateContent xmlns:mc="http://schemas.openxmlformats.org/markup-compatibility/2006">
                <mc:Choice xmlns:v="urn:schemas-microsoft-com:vml" Requires="v">
                  <p:oleObj name="Equation" r:id="rId29" imgW="215619" imgH="215619" progId="Equation.3">
                    <p:embed/>
                  </p:oleObj>
                </mc:Choice>
                <mc:Fallback>
                  <p:oleObj name="Equation" r:id="rId29" imgW="215619" imgH="215619" progId="Equation.3">
                    <p:embed/>
                    <p:pic>
                      <p:nvPicPr>
                        <p:cNvPr id="30745" name="Object 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00" y="1728"/>
                          <a:ext cx="272"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43" name="Group 35"/>
          <p:cNvGrpSpPr>
            <a:grpSpLocks/>
          </p:cNvGrpSpPr>
          <p:nvPr/>
        </p:nvGrpSpPr>
        <p:grpSpPr bwMode="auto">
          <a:xfrm>
            <a:off x="6515100" y="1700213"/>
            <a:ext cx="863600" cy="666750"/>
            <a:chOff x="3744" y="672"/>
            <a:chExt cx="671" cy="511"/>
          </a:xfrm>
        </p:grpSpPr>
        <p:graphicFrame>
          <p:nvGraphicFramePr>
            <p:cNvPr id="30742" name="Object 36"/>
            <p:cNvGraphicFramePr>
              <a:graphicFrameLocks noChangeAspect="1"/>
            </p:cNvGraphicFramePr>
            <p:nvPr/>
          </p:nvGraphicFramePr>
          <p:xfrm>
            <a:off x="3744" y="672"/>
            <a:ext cx="671" cy="511"/>
          </p:xfrm>
          <a:graphic>
            <a:graphicData uri="http://schemas.openxmlformats.org/presentationml/2006/ole">
              <mc:AlternateContent xmlns:mc="http://schemas.openxmlformats.org/markup-compatibility/2006">
                <mc:Choice xmlns:v="urn:schemas-microsoft-com:vml" Requires="v">
                  <p:oleObj name="VISIO" r:id="rId30" imgW="532512" imgH="403188" progId="Visio.Drawing.5">
                    <p:embed/>
                  </p:oleObj>
                </mc:Choice>
                <mc:Fallback>
                  <p:oleObj name="VISIO" r:id="rId30" imgW="532512" imgH="403188" progId="Visio.Drawing.5">
                    <p:embed/>
                    <p:pic>
                      <p:nvPicPr>
                        <p:cNvPr id="30742" name="Object 3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44" y="672"/>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3" name="Object 37"/>
            <p:cNvGraphicFramePr>
              <a:graphicFrameLocks noChangeAspect="1"/>
            </p:cNvGraphicFramePr>
            <p:nvPr/>
          </p:nvGraphicFramePr>
          <p:xfrm>
            <a:off x="3792" y="760"/>
            <a:ext cx="272" cy="288"/>
          </p:xfrm>
          <a:graphic>
            <a:graphicData uri="http://schemas.openxmlformats.org/presentationml/2006/ole">
              <mc:AlternateContent xmlns:mc="http://schemas.openxmlformats.org/markup-compatibility/2006">
                <mc:Choice xmlns:v="urn:schemas-microsoft-com:vml" Requires="v">
                  <p:oleObj name="Equation" r:id="rId31" imgW="215806" imgH="228501" progId="Equation.3">
                    <p:embed/>
                  </p:oleObj>
                </mc:Choice>
                <mc:Fallback>
                  <p:oleObj name="Equation" r:id="rId31" imgW="215806" imgH="228501" progId="Equation.3">
                    <p:embed/>
                    <p:pic>
                      <p:nvPicPr>
                        <p:cNvPr id="30743" name="Object 3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92" y="760"/>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2246" name="AutoShape 38"/>
          <p:cNvSpPr>
            <a:spLocks/>
          </p:cNvSpPr>
          <p:nvPr/>
        </p:nvSpPr>
        <p:spPr bwMode="auto">
          <a:xfrm>
            <a:off x="250825" y="4364038"/>
            <a:ext cx="288925" cy="1584325"/>
          </a:xfrm>
          <a:prstGeom prst="leftBrace">
            <a:avLst>
              <a:gd name="adj1" fmla="val 45696"/>
              <a:gd name="adj2" fmla="val 50000"/>
            </a:avLst>
          </a:prstGeom>
          <a:noFill/>
          <a:ln w="38100">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2220"/>
                                        </p:tgtEl>
                                        <p:attrNameLst>
                                          <p:attrName>style.visibility</p:attrName>
                                        </p:attrNameLst>
                                      </p:cBhvr>
                                      <p:to>
                                        <p:strVal val="visible"/>
                                      </p:to>
                                    </p:set>
                                    <p:animEffect transition="in" filter="box(in)">
                                      <p:cBhvr>
                                        <p:cTn id="7" dur="500"/>
                                        <p:tgtEl>
                                          <p:spTgt spid="2222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22210"/>
                                        </p:tgtEl>
                                        <p:attrNameLst>
                                          <p:attrName>style.visibility</p:attrName>
                                        </p:attrNameLst>
                                      </p:cBhvr>
                                      <p:to>
                                        <p:strVal val="visible"/>
                                      </p:to>
                                    </p:set>
                                    <p:animEffect transition="in" filter="box(in)">
                                      <p:cBhvr>
                                        <p:cTn id="12" dur="500"/>
                                        <p:tgtEl>
                                          <p:spTgt spid="2222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2224"/>
                                        </p:tgtEl>
                                        <p:attrNameLst>
                                          <p:attrName>style.visibility</p:attrName>
                                        </p:attrNameLst>
                                      </p:cBhvr>
                                      <p:to>
                                        <p:strVal val="visible"/>
                                      </p:to>
                                    </p:set>
                                    <p:animEffect transition="in" filter="wipe(left)">
                                      <p:cBhvr>
                                        <p:cTn id="17" dur="1000"/>
                                        <p:tgtEl>
                                          <p:spTgt spid="2222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2234"/>
                                        </p:tgtEl>
                                        <p:attrNameLst>
                                          <p:attrName>style.visibility</p:attrName>
                                        </p:attrNameLst>
                                      </p:cBhvr>
                                      <p:to>
                                        <p:strVal val="visible"/>
                                      </p:to>
                                    </p:set>
                                    <p:animEffect transition="in" filter="wipe(left)">
                                      <p:cBhvr>
                                        <p:cTn id="22" dur="2000"/>
                                        <p:tgtEl>
                                          <p:spTgt spid="222234"/>
                                        </p:tgtEl>
                                      </p:cBhvr>
                                    </p:animEffect>
                                  </p:childTnLst>
                                </p:cTn>
                              </p:par>
                            </p:childTnLst>
                          </p:cTn>
                        </p:par>
                        <p:par>
                          <p:cTn id="23" fill="hold" nodeType="afterGroup">
                            <p:stCondLst>
                              <p:cond delay="2000"/>
                            </p:stCondLst>
                            <p:childTnLst>
                              <p:par>
                                <p:cTn id="24" presetID="22" presetClass="entr" presetSubtype="8" fill="hold" nodeType="afterEffect">
                                  <p:stCondLst>
                                    <p:cond delay="0"/>
                                  </p:stCondLst>
                                  <p:childTnLst>
                                    <p:set>
                                      <p:cBhvr>
                                        <p:cTn id="25" dur="1" fill="hold">
                                          <p:stCondLst>
                                            <p:cond delay="0"/>
                                          </p:stCondLst>
                                        </p:cTn>
                                        <p:tgtEl>
                                          <p:spTgt spid="222228"/>
                                        </p:tgtEl>
                                        <p:attrNameLst>
                                          <p:attrName>style.visibility</p:attrName>
                                        </p:attrNameLst>
                                      </p:cBhvr>
                                      <p:to>
                                        <p:strVal val="visible"/>
                                      </p:to>
                                    </p:set>
                                    <p:animEffect transition="in" filter="wipe(left)">
                                      <p:cBhvr>
                                        <p:cTn id="26" dur="2000"/>
                                        <p:tgtEl>
                                          <p:spTgt spid="222228"/>
                                        </p:tgtEl>
                                      </p:cBhvr>
                                    </p:animEffect>
                                  </p:childTnLst>
                                </p:cTn>
                              </p:par>
                            </p:childTnLst>
                          </p:cTn>
                        </p:par>
                        <p:par>
                          <p:cTn id="27" fill="hold" nodeType="afterGroup">
                            <p:stCondLst>
                              <p:cond delay="4000"/>
                            </p:stCondLst>
                            <p:childTnLst>
                              <p:par>
                                <p:cTn id="28" presetID="22" presetClass="entr" presetSubtype="8" fill="hold" nodeType="afterEffect">
                                  <p:stCondLst>
                                    <p:cond delay="0"/>
                                  </p:stCondLst>
                                  <p:childTnLst>
                                    <p:set>
                                      <p:cBhvr>
                                        <p:cTn id="29" dur="1" fill="hold">
                                          <p:stCondLst>
                                            <p:cond delay="0"/>
                                          </p:stCondLst>
                                        </p:cTn>
                                        <p:tgtEl>
                                          <p:spTgt spid="222231"/>
                                        </p:tgtEl>
                                        <p:attrNameLst>
                                          <p:attrName>style.visibility</p:attrName>
                                        </p:attrNameLst>
                                      </p:cBhvr>
                                      <p:to>
                                        <p:strVal val="visible"/>
                                      </p:to>
                                    </p:set>
                                    <p:animEffect transition="in" filter="wipe(left)">
                                      <p:cBhvr>
                                        <p:cTn id="30" dur="2000"/>
                                        <p:tgtEl>
                                          <p:spTgt spid="22223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222225"/>
                                        </p:tgtEl>
                                        <p:attrNameLst>
                                          <p:attrName>style.visibility</p:attrName>
                                        </p:attrNameLst>
                                      </p:cBhvr>
                                      <p:to>
                                        <p:strVal val="visible"/>
                                      </p:to>
                                    </p:set>
                                    <p:animEffect transition="in" filter="box(in)">
                                      <p:cBhvr>
                                        <p:cTn id="35" dur="500"/>
                                        <p:tgtEl>
                                          <p:spTgt spid="22222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222226"/>
                                        </p:tgtEl>
                                        <p:attrNameLst>
                                          <p:attrName>style.visibility</p:attrName>
                                        </p:attrNameLst>
                                      </p:cBhvr>
                                      <p:to>
                                        <p:strVal val="visible"/>
                                      </p:to>
                                    </p:set>
                                    <p:animEffect transition="in" filter="box(in)">
                                      <p:cBhvr>
                                        <p:cTn id="40" dur="500"/>
                                        <p:tgtEl>
                                          <p:spTgt spid="22222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222227"/>
                                        </p:tgtEl>
                                        <p:attrNameLst>
                                          <p:attrName>style.visibility</p:attrName>
                                        </p:attrNameLst>
                                      </p:cBhvr>
                                      <p:to>
                                        <p:strVal val="visible"/>
                                      </p:to>
                                    </p:set>
                                    <p:animEffect transition="in" filter="box(in)">
                                      <p:cBhvr>
                                        <p:cTn id="45" dur="500"/>
                                        <p:tgtEl>
                                          <p:spTgt spid="222227"/>
                                        </p:tgtEl>
                                      </p:cBhvr>
                                    </p:animEffect>
                                  </p:childTnLst>
                                </p:cTn>
                              </p:par>
                            </p:childTnLst>
                          </p:cTn>
                        </p:par>
                        <p:par>
                          <p:cTn id="46" fill="hold" nodeType="afterGroup">
                            <p:stCondLst>
                              <p:cond delay="500"/>
                            </p:stCondLst>
                            <p:childTnLst>
                              <p:par>
                                <p:cTn id="47" presetID="21" presetClass="entr" presetSubtype="4" fill="hold" grpId="0" nodeType="afterEffect">
                                  <p:stCondLst>
                                    <p:cond delay="0"/>
                                  </p:stCondLst>
                                  <p:childTnLst>
                                    <p:set>
                                      <p:cBhvr>
                                        <p:cTn id="48" dur="1" fill="hold">
                                          <p:stCondLst>
                                            <p:cond delay="0"/>
                                          </p:stCondLst>
                                        </p:cTn>
                                        <p:tgtEl>
                                          <p:spTgt spid="222246"/>
                                        </p:tgtEl>
                                        <p:attrNameLst>
                                          <p:attrName>style.visibility</p:attrName>
                                        </p:attrNameLst>
                                      </p:cBhvr>
                                      <p:to>
                                        <p:strVal val="visible"/>
                                      </p:to>
                                    </p:set>
                                    <p:animEffect transition="in" filter="wheel(4)">
                                      <p:cBhvr>
                                        <p:cTn id="49" dur="2000"/>
                                        <p:tgtEl>
                                          <p:spTgt spid="22224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16" fill="hold" nodeType="clickEffect">
                                  <p:stCondLst>
                                    <p:cond delay="0"/>
                                  </p:stCondLst>
                                  <p:childTnLst>
                                    <p:set>
                                      <p:cBhvr>
                                        <p:cTn id="53" dur="1" fill="hold">
                                          <p:stCondLst>
                                            <p:cond delay="0"/>
                                          </p:stCondLst>
                                        </p:cTn>
                                        <p:tgtEl>
                                          <p:spTgt spid="222221"/>
                                        </p:tgtEl>
                                        <p:attrNameLst>
                                          <p:attrName>style.visibility</p:attrName>
                                        </p:attrNameLst>
                                      </p:cBhvr>
                                      <p:to>
                                        <p:strVal val="visible"/>
                                      </p:to>
                                    </p:set>
                                    <p:animEffect transition="in" filter="box(in)">
                                      <p:cBhvr>
                                        <p:cTn id="54" dur="500"/>
                                        <p:tgtEl>
                                          <p:spTgt spid="22222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222211"/>
                                        </p:tgtEl>
                                        <p:attrNameLst>
                                          <p:attrName>style.visibility</p:attrName>
                                        </p:attrNameLst>
                                      </p:cBhvr>
                                      <p:to>
                                        <p:strVal val="visible"/>
                                      </p:to>
                                    </p:set>
                                    <p:animEffect transition="in" filter="box(in)">
                                      <p:cBhvr>
                                        <p:cTn id="59" dur="500"/>
                                        <p:tgtEl>
                                          <p:spTgt spid="222211"/>
                                        </p:tgtEl>
                                      </p:cBhvr>
                                    </p:animEffect>
                                  </p:childTnLst>
                                </p:cTn>
                              </p:par>
                            </p:childTnLst>
                          </p:cTn>
                        </p:par>
                        <p:par>
                          <p:cTn id="60" fill="hold" nodeType="afterGroup">
                            <p:stCondLst>
                              <p:cond delay="500"/>
                            </p:stCondLst>
                            <p:childTnLst>
                              <p:par>
                                <p:cTn id="61" presetID="22" presetClass="entr" presetSubtype="8" fill="hold" nodeType="afterEffect">
                                  <p:stCondLst>
                                    <p:cond delay="0"/>
                                  </p:stCondLst>
                                  <p:childTnLst>
                                    <p:set>
                                      <p:cBhvr>
                                        <p:cTn id="62" dur="1" fill="hold">
                                          <p:stCondLst>
                                            <p:cond delay="0"/>
                                          </p:stCondLst>
                                        </p:cTn>
                                        <p:tgtEl>
                                          <p:spTgt spid="222243"/>
                                        </p:tgtEl>
                                        <p:attrNameLst>
                                          <p:attrName>style.visibility</p:attrName>
                                        </p:attrNameLst>
                                      </p:cBhvr>
                                      <p:to>
                                        <p:strVal val="visible"/>
                                      </p:to>
                                    </p:set>
                                    <p:animEffect transition="in" filter="wipe(left)">
                                      <p:cBhvr>
                                        <p:cTn id="63" dur="2000"/>
                                        <p:tgtEl>
                                          <p:spTgt spid="222243"/>
                                        </p:tgtEl>
                                      </p:cBhvr>
                                    </p:animEffect>
                                  </p:childTnLst>
                                </p:cTn>
                              </p:par>
                            </p:childTnLst>
                          </p:cTn>
                        </p:par>
                        <p:par>
                          <p:cTn id="64" fill="hold" nodeType="afterGroup">
                            <p:stCondLst>
                              <p:cond delay="2500"/>
                            </p:stCondLst>
                            <p:childTnLst>
                              <p:par>
                                <p:cTn id="65" presetID="22" presetClass="entr" presetSubtype="8" fill="hold" nodeType="afterEffect">
                                  <p:stCondLst>
                                    <p:cond delay="0"/>
                                  </p:stCondLst>
                                  <p:childTnLst>
                                    <p:set>
                                      <p:cBhvr>
                                        <p:cTn id="66" dur="1" fill="hold">
                                          <p:stCondLst>
                                            <p:cond delay="0"/>
                                          </p:stCondLst>
                                        </p:cTn>
                                        <p:tgtEl>
                                          <p:spTgt spid="222237"/>
                                        </p:tgtEl>
                                        <p:attrNameLst>
                                          <p:attrName>style.visibility</p:attrName>
                                        </p:attrNameLst>
                                      </p:cBhvr>
                                      <p:to>
                                        <p:strVal val="visible"/>
                                      </p:to>
                                    </p:set>
                                    <p:animEffect transition="in" filter="wipe(left)">
                                      <p:cBhvr>
                                        <p:cTn id="67" dur="2000"/>
                                        <p:tgtEl>
                                          <p:spTgt spid="222237"/>
                                        </p:tgtEl>
                                      </p:cBhvr>
                                    </p:animEffect>
                                  </p:childTnLst>
                                </p:cTn>
                              </p:par>
                            </p:childTnLst>
                          </p:cTn>
                        </p:par>
                        <p:par>
                          <p:cTn id="68" fill="hold" nodeType="afterGroup">
                            <p:stCondLst>
                              <p:cond delay="4500"/>
                            </p:stCondLst>
                            <p:childTnLst>
                              <p:par>
                                <p:cTn id="69" presetID="22" presetClass="entr" presetSubtype="8" fill="hold" nodeType="afterEffect">
                                  <p:stCondLst>
                                    <p:cond delay="0"/>
                                  </p:stCondLst>
                                  <p:childTnLst>
                                    <p:set>
                                      <p:cBhvr>
                                        <p:cTn id="70" dur="1" fill="hold">
                                          <p:stCondLst>
                                            <p:cond delay="0"/>
                                          </p:stCondLst>
                                        </p:cTn>
                                        <p:tgtEl>
                                          <p:spTgt spid="222240"/>
                                        </p:tgtEl>
                                        <p:attrNameLst>
                                          <p:attrName>style.visibility</p:attrName>
                                        </p:attrNameLst>
                                      </p:cBhvr>
                                      <p:to>
                                        <p:strVal val="visible"/>
                                      </p:to>
                                    </p:set>
                                    <p:animEffect transition="in" filter="wipe(left)">
                                      <p:cBhvr>
                                        <p:cTn id="71" dur="2000"/>
                                        <p:tgtEl>
                                          <p:spTgt spid="222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46"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A20C1BCC-BFD5-4AF6-AC8F-C45DE697000B}" type="datetime1">
              <a:rPr lang="zh-CN" altLang="en-US" smtClean="0"/>
              <a:pPr>
                <a:defRPr/>
              </a:pPr>
              <a:t>2024/8/17</a:t>
            </a:fld>
            <a:endParaRPr lang="en-US" altLang="zh-CN"/>
          </a:p>
        </p:txBody>
      </p:sp>
      <p:sp>
        <p:nvSpPr>
          <p:cNvPr id="30"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31"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469A5AA2-2354-472F-B533-79158BFF3A41}" type="slidenum">
              <a:rPr lang="en-US" altLang="zh-CN" smtClean="0"/>
              <a:pPr>
                <a:defRPr/>
              </a:pPr>
              <a:t>39</a:t>
            </a:fld>
            <a:endParaRPr lang="en-US" altLang="zh-CN"/>
          </a:p>
        </p:txBody>
      </p:sp>
      <p:graphicFrame>
        <p:nvGraphicFramePr>
          <p:cNvPr id="261122" name="Object 2"/>
          <p:cNvGraphicFramePr>
            <a:graphicFrameLocks noChangeAspect="1"/>
          </p:cNvGraphicFramePr>
          <p:nvPr/>
        </p:nvGraphicFramePr>
        <p:xfrm>
          <a:off x="4724400" y="333375"/>
          <a:ext cx="4240213" cy="3260725"/>
        </p:xfrm>
        <a:graphic>
          <a:graphicData uri="http://schemas.openxmlformats.org/presentationml/2006/ole">
            <mc:AlternateContent xmlns:mc="http://schemas.openxmlformats.org/markup-compatibility/2006">
              <mc:Choice xmlns:v="urn:schemas-microsoft-com:vml" Requires="v">
                <p:oleObj name="Visio" r:id="rId3" imgW="2856357" imgH="2203132" progId="Visio.Drawing.11">
                  <p:embed/>
                </p:oleObj>
              </mc:Choice>
              <mc:Fallback>
                <p:oleObj name="Visio" r:id="rId3" imgW="2856357" imgH="2203132" progId="Visio.Drawing.11">
                  <p:embed/>
                  <p:pic>
                    <p:nvPicPr>
                      <p:cNvPr id="2611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333375"/>
                        <a:ext cx="4240213" cy="326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0" name="Rectangle 3"/>
          <p:cNvSpPr>
            <a:spLocks noGrp="1" noChangeArrowheads="1"/>
          </p:cNvSpPr>
          <p:nvPr>
            <p:ph type="title" idx="4294967295"/>
          </p:nvPr>
        </p:nvSpPr>
        <p:spPr>
          <a:xfrm>
            <a:off x="381000" y="228600"/>
            <a:ext cx="8458200" cy="457200"/>
          </a:xfrm>
        </p:spPr>
        <p:txBody>
          <a:bodyPr>
            <a:normAutofit fontScale="90000"/>
          </a:bodyPr>
          <a:lstStyle/>
          <a:p>
            <a:pPr algn="l" eaLnBrk="1" hangingPunct="1"/>
            <a:r>
              <a:rPr lang="en-US" altLang="zh-CN">
                <a:solidFill>
                  <a:srgbClr val="FF0000"/>
                </a:solidFill>
              </a:rPr>
              <a:t>4.</a:t>
            </a:r>
            <a:r>
              <a:rPr lang="en-US" altLang="zh-CN" sz="2800">
                <a:solidFill>
                  <a:srgbClr val="FF0000"/>
                </a:solidFill>
              </a:rPr>
              <a:t>Mesh analysis with source branches</a:t>
            </a:r>
          </a:p>
        </p:txBody>
      </p:sp>
      <p:graphicFrame>
        <p:nvGraphicFramePr>
          <p:cNvPr id="261124" name="Object 4"/>
          <p:cNvGraphicFramePr>
            <a:graphicFrameLocks noChangeAspect="1"/>
          </p:cNvGraphicFramePr>
          <p:nvPr/>
        </p:nvGraphicFramePr>
        <p:xfrm>
          <a:off x="7011988" y="1839913"/>
          <a:ext cx="528637" cy="1546225"/>
        </p:xfrm>
        <a:graphic>
          <a:graphicData uri="http://schemas.openxmlformats.org/presentationml/2006/ole">
            <mc:AlternateContent xmlns:mc="http://schemas.openxmlformats.org/markup-compatibility/2006">
              <mc:Choice xmlns:v="urn:schemas-microsoft-com:vml" Requires="v">
                <p:oleObj name="Visio" r:id="rId5" imgW="380619" imgH="1059990" progId="Visio.Drawing.11">
                  <p:embed/>
                </p:oleObj>
              </mc:Choice>
              <mc:Fallback>
                <p:oleObj name="Visio" r:id="rId5" imgW="380619" imgH="1059990" progId="Visio.Drawing.11">
                  <p:embed/>
                  <p:pic>
                    <p:nvPicPr>
                      <p:cNvPr id="26112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1988" y="1839913"/>
                        <a:ext cx="528637" cy="154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2" name="Rectangle 5"/>
          <p:cNvSpPr>
            <a:spLocks noChangeArrowheads="1"/>
          </p:cNvSpPr>
          <p:nvPr/>
        </p:nvSpPr>
        <p:spPr bwMode="auto">
          <a:xfrm>
            <a:off x="539750" y="692150"/>
            <a:ext cx="612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9144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8288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2860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7432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32004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6576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41148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a:ea typeface="华文隶书" panose="02010800040101010101" pitchFamily="2" charset="-122"/>
              </a:rPr>
              <a:t>b. With current source branch</a:t>
            </a:r>
          </a:p>
        </p:txBody>
      </p:sp>
      <p:grpSp>
        <p:nvGrpSpPr>
          <p:cNvPr id="261126" name="Group 6"/>
          <p:cNvGrpSpPr>
            <a:grpSpLocks/>
          </p:cNvGrpSpPr>
          <p:nvPr/>
        </p:nvGrpSpPr>
        <p:grpSpPr bwMode="auto">
          <a:xfrm>
            <a:off x="5724525" y="2527300"/>
            <a:ext cx="1079500" cy="647700"/>
            <a:chOff x="3264" y="1649"/>
            <a:chExt cx="671" cy="511"/>
          </a:xfrm>
        </p:grpSpPr>
        <p:graphicFrame>
          <p:nvGraphicFramePr>
            <p:cNvPr id="31774" name="Object 7"/>
            <p:cNvGraphicFramePr>
              <a:graphicFrameLocks noChangeAspect="1"/>
            </p:cNvGraphicFramePr>
            <p:nvPr/>
          </p:nvGraphicFramePr>
          <p:xfrm>
            <a:off x="3264" y="1649"/>
            <a:ext cx="671" cy="511"/>
          </p:xfrm>
          <a:graphic>
            <a:graphicData uri="http://schemas.openxmlformats.org/presentationml/2006/ole">
              <mc:AlternateContent xmlns:mc="http://schemas.openxmlformats.org/markup-compatibility/2006">
                <mc:Choice xmlns:v="urn:schemas-microsoft-com:vml" Requires="v">
                  <p:oleObj name="VISIO" r:id="rId7" imgW="532512" imgH="403188" progId="Visio.Drawing.5">
                    <p:embed/>
                  </p:oleObj>
                </mc:Choice>
                <mc:Fallback>
                  <p:oleObj name="VISIO" r:id="rId7" imgW="532512" imgH="403188" progId="Visio.Drawing.5">
                    <p:embed/>
                    <p:pic>
                      <p:nvPicPr>
                        <p:cNvPr id="31774"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4"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5" name="Object 8"/>
            <p:cNvGraphicFramePr>
              <a:graphicFrameLocks noChangeAspect="1"/>
            </p:cNvGraphicFramePr>
            <p:nvPr/>
          </p:nvGraphicFramePr>
          <p:xfrm>
            <a:off x="3312" y="1776"/>
            <a:ext cx="256" cy="272"/>
          </p:xfrm>
          <a:graphic>
            <a:graphicData uri="http://schemas.openxmlformats.org/presentationml/2006/ole">
              <mc:AlternateContent xmlns:mc="http://schemas.openxmlformats.org/markup-compatibility/2006">
                <mc:Choice xmlns:v="urn:schemas-microsoft-com:vml" Requires="v">
                  <p:oleObj name="Equation" r:id="rId9" imgW="203024" imgH="215713" progId="Equation.3">
                    <p:embed/>
                  </p:oleObj>
                </mc:Choice>
                <mc:Fallback>
                  <p:oleObj name="Equation" r:id="rId9" imgW="203024" imgH="215713" progId="Equation.3">
                    <p:embed/>
                    <p:pic>
                      <p:nvPicPr>
                        <p:cNvPr id="31775"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2" y="1776"/>
                          <a:ext cx="25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61129" name="Group 9"/>
          <p:cNvGrpSpPr>
            <a:grpSpLocks/>
          </p:cNvGrpSpPr>
          <p:nvPr/>
        </p:nvGrpSpPr>
        <p:grpSpPr bwMode="auto">
          <a:xfrm>
            <a:off x="7977188" y="2454275"/>
            <a:ext cx="792162" cy="719138"/>
            <a:chOff x="4560" y="1649"/>
            <a:chExt cx="671" cy="511"/>
          </a:xfrm>
        </p:grpSpPr>
        <p:graphicFrame>
          <p:nvGraphicFramePr>
            <p:cNvPr id="31772" name="Object 10"/>
            <p:cNvGraphicFramePr>
              <a:graphicFrameLocks noChangeAspect="1"/>
            </p:cNvGraphicFramePr>
            <p:nvPr/>
          </p:nvGraphicFramePr>
          <p:xfrm>
            <a:off x="4560" y="1649"/>
            <a:ext cx="671" cy="511"/>
          </p:xfrm>
          <a:graphic>
            <a:graphicData uri="http://schemas.openxmlformats.org/presentationml/2006/ole">
              <mc:AlternateContent xmlns:mc="http://schemas.openxmlformats.org/markup-compatibility/2006">
                <mc:Choice xmlns:v="urn:schemas-microsoft-com:vml" Requires="v">
                  <p:oleObj name="VISIO" r:id="rId11" imgW="532512" imgH="403188" progId="Visio.Drawing.5">
                    <p:embed/>
                  </p:oleObj>
                </mc:Choice>
                <mc:Fallback>
                  <p:oleObj name="VISIO" r:id="rId11" imgW="532512" imgH="403188" progId="Visio.Drawing.5">
                    <p:embed/>
                    <p:pic>
                      <p:nvPicPr>
                        <p:cNvPr id="31772"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0"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3" name="Object 11"/>
            <p:cNvGraphicFramePr>
              <a:graphicFrameLocks noChangeAspect="1"/>
            </p:cNvGraphicFramePr>
            <p:nvPr/>
          </p:nvGraphicFramePr>
          <p:xfrm>
            <a:off x="4600" y="1728"/>
            <a:ext cx="272" cy="272"/>
          </p:xfrm>
          <a:graphic>
            <a:graphicData uri="http://schemas.openxmlformats.org/presentationml/2006/ole">
              <mc:AlternateContent xmlns:mc="http://schemas.openxmlformats.org/markup-compatibility/2006">
                <mc:Choice xmlns:v="urn:schemas-microsoft-com:vml" Requires="v">
                  <p:oleObj name="Equation" r:id="rId12" imgW="215619" imgH="215619" progId="Equation.3">
                    <p:embed/>
                  </p:oleObj>
                </mc:Choice>
                <mc:Fallback>
                  <p:oleObj name="Equation" r:id="rId12" imgW="215619" imgH="215619" progId="Equation.3">
                    <p:embed/>
                    <p:pic>
                      <p:nvPicPr>
                        <p:cNvPr id="31773"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00" y="1728"/>
                          <a:ext cx="272"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61132" name="Group 12"/>
          <p:cNvGrpSpPr>
            <a:grpSpLocks/>
          </p:cNvGrpSpPr>
          <p:nvPr/>
        </p:nvGrpSpPr>
        <p:grpSpPr bwMode="auto">
          <a:xfrm>
            <a:off x="6753225" y="1139825"/>
            <a:ext cx="863600" cy="666750"/>
            <a:chOff x="3744" y="672"/>
            <a:chExt cx="671" cy="511"/>
          </a:xfrm>
        </p:grpSpPr>
        <p:graphicFrame>
          <p:nvGraphicFramePr>
            <p:cNvPr id="31770" name="Object 13"/>
            <p:cNvGraphicFramePr>
              <a:graphicFrameLocks noChangeAspect="1"/>
            </p:cNvGraphicFramePr>
            <p:nvPr/>
          </p:nvGraphicFramePr>
          <p:xfrm>
            <a:off x="3744" y="672"/>
            <a:ext cx="671" cy="511"/>
          </p:xfrm>
          <a:graphic>
            <a:graphicData uri="http://schemas.openxmlformats.org/presentationml/2006/ole">
              <mc:AlternateContent xmlns:mc="http://schemas.openxmlformats.org/markup-compatibility/2006">
                <mc:Choice xmlns:v="urn:schemas-microsoft-com:vml" Requires="v">
                  <p:oleObj name="VISIO" r:id="rId14" imgW="532512" imgH="403188" progId="Visio.Drawing.5">
                    <p:embed/>
                  </p:oleObj>
                </mc:Choice>
                <mc:Fallback>
                  <p:oleObj name="VISIO" r:id="rId14" imgW="532512" imgH="403188" progId="Visio.Drawing.5">
                    <p:embed/>
                    <p:pic>
                      <p:nvPicPr>
                        <p:cNvPr id="3177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4" y="672"/>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1" name="Object 14"/>
            <p:cNvGraphicFramePr>
              <a:graphicFrameLocks noChangeAspect="1"/>
            </p:cNvGraphicFramePr>
            <p:nvPr/>
          </p:nvGraphicFramePr>
          <p:xfrm>
            <a:off x="3792" y="760"/>
            <a:ext cx="272" cy="288"/>
          </p:xfrm>
          <a:graphic>
            <a:graphicData uri="http://schemas.openxmlformats.org/presentationml/2006/ole">
              <mc:AlternateContent xmlns:mc="http://schemas.openxmlformats.org/markup-compatibility/2006">
                <mc:Choice xmlns:v="urn:schemas-microsoft-com:vml" Requires="v">
                  <p:oleObj name="Equation" r:id="rId15" imgW="215806" imgH="228501" progId="Equation.3">
                    <p:embed/>
                  </p:oleObj>
                </mc:Choice>
                <mc:Fallback>
                  <p:oleObj name="Equation" r:id="rId15" imgW="215806" imgH="228501" progId="Equation.3">
                    <p:embed/>
                    <p:pic>
                      <p:nvPicPr>
                        <p:cNvPr id="31771"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92" y="760"/>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61135" name="Rectangle 15"/>
          <p:cNvSpPr>
            <a:spLocks noChangeArrowheads="1"/>
          </p:cNvSpPr>
          <p:nvPr/>
        </p:nvSpPr>
        <p:spPr bwMode="auto">
          <a:xfrm>
            <a:off x="250825" y="1125538"/>
            <a:ext cx="4826000"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lnSpc>
                <a:spcPct val="70000"/>
              </a:lnSpc>
              <a:spcBef>
                <a:spcPct val="0"/>
              </a:spcBef>
            </a:pPr>
            <a:r>
              <a:rPr lang="zh-CN" altLang="en-US" dirty="0">
                <a:solidFill>
                  <a:srgbClr val="3333CC"/>
                </a:solidFill>
                <a:latin typeface="隶书" panose="02010509060101010101" pitchFamily="49" charset="-122"/>
                <a:ea typeface="隶书" panose="02010509060101010101" pitchFamily="49" charset="-122"/>
              </a:rPr>
              <a:t>电流源支路</a:t>
            </a:r>
            <a:r>
              <a:rPr lang="en-US" altLang="zh-CN" dirty="0">
                <a:solidFill>
                  <a:srgbClr val="3333CC"/>
                </a:solidFill>
                <a:ea typeface="隶书" panose="02010509060101010101" pitchFamily="49" charset="-122"/>
              </a:rPr>
              <a:t>——</a:t>
            </a:r>
            <a:r>
              <a:rPr lang="zh-CN" altLang="en-US" dirty="0">
                <a:solidFill>
                  <a:srgbClr val="3333CC"/>
                </a:solidFill>
                <a:latin typeface="隶书" panose="02010509060101010101" pitchFamily="49" charset="-122"/>
                <a:ea typeface="隶书" panose="02010509060101010101" pitchFamily="49" charset="-122"/>
              </a:rPr>
              <a:t>视为电阻为零的戴维南支路</a:t>
            </a:r>
          </a:p>
        </p:txBody>
      </p:sp>
      <p:graphicFrame>
        <p:nvGraphicFramePr>
          <p:cNvPr id="261136" name="Object 16"/>
          <p:cNvGraphicFramePr>
            <a:graphicFrameLocks noChangeAspect="1"/>
          </p:cNvGraphicFramePr>
          <p:nvPr/>
        </p:nvGraphicFramePr>
        <p:xfrm>
          <a:off x="374650" y="3716338"/>
          <a:ext cx="3311525" cy="509587"/>
        </p:xfrm>
        <a:graphic>
          <a:graphicData uri="http://schemas.openxmlformats.org/presentationml/2006/ole">
            <mc:AlternateContent xmlns:mc="http://schemas.openxmlformats.org/markup-compatibility/2006">
              <mc:Choice xmlns:v="urn:schemas-microsoft-com:vml" Requires="v">
                <p:oleObj name="Equation" r:id="rId17" imgW="1485900" imgH="228600" progId="Equation.DSMT4">
                  <p:embed/>
                </p:oleObj>
              </mc:Choice>
              <mc:Fallback>
                <p:oleObj name="Equation" r:id="rId17" imgW="1485900" imgH="228600" progId="Equation.DSMT4">
                  <p:embed/>
                  <p:pic>
                    <p:nvPicPr>
                      <p:cNvPr id="261136"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4650" y="3716338"/>
                        <a:ext cx="3311525"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7" name="Object 17"/>
          <p:cNvGraphicFramePr>
            <a:graphicFrameLocks noChangeAspect="1"/>
          </p:cNvGraphicFramePr>
          <p:nvPr/>
        </p:nvGraphicFramePr>
        <p:xfrm>
          <a:off x="6443663" y="2060575"/>
          <a:ext cx="815975" cy="1223963"/>
        </p:xfrm>
        <a:graphic>
          <a:graphicData uri="http://schemas.openxmlformats.org/presentationml/2006/ole">
            <mc:AlternateContent xmlns:mc="http://schemas.openxmlformats.org/markup-compatibility/2006">
              <mc:Choice xmlns:v="urn:schemas-microsoft-com:vml" Requires="v">
                <p:oleObj name="Visio" r:id="rId19" imgW="560642" imgH="824674" progId="Visio.Drawing.11">
                  <p:embed/>
                </p:oleObj>
              </mc:Choice>
              <mc:Fallback>
                <p:oleObj name="Visio" r:id="rId19" imgW="560642" imgH="824674" progId="Visio.Drawing.11">
                  <p:embed/>
                  <p:pic>
                    <p:nvPicPr>
                      <p:cNvPr id="261137"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43663" y="2060575"/>
                        <a:ext cx="815975" cy="122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8" name="Object 18"/>
          <p:cNvGraphicFramePr>
            <a:graphicFrameLocks noChangeAspect="1"/>
          </p:cNvGraphicFramePr>
          <p:nvPr/>
        </p:nvGraphicFramePr>
        <p:xfrm>
          <a:off x="7451725" y="1844675"/>
          <a:ext cx="434975" cy="1512888"/>
        </p:xfrm>
        <a:graphic>
          <a:graphicData uri="http://schemas.openxmlformats.org/presentationml/2006/ole">
            <mc:AlternateContent xmlns:mc="http://schemas.openxmlformats.org/markup-compatibility/2006">
              <mc:Choice xmlns:v="urn:schemas-microsoft-com:vml" Requires="v">
                <p:oleObj name="Visio" r:id="rId21" imgW="340757" imgH="984123" progId="Visio.Drawing.11">
                  <p:embed/>
                </p:oleObj>
              </mc:Choice>
              <mc:Fallback>
                <p:oleObj name="Visio" r:id="rId21" imgW="340757" imgH="984123" progId="Visio.Drawing.11">
                  <p:embed/>
                  <p:pic>
                    <p:nvPicPr>
                      <p:cNvPr id="261138"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51725" y="1844675"/>
                        <a:ext cx="434975"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9" name="Object 19"/>
          <p:cNvGraphicFramePr>
            <a:graphicFrameLocks noChangeAspect="1"/>
          </p:cNvGraphicFramePr>
          <p:nvPr/>
        </p:nvGraphicFramePr>
        <p:xfrm>
          <a:off x="419100" y="1773238"/>
          <a:ext cx="4445000" cy="457200"/>
        </p:xfrm>
        <a:graphic>
          <a:graphicData uri="http://schemas.openxmlformats.org/presentationml/2006/ole">
            <mc:AlternateContent xmlns:mc="http://schemas.openxmlformats.org/markup-compatibility/2006">
              <mc:Choice xmlns:v="urn:schemas-microsoft-com:vml" Requires="v">
                <p:oleObj name="Equation" r:id="rId23" imgW="2222500" imgH="228600" progId="Equation.DSMT4">
                  <p:embed/>
                </p:oleObj>
              </mc:Choice>
              <mc:Fallback>
                <p:oleObj name="Equation" r:id="rId23" imgW="2222500" imgH="228600" progId="Equation.DSMT4">
                  <p:embed/>
                  <p:pic>
                    <p:nvPicPr>
                      <p:cNvPr id="261139" name="Object 1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9100" y="1773238"/>
                        <a:ext cx="444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0" name="Object 20"/>
          <p:cNvGraphicFramePr>
            <a:graphicFrameLocks noChangeAspect="1"/>
          </p:cNvGraphicFramePr>
          <p:nvPr/>
        </p:nvGraphicFramePr>
        <p:xfrm>
          <a:off x="382588" y="2459038"/>
          <a:ext cx="3352800" cy="457200"/>
        </p:xfrm>
        <a:graphic>
          <a:graphicData uri="http://schemas.openxmlformats.org/presentationml/2006/ole">
            <mc:AlternateContent xmlns:mc="http://schemas.openxmlformats.org/markup-compatibility/2006">
              <mc:Choice xmlns:v="urn:schemas-microsoft-com:vml" Requires="v">
                <p:oleObj name="Equation" r:id="rId25" imgW="1676400" imgH="228600" progId="Equation.DSMT4">
                  <p:embed/>
                </p:oleObj>
              </mc:Choice>
              <mc:Fallback>
                <p:oleObj name="Equation" r:id="rId25" imgW="1676400" imgH="228600" progId="Equation.DSMT4">
                  <p:embed/>
                  <p:pic>
                    <p:nvPicPr>
                      <p:cNvPr id="261140" name="Object 2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82588" y="2459038"/>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1" name="Object 21"/>
          <p:cNvGraphicFramePr>
            <a:graphicFrameLocks noChangeAspect="1"/>
          </p:cNvGraphicFramePr>
          <p:nvPr/>
        </p:nvGraphicFramePr>
        <p:xfrm>
          <a:off x="330200" y="3109913"/>
          <a:ext cx="4546600" cy="457200"/>
        </p:xfrm>
        <a:graphic>
          <a:graphicData uri="http://schemas.openxmlformats.org/presentationml/2006/ole">
            <mc:AlternateContent xmlns:mc="http://schemas.openxmlformats.org/markup-compatibility/2006">
              <mc:Choice xmlns:v="urn:schemas-microsoft-com:vml" Requires="v">
                <p:oleObj name="Equation" r:id="rId27" imgW="2273300" imgH="228600" progId="Equation.3">
                  <p:embed/>
                </p:oleObj>
              </mc:Choice>
              <mc:Fallback>
                <p:oleObj name="Equation" r:id="rId27" imgW="2273300" imgH="228600" progId="Equation.3">
                  <p:embed/>
                  <p:pic>
                    <p:nvPicPr>
                      <p:cNvPr id="261141" name="Object 2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30200" y="3109913"/>
                        <a:ext cx="454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42" name="Rectangle 22"/>
          <p:cNvSpPr>
            <a:spLocks noChangeArrowheads="1"/>
          </p:cNvSpPr>
          <p:nvPr/>
        </p:nvSpPr>
        <p:spPr bwMode="auto">
          <a:xfrm>
            <a:off x="250825" y="4437063"/>
            <a:ext cx="7634288" cy="35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lnSpc>
                <a:spcPct val="70000"/>
              </a:lnSpc>
              <a:spcBef>
                <a:spcPct val="0"/>
              </a:spcBef>
            </a:pPr>
            <a:r>
              <a:rPr lang="zh-CN" altLang="en-US" dirty="0">
                <a:solidFill>
                  <a:schemeClr val="accent2"/>
                </a:solidFill>
                <a:latin typeface="隶书" panose="02010509060101010101" pitchFamily="49" charset="-122"/>
                <a:ea typeface="隶书" panose="02010509060101010101" pitchFamily="49" charset="-122"/>
              </a:rPr>
              <a:t>应用网孔的</a:t>
            </a:r>
            <a:r>
              <a:rPr lang="en-US" altLang="zh-CN" dirty="0">
                <a:solidFill>
                  <a:schemeClr val="accent2"/>
                </a:solidFill>
                <a:ea typeface="隶书" panose="02010509060101010101" pitchFamily="49" charset="-122"/>
              </a:rPr>
              <a:t>KVL——</a:t>
            </a:r>
            <a:r>
              <a:rPr lang="zh-CN" altLang="en-US" dirty="0">
                <a:solidFill>
                  <a:schemeClr val="accent2"/>
                </a:solidFill>
                <a:ea typeface="隶书" panose="02010509060101010101" pitchFamily="49" charset="-122"/>
              </a:rPr>
              <a:t>广义网孔（</a:t>
            </a:r>
            <a:r>
              <a:rPr lang="en-US" altLang="zh-CN" dirty="0">
                <a:solidFill>
                  <a:schemeClr val="accent2"/>
                </a:solidFill>
                <a:ea typeface="隶书" panose="02010509060101010101" pitchFamily="49" charset="-122"/>
              </a:rPr>
              <a:t>3</a:t>
            </a:r>
            <a:r>
              <a:rPr lang="zh-CN" altLang="en-US" dirty="0">
                <a:solidFill>
                  <a:schemeClr val="accent2"/>
                </a:solidFill>
                <a:ea typeface="隶书" panose="02010509060101010101" pitchFamily="49" charset="-122"/>
              </a:rPr>
              <a:t>个方程</a:t>
            </a:r>
            <a:r>
              <a:rPr lang="en-US" altLang="zh-CN" dirty="0">
                <a:solidFill>
                  <a:schemeClr val="accent2"/>
                </a:solidFill>
                <a:ea typeface="隶书" panose="02010509060101010101" pitchFamily="49" charset="-122"/>
              </a:rPr>
              <a:t>)</a:t>
            </a:r>
          </a:p>
        </p:txBody>
      </p:sp>
      <p:graphicFrame>
        <p:nvGraphicFramePr>
          <p:cNvPr id="261143" name="Object 23"/>
          <p:cNvGraphicFramePr>
            <a:graphicFrameLocks noChangeAspect="1"/>
          </p:cNvGraphicFramePr>
          <p:nvPr/>
        </p:nvGraphicFramePr>
        <p:xfrm>
          <a:off x="385763" y="5661025"/>
          <a:ext cx="4546600" cy="457200"/>
        </p:xfrm>
        <a:graphic>
          <a:graphicData uri="http://schemas.openxmlformats.org/presentationml/2006/ole">
            <mc:AlternateContent xmlns:mc="http://schemas.openxmlformats.org/markup-compatibility/2006">
              <mc:Choice xmlns:v="urn:schemas-microsoft-com:vml" Requires="v">
                <p:oleObj name="Equation" r:id="rId29" imgW="2273300" imgH="228600" progId="Equation.3">
                  <p:embed/>
                </p:oleObj>
              </mc:Choice>
              <mc:Fallback>
                <p:oleObj name="Equation" r:id="rId29" imgW="2273300" imgH="228600" progId="Equation.3">
                  <p:embed/>
                  <p:pic>
                    <p:nvPicPr>
                      <p:cNvPr id="261143" name="Object 2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5763" y="5661025"/>
                        <a:ext cx="454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4" name="Object 24"/>
          <p:cNvGraphicFramePr>
            <a:graphicFrameLocks noChangeAspect="1"/>
          </p:cNvGraphicFramePr>
          <p:nvPr/>
        </p:nvGraphicFramePr>
        <p:xfrm>
          <a:off x="496888" y="5008563"/>
          <a:ext cx="5334000" cy="508000"/>
        </p:xfrm>
        <a:graphic>
          <a:graphicData uri="http://schemas.openxmlformats.org/presentationml/2006/ole">
            <mc:AlternateContent xmlns:mc="http://schemas.openxmlformats.org/markup-compatibility/2006">
              <mc:Choice xmlns:v="urn:schemas-microsoft-com:vml" Requires="v">
                <p:oleObj name="Equation" r:id="rId30" imgW="2667000" imgH="254000" progId="Equation.DSMT4">
                  <p:embed/>
                </p:oleObj>
              </mc:Choice>
              <mc:Fallback>
                <p:oleObj name="Equation" r:id="rId30" imgW="2667000" imgH="254000" progId="Equation.DSMT4">
                  <p:embed/>
                  <p:pic>
                    <p:nvPicPr>
                      <p:cNvPr id="261144" name="Object 2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96888" y="5008563"/>
                        <a:ext cx="53340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5" name="Object 25"/>
          <p:cNvGraphicFramePr>
            <a:graphicFrameLocks noChangeAspect="1"/>
          </p:cNvGraphicFramePr>
          <p:nvPr/>
        </p:nvGraphicFramePr>
        <p:xfrm>
          <a:off x="503238" y="6237288"/>
          <a:ext cx="1727200" cy="509587"/>
        </p:xfrm>
        <a:graphic>
          <a:graphicData uri="http://schemas.openxmlformats.org/presentationml/2006/ole">
            <mc:AlternateContent xmlns:mc="http://schemas.openxmlformats.org/markup-compatibility/2006">
              <mc:Choice xmlns:v="urn:schemas-microsoft-com:vml" Requires="v">
                <p:oleObj name="Equation" r:id="rId32" imgW="774364" imgH="228501" progId="Equation.DSMT4">
                  <p:embed/>
                </p:oleObj>
              </mc:Choice>
              <mc:Fallback>
                <p:oleObj name="Equation" r:id="rId32" imgW="774364" imgH="228501" progId="Equation.DSMT4">
                  <p:embed/>
                  <p:pic>
                    <p:nvPicPr>
                      <p:cNvPr id="261145" name="Object 2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03238" y="6237288"/>
                        <a:ext cx="1727200"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46" name="AutoShape 26"/>
          <p:cNvSpPr>
            <a:spLocks/>
          </p:cNvSpPr>
          <p:nvPr/>
        </p:nvSpPr>
        <p:spPr bwMode="auto">
          <a:xfrm>
            <a:off x="123825" y="1844675"/>
            <a:ext cx="323850" cy="2305050"/>
          </a:xfrm>
          <a:prstGeom prst="leftBrace">
            <a:avLst>
              <a:gd name="adj1" fmla="val 59314"/>
              <a:gd name="adj2" fmla="val 50000"/>
            </a:avLst>
          </a:prstGeom>
          <a:noFill/>
          <a:ln w="38100">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261147" name="AutoShape 27"/>
          <p:cNvSpPr>
            <a:spLocks/>
          </p:cNvSpPr>
          <p:nvPr/>
        </p:nvSpPr>
        <p:spPr bwMode="auto">
          <a:xfrm>
            <a:off x="179388" y="5084763"/>
            <a:ext cx="250825" cy="1439862"/>
          </a:xfrm>
          <a:prstGeom prst="leftBrace">
            <a:avLst>
              <a:gd name="adj1" fmla="val 47838"/>
              <a:gd name="adj2" fmla="val 50000"/>
            </a:avLst>
          </a:prstGeom>
          <a:noFill/>
          <a:ln w="38100">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261148" name="Oval 28"/>
          <p:cNvSpPr>
            <a:spLocks noChangeArrowheads="1"/>
          </p:cNvSpPr>
          <p:nvPr/>
        </p:nvSpPr>
        <p:spPr bwMode="auto">
          <a:xfrm>
            <a:off x="5867400" y="2060575"/>
            <a:ext cx="2305050" cy="1079500"/>
          </a:xfrm>
          <a:prstGeom prst="ellipse">
            <a:avLst/>
          </a:prstGeom>
          <a:noFill/>
          <a:ln w="9525">
            <a:solidFill>
              <a:srgbClr val="CC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61122"/>
                                        </p:tgtEl>
                                        <p:attrNameLst>
                                          <p:attrName>style.visibility</p:attrName>
                                        </p:attrNameLst>
                                      </p:cBhvr>
                                      <p:to>
                                        <p:strVal val="visible"/>
                                      </p:to>
                                    </p:set>
                                    <p:animEffect transition="in" filter="box(in)">
                                      <p:cBhvr>
                                        <p:cTn id="7" dur="500"/>
                                        <p:tgtEl>
                                          <p:spTgt spid="261122"/>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261124"/>
                                        </p:tgtEl>
                                        <p:attrNameLst>
                                          <p:attrName>style.visibility</p:attrName>
                                        </p:attrNameLst>
                                      </p:cBhvr>
                                      <p:to>
                                        <p:strVal val="visible"/>
                                      </p:to>
                                    </p:set>
                                    <p:animEffect transition="in" filter="box(in)">
                                      <p:cBhvr>
                                        <p:cTn id="11" dur="500"/>
                                        <p:tgtEl>
                                          <p:spTgt spid="2611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61132"/>
                                        </p:tgtEl>
                                        <p:attrNameLst>
                                          <p:attrName>style.visibility</p:attrName>
                                        </p:attrNameLst>
                                      </p:cBhvr>
                                      <p:to>
                                        <p:strVal val="visible"/>
                                      </p:to>
                                    </p:set>
                                    <p:animEffect transition="in" filter="wipe(left)">
                                      <p:cBhvr>
                                        <p:cTn id="16" dur="2000"/>
                                        <p:tgtEl>
                                          <p:spTgt spid="261132"/>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261126"/>
                                        </p:tgtEl>
                                        <p:attrNameLst>
                                          <p:attrName>style.visibility</p:attrName>
                                        </p:attrNameLst>
                                      </p:cBhvr>
                                      <p:to>
                                        <p:strVal val="visible"/>
                                      </p:to>
                                    </p:set>
                                    <p:animEffect transition="in" filter="wipe(left)">
                                      <p:cBhvr>
                                        <p:cTn id="20" dur="2000"/>
                                        <p:tgtEl>
                                          <p:spTgt spid="261126"/>
                                        </p:tgtEl>
                                      </p:cBhvr>
                                    </p:animEffect>
                                  </p:childTnLst>
                                </p:cTn>
                              </p:par>
                            </p:childTnLst>
                          </p:cTn>
                        </p:par>
                        <p:par>
                          <p:cTn id="21" fill="hold" nodeType="afterGroup">
                            <p:stCondLst>
                              <p:cond delay="4000"/>
                            </p:stCondLst>
                            <p:childTnLst>
                              <p:par>
                                <p:cTn id="22" presetID="22" presetClass="entr" presetSubtype="8" fill="hold" nodeType="afterEffect">
                                  <p:stCondLst>
                                    <p:cond delay="0"/>
                                  </p:stCondLst>
                                  <p:childTnLst>
                                    <p:set>
                                      <p:cBhvr>
                                        <p:cTn id="23" dur="1" fill="hold">
                                          <p:stCondLst>
                                            <p:cond delay="0"/>
                                          </p:stCondLst>
                                        </p:cTn>
                                        <p:tgtEl>
                                          <p:spTgt spid="261129"/>
                                        </p:tgtEl>
                                        <p:attrNameLst>
                                          <p:attrName>style.visibility</p:attrName>
                                        </p:attrNameLst>
                                      </p:cBhvr>
                                      <p:to>
                                        <p:strVal val="visible"/>
                                      </p:to>
                                    </p:set>
                                    <p:animEffect transition="in" filter="wipe(left)">
                                      <p:cBhvr>
                                        <p:cTn id="24" dur="2000"/>
                                        <p:tgtEl>
                                          <p:spTgt spid="261129"/>
                                        </p:tgtEl>
                                      </p:cBhvr>
                                    </p:animEffect>
                                  </p:childTnLst>
                                </p:cTn>
                              </p:par>
                            </p:childTnLst>
                          </p:cTn>
                        </p:par>
                        <p:par>
                          <p:cTn id="25" fill="hold" nodeType="afterGroup">
                            <p:stCondLst>
                              <p:cond delay="6000"/>
                            </p:stCondLst>
                            <p:childTnLst>
                              <p:par>
                                <p:cTn id="26" presetID="21" presetClass="entr" presetSubtype="4" fill="hold" grpId="0" nodeType="afterEffect">
                                  <p:stCondLst>
                                    <p:cond delay="0"/>
                                  </p:stCondLst>
                                  <p:childTnLst>
                                    <p:set>
                                      <p:cBhvr>
                                        <p:cTn id="27" dur="1" fill="hold">
                                          <p:stCondLst>
                                            <p:cond delay="0"/>
                                          </p:stCondLst>
                                        </p:cTn>
                                        <p:tgtEl>
                                          <p:spTgt spid="261135"/>
                                        </p:tgtEl>
                                        <p:attrNameLst>
                                          <p:attrName>style.visibility</p:attrName>
                                        </p:attrNameLst>
                                      </p:cBhvr>
                                      <p:to>
                                        <p:strVal val="visible"/>
                                      </p:to>
                                    </p:set>
                                    <p:animEffect transition="in" filter="wheel(4)">
                                      <p:cBhvr>
                                        <p:cTn id="28" dur="1000"/>
                                        <p:tgtEl>
                                          <p:spTgt spid="26113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1" presetClass="entr" presetSubtype="8" fill="hold" nodeType="clickEffect">
                                  <p:stCondLst>
                                    <p:cond delay="0"/>
                                  </p:stCondLst>
                                  <p:childTnLst>
                                    <p:set>
                                      <p:cBhvr>
                                        <p:cTn id="32" dur="1" fill="hold">
                                          <p:stCondLst>
                                            <p:cond delay="0"/>
                                          </p:stCondLst>
                                        </p:cTn>
                                        <p:tgtEl>
                                          <p:spTgt spid="261138"/>
                                        </p:tgtEl>
                                        <p:attrNameLst>
                                          <p:attrName>style.visibility</p:attrName>
                                        </p:attrNameLst>
                                      </p:cBhvr>
                                      <p:to>
                                        <p:strVal val="visible"/>
                                      </p:to>
                                    </p:set>
                                    <p:animEffect transition="in" filter="wheel(8)">
                                      <p:cBhvr>
                                        <p:cTn id="33" dur="1000"/>
                                        <p:tgtEl>
                                          <p:spTgt spid="26113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1" presetClass="entr" presetSubtype="8" fill="hold" nodeType="clickEffect">
                                  <p:stCondLst>
                                    <p:cond delay="0"/>
                                  </p:stCondLst>
                                  <p:childTnLst>
                                    <p:set>
                                      <p:cBhvr>
                                        <p:cTn id="37" dur="1" fill="hold">
                                          <p:stCondLst>
                                            <p:cond delay="0"/>
                                          </p:stCondLst>
                                        </p:cTn>
                                        <p:tgtEl>
                                          <p:spTgt spid="261137"/>
                                        </p:tgtEl>
                                        <p:attrNameLst>
                                          <p:attrName>style.visibility</p:attrName>
                                        </p:attrNameLst>
                                      </p:cBhvr>
                                      <p:to>
                                        <p:strVal val="visible"/>
                                      </p:to>
                                    </p:set>
                                    <p:animEffect transition="in" filter="wheel(8)">
                                      <p:cBhvr>
                                        <p:cTn id="38" dur="1000"/>
                                        <p:tgtEl>
                                          <p:spTgt spid="26113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261139"/>
                                        </p:tgtEl>
                                        <p:attrNameLst>
                                          <p:attrName>style.visibility</p:attrName>
                                        </p:attrNameLst>
                                      </p:cBhvr>
                                      <p:to>
                                        <p:strVal val="visible"/>
                                      </p:to>
                                    </p:set>
                                    <p:animEffect transition="in" filter="box(in)">
                                      <p:cBhvr>
                                        <p:cTn id="43" dur="500"/>
                                        <p:tgtEl>
                                          <p:spTgt spid="26113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nodeType="clickEffect">
                                  <p:stCondLst>
                                    <p:cond delay="0"/>
                                  </p:stCondLst>
                                  <p:childTnLst>
                                    <p:set>
                                      <p:cBhvr>
                                        <p:cTn id="47" dur="1" fill="hold">
                                          <p:stCondLst>
                                            <p:cond delay="0"/>
                                          </p:stCondLst>
                                        </p:cTn>
                                        <p:tgtEl>
                                          <p:spTgt spid="261140"/>
                                        </p:tgtEl>
                                        <p:attrNameLst>
                                          <p:attrName>style.visibility</p:attrName>
                                        </p:attrNameLst>
                                      </p:cBhvr>
                                      <p:to>
                                        <p:strVal val="visible"/>
                                      </p:to>
                                    </p:set>
                                    <p:animEffect transition="in" filter="box(in)">
                                      <p:cBhvr>
                                        <p:cTn id="48" dur="500"/>
                                        <p:tgtEl>
                                          <p:spTgt spid="26114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261141"/>
                                        </p:tgtEl>
                                        <p:attrNameLst>
                                          <p:attrName>style.visibility</p:attrName>
                                        </p:attrNameLst>
                                      </p:cBhvr>
                                      <p:to>
                                        <p:strVal val="visible"/>
                                      </p:to>
                                    </p:set>
                                    <p:animEffect transition="in" filter="box(in)">
                                      <p:cBhvr>
                                        <p:cTn id="53" dur="500"/>
                                        <p:tgtEl>
                                          <p:spTgt spid="26114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1" presetClass="entr" presetSubtype="4" fill="hold" nodeType="clickEffect">
                                  <p:stCondLst>
                                    <p:cond delay="0"/>
                                  </p:stCondLst>
                                  <p:childTnLst>
                                    <p:set>
                                      <p:cBhvr>
                                        <p:cTn id="57" dur="1" fill="hold">
                                          <p:stCondLst>
                                            <p:cond delay="0"/>
                                          </p:stCondLst>
                                        </p:cTn>
                                        <p:tgtEl>
                                          <p:spTgt spid="261136"/>
                                        </p:tgtEl>
                                        <p:attrNameLst>
                                          <p:attrName>style.visibility</p:attrName>
                                        </p:attrNameLst>
                                      </p:cBhvr>
                                      <p:to>
                                        <p:strVal val="visible"/>
                                      </p:to>
                                    </p:set>
                                    <p:animEffect transition="in" filter="wheel(4)">
                                      <p:cBhvr>
                                        <p:cTn id="58" dur="1000"/>
                                        <p:tgtEl>
                                          <p:spTgt spid="261136"/>
                                        </p:tgtEl>
                                      </p:cBhvr>
                                    </p:animEffect>
                                  </p:childTnLst>
                                </p:cTn>
                              </p:par>
                            </p:childTnLst>
                          </p:cTn>
                        </p:par>
                        <p:par>
                          <p:cTn id="59" fill="hold" nodeType="afterGroup">
                            <p:stCondLst>
                              <p:cond delay="1000"/>
                            </p:stCondLst>
                            <p:childTnLst>
                              <p:par>
                                <p:cTn id="60" presetID="21" presetClass="entr" presetSubtype="4" fill="hold" grpId="0" nodeType="afterEffect">
                                  <p:stCondLst>
                                    <p:cond delay="0"/>
                                  </p:stCondLst>
                                  <p:childTnLst>
                                    <p:set>
                                      <p:cBhvr>
                                        <p:cTn id="61" dur="1" fill="hold">
                                          <p:stCondLst>
                                            <p:cond delay="0"/>
                                          </p:stCondLst>
                                        </p:cTn>
                                        <p:tgtEl>
                                          <p:spTgt spid="261146"/>
                                        </p:tgtEl>
                                        <p:attrNameLst>
                                          <p:attrName>style.visibility</p:attrName>
                                        </p:attrNameLst>
                                      </p:cBhvr>
                                      <p:to>
                                        <p:strVal val="visible"/>
                                      </p:to>
                                    </p:set>
                                    <p:animEffect transition="in" filter="wheel(4)">
                                      <p:cBhvr>
                                        <p:cTn id="62" dur="2000"/>
                                        <p:tgtEl>
                                          <p:spTgt spid="26114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261142"/>
                                        </p:tgtEl>
                                        <p:attrNameLst>
                                          <p:attrName>style.visibility</p:attrName>
                                        </p:attrNameLst>
                                      </p:cBhvr>
                                      <p:to>
                                        <p:strVal val="visible"/>
                                      </p:to>
                                    </p:set>
                                    <p:animEffect transition="in" filter="slide(fromBottom)">
                                      <p:cBhvr>
                                        <p:cTn id="67" dur="1000"/>
                                        <p:tgtEl>
                                          <p:spTgt spid="261142"/>
                                        </p:tgtEl>
                                      </p:cBhvr>
                                    </p:animEffect>
                                  </p:childTnLst>
                                </p:cTn>
                              </p:par>
                            </p:childTnLst>
                          </p:cTn>
                        </p:par>
                        <p:par>
                          <p:cTn id="68" fill="hold" nodeType="afterGroup">
                            <p:stCondLst>
                              <p:cond delay="1000"/>
                            </p:stCondLst>
                            <p:childTnLst>
                              <p:par>
                                <p:cTn id="69" presetID="2" presetClass="exit" presetSubtype="2" fill="hold" nodeType="afterEffect">
                                  <p:stCondLst>
                                    <p:cond delay="0"/>
                                  </p:stCondLst>
                                  <p:childTnLst>
                                    <p:anim calcmode="lin" valueType="num">
                                      <p:cBhvr additive="base">
                                        <p:cTn id="70" dur="2000"/>
                                        <p:tgtEl>
                                          <p:spTgt spid="261137"/>
                                        </p:tgtEl>
                                        <p:attrNameLst>
                                          <p:attrName>ppt_x</p:attrName>
                                        </p:attrNameLst>
                                      </p:cBhvr>
                                      <p:tavLst>
                                        <p:tav tm="0">
                                          <p:val>
                                            <p:strVal val="ppt_x"/>
                                          </p:val>
                                        </p:tav>
                                        <p:tav tm="100000">
                                          <p:val>
                                            <p:strVal val="1+ppt_w/2"/>
                                          </p:val>
                                        </p:tav>
                                      </p:tavLst>
                                    </p:anim>
                                    <p:anim calcmode="lin" valueType="num">
                                      <p:cBhvr additive="base">
                                        <p:cTn id="71" dur="2000"/>
                                        <p:tgtEl>
                                          <p:spTgt spid="261137"/>
                                        </p:tgtEl>
                                        <p:attrNameLst>
                                          <p:attrName>ppt_y</p:attrName>
                                        </p:attrNameLst>
                                      </p:cBhvr>
                                      <p:tavLst>
                                        <p:tav tm="0">
                                          <p:val>
                                            <p:strVal val="ppt_y"/>
                                          </p:val>
                                        </p:tav>
                                        <p:tav tm="100000">
                                          <p:val>
                                            <p:strVal val="ppt_y"/>
                                          </p:val>
                                        </p:tav>
                                      </p:tavLst>
                                    </p:anim>
                                    <p:set>
                                      <p:cBhvr>
                                        <p:cTn id="72" dur="1" fill="hold">
                                          <p:stCondLst>
                                            <p:cond delay="1999"/>
                                          </p:stCondLst>
                                        </p:cTn>
                                        <p:tgtEl>
                                          <p:spTgt spid="261137"/>
                                        </p:tgtEl>
                                        <p:attrNameLst>
                                          <p:attrName>style.visibility</p:attrName>
                                        </p:attrNameLst>
                                      </p:cBhvr>
                                      <p:to>
                                        <p:strVal val="hidden"/>
                                      </p:to>
                                    </p:set>
                                  </p:childTnLst>
                                </p:cTn>
                              </p:par>
                            </p:childTnLst>
                          </p:cTn>
                        </p:par>
                        <p:par>
                          <p:cTn id="73" fill="hold" nodeType="afterGroup">
                            <p:stCondLst>
                              <p:cond delay="3000"/>
                            </p:stCondLst>
                            <p:childTnLst>
                              <p:par>
                                <p:cTn id="74" presetID="20" presetClass="entr" presetSubtype="0" fill="hold" grpId="0" nodeType="afterEffect">
                                  <p:stCondLst>
                                    <p:cond delay="0"/>
                                  </p:stCondLst>
                                  <p:childTnLst>
                                    <p:set>
                                      <p:cBhvr>
                                        <p:cTn id="75" dur="1" fill="hold">
                                          <p:stCondLst>
                                            <p:cond delay="0"/>
                                          </p:stCondLst>
                                        </p:cTn>
                                        <p:tgtEl>
                                          <p:spTgt spid="261148"/>
                                        </p:tgtEl>
                                        <p:attrNameLst>
                                          <p:attrName>style.visibility</p:attrName>
                                        </p:attrNameLst>
                                      </p:cBhvr>
                                      <p:to>
                                        <p:strVal val="visible"/>
                                      </p:to>
                                    </p:set>
                                    <p:animEffect transition="in" filter="wedge">
                                      <p:cBhvr>
                                        <p:cTn id="76" dur="2000"/>
                                        <p:tgtEl>
                                          <p:spTgt spid="26114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4" presetClass="entr" presetSubtype="16" fill="hold" nodeType="clickEffect">
                                  <p:stCondLst>
                                    <p:cond delay="0"/>
                                  </p:stCondLst>
                                  <p:childTnLst>
                                    <p:set>
                                      <p:cBhvr>
                                        <p:cTn id="80" dur="1" fill="hold">
                                          <p:stCondLst>
                                            <p:cond delay="0"/>
                                          </p:stCondLst>
                                        </p:cTn>
                                        <p:tgtEl>
                                          <p:spTgt spid="261144"/>
                                        </p:tgtEl>
                                        <p:attrNameLst>
                                          <p:attrName>style.visibility</p:attrName>
                                        </p:attrNameLst>
                                      </p:cBhvr>
                                      <p:to>
                                        <p:strVal val="visible"/>
                                      </p:to>
                                    </p:set>
                                    <p:animEffect transition="in" filter="box(in)">
                                      <p:cBhvr>
                                        <p:cTn id="81" dur="500"/>
                                        <p:tgtEl>
                                          <p:spTgt spid="26114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4" presetClass="entr" presetSubtype="16" fill="hold" nodeType="clickEffect">
                                  <p:stCondLst>
                                    <p:cond delay="0"/>
                                  </p:stCondLst>
                                  <p:childTnLst>
                                    <p:set>
                                      <p:cBhvr>
                                        <p:cTn id="85" dur="1" fill="hold">
                                          <p:stCondLst>
                                            <p:cond delay="0"/>
                                          </p:stCondLst>
                                        </p:cTn>
                                        <p:tgtEl>
                                          <p:spTgt spid="261143"/>
                                        </p:tgtEl>
                                        <p:attrNameLst>
                                          <p:attrName>style.visibility</p:attrName>
                                        </p:attrNameLst>
                                      </p:cBhvr>
                                      <p:to>
                                        <p:strVal val="visible"/>
                                      </p:to>
                                    </p:set>
                                    <p:animEffect transition="in" filter="box(in)">
                                      <p:cBhvr>
                                        <p:cTn id="86" dur="500"/>
                                        <p:tgtEl>
                                          <p:spTgt spid="26114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1" presetClass="entr" presetSubtype="4" fill="hold" nodeType="clickEffect">
                                  <p:stCondLst>
                                    <p:cond delay="0"/>
                                  </p:stCondLst>
                                  <p:childTnLst>
                                    <p:set>
                                      <p:cBhvr>
                                        <p:cTn id="90" dur="1" fill="hold">
                                          <p:stCondLst>
                                            <p:cond delay="0"/>
                                          </p:stCondLst>
                                        </p:cTn>
                                        <p:tgtEl>
                                          <p:spTgt spid="261145"/>
                                        </p:tgtEl>
                                        <p:attrNameLst>
                                          <p:attrName>style.visibility</p:attrName>
                                        </p:attrNameLst>
                                      </p:cBhvr>
                                      <p:to>
                                        <p:strVal val="visible"/>
                                      </p:to>
                                    </p:set>
                                    <p:animEffect transition="in" filter="wheel(4)">
                                      <p:cBhvr>
                                        <p:cTn id="91" dur="1000"/>
                                        <p:tgtEl>
                                          <p:spTgt spid="261145"/>
                                        </p:tgtEl>
                                      </p:cBhvr>
                                    </p:animEffect>
                                  </p:childTnLst>
                                </p:cTn>
                              </p:par>
                            </p:childTnLst>
                          </p:cTn>
                        </p:par>
                        <p:par>
                          <p:cTn id="92" fill="hold" nodeType="afterGroup">
                            <p:stCondLst>
                              <p:cond delay="1000"/>
                            </p:stCondLst>
                            <p:childTnLst>
                              <p:par>
                                <p:cTn id="93" presetID="21" presetClass="entr" presetSubtype="4" fill="hold" grpId="0" nodeType="afterEffect">
                                  <p:stCondLst>
                                    <p:cond delay="0"/>
                                  </p:stCondLst>
                                  <p:childTnLst>
                                    <p:set>
                                      <p:cBhvr>
                                        <p:cTn id="94" dur="1" fill="hold">
                                          <p:stCondLst>
                                            <p:cond delay="0"/>
                                          </p:stCondLst>
                                        </p:cTn>
                                        <p:tgtEl>
                                          <p:spTgt spid="261147"/>
                                        </p:tgtEl>
                                        <p:attrNameLst>
                                          <p:attrName>style.visibility</p:attrName>
                                        </p:attrNameLst>
                                      </p:cBhvr>
                                      <p:to>
                                        <p:strVal val="visible"/>
                                      </p:to>
                                    </p:set>
                                    <p:animEffect transition="in" filter="wheel(4)">
                                      <p:cBhvr>
                                        <p:cTn id="95" dur="2000"/>
                                        <p:tgtEl>
                                          <p:spTgt spid="261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35" grpId="0"/>
      <p:bldP spid="261142" grpId="0"/>
      <p:bldP spid="261146" grpId="0" animBg="1"/>
      <p:bldP spid="261147" grpId="0" animBg="1"/>
      <p:bldP spid="26114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1373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03769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A20C1BCC-BFD5-4AF6-AC8F-C45DE697000B}" type="datetime1">
              <a:rPr lang="zh-CN" altLang="en-US" smtClean="0"/>
              <a:pPr>
                <a:defRPr/>
              </a:pPr>
              <a:t>2024/8/17</a:t>
            </a:fld>
            <a:endParaRPr lang="en-US" altLang="zh-CN"/>
          </a:p>
        </p:txBody>
      </p:sp>
      <p:sp>
        <p:nvSpPr>
          <p:cNvPr id="24"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25"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469A5AA2-2354-472F-B533-79158BFF3A41}" type="slidenum">
              <a:rPr lang="en-US" altLang="zh-CN" smtClean="0"/>
              <a:pPr>
                <a:defRPr/>
              </a:pPr>
              <a:t>42</a:t>
            </a:fld>
            <a:endParaRPr lang="en-US" altLang="zh-CN"/>
          </a:p>
        </p:txBody>
      </p:sp>
      <p:sp>
        <p:nvSpPr>
          <p:cNvPr id="206854" name="Rectangle 6"/>
          <p:cNvSpPr>
            <a:spLocks noGrp="1" noChangeArrowheads="1"/>
          </p:cNvSpPr>
          <p:nvPr>
            <p:ph type="title" idx="4294967295"/>
          </p:nvPr>
        </p:nvSpPr>
        <p:spPr>
          <a:xfrm>
            <a:off x="304800" y="304800"/>
            <a:ext cx="8610600" cy="533400"/>
          </a:xfrm>
        </p:spPr>
        <p:txBody>
          <a:bodyPr>
            <a:normAutofit fontScale="90000"/>
          </a:bodyPr>
          <a:lstStyle/>
          <a:p>
            <a:pPr algn="l" eaLnBrk="1" hangingPunct="1">
              <a:defRPr/>
            </a:pPr>
            <a:r>
              <a:rPr lang="en-US" altLang="zh-CN" sz="2800" dirty="0">
                <a:solidFill>
                  <a:srgbClr val="FF0000"/>
                </a:solidFill>
              </a:rPr>
              <a:t>3. </a:t>
            </a:r>
            <a:r>
              <a:rPr lang="zh-CN" altLang="en-US" dirty="0">
                <a:solidFill>
                  <a:srgbClr val="FF0000"/>
                </a:solidFill>
                <a:effectLst>
                  <a:outerShdw blurRad="38100" dist="38100" dir="2700000" algn="tl">
                    <a:srgbClr val="C0C0C0"/>
                  </a:outerShdw>
                </a:effectLst>
              </a:rPr>
              <a:t>快速列写法</a:t>
            </a:r>
            <a:endParaRPr lang="en-US" altLang="zh-CN" sz="2800" dirty="0">
              <a:solidFill>
                <a:srgbClr val="FF0000"/>
              </a:solidFill>
            </a:endParaRPr>
          </a:p>
        </p:txBody>
      </p:sp>
      <p:graphicFrame>
        <p:nvGraphicFramePr>
          <p:cNvPr id="28678" name="Object 22"/>
          <p:cNvGraphicFramePr>
            <a:graphicFrameLocks noChangeAspect="1"/>
          </p:cNvGraphicFramePr>
          <p:nvPr/>
        </p:nvGraphicFramePr>
        <p:xfrm>
          <a:off x="3059113" y="196850"/>
          <a:ext cx="5908675" cy="4545013"/>
        </p:xfrm>
        <a:graphic>
          <a:graphicData uri="http://schemas.openxmlformats.org/presentationml/2006/ole">
            <mc:AlternateContent xmlns:mc="http://schemas.openxmlformats.org/markup-compatibility/2006">
              <mc:Choice xmlns:v="urn:schemas-microsoft-com:vml" Requires="v">
                <p:oleObj name="VISIO" r:id="rId2" imgW="2829923" imgH="2168087" progId="Visio.Drawing.5">
                  <p:embed/>
                </p:oleObj>
              </mc:Choice>
              <mc:Fallback>
                <p:oleObj name="VISIO" r:id="rId2" imgW="2829923" imgH="2168087" progId="Visio.Drawing.5">
                  <p:embed/>
                  <p:pic>
                    <p:nvPicPr>
                      <p:cNvPr id="28678"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196850"/>
                        <a:ext cx="5908675" cy="454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679" name="Group 23"/>
          <p:cNvGrpSpPr>
            <a:grpSpLocks/>
          </p:cNvGrpSpPr>
          <p:nvPr/>
        </p:nvGrpSpPr>
        <p:grpSpPr bwMode="auto">
          <a:xfrm>
            <a:off x="4859338" y="3068638"/>
            <a:ext cx="1065212" cy="811212"/>
            <a:chOff x="3264" y="1649"/>
            <a:chExt cx="671" cy="511"/>
          </a:xfrm>
        </p:grpSpPr>
        <p:graphicFrame>
          <p:nvGraphicFramePr>
            <p:cNvPr id="28696" name="Object 24"/>
            <p:cNvGraphicFramePr>
              <a:graphicFrameLocks noChangeAspect="1"/>
            </p:cNvGraphicFramePr>
            <p:nvPr/>
          </p:nvGraphicFramePr>
          <p:xfrm>
            <a:off x="3264" y="1649"/>
            <a:ext cx="671" cy="511"/>
          </p:xfrm>
          <a:graphic>
            <a:graphicData uri="http://schemas.openxmlformats.org/presentationml/2006/ole">
              <mc:AlternateContent xmlns:mc="http://schemas.openxmlformats.org/markup-compatibility/2006">
                <mc:Choice xmlns:v="urn:schemas-microsoft-com:vml" Requires="v">
                  <p:oleObj name="VISIO" r:id="rId4" imgW="532512" imgH="403188" progId="Visio.Drawing.5">
                    <p:embed/>
                  </p:oleObj>
                </mc:Choice>
                <mc:Fallback>
                  <p:oleObj name="VISIO" r:id="rId4" imgW="532512" imgH="403188" progId="Visio.Drawing.5">
                    <p:embed/>
                    <p:pic>
                      <p:nvPicPr>
                        <p:cNvPr id="28696"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4"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7" name="Object 25"/>
            <p:cNvGraphicFramePr>
              <a:graphicFrameLocks noChangeAspect="1"/>
            </p:cNvGraphicFramePr>
            <p:nvPr/>
          </p:nvGraphicFramePr>
          <p:xfrm>
            <a:off x="3312" y="1776"/>
            <a:ext cx="256" cy="272"/>
          </p:xfrm>
          <a:graphic>
            <a:graphicData uri="http://schemas.openxmlformats.org/presentationml/2006/ole">
              <mc:AlternateContent xmlns:mc="http://schemas.openxmlformats.org/markup-compatibility/2006">
                <mc:Choice xmlns:v="urn:schemas-microsoft-com:vml" Requires="v">
                  <p:oleObj name="Equation" r:id="rId6" imgW="203024" imgH="215713" progId="Equation.3">
                    <p:embed/>
                  </p:oleObj>
                </mc:Choice>
                <mc:Fallback>
                  <p:oleObj name="Equation" r:id="rId6" imgW="203024" imgH="215713" progId="Equation.3">
                    <p:embed/>
                    <p:pic>
                      <p:nvPicPr>
                        <p:cNvPr id="28697"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12" y="1776"/>
                          <a:ext cx="25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8680" name="Group 26"/>
          <p:cNvGrpSpPr>
            <a:grpSpLocks/>
          </p:cNvGrpSpPr>
          <p:nvPr/>
        </p:nvGrpSpPr>
        <p:grpSpPr bwMode="auto">
          <a:xfrm>
            <a:off x="7308850" y="2997200"/>
            <a:ext cx="1065213" cy="811213"/>
            <a:chOff x="4560" y="1649"/>
            <a:chExt cx="671" cy="511"/>
          </a:xfrm>
        </p:grpSpPr>
        <p:graphicFrame>
          <p:nvGraphicFramePr>
            <p:cNvPr id="28694" name="Object 27"/>
            <p:cNvGraphicFramePr>
              <a:graphicFrameLocks noChangeAspect="1"/>
            </p:cNvGraphicFramePr>
            <p:nvPr/>
          </p:nvGraphicFramePr>
          <p:xfrm>
            <a:off x="4560" y="1649"/>
            <a:ext cx="671" cy="511"/>
          </p:xfrm>
          <a:graphic>
            <a:graphicData uri="http://schemas.openxmlformats.org/presentationml/2006/ole">
              <mc:AlternateContent xmlns:mc="http://schemas.openxmlformats.org/markup-compatibility/2006">
                <mc:Choice xmlns:v="urn:schemas-microsoft-com:vml" Requires="v">
                  <p:oleObj name="Visio" r:id="rId8" imgW="560213" imgH="433340" progId="Visio.Drawing.11">
                    <p:embed/>
                  </p:oleObj>
                </mc:Choice>
                <mc:Fallback>
                  <p:oleObj name="Visio" r:id="rId8" imgW="560213" imgH="433340" progId="Visio.Drawing.11">
                    <p:embed/>
                    <p:pic>
                      <p:nvPicPr>
                        <p:cNvPr id="28694"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60"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5" name="Object 28"/>
            <p:cNvGraphicFramePr>
              <a:graphicFrameLocks noChangeAspect="1"/>
            </p:cNvGraphicFramePr>
            <p:nvPr/>
          </p:nvGraphicFramePr>
          <p:xfrm>
            <a:off x="4600" y="1728"/>
            <a:ext cx="272" cy="272"/>
          </p:xfrm>
          <a:graphic>
            <a:graphicData uri="http://schemas.openxmlformats.org/presentationml/2006/ole">
              <mc:AlternateContent xmlns:mc="http://schemas.openxmlformats.org/markup-compatibility/2006">
                <mc:Choice xmlns:v="urn:schemas-microsoft-com:vml" Requires="v">
                  <p:oleObj name="Equation" r:id="rId10" imgW="215619" imgH="215619" progId="Equation.3">
                    <p:embed/>
                  </p:oleObj>
                </mc:Choice>
                <mc:Fallback>
                  <p:oleObj name="Equation" r:id="rId10" imgW="215619" imgH="215619" progId="Equation.3">
                    <p:embed/>
                    <p:pic>
                      <p:nvPicPr>
                        <p:cNvPr id="28695"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00" y="1728"/>
                          <a:ext cx="272"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8681" name="Group 29"/>
          <p:cNvGrpSpPr>
            <a:grpSpLocks/>
          </p:cNvGrpSpPr>
          <p:nvPr/>
        </p:nvGrpSpPr>
        <p:grpSpPr bwMode="auto">
          <a:xfrm>
            <a:off x="5795963" y="1196975"/>
            <a:ext cx="1065212" cy="811213"/>
            <a:chOff x="3744" y="672"/>
            <a:chExt cx="671" cy="511"/>
          </a:xfrm>
        </p:grpSpPr>
        <p:graphicFrame>
          <p:nvGraphicFramePr>
            <p:cNvPr id="28692" name="Object 30"/>
            <p:cNvGraphicFramePr>
              <a:graphicFrameLocks noChangeAspect="1"/>
            </p:cNvGraphicFramePr>
            <p:nvPr/>
          </p:nvGraphicFramePr>
          <p:xfrm>
            <a:off x="3744" y="672"/>
            <a:ext cx="671" cy="511"/>
          </p:xfrm>
          <a:graphic>
            <a:graphicData uri="http://schemas.openxmlformats.org/presentationml/2006/ole">
              <mc:AlternateContent xmlns:mc="http://schemas.openxmlformats.org/markup-compatibility/2006">
                <mc:Choice xmlns:v="urn:schemas-microsoft-com:vml" Requires="v">
                  <p:oleObj name="VISIO" r:id="rId12" imgW="532512" imgH="403188" progId="Visio.Drawing.5">
                    <p:embed/>
                  </p:oleObj>
                </mc:Choice>
                <mc:Fallback>
                  <p:oleObj name="VISIO" r:id="rId12" imgW="532512" imgH="403188" progId="Visio.Drawing.5">
                    <p:embed/>
                    <p:pic>
                      <p:nvPicPr>
                        <p:cNvPr id="28692"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4" y="672"/>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3" name="Object 31"/>
            <p:cNvGraphicFramePr>
              <a:graphicFrameLocks noChangeAspect="1"/>
            </p:cNvGraphicFramePr>
            <p:nvPr/>
          </p:nvGraphicFramePr>
          <p:xfrm>
            <a:off x="3792" y="760"/>
            <a:ext cx="272" cy="288"/>
          </p:xfrm>
          <a:graphic>
            <a:graphicData uri="http://schemas.openxmlformats.org/presentationml/2006/ole">
              <mc:AlternateContent xmlns:mc="http://schemas.openxmlformats.org/markup-compatibility/2006">
                <mc:Choice xmlns:v="urn:schemas-microsoft-com:vml" Requires="v">
                  <p:oleObj name="Equation" r:id="rId13" imgW="215806" imgH="228501" progId="Equation.3">
                    <p:embed/>
                  </p:oleObj>
                </mc:Choice>
                <mc:Fallback>
                  <p:oleObj name="Equation" r:id="rId13" imgW="215806" imgH="228501" progId="Equation.3">
                    <p:embed/>
                    <p:pic>
                      <p:nvPicPr>
                        <p:cNvPr id="28693"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92" y="760"/>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06894" name="Object 46"/>
          <p:cNvGraphicFramePr>
            <a:graphicFrameLocks noChangeAspect="1"/>
          </p:cNvGraphicFramePr>
          <p:nvPr/>
        </p:nvGraphicFramePr>
        <p:xfrm>
          <a:off x="3930848" y="4878388"/>
          <a:ext cx="4673600" cy="457200"/>
        </p:xfrm>
        <a:graphic>
          <a:graphicData uri="http://schemas.openxmlformats.org/presentationml/2006/ole">
            <mc:AlternateContent xmlns:mc="http://schemas.openxmlformats.org/markup-compatibility/2006">
              <mc:Choice xmlns:v="urn:schemas-microsoft-com:vml" Requires="v">
                <p:oleObj name="Equation" r:id="rId15" imgW="2336800" imgH="228600" progId="Equation.DSMT4">
                  <p:embed/>
                </p:oleObj>
              </mc:Choice>
              <mc:Fallback>
                <p:oleObj name="Equation" r:id="rId15" imgW="2336800" imgH="228600" progId="Equation.DSMT4">
                  <p:embed/>
                  <p:pic>
                    <p:nvPicPr>
                      <p:cNvPr id="206894" name="Object 4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30848" y="4878388"/>
                        <a:ext cx="467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895" name="Object 47"/>
          <p:cNvGraphicFramePr>
            <a:graphicFrameLocks noChangeAspect="1"/>
          </p:cNvGraphicFramePr>
          <p:nvPr/>
        </p:nvGraphicFramePr>
        <p:xfrm>
          <a:off x="3956248" y="5564188"/>
          <a:ext cx="3911600" cy="457200"/>
        </p:xfrm>
        <a:graphic>
          <a:graphicData uri="http://schemas.openxmlformats.org/presentationml/2006/ole">
            <mc:AlternateContent xmlns:mc="http://schemas.openxmlformats.org/markup-compatibility/2006">
              <mc:Choice xmlns:v="urn:schemas-microsoft-com:vml" Requires="v">
                <p:oleObj name="Equation" r:id="rId17" imgW="1955520" imgH="228600" progId="Equation.DSMT4">
                  <p:embed/>
                </p:oleObj>
              </mc:Choice>
              <mc:Fallback>
                <p:oleObj name="Equation" r:id="rId17" imgW="1955520" imgH="228600" progId="Equation.DSMT4">
                  <p:embed/>
                  <p:pic>
                    <p:nvPicPr>
                      <p:cNvPr id="206895" name="Object 47"/>
                      <p:cNvPicPr>
                        <a:picLocks noChangeAspect="1" noChangeArrowheads="1"/>
                      </p:cNvPicPr>
                      <p:nvPr/>
                    </p:nvPicPr>
                    <p:blipFill>
                      <a:blip r:embed="rId18"/>
                      <a:srcRect/>
                      <a:stretch>
                        <a:fillRect/>
                      </a:stretch>
                    </p:blipFill>
                    <p:spPr bwMode="auto">
                      <a:xfrm>
                        <a:off x="3956248" y="5564188"/>
                        <a:ext cx="391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896" name="Object 48"/>
          <p:cNvGraphicFramePr>
            <a:graphicFrameLocks noChangeAspect="1"/>
          </p:cNvGraphicFramePr>
          <p:nvPr/>
        </p:nvGraphicFramePr>
        <p:xfrm>
          <a:off x="3956248" y="6215063"/>
          <a:ext cx="4546600" cy="457200"/>
        </p:xfrm>
        <a:graphic>
          <a:graphicData uri="http://schemas.openxmlformats.org/presentationml/2006/ole">
            <mc:AlternateContent xmlns:mc="http://schemas.openxmlformats.org/markup-compatibility/2006">
              <mc:Choice xmlns:v="urn:schemas-microsoft-com:vml" Requires="v">
                <p:oleObj name="Equation" r:id="rId19" imgW="2273300" imgH="228600" progId="Equation.3">
                  <p:embed/>
                </p:oleObj>
              </mc:Choice>
              <mc:Fallback>
                <p:oleObj name="Equation" r:id="rId19" imgW="2273300" imgH="228600" progId="Equation.3">
                  <p:embed/>
                  <p:pic>
                    <p:nvPicPr>
                      <p:cNvPr id="206896" name="Object 4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56248" y="6215063"/>
                        <a:ext cx="454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5" name="Object 52"/>
          <p:cNvGraphicFramePr>
            <a:graphicFrameLocks noChangeAspect="1"/>
          </p:cNvGraphicFramePr>
          <p:nvPr/>
        </p:nvGraphicFramePr>
        <p:xfrm>
          <a:off x="92869" y="2960233"/>
          <a:ext cx="587375" cy="503238"/>
        </p:xfrm>
        <a:graphic>
          <a:graphicData uri="http://schemas.openxmlformats.org/presentationml/2006/ole">
            <mc:AlternateContent xmlns:mc="http://schemas.openxmlformats.org/markup-compatibility/2006">
              <mc:Choice xmlns:v="urn:schemas-microsoft-com:vml" Requires="v">
                <p:oleObj name="Equation" r:id="rId21" imgW="214411" imgH="176264" progId="Equation.DSMT4">
                  <p:embed/>
                </p:oleObj>
              </mc:Choice>
              <mc:Fallback>
                <p:oleObj name="Equation" r:id="rId21" imgW="214411" imgH="176264" progId="Equation.DSMT4">
                  <p:embed/>
                  <p:pic>
                    <p:nvPicPr>
                      <p:cNvPr id="28685" name="Object 5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2869" y="2960233"/>
                        <a:ext cx="587375" cy="503238"/>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6" name="Object 53"/>
          <p:cNvGraphicFramePr>
            <a:graphicFrameLocks noChangeAspect="1"/>
          </p:cNvGraphicFramePr>
          <p:nvPr/>
        </p:nvGraphicFramePr>
        <p:xfrm>
          <a:off x="92622" y="3860346"/>
          <a:ext cx="530225" cy="530225"/>
        </p:xfrm>
        <a:graphic>
          <a:graphicData uri="http://schemas.openxmlformats.org/presentationml/2006/ole">
            <mc:AlternateContent xmlns:mc="http://schemas.openxmlformats.org/markup-compatibility/2006">
              <mc:Choice xmlns:v="urn:schemas-microsoft-com:vml" Requires="v">
                <p:oleObj name="Equation" r:id="rId23" imgW="190387" imgH="190413" progId="Equation.DSMT4">
                  <p:embed/>
                </p:oleObj>
              </mc:Choice>
              <mc:Fallback>
                <p:oleObj name="Equation" r:id="rId23" imgW="190387" imgH="190413" progId="Equation.DSMT4">
                  <p:embed/>
                  <p:pic>
                    <p:nvPicPr>
                      <p:cNvPr id="28686" name="Object 5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2622" y="3860346"/>
                        <a:ext cx="530225" cy="530225"/>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7" name="Object 54"/>
          <p:cNvGraphicFramePr>
            <a:graphicFrameLocks noChangeAspect="1"/>
          </p:cNvGraphicFramePr>
          <p:nvPr/>
        </p:nvGraphicFramePr>
        <p:xfrm>
          <a:off x="92869" y="5409745"/>
          <a:ext cx="669925" cy="503238"/>
        </p:xfrm>
        <a:graphic>
          <a:graphicData uri="http://schemas.openxmlformats.org/presentationml/2006/ole">
            <mc:AlternateContent xmlns:mc="http://schemas.openxmlformats.org/markup-compatibility/2006">
              <mc:Choice xmlns:v="urn:schemas-microsoft-com:vml" Requires="v">
                <p:oleObj name="Equation" r:id="rId25" imgW="252549" imgH="176264" progId="Equation.DSMT4">
                  <p:embed/>
                </p:oleObj>
              </mc:Choice>
              <mc:Fallback>
                <p:oleObj name="Equation" r:id="rId25" imgW="252549" imgH="176264" progId="Equation.DSMT4">
                  <p:embed/>
                  <p:pic>
                    <p:nvPicPr>
                      <p:cNvPr id="28687" name="Object 5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2869" y="5409745"/>
                        <a:ext cx="669925" cy="503238"/>
                      </a:xfrm>
                      <a:prstGeom prst="rect">
                        <a:avLst/>
                      </a:prstGeom>
                      <a:noFill/>
                      <a:ln>
                        <a:noFill/>
                      </a:ln>
                      <a:effectLst/>
                      <a:extLst>
                        <a:ext uri="{909E8E84-426E-40DD-AFC4-6F175D3DCCD1}">
                          <a14:hiddenFill xmlns:a14="http://schemas.microsoft.com/office/drawing/2010/main">
                            <a:solidFill>
                              <a:srgbClr val="FFFF99">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6903" name="Rectangle 55"/>
          <p:cNvSpPr>
            <a:spLocks noChangeArrowheads="1"/>
          </p:cNvSpPr>
          <p:nvPr/>
        </p:nvSpPr>
        <p:spPr bwMode="auto">
          <a:xfrm>
            <a:off x="597693" y="2960233"/>
            <a:ext cx="273578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dirty="0">
                <a:solidFill>
                  <a:schemeClr val="accent2"/>
                </a:solidFill>
                <a:latin typeface="隶书" panose="02010509060101010101" pitchFamily="49" charset="-122"/>
                <a:ea typeface="隶书" panose="02010509060101010101" pitchFamily="49" charset="-122"/>
              </a:rPr>
              <a:t>k</a:t>
            </a:r>
            <a:r>
              <a:rPr lang="zh-CN" altLang="en-US" dirty="0">
                <a:solidFill>
                  <a:schemeClr val="accent2"/>
                </a:solidFill>
                <a:latin typeface="隶书" panose="02010509060101010101" pitchFamily="49" charset="-122"/>
                <a:ea typeface="隶书" panose="02010509060101010101" pitchFamily="49" charset="-122"/>
              </a:rPr>
              <a:t>网孔内各支路电阻之和</a:t>
            </a:r>
            <a:r>
              <a:rPr lang="en-US" altLang="zh-CN" dirty="0">
                <a:solidFill>
                  <a:schemeClr val="accent2"/>
                </a:solidFill>
                <a:latin typeface="隶书" panose="02010509060101010101" pitchFamily="49" charset="-122"/>
                <a:ea typeface="隶书" panose="02010509060101010101" pitchFamily="49" charset="-122"/>
              </a:rPr>
              <a:t>(</a:t>
            </a:r>
            <a:r>
              <a:rPr lang="zh-CN" altLang="en-US" dirty="0">
                <a:solidFill>
                  <a:srgbClr val="FF0000"/>
                </a:solidFill>
                <a:latin typeface="隶书" panose="02010509060101010101" pitchFamily="49" charset="-122"/>
                <a:ea typeface="隶书" panose="02010509060101010101" pitchFamily="49" charset="-122"/>
              </a:rPr>
              <a:t>总为正</a:t>
            </a:r>
            <a:r>
              <a:rPr lang="en-US" altLang="zh-CN" dirty="0">
                <a:solidFill>
                  <a:schemeClr val="accent2"/>
                </a:solidFill>
                <a:latin typeface="隶书" panose="02010509060101010101" pitchFamily="49" charset="-122"/>
                <a:ea typeface="隶书" panose="02010509060101010101" pitchFamily="49" charset="-122"/>
              </a:rPr>
              <a:t>)</a:t>
            </a:r>
            <a:endParaRPr lang="zh-CN" altLang="en-US" dirty="0">
              <a:solidFill>
                <a:schemeClr val="accent2"/>
              </a:solidFill>
              <a:latin typeface="隶书" panose="02010509060101010101" pitchFamily="49" charset="-122"/>
              <a:ea typeface="隶书" panose="02010509060101010101" pitchFamily="49" charset="-122"/>
            </a:endParaRPr>
          </a:p>
        </p:txBody>
      </p:sp>
      <p:sp>
        <p:nvSpPr>
          <p:cNvPr id="206904" name="Rectangle 56"/>
          <p:cNvSpPr>
            <a:spLocks noChangeArrowheads="1"/>
          </p:cNvSpPr>
          <p:nvPr/>
        </p:nvSpPr>
        <p:spPr bwMode="auto">
          <a:xfrm>
            <a:off x="597446" y="3860346"/>
            <a:ext cx="311045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dirty="0">
                <a:solidFill>
                  <a:schemeClr val="accent2"/>
                </a:solidFill>
                <a:latin typeface="隶书" panose="02010509060101010101" pitchFamily="49" charset="-122"/>
                <a:ea typeface="隶书" panose="02010509060101010101" pitchFamily="49" charset="-122"/>
              </a:rPr>
              <a:t>k</a:t>
            </a:r>
            <a:r>
              <a:rPr lang="zh-CN" altLang="en-US" dirty="0">
                <a:solidFill>
                  <a:schemeClr val="accent2"/>
                </a:solidFill>
                <a:latin typeface="隶书" panose="02010509060101010101" pitchFamily="49" charset="-122"/>
                <a:ea typeface="隶书" panose="02010509060101010101" pitchFamily="49" charset="-122"/>
              </a:rPr>
              <a:t>、</a:t>
            </a:r>
            <a:r>
              <a:rPr lang="en-US" altLang="zh-CN" dirty="0">
                <a:solidFill>
                  <a:schemeClr val="accent2"/>
                </a:solidFill>
                <a:latin typeface="隶书" panose="02010509060101010101" pitchFamily="49" charset="-122"/>
                <a:ea typeface="隶书" panose="02010509060101010101" pitchFamily="49" charset="-122"/>
              </a:rPr>
              <a:t>j</a:t>
            </a:r>
            <a:r>
              <a:rPr lang="zh-CN" altLang="en-US" dirty="0">
                <a:solidFill>
                  <a:schemeClr val="accent2"/>
                </a:solidFill>
                <a:latin typeface="隶书" panose="02010509060101010101" pitchFamily="49" charset="-122"/>
                <a:ea typeface="隶书" panose="02010509060101010101" pitchFamily="49" charset="-122"/>
              </a:rPr>
              <a:t>网孔公共支路电阻之和（</a:t>
            </a:r>
            <a:r>
              <a:rPr lang="zh-CN" altLang="en-US" dirty="0">
                <a:solidFill>
                  <a:srgbClr val="FF0000"/>
                </a:solidFill>
                <a:latin typeface="隶书" panose="02010509060101010101" pitchFamily="49" charset="-122"/>
                <a:ea typeface="隶书" panose="02010509060101010101" pitchFamily="49" charset="-122"/>
              </a:rPr>
              <a:t>当网孔在公共支路方向相同时取正号；否则为负号</a:t>
            </a:r>
            <a:r>
              <a:rPr lang="zh-CN" altLang="en-US" dirty="0">
                <a:solidFill>
                  <a:schemeClr val="accent2"/>
                </a:solidFill>
                <a:latin typeface="隶书" panose="02010509060101010101" pitchFamily="49" charset="-122"/>
                <a:ea typeface="隶书" panose="02010509060101010101" pitchFamily="49" charset="-122"/>
              </a:rPr>
              <a:t>）</a:t>
            </a:r>
          </a:p>
        </p:txBody>
      </p:sp>
      <p:sp>
        <p:nvSpPr>
          <p:cNvPr id="206905" name="Rectangle 57"/>
          <p:cNvSpPr>
            <a:spLocks noChangeArrowheads="1"/>
          </p:cNvSpPr>
          <p:nvPr/>
        </p:nvSpPr>
        <p:spPr bwMode="auto">
          <a:xfrm>
            <a:off x="669131" y="5408158"/>
            <a:ext cx="25920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dirty="0">
                <a:solidFill>
                  <a:schemeClr val="accent2"/>
                </a:solidFill>
                <a:latin typeface="隶书" panose="02010509060101010101" pitchFamily="49" charset="-122"/>
                <a:ea typeface="隶书" panose="02010509060101010101" pitchFamily="49" charset="-122"/>
              </a:rPr>
              <a:t>k</a:t>
            </a:r>
            <a:r>
              <a:rPr lang="zh-CN" altLang="en-US" dirty="0">
                <a:solidFill>
                  <a:schemeClr val="accent2"/>
                </a:solidFill>
                <a:latin typeface="隶书" panose="02010509060101010101" pitchFamily="49" charset="-122"/>
                <a:ea typeface="隶书" panose="02010509060101010101" pitchFamily="49" charset="-122"/>
              </a:rPr>
              <a:t>网孔内各电压源代数和（</a:t>
            </a:r>
            <a:r>
              <a:rPr lang="zh-CN" altLang="en-US" dirty="0">
                <a:solidFill>
                  <a:srgbClr val="FF0000"/>
                </a:solidFill>
                <a:latin typeface="隶书" panose="02010509060101010101" pitchFamily="49" charset="-122"/>
                <a:ea typeface="隶书" panose="02010509060101010101" pitchFamily="49" charset="-122"/>
              </a:rPr>
              <a:t>与网孔绕向反为正）</a:t>
            </a:r>
          </a:p>
        </p:txBody>
      </p:sp>
      <p:sp>
        <p:nvSpPr>
          <p:cNvPr id="206906" name="AutoShape 58"/>
          <p:cNvSpPr>
            <a:spLocks/>
          </p:cNvSpPr>
          <p:nvPr/>
        </p:nvSpPr>
        <p:spPr bwMode="auto">
          <a:xfrm>
            <a:off x="3497460" y="4941888"/>
            <a:ext cx="360363" cy="1511300"/>
          </a:xfrm>
          <a:prstGeom prst="leftBrace">
            <a:avLst>
              <a:gd name="adj1" fmla="val 34949"/>
              <a:gd name="adj2" fmla="val 50000"/>
            </a:avLst>
          </a:prstGeom>
          <a:noFill/>
          <a:ln w="38100">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mc:AlternateContent xmlns:mc="http://schemas.openxmlformats.org/markup-compatibility/2006" xmlns:a14="http://schemas.microsoft.com/office/drawing/2010/main">
        <mc:Choice Requires="a14">
          <p:sp>
            <p:nvSpPr>
              <p:cNvPr id="2" name="文本框 1"/>
              <p:cNvSpPr txBox="1"/>
              <p:nvPr/>
            </p:nvSpPr>
            <p:spPr>
              <a:xfrm>
                <a:off x="250394" y="1258822"/>
                <a:ext cx="3313494" cy="15388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accent2"/>
                              </a:solidFill>
                              <a:latin typeface="Cambria Math" panose="02040503050406030204" pitchFamily="18" charset="0"/>
                            </a:rPr>
                          </m:ctrlPr>
                        </m:sSubPr>
                        <m:e>
                          <m:r>
                            <a:rPr lang="en-US" altLang="zh-CN" sz="2000" b="0" i="1" smtClean="0">
                              <a:solidFill>
                                <a:schemeClr val="accent2"/>
                              </a:solidFill>
                              <a:latin typeface="Cambria Math" panose="02040503050406030204" pitchFamily="18" charset="0"/>
                            </a:rPr>
                            <m:t>𝑅</m:t>
                          </m:r>
                        </m:e>
                        <m:sub>
                          <m:r>
                            <a:rPr lang="en-US" altLang="zh-CN" sz="2000" b="0" i="1" smtClean="0">
                              <a:solidFill>
                                <a:schemeClr val="accent2"/>
                              </a:solidFill>
                              <a:latin typeface="Cambria Math" panose="02040503050406030204" pitchFamily="18" charset="0"/>
                            </a:rPr>
                            <m:t>𝑚</m:t>
                          </m:r>
                        </m:sub>
                      </m:sSub>
                      <m:sSub>
                        <m:sSubPr>
                          <m:ctrlPr>
                            <a:rPr lang="en-US" altLang="zh-CN" sz="2000" i="1" smtClean="0">
                              <a:solidFill>
                                <a:schemeClr val="accent2"/>
                              </a:solidFill>
                              <a:latin typeface="Cambria Math" panose="02040503050406030204" pitchFamily="18" charset="0"/>
                            </a:rPr>
                          </m:ctrlPr>
                        </m:sSubPr>
                        <m:e>
                          <m:r>
                            <a:rPr lang="en-US" altLang="zh-CN" sz="2000" b="0" i="1" smtClean="0">
                              <a:solidFill>
                                <a:schemeClr val="accent2"/>
                              </a:solidFill>
                              <a:latin typeface="Cambria Math" panose="02040503050406030204" pitchFamily="18" charset="0"/>
                            </a:rPr>
                            <m:t>𝐼</m:t>
                          </m:r>
                        </m:e>
                        <m:sub>
                          <m:r>
                            <a:rPr lang="en-US" altLang="zh-CN" sz="2000" b="0" i="1" smtClean="0">
                              <a:solidFill>
                                <a:schemeClr val="accent2"/>
                              </a:solidFill>
                              <a:latin typeface="Cambria Math" panose="02040503050406030204" pitchFamily="18" charset="0"/>
                            </a:rPr>
                            <m:t>𝑚</m:t>
                          </m:r>
                        </m:sub>
                      </m:sSub>
                      <m:r>
                        <a:rPr lang="en-US" altLang="zh-CN" sz="2000" b="0" i="1" smtClean="0">
                          <a:solidFill>
                            <a:schemeClr val="accent2"/>
                          </a:solidFill>
                          <a:latin typeface="Cambria Math" panose="02040503050406030204" pitchFamily="18" charset="0"/>
                        </a:rPr>
                        <m:t>=</m:t>
                      </m:r>
                      <m:sSub>
                        <m:sSubPr>
                          <m:ctrlPr>
                            <a:rPr lang="en-US" altLang="zh-CN" sz="2000" b="0" i="1" smtClean="0">
                              <a:solidFill>
                                <a:schemeClr val="accent2"/>
                              </a:solidFill>
                              <a:latin typeface="Cambria Math" panose="02040503050406030204" pitchFamily="18" charset="0"/>
                            </a:rPr>
                          </m:ctrlPr>
                        </m:sSubPr>
                        <m:e>
                          <m:r>
                            <a:rPr lang="en-US" altLang="zh-CN" sz="2000" b="0" i="1" smtClean="0">
                              <a:solidFill>
                                <a:schemeClr val="accent2"/>
                              </a:solidFill>
                              <a:latin typeface="Cambria Math" panose="02040503050406030204" pitchFamily="18" charset="0"/>
                            </a:rPr>
                            <m:t>𝑈</m:t>
                          </m:r>
                        </m:e>
                        <m:sub>
                          <m:r>
                            <a:rPr lang="en-US" altLang="zh-CN" sz="2000" b="0" i="1" smtClean="0">
                              <a:solidFill>
                                <a:schemeClr val="accent2"/>
                              </a:solidFill>
                              <a:latin typeface="Cambria Math" panose="02040503050406030204" pitchFamily="18" charset="0"/>
                            </a:rPr>
                            <m:t>𝑠𝑚</m:t>
                          </m:r>
                        </m:sub>
                      </m:sSub>
                    </m:oMath>
                  </m:oMathPara>
                </a14:m>
                <a:endParaRPr lang="en-US" altLang="zh-CN" sz="2000" dirty="0">
                  <a:solidFill>
                    <a:schemeClr val="accent2"/>
                  </a:solidFill>
                </a:endParaRPr>
              </a:p>
              <a:p>
                <a:r>
                  <a:rPr lang="en-US" altLang="zh-CN" sz="2000" i="1" dirty="0">
                    <a:solidFill>
                      <a:schemeClr val="accent2"/>
                    </a:solidFill>
                  </a:rPr>
                  <a:t>R</a:t>
                </a:r>
                <a:r>
                  <a:rPr lang="en-US" altLang="zh-CN" sz="2000" i="1" baseline="-25000" dirty="0">
                    <a:solidFill>
                      <a:schemeClr val="accent2"/>
                    </a:solidFill>
                  </a:rPr>
                  <a:t>m   </a:t>
                </a:r>
                <a:r>
                  <a:rPr lang="zh-CN" altLang="en-US" sz="2000" dirty="0">
                    <a:solidFill>
                      <a:schemeClr val="accent2"/>
                    </a:solidFill>
                  </a:rPr>
                  <a:t>网孔电阻矩阵</a:t>
                </a:r>
                <a:endParaRPr lang="en-US" altLang="zh-CN" sz="2000" dirty="0">
                  <a:solidFill>
                    <a:schemeClr val="accent2"/>
                  </a:solidFill>
                </a:endParaRPr>
              </a:p>
              <a:p>
                <a:r>
                  <a:rPr lang="en-US" altLang="zh-CN" sz="2000" i="1" dirty="0" err="1">
                    <a:solidFill>
                      <a:schemeClr val="accent2"/>
                    </a:solidFill>
                  </a:rPr>
                  <a:t>I</a:t>
                </a:r>
                <a:r>
                  <a:rPr lang="en-US" altLang="zh-CN" sz="2000" i="1" baseline="-25000" dirty="0" err="1">
                    <a:solidFill>
                      <a:schemeClr val="accent2"/>
                    </a:solidFill>
                  </a:rPr>
                  <a:t>m</a:t>
                </a:r>
                <a:r>
                  <a:rPr lang="en-US" altLang="zh-CN" sz="2000" i="1" baseline="-25000" dirty="0">
                    <a:solidFill>
                      <a:schemeClr val="accent2"/>
                    </a:solidFill>
                  </a:rPr>
                  <a:t>   </a:t>
                </a:r>
                <a:r>
                  <a:rPr lang="zh-CN" altLang="en-US" sz="2000" dirty="0">
                    <a:solidFill>
                      <a:schemeClr val="accent2"/>
                    </a:solidFill>
                  </a:rPr>
                  <a:t>网孔电流列向量</a:t>
                </a:r>
                <a:endParaRPr lang="en-US" altLang="zh-CN" sz="2000" dirty="0">
                  <a:solidFill>
                    <a:schemeClr val="accent2"/>
                  </a:solidFill>
                </a:endParaRPr>
              </a:p>
              <a:p>
                <a:r>
                  <a:rPr lang="en-US" altLang="zh-CN" sz="2000" i="1" dirty="0" err="1">
                    <a:solidFill>
                      <a:schemeClr val="accent2"/>
                    </a:solidFill>
                  </a:rPr>
                  <a:t>U</a:t>
                </a:r>
                <a:r>
                  <a:rPr lang="en-US" altLang="zh-CN" sz="2000" i="1" baseline="-25000" dirty="0" err="1">
                    <a:solidFill>
                      <a:schemeClr val="accent2"/>
                    </a:solidFill>
                  </a:rPr>
                  <a:t>sm</a:t>
                </a:r>
                <a:r>
                  <a:rPr lang="en-US" altLang="zh-CN" sz="2000" i="1" baseline="-25000" dirty="0">
                    <a:solidFill>
                      <a:schemeClr val="accent2"/>
                    </a:solidFill>
                  </a:rPr>
                  <a:t>  </a:t>
                </a:r>
                <a:r>
                  <a:rPr lang="zh-CN" altLang="en-US" sz="2000" i="1" dirty="0">
                    <a:solidFill>
                      <a:schemeClr val="accent2"/>
                    </a:solidFill>
                  </a:rPr>
                  <a:t>网孔等效电压源列向量</a:t>
                </a:r>
                <a:endParaRPr lang="en-US" altLang="zh-CN" sz="2000" i="1" dirty="0">
                  <a:solidFill>
                    <a:schemeClr val="accent2"/>
                  </a:solidFill>
                </a:endParaRPr>
              </a:p>
              <a:p>
                <a:endParaRPr lang="zh-CN" altLang="en-US" sz="2000" dirty="0">
                  <a:solidFill>
                    <a:schemeClr val="accent2"/>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250394" y="1258822"/>
                <a:ext cx="3313494" cy="1538883"/>
              </a:xfrm>
              <a:prstGeom prst="rect">
                <a:avLst/>
              </a:prstGeom>
              <a:blipFill>
                <a:blip r:embed="rId28"/>
                <a:stretch>
                  <a:fillRect l="-459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903"/>
                                        </p:tgtEl>
                                        <p:attrNameLst>
                                          <p:attrName>style.visibility</p:attrName>
                                        </p:attrNameLst>
                                      </p:cBhvr>
                                      <p:to>
                                        <p:strVal val="visible"/>
                                      </p:to>
                                    </p:set>
                                    <p:animEffect transition="in" filter="wipe(left)">
                                      <p:cBhvr>
                                        <p:cTn id="7" dur="1000"/>
                                        <p:tgtEl>
                                          <p:spTgt spid="2069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6904"/>
                                        </p:tgtEl>
                                        <p:attrNameLst>
                                          <p:attrName>style.visibility</p:attrName>
                                        </p:attrNameLst>
                                      </p:cBhvr>
                                      <p:to>
                                        <p:strVal val="visible"/>
                                      </p:to>
                                    </p:set>
                                    <p:animEffect transition="in" filter="wipe(left)">
                                      <p:cBhvr>
                                        <p:cTn id="12" dur="1000"/>
                                        <p:tgtEl>
                                          <p:spTgt spid="2069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6905"/>
                                        </p:tgtEl>
                                        <p:attrNameLst>
                                          <p:attrName>style.visibility</p:attrName>
                                        </p:attrNameLst>
                                      </p:cBhvr>
                                      <p:to>
                                        <p:strVal val="visible"/>
                                      </p:to>
                                    </p:set>
                                    <p:animEffect transition="in" filter="wipe(left)">
                                      <p:cBhvr>
                                        <p:cTn id="17" dur="1000"/>
                                        <p:tgtEl>
                                          <p:spTgt spid="206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903" grpId="0"/>
      <p:bldP spid="206904" grpId="0"/>
      <p:bldP spid="20690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338138" y="360363"/>
            <a:ext cx="2844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zh-CN" altLang="en-US" b="1" dirty="0">
                <a:latin typeface="微软雅黑" panose="020B0503020204020204" pitchFamily="34" charset="-122"/>
                <a:ea typeface="微软雅黑" panose="020B0503020204020204" pitchFamily="34" charset="-122"/>
              </a:rPr>
              <a:t>推广到有 </a:t>
            </a:r>
            <a:r>
              <a:rPr lang="en-US" altLang="zh-CN" b="1" i="1" dirty="0">
                <a:latin typeface="微软雅黑" panose="020B0503020204020204" pitchFamily="34" charset="-122"/>
                <a:ea typeface="微软雅黑" panose="020B0503020204020204" pitchFamily="34" charset="-122"/>
              </a:rPr>
              <a:t>l </a:t>
            </a:r>
            <a:r>
              <a:rPr lang="zh-CN" altLang="en-US" b="1" dirty="0">
                <a:latin typeface="微软雅黑" panose="020B0503020204020204" pitchFamily="34" charset="-122"/>
                <a:ea typeface="微软雅黑" panose="020B0503020204020204" pitchFamily="34" charset="-122"/>
              </a:rPr>
              <a:t>个网孔仅含电阻、独立电压源的电路</a:t>
            </a:r>
          </a:p>
        </p:txBody>
      </p:sp>
      <p:sp>
        <p:nvSpPr>
          <p:cNvPr id="103427" name="Text Box 3"/>
          <p:cNvSpPr txBox="1">
            <a:spLocks noChangeArrowheads="1"/>
          </p:cNvSpPr>
          <p:nvPr/>
        </p:nvSpPr>
        <p:spPr bwMode="auto">
          <a:xfrm>
            <a:off x="517525" y="2398713"/>
            <a:ext cx="9715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zh-CN" altLang="en-US" b="1">
                <a:latin typeface="幼圆" panose="02010509060101010101" pitchFamily="49" charset="-122"/>
                <a:ea typeface="幼圆" panose="02010509060101010101" pitchFamily="49" charset="-122"/>
              </a:rPr>
              <a:t>其中  </a:t>
            </a:r>
          </a:p>
        </p:txBody>
      </p:sp>
      <p:sp>
        <p:nvSpPr>
          <p:cNvPr id="103428" name="Text Box 4"/>
          <p:cNvSpPr txBox="1">
            <a:spLocks noChangeArrowheads="1"/>
          </p:cNvSpPr>
          <p:nvPr/>
        </p:nvSpPr>
        <p:spPr bwMode="auto">
          <a:xfrm>
            <a:off x="1104900" y="3714750"/>
            <a:ext cx="242093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b="1" i="1" dirty="0" err="1">
                <a:solidFill>
                  <a:srgbClr val="FF0000"/>
                </a:solidFill>
                <a:latin typeface="幼圆" panose="02010509060101010101" pitchFamily="49" charset="-122"/>
                <a:ea typeface="幼圆" panose="02010509060101010101" pitchFamily="49" charset="-122"/>
              </a:rPr>
              <a:t>R</a:t>
            </a:r>
            <a:r>
              <a:rPr lang="en-US" altLang="zh-CN" b="1" i="1" baseline="-25000" dirty="0" err="1">
                <a:solidFill>
                  <a:srgbClr val="FF0000"/>
                </a:solidFill>
                <a:latin typeface="幼圆" panose="02010509060101010101" pitchFamily="49" charset="-122"/>
                <a:ea typeface="幼圆" panose="02010509060101010101" pitchFamily="49" charset="-122"/>
              </a:rPr>
              <a:t>jk</a:t>
            </a:r>
            <a:r>
              <a:rPr lang="en-US" altLang="zh-CN" b="1" dirty="0">
                <a:latin typeface="幼圆" panose="02010509060101010101" pitchFamily="49" charset="-122"/>
                <a:ea typeface="幼圆" panose="02010509060101010101" pitchFamily="49" charset="-122"/>
              </a:rPr>
              <a:t>: </a:t>
            </a:r>
            <a:r>
              <a:rPr lang="zh-CN" altLang="en-US" b="1" dirty="0">
                <a:latin typeface="幼圆" panose="02010509060101010101" pitchFamily="49" charset="-122"/>
                <a:ea typeface="幼圆" panose="02010509060101010101" pitchFamily="49" charset="-122"/>
              </a:rPr>
              <a:t>第</a:t>
            </a:r>
            <a:r>
              <a:rPr lang="en-US" altLang="zh-CN" b="1" i="1" dirty="0">
                <a:latin typeface="幼圆" panose="02010509060101010101" pitchFamily="49" charset="-122"/>
                <a:ea typeface="幼圆" panose="02010509060101010101" pitchFamily="49" charset="-122"/>
              </a:rPr>
              <a:t>j</a:t>
            </a:r>
            <a:r>
              <a:rPr lang="zh-CN" altLang="en-US" b="1" dirty="0">
                <a:latin typeface="幼圆" panose="02010509060101010101" pitchFamily="49" charset="-122"/>
                <a:ea typeface="幼圆" panose="02010509060101010101" pitchFamily="49" charset="-122"/>
              </a:rPr>
              <a:t>个网孔和第</a:t>
            </a:r>
            <a:r>
              <a:rPr lang="en-US" altLang="zh-CN" b="1" i="1" dirty="0">
                <a:latin typeface="幼圆" panose="02010509060101010101" pitchFamily="49" charset="-122"/>
                <a:ea typeface="幼圆" panose="02010509060101010101" pitchFamily="49" charset="-122"/>
              </a:rPr>
              <a:t>k</a:t>
            </a:r>
            <a:r>
              <a:rPr lang="zh-CN" altLang="en-US" b="1" dirty="0">
                <a:latin typeface="幼圆" panose="02010509060101010101" pitchFamily="49" charset="-122"/>
                <a:ea typeface="幼圆" panose="02010509060101010101" pitchFamily="49" charset="-122"/>
              </a:rPr>
              <a:t>个网孔的       互电阻  </a:t>
            </a:r>
          </a:p>
        </p:txBody>
      </p:sp>
      <p:sp>
        <p:nvSpPr>
          <p:cNvPr id="103429" name="Rectangle 5"/>
          <p:cNvSpPr>
            <a:spLocks noChangeArrowheads="1"/>
          </p:cNvSpPr>
          <p:nvPr/>
        </p:nvSpPr>
        <p:spPr bwMode="auto">
          <a:xfrm>
            <a:off x="3694113" y="3508375"/>
            <a:ext cx="541496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b="1" dirty="0">
                <a:latin typeface="黑体" panose="02010609060101010101" pitchFamily="49" charset="-122"/>
                <a:ea typeface="黑体" panose="02010609060101010101" pitchFamily="49" charset="-122"/>
              </a:rPr>
              <a:t>+</a:t>
            </a:r>
            <a:r>
              <a:rPr lang="en-US" altLang="zh-CN" b="1" dirty="0">
                <a:latin typeface="幼圆" panose="02010509060101010101" pitchFamily="49" charset="-122"/>
                <a:ea typeface="幼圆" panose="02010509060101010101" pitchFamily="49" charset="-122"/>
              </a:rPr>
              <a:t> : </a:t>
            </a:r>
            <a:r>
              <a:rPr lang="zh-CN" altLang="en-US" b="1" dirty="0">
                <a:latin typeface="幼圆" panose="02010509060101010101" pitchFamily="49" charset="-122"/>
                <a:ea typeface="幼圆" panose="02010509060101010101" pitchFamily="49" charset="-122"/>
              </a:rPr>
              <a:t>流过互阻的两个网孔电流方向相同  </a:t>
            </a:r>
          </a:p>
        </p:txBody>
      </p:sp>
      <p:sp>
        <p:nvSpPr>
          <p:cNvPr id="103430" name="Rectangle 6"/>
          <p:cNvSpPr>
            <a:spLocks noChangeArrowheads="1"/>
          </p:cNvSpPr>
          <p:nvPr/>
        </p:nvSpPr>
        <p:spPr bwMode="auto">
          <a:xfrm>
            <a:off x="3706813" y="4032250"/>
            <a:ext cx="54371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b="1" dirty="0">
                <a:latin typeface="黑体" panose="02010609060101010101" pitchFamily="49" charset="-122"/>
                <a:ea typeface="黑体" panose="02010609060101010101" pitchFamily="49" charset="-122"/>
              </a:rPr>
              <a:t>-</a:t>
            </a:r>
            <a:r>
              <a:rPr lang="en-US" altLang="zh-CN" b="1" dirty="0">
                <a:latin typeface="幼圆" panose="02010509060101010101" pitchFamily="49" charset="-122"/>
                <a:ea typeface="幼圆" panose="02010509060101010101" pitchFamily="49" charset="-122"/>
              </a:rPr>
              <a:t> : </a:t>
            </a:r>
            <a:r>
              <a:rPr lang="zh-CN" altLang="en-US" b="1" dirty="0">
                <a:latin typeface="幼圆" panose="02010509060101010101" pitchFamily="49" charset="-122"/>
                <a:ea typeface="幼圆" panose="02010509060101010101" pitchFamily="49" charset="-122"/>
              </a:rPr>
              <a:t>流过互阻的两个网孔电流方向相反  </a:t>
            </a:r>
          </a:p>
        </p:txBody>
      </p:sp>
      <p:sp>
        <p:nvSpPr>
          <p:cNvPr id="103431" name="Text Box 7"/>
          <p:cNvSpPr txBox="1">
            <a:spLocks noChangeArrowheads="1"/>
          </p:cNvSpPr>
          <p:nvPr/>
        </p:nvSpPr>
        <p:spPr bwMode="auto">
          <a:xfrm>
            <a:off x="3705225" y="4576763"/>
            <a:ext cx="27432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b="1">
                <a:latin typeface="幼圆" panose="02010509060101010101" pitchFamily="49" charset="-122"/>
                <a:ea typeface="幼圆" panose="02010509060101010101" pitchFamily="49" charset="-122"/>
              </a:rPr>
              <a:t>0 : </a:t>
            </a:r>
            <a:r>
              <a:rPr lang="zh-CN" altLang="en-US" b="1">
                <a:latin typeface="幼圆" panose="02010509060101010101" pitchFamily="49" charset="-122"/>
                <a:ea typeface="幼圆" panose="02010509060101010101" pitchFamily="49" charset="-122"/>
              </a:rPr>
              <a:t>无关  </a:t>
            </a:r>
          </a:p>
        </p:txBody>
      </p:sp>
      <p:sp>
        <p:nvSpPr>
          <p:cNvPr id="103432" name="Text Box 8"/>
          <p:cNvSpPr txBox="1">
            <a:spLocks noChangeArrowheads="1"/>
          </p:cNvSpPr>
          <p:nvPr/>
        </p:nvSpPr>
        <p:spPr bwMode="auto">
          <a:xfrm>
            <a:off x="3346450" y="395288"/>
            <a:ext cx="5114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sz="2800" b="1" i="1" dirty="0">
                <a:solidFill>
                  <a:srgbClr val="FF0000"/>
                </a:solidFill>
                <a:latin typeface="幼圆" panose="02010509060101010101" pitchFamily="49" charset="-122"/>
                <a:ea typeface="幼圆" panose="02010509060101010101" pitchFamily="49" charset="-122"/>
              </a:rPr>
              <a:t>R</a:t>
            </a:r>
            <a:r>
              <a:rPr lang="en-US" altLang="zh-CN" sz="2800" b="1" baseline="-25000" dirty="0">
                <a:solidFill>
                  <a:srgbClr val="FF0000"/>
                </a:solidFill>
                <a:latin typeface="幼圆" panose="02010509060101010101" pitchFamily="49" charset="-122"/>
                <a:ea typeface="幼圆" panose="02010509060101010101" pitchFamily="49" charset="-122"/>
              </a:rPr>
              <a:t>11</a:t>
            </a:r>
            <a:r>
              <a:rPr lang="en-US" altLang="zh-CN" sz="2800" b="1" i="1" dirty="0">
                <a:latin typeface="幼圆" panose="02010509060101010101" pitchFamily="49" charset="-122"/>
                <a:ea typeface="幼圆" panose="02010509060101010101" pitchFamily="49" charset="-122"/>
              </a:rPr>
              <a:t>i</a:t>
            </a:r>
            <a:r>
              <a:rPr lang="en-US" altLang="zh-CN" sz="2800" b="1" i="1" baseline="-25000" dirty="0">
                <a:latin typeface="幼圆" panose="02010509060101010101" pitchFamily="49" charset="-122"/>
                <a:ea typeface="幼圆" panose="02010509060101010101" pitchFamily="49" charset="-122"/>
              </a:rPr>
              <a:t>l</a:t>
            </a:r>
            <a:r>
              <a:rPr lang="en-US" altLang="zh-CN" sz="2800" b="1" baseline="-25000" dirty="0">
                <a:latin typeface="幼圆" panose="02010509060101010101" pitchFamily="49" charset="-122"/>
                <a:ea typeface="幼圆" panose="02010509060101010101" pitchFamily="49" charset="-122"/>
              </a:rPr>
              <a:t>1</a:t>
            </a:r>
            <a:r>
              <a:rPr lang="en-US" altLang="zh-CN" sz="2800" b="1" i="1" dirty="0">
                <a:latin typeface="幼圆" panose="02010509060101010101" pitchFamily="49" charset="-122"/>
                <a:ea typeface="幼圆" panose="02010509060101010101" pitchFamily="49" charset="-122"/>
              </a:rPr>
              <a:t>+</a:t>
            </a:r>
            <a:r>
              <a:rPr lang="en-US" altLang="zh-CN" sz="2800" b="1" i="1" dirty="0">
                <a:solidFill>
                  <a:srgbClr val="FF0000"/>
                </a:solidFill>
                <a:latin typeface="幼圆" panose="02010509060101010101" pitchFamily="49" charset="-122"/>
                <a:ea typeface="幼圆" panose="02010509060101010101" pitchFamily="49" charset="-122"/>
              </a:rPr>
              <a:t>R</a:t>
            </a:r>
            <a:r>
              <a:rPr lang="en-US" altLang="zh-CN" sz="2800" b="1" baseline="-25000" dirty="0">
                <a:solidFill>
                  <a:srgbClr val="FF0000"/>
                </a:solidFill>
                <a:latin typeface="幼圆" panose="02010509060101010101" pitchFamily="49" charset="-122"/>
                <a:ea typeface="幼圆" panose="02010509060101010101" pitchFamily="49" charset="-122"/>
              </a:rPr>
              <a:t>12</a:t>
            </a:r>
            <a:r>
              <a:rPr lang="en-US" altLang="zh-CN" sz="2800" b="1" i="1" dirty="0">
                <a:latin typeface="幼圆" panose="02010509060101010101" pitchFamily="49" charset="-122"/>
                <a:ea typeface="幼圆" panose="02010509060101010101" pitchFamily="49" charset="-122"/>
              </a:rPr>
              <a:t>i</a:t>
            </a:r>
            <a:r>
              <a:rPr lang="en-US" altLang="zh-CN" sz="2800" b="1" i="1" baseline="-25000" dirty="0">
                <a:latin typeface="幼圆" panose="02010509060101010101" pitchFamily="49" charset="-122"/>
                <a:ea typeface="幼圆" panose="02010509060101010101" pitchFamily="49" charset="-122"/>
              </a:rPr>
              <a:t>l</a:t>
            </a:r>
            <a:r>
              <a:rPr lang="en-US" altLang="zh-CN" sz="2800" b="1" baseline="-25000" dirty="0">
                <a:latin typeface="幼圆" panose="02010509060101010101" pitchFamily="49" charset="-122"/>
                <a:ea typeface="幼圆" panose="02010509060101010101" pitchFamily="49" charset="-122"/>
              </a:rPr>
              <a:t>2</a:t>
            </a:r>
            <a:r>
              <a:rPr lang="en-US" altLang="zh-CN" sz="2800" b="1" i="1" dirty="0">
                <a:latin typeface="幼圆" panose="02010509060101010101" pitchFamily="49" charset="-122"/>
                <a:ea typeface="幼圆" panose="02010509060101010101" pitchFamily="49" charset="-122"/>
              </a:rPr>
              <a:t>+ </a:t>
            </a:r>
            <a:r>
              <a:rPr lang="en-US" altLang="zh-CN" sz="1800" dirty="0">
                <a:latin typeface="宋体" panose="02010600030101010101" pitchFamily="2" charset="-122"/>
                <a:ea typeface="幼圆" panose="02010509060101010101" pitchFamily="49" charset="-122"/>
              </a:rPr>
              <a:t>…</a:t>
            </a:r>
            <a:r>
              <a:rPr lang="en-US" altLang="zh-CN" sz="2800" b="1" i="1" dirty="0">
                <a:latin typeface="幼圆" panose="02010509060101010101" pitchFamily="49" charset="-122"/>
                <a:ea typeface="幼圆" panose="02010509060101010101" pitchFamily="49" charset="-122"/>
              </a:rPr>
              <a:t>+</a:t>
            </a:r>
            <a:r>
              <a:rPr lang="en-US" altLang="zh-CN" sz="2800" b="1" i="1" dirty="0">
                <a:solidFill>
                  <a:srgbClr val="FF0000"/>
                </a:solidFill>
                <a:latin typeface="幼圆" panose="02010509060101010101" pitchFamily="49" charset="-122"/>
                <a:ea typeface="幼圆" panose="02010509060101010101" pitchFamily="49" charset="-122"/>
              </a:rPr>
              <a:t>R</a:t>
            </a:r>
            <a:r>
              <a:rPr lang="en-US" altLang="zh-CN" sz="2800" b="1" baseline="-25000" dirty="0">
                <a:solidFill>
                  <a:srgbClr val="FF0000"/>
                </a:solidFill>
                <a:latin typeface="幼圆" panose="02010509060101010101" pitchFamily="49" charset="-122"/>
                <a:ea typeface="幼圆" panose="02010509060101010101" pitchFamily="49" charset="-122"/>
              </a:rPr>
              <a:t>1</a:t>
            </a:r>
            <a:r>
              <a:rPr lang="en-US" altLang="zh-CN" sz="2800" b="1" i="1" baseline="-25000" dirty="0">
                <a:solidFill>
                  <a:srgbClr val="FF0000"/>
                </a:solidFill>
                <a:latin typeface="幼圆" panose="02010509060101010101" pitchFamily="49" charset="-122"/>
                <a:ea typeface="幼圆" panose="02010509060101010101" pitchFamily="49" charset="-122"/>
              </a:rPr>
              <a:t>l </a:t>
            </a:r>
            <a:r>
              <a:rPr lang="en-US" altLang="zh-CN" sz="2800" b="1" i="1" dirty="0">
                <a:latin typeface="幼圆" panose="02010509060101010101" pitchFamily="49" charset="-122"/>
                <a:ea typeface="幼圆" panose="02010509060101010101" pitchFamily="49" charset="-122"/>
              </a:rPr>
              <a:t>i</a:t>
            </a:r>
            <a:r>
              <a:rPr lang="en-US" altLang="zh-CN" sz="2800" b="1" i="1" baseline="-25000" dirty="0">
                <a:latin typeface="幼圆" panose="02010509060101010101" pitchFamily="49" charset="-122"/>
                <a:ea typeface="幼圆" panose="02010509060101010101" pitchFamily="49" charset="-122"/>
              </a:rPr>
              <a:t>ll</a:t>
            </a:r>
            <a:r>
              <a:rPr lang="en-US" altLang="zh-CN" sz="2800" b="1" i="1" dirty="0">
                <a:latin typeface="幼圆" panose="02010509060101010101" pitchFamily="49" charset="-122"/>
                <a:ea typeface="幼圆" panose="02010509060101010101" pitchFamily="49" charset="-122"/>
              </a:rPr>
              <a:t>=</a:t>
            </a:r>
            <a:r>
              <a:rPr lang="en-US" altLang="zh-CN" sz="2800" b="1" i="1" dirty="0">
                <a:solidFill>
                  <a:srgbClr val="FF0000"/>
                </a:solidFill>
                <a:latin typeface="幼圆" panose="02010509060101010101" pitchFamily="49" charset="-122"/>
                <a:ea typeface="幼圆" panose="02010509060101010101" pitchFamily="49" charset="-122"/>
              </a:rPr>
              <a:t>u</a:t>
            </a:r>
            <a:r>
              <a:rPr lang="en-US" altLang="zh-CN" sz="2800" b="1" baseline="-25000" dirty="0">
                <a:solidFill>
                  <a:srgbClr val="FF0000"/>
                </a:solidFill>
                <a:latin typeface="幼圆" panose="02010509060101010101" pitchFamily="49" charset="-122"/>
                <a:ea typeface="幼圆" panose="02010509060101010101" pitchFamily="49" charset="-122"/>
              </a:rPr>
              <a:t>S</a:t>
            </a:r>
            <a:r>
              <a:rPr lang="en-US" altLang="zh-CN" sz="2800" b="1" i="1" baseline="-25000" dirty="0">
                <a:solidFill>
                  <a:srgbClr val="FF0000"/>
                </a:solidFill>
                <a:latin typeface="幼圆" panose="02010509060101010101" pitchFamily="49" charset="-122"/>
                <a:ea typeface="幼圆" panose="02010509060101010101" pitchFamily="49" charset="-122"/>
              </a:rPr>
              <a:t>l</a:t>
            </a:r>
            <a:r>
              <a:rPr lang="en-US" altLang="zh-CN" sz="2800" b="1" baseline="-25000" dirty="0">
                <a:solidFill>
                  <a:srgbClr val="FF0000"/>
                </a:solidFill>
                <a:latin typeface="幼圆" panose="02010509060101010101" pitchFamily="49" charset="-122"/>
                <a:ea typeface="幼圆" panose="02010509060101010101" pitchFamily="49" charset="-122"/>
              </a:rPr>
              <a:t>1  </a:t>
            </a:r>
          </a:p>
        </p:txBody>
      </p:sp>
      <p:sp>
        <p:nvSpPr>
          <p:cNvPr id="103433" name="Text Box 9"/>
          <p:cNvSpPr txBox="1">
            <a:spLocks noChangeArrowheads="1"/>
          </p:cNvSpPr>
          <p:nvPr/>
        </p:nvSpPr>
        <p:spPr bwMode="auto">
          <a:xfrm>
            <a:off x="3844925" y="954088"/>
            <a:ext cx="609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sz="2800" b="1" dirty="0">
                <a:solidFill>
                  <a:srgbClr val="3333FF"/>
                </a:solidFill>
                <a:latin typeface="幼圆" panose="02010509060101010101" pitchFamily="49" charset="-122"/>
                <a:ea typeface="幼圆" panose="02010509060101010101" pitchFamily="49" charset="-122"/>
              </a:rPr>
              <a:t> </a:t>
            </a:r>
            <a:r>
              <a:rPr lang="en-US" altLang="zh-CN" sz="2800" b="1" dirty="0">
                <a:latin typeface="幼圆" panose="02010509060101010101" pitchFamily="49" charset="-122"/>
                <a:ea typeface="幼圆" panose="02010509060101010101" pitchFamily="49" charset="-122"/>
              </a:rPr>
              <a:t>…</a:t>
            </a:r>
            <a:endParaRPr lang="en-US" altLang="zh-CN" sz="2800" b="1" dirty="0">
              <a:solidFill>
                <a:srgbClr val="3333FF"/>
              </a:solidFill>
              <a:latin typeface="幼圆" panose="02010509060101010101" pitchFamily="49" charset="-122"/>
              <a:ea typeface="幼圆" panose="02010509060101010101" pitchFamily="49" charset="-122"/>
            </a:endParaRPr>
          </a:p>
        </p:txBody>
      </p:sp>
      <p:sp>
        <p:nvSpPr>
          <p:cNvPr id="103434" name="Text Box 10"/>
          <p:cNvSpPr txBox="1">
            <a:spLocks noChangeArrowheads="1"/>
          </p:cNvSpPr>
          <p:nvPr/>
        </p:nvSpPr>
        <p:spPr bwMode="auto">
          <a:xfrm>
            <a:off x="3341688" y="1011238"/>
            <a:ext cx="50149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sz="2800" b="1" i="1" dirty="0">
                <a:solidFill>
                  <a:srgbClr val="FF0000"/>
                </a:solidFill>
                <a:latin typeface="幼圆" panose="02010509060101010101" pitchFamily="49" charset="-122"/>
                <a:ea typeface="幼圆" panose="02010509060101010101" pitchFamily="49" charset="-122"/>
              </a:rPr>
              <a:t>R</a:t>
            </a:r>
            <a:r>
              <a:rPr lang="en-US" altLang="zh-CN" sz="2800" b="1" baseline="-25000" dirty="0">
                <a:solidFill>
                  <a:srgbClr val="FF0000"/>
                </a:solidFill>
                <a:latin typeface="幼圆" panose="02010509060101010101" pitchFamily="49" charset="-122"/>
                <a:ea typeface="幼圆" panose="02010509060101010101" pitchFamily="49" charset="-122"/>
              </a:rPr>
              <a:t>21</a:t>
            </a:r>
            <a:r>
              <a:rPr lang="en-US" altLang="zh-CN" sz="2800" b="1" i="1" dirty="0">
                <a:latin typeface="幼圆" panose="02010509060101010101" pitchFamily="49" charset="-122"/>
                <a:ea typeface="幼圆" panose="02010509060101010101" pitchFamily="49" charset="-122"/>
              </a:rPr>
              <a:t>i</a:t>
            </a:r>
            <a:r>
              <a:rPr lang="en-US" altLang="zh-CN" sz="2800" b="1" i="1" baseline="-25000" dirty="0">
                <a:latin typeface="幼圆" panose="02010509060101010101" pitchFamily="49" charset="-122"/>
                <a:ea typeface="幼圆" panose="02010509060101010101" pitchFamily="49" charset="-122"/>
              </a:rPr>
              <a:t>l</a:t>
            </a:r>
            <a:r>
              <a:rPr lang="en-US" altLang="zh-CN" sz="2800" b="1" baseline="-25000" dirty="0">
                <a:latin typeface="幼圆" panose="02010509060101010101" pitchFamily="49" charset="-122"/>
                <a:ea typeface="幼圆" panose="02010509060101010101" pitchFamily="49" charset="-122"/>
              </a:rPr>
              <a:t>1</a:t>
            </a:r>
            <a:r>
              <a:rPr lang="en-US" altLang="zh-CN" sz="2800" b="1" i="1" dirty="0">
                <a:latin typeface="幼圆" panose="02010509060101010101" pitchFamily="49" charset="-122"/>
                <a:ea typeface="幼圆" panose="02010509060101010101" pitchFamily="49" charset="-122"/>
              </a:rPr>
              <a:t>+</a:t>
            </a:r>
            <a:r>
              <a:rPr lang="en-US" altLang="zh-CN" sz="2800" b="1" i="1" dirty="0">
                <a:solidFill>
                  <a:srgbClr val="FF0000"/>
                </a:solidFill>
                <a:latin typeface="幼圆" panose="02010509060101010101" pitchFamily="49" charset="-122"/>
                <a:ea typeface="幼圆" panose="02010509060101010101" pitchFamily="49" charset="-122"/>
              </a:rPr>
              <a:t>R</a:t>
            </a:r>
            <a:r>
              <a:rPr lang="en-US" altLang="zh-CN" sz="2800" b="1" baseline="-25000" dirty="0">
                <a:solidFill>
                  <a:srgbClr val="FF0000"/>
                </a:solidFill>
                <a:latin typeface="幼圆" panose="02010509060101010101" pitchFamily="49" charset="-122"/>
                <a:ea typeface="幼圆" panose="02010509060101010101" pitchFamily="49" charset="-122"/>
              </a:rPr>
              <a:t>22</a:t>
            </a:r>
            <a:r>
              <a:rPr lang="en-US" altLang="zh-CN" sz="2800" b="1" i="1" dirty="0">
                <a:latin typeface="幼圆" panose="02010509060101010101" pitchFamily="49" charset="-122"/>
                <a:ea typeface="幼圆" panose="02010509060101010101" pitchFamily="49" charset="-122"/>
              </a:rPr>
              <a:t>i</a:t>
            </a:r>
            <a:r>
              <a:rPr lang="en-US" altLang="zh-CN" sz="2800" b="1" i="1" baseline="-25000" dirty="0">
                <a:latin typeface="幼圆" panose="02010509060101010101" pitchFamily="49" charset="-122"/>
                <a:ea typeface="幼圆" panose="02010509060101010101" pitchFamily="49" charset="-122"/>
              </a:rPr>
              <a:t>l</a:t>
            </a:r>
            <a:r>
              <a:rPr lang="en-US" altLang="zh-CN" sz="2800" b="1" baseline="-25000" dirty="0">
                <a:latin typeface="幼圆" panose="02010509060101010101" pitchFamily="49" charset="-122"/>
                <a:ea typeface="幼圆" panose="02010509060101010101" pitchFamily="49" charset="-122"/>
              </a:rPr>
              <a:t>2</a:t>
            </a:r>
            <a:r>
              <a:rPr lang="en-US" altLang="zh-CN" sz="2800" b="1" i="1" dirty="0">
                <a:latin typeface="幼圆" panose="02010509060101010101" pitchFamily="49" charset="-122"/>
                <a:ea typeface="幼圆" panose="02010509060101010101" pitchFamily="49" charset="-122"/>
              </a:rPr>
              <a:t>+ </a:t>
            </a:r>
            <a:r>
              <a:rPr lang="en-US" altLang="zh-CN" sz="2800" dirty="0">
                <a:latin typeface="宋体" panose="02010600030101010101" pitchFamily="2" charset="-122"/>
                <a:ea typeface="幼圆" panose="02010509060101010101" pitchFamily="49" charset="-122"/>
              </a:rPr>
              <a:t>…</a:t>
            </a:r>
            <a:r>
              <a:rPr lang="en-US" altLang="zh-CN" sz="2800" b="1" i="1" dirty="0">
                <a:latin typeface="幼圆" panose="02010509060101010101" pitchFamily="49" charset="-122"/>
                <a:ea typeface="幼圆" panose="02010509060101010101" pitchFamily="49" charset="-122"/>
              </a:rPr>
              <a:t>+</a:t>
            </a:r>
            <a:r>
              <a:rPr lang="en-US" altLang="zh-CN" sz="2800" b="1" i="1" dirty="0">
                <a:solidFill>
                  <a:srgbClr val="FF0000"/>
                </a:solidFill>
                <a:latin typeface="幼圆" panose="02010509060101010101" pitchFamily="49" charset="-122"/>
                <a:ea typeface="幼圆" panose="02010509060101010101" pitchFamily="49" charset="-122"/>
              </a:rPr>
              <a:t>R</a:t>
            </a:r>
            <a:r>
              <a:rPr lang="en-US" altLang="zh-CN" sz="2800" b="1" baseline="-25000" dirty="0">
                <a:solidFill>
                  <a:srgbClr val="FF0000"/>
                </a:solidFill>
                <a:latin typeface="幼圆" panose="02010509060101010101" pitchFamily="49" charset="-122"/>
                <a:ea typeface="幼圆" panose="02010509060101010101" pitchFamily="49" charset="-122"/>
              </a:rPr>
              <a:t>2</a:t>
            </a:r>
            <a:r>
              <a:rPr lang="en-US" altLang="zh-CN" sz="2800" b="1" i="1" baseline="-25000" dirty="0">
                <a:solidFill>
                  <a:srgbClr val="FF0000"/>
                </a:solidFill>
                <a:latin typeface="幼圆" panose="02010509060101010101" pitchFamily="49" charset="-122"/>
                <a:ea typeface="幼圆" panose="02010509060101010101" pitchFamily="49" charset="-122"/>
              </a:rPr>
              <a:t>l</a:t>
            </a:r>
            <a:r>
              <a:rPr lang="en-US" altLang="zh-CN" sz="2800" b="1" i="1" baseline="-25000" dirty="0">
                <a:solidFill>
                  <a:srgbClr val="3333FF"/>
                </a:solidFill>
                <a:latin typeface="幼圆" panose="02010509060101010101" pitchFamily="49" charset="-122"/>
                <a:ea typeface="幼圆" panose="02010509060101010101" pitchFamily="49" charset="-122"/>
              </a:rPr>
              <a:t> </a:t>
            </a:r>
            <a:r>
              <a:rPr lang="en-US" altLang="zh-CN" sz="2800" b="1" i="1" dirty="0">
                <a:latin typeface="幼圆" panose="02010509060101010101" pitchFamily="49" charset="-122"/>
                <a:ea typeface="幼圆" panose="02010509060101010101" pitchFamily="49" charset="-122"/>
              </a:rPr>
              <a:t>i</a:t>
            </a:r>
            <a:r>
              <a:rPr lang="en-US" altLang="zh-CN" sz="2800" b="1" i="1" baseline="-25000" dirty="0">
                <a:latin typeface="幼圆" panose="02010509060101010101" pitchFamily="49" charset="-122"/>
                <a:ea typeface="幼圆" panose="02010509060101010101" pitchFamily="49" charset="-122"/>
              </a:rPr>
              <a:t>ll</a:t>
            </a:r>
            <a:r>
              <a:rPr lang="en-US" altLang="zh-CN" sz="2800" b="1" i="1" dirty="0">
                <a:latin typeface="幼圆" panose="02010509060101010101" pitchFamily="49" charset="-122"/>
                <a:ea typeface="幼圆" panose="02010509060101010101" pitchFamily="49" charset="-122"/>
              </a:rPr>
              <a:t>=</a:t>
            </a:r>
            <a:r>
              <a:rPr lang="en-US" altLang="zh-CN" sz="2800" b="1" i="1" dirty="0">
                <a:solidFill>
                  <a:srgbClr val="FF0000"/>
                </a:solidFill>
                <a:latin typeface="幼圆" panose="02010509060101010101" pitchFamily="49" charset="-122"/>
                <a:ea typeface="幼圆" panose="02010509060101010101" pitchFamily="49" charset="-122"/>
              </a:rPr>
              <a:t>u</a:t>
            </a:r>
            <a:r>
              <a:rPr lang="en-US" altLang="zh-CN" sz="2800" b="1" baseline="-25000" dirty="0">
                <a:solidFill>
                  <a:srgbClr val="FF0000"/>
                </a:solidFill>
                <a:latin typeface="幼圆" panose="02010509060101010101" pitchFamily="49" charset="-122"/>
                <a:ea typeface="幼圆" panose="02010509060101010101" pitchFamily="49" charset="-122"/>
              </a:rPr>
              <a:t>S</a:t>
            </a:r>
            <a:r>
              <a:rPr lang="en-US" altLang="zh-CN" sz="2800" b="1" i="1" baseline="-25000" dirty="0">
                <a:solidFill>
                  <a:srgbClr val="FF0000"/>
                </a:solidFill>
                <a:latin typeface="幼圆" panose="02010509060101010101" pitchFamily="49" charset="-122"/>
                <a:ea typeface="幼圆" panose="02010509060101010101" pitchFamily="49" charset="-122"/>
              </a:rPr>
              <a:t>l</a:t>
            </a:r>
            <a:r>
              <a:rPr lang="en-US" altLang="zh-CN" sz="2800" b="1" baseline="-25000" dirty="0">
                <a:solidFill>
                  <a:srgbClr val="FF0000"/>
                </a:solidFill>
                <a:latin typeface="幼圆" panose="02010509060101010101" pitchFamily="49" charset="-122"/>
                <a:ea typeface="幼圆" panose="02010509060101010101" pitchFamily="49" charset="-122"/>
              </a:rPr>
              <a:t>2  </a:t>
            </a:r>
            <a:endParaRPr lang="en-US" altLang="zh-CN" sz="2800" b="1" baseline="-25000" dirty="0">
              <a:solidFill>
                <a:srgbClr val="3333FF"/>
              </a:solidFill>
              <a:latin typeface="幼圆" panose="02010509060101010101" pitchFamily="49" charset="-122"/>
              <a:ea typeface="幼圆" panose="02010509060101010101" pitchFamily="49" charset="-122"/>
            </a:endParaRPr>
          </a:p>
        </p:txBody>
      </p:sp>
      <p:sp>
        <p:nvSpPr>
          <p:cNvPr id="103435" name="Text Box 11"/>
          <p:cNvSpPr txBox="1">
            <a:spLocks noChangeArrowheads="1"/>
          </p:cNvSpPr>
          <p:nvPr/>
        </p:nvSpPr>
        <p:spPr bwMode="auto">
          <a:xfrm>
            <a:off x="3387725" y="1868488"/>
            <a:ext cx="4784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sz="2800" b="1" i="1">
                <a:solidFill>
                  <a:srgbClr val="FF0000"/>
                </a:solidFill>
                <a:latin typeface="幼圆" panose="02010509060101010101" pitchFamily="49" charset="-122"/>
                <a:ea typeface="幼圆" panose="02010509060101010101" pitchFamily="49" charset="-122"/>
              </a:rPr>
              <a:t>R</a:t>
            </a:r>
            <a:r>
              <a:rPr lang="en-US" altLang="zh-CN" sz="2800" b="1" i="1" baseline="-25000">
                <a:solidFill>
                  <a:srgbClr val="FF0000"/>
                </a:solidFill>
                <a:latin typeface="幼圆" panose="02010509060101010101" pitchFamily="49" charset="-122"/>
                <a:ea typeface="幼圆" panose="02010509060101010101" pitchFamily="49" charset="-122"/>
              </a:rPr>
              <a:t>l</a:t>
            </a:r>
            <a:r>
              <a:rPr lang="en-US" altLang="zh-CN" sz="2800" b="1" baseline="-25000">
                <a:solidFill>
                  <a:srgbClr val="FF0000"/>
                </a:solidFill>
                <a:latin typeface="幼圆" panose="02010509060101010101" pitchFamily="49" charset="-122"/>
                <a:ea typeface="幼圆" panose="02010509060101010101" pitchFamily="49" charset="-122"/>
              </a:rPr>
              <a:t>1</a:t>
            </a:r>
            <a:r>
              <a:rPr lang="en-US" altLang="zh-CN" sz="2800" b="1" i="1">
                <a:latin typeface="幼圆" panose="02010509060101010101" pitchFamily="49" charset="-122"/>
                <a:ea typeface="幼圆" panose="02010509060101010101" pitchFamily="49" charset="-122"/>
              </a:rPr>
              <a:t>i</a:t>
            </a:r>
            <a:r>
              <a:rPr lang="en-US" altLang="zh-CN" sz="2800" b="1" i="1" baseline="-25000">
                <a:latin typeface="幼圆" panose="02010509060101010101" pitchFamily="49" charset="-122"/>
                <a:ea typeface="幼圆" panose="02010509060101010101" pitchFamily="49" charset="-122"/>
              </a:rPr>
              <a:t>l</a:t>
            </a:r>
            <a:r>
              <a:rPr lang="en-US" altLang="zh-CN" sz="2800" b="1" baseline="-25000">
                <a:latin typeface="幼圆" panose="02010509060101010101" pitchFamily="49" charset="-122"/>
                <a:ea typeface="幼圆" panose="02010509060101010101" pitchFamily="49" charset="-122"/>
              </a:rPr>
              <a:t>1</a:t>
            </a:r>
            <a:r>
              <a:rPr lang="en-US" altLang="zh-CN" sz="2800" b="1" i="1">
                <a:latin typeface="幼圆" panose="02010509060101010101" pitchFamily="49" charset="-122"/>
                <a:ea typeface="幼圆" panose="02010509060101010101" pitchFamily="49" charset="-122"/>
              </a:rPr>
              <a:t>+</a:t>
            </a:r>
            <a:r>
              <a:rPr lang="en-US" altLang="zh-CN" sz="2800" b="1" i="1">
                <a:solidFill>
                  <a:srgbClr val="FF0000"/>
                </a:solidFill>
                <a:latin typeface="幼圆" panose="02010509060101010101" pitchFamily="49" charset="-122"/>
                <a:ea typeface="幼圆" panose="02010509060101010101" pitchFamily="49" charset="-122"/>
              </a:rPr>
              <a:t>R</a:t>
            </a:r>
            <a:r>
              <a:rPr lang="en-US" altLang="zh-CN" sz="2800" b="1" i="1" baseline="-25000">
                <a:solidFill>
                  <a:srgbClr val="FF0000"/>
                </a:solidFill>
                <a:latin typeface="幼圆" panose="02010509060101010101" pitchFamily="49" charset="-122"/>
                <a:ea typeface="幼圆" panose="02010509060101010101" pitchFamily="49" charset="-122"/>
              </a:rPr>
              <a:t>l</a:t>
            </a:r>
            <a:r>
              <a:rPr lang="en-US" altLang="zh-CN" sz="2800" b="1" baseline="-25000">
                <a:solidFill>
                  <a:srgbClr val="FF0000"/>
                </a:solidFill>
                <a:latin typeface="幼圆" panose="02010509060101010101" pitchFamily="49" charset="-122"/>
                <a:ea typeface="幼圆" panose="02010509060101010101" pitchFamily="49" charset="-122"/>
              </a:rPr>
              <a:t>2</a:t>
            </a:r>
            <a:r>
              <a:rPr lang="en-US" altLang="zh-CN" sz="2800" b="1" i="1">
                <a:latin typeface="幼圆" panose="02010509060101010101" pitchFamily="49" charset="-122"/>
                <a:ea typeface="幼圆" panose="02010509060101010101" pitchFamily="49" charset="-122"/>
              </a:rPr>
              <a:t>i</a:t>
            </a:r>
            <a:r>
              <a:rPr lang="en-US" altLang="zh-CN" sz="2800" b="1" i="1" baseline="-25000">
                <a:latin typeface="幼圆" panose="02010509060101010101" pitchFamily="49" charset="-122"/>
                <a:ea typeface="幼圆" panose="02010509060101010101" pitchFamily="49" charset="-122"/>
              </a:rPr>
              <a:t>l</a:t>
            </a:r>
            <a:r>
              <a:rPr lang="en-US" altLang="zh-CN" sz="2800" b="1" baseline="-25000">
                <a:latin typeface="幼圆" panose="02010509060101010101" pitchFamily="49" charset="-122"/>
                <a:ea typeface="幼圆" panose="02010509060101010101" pitchFamily="49" charset="-122"/>
              </a:rPr>
              <a:t>2</a:t>
            </a:r>
            <a:r>
              <a:rPr lang="en-US" altLang="zh-CN" sz="2800" b="1" i="1">
                <a:latin typeface="幼圆" panose="02010509060101010101" pitchFamily="49" charset="-122"/>
                <a:ea typeface="幼圆" panose="02010509060101010101" pitchFamily="49" charset="-122"/>
              </a:rPr>
              <a:t>+ </a:t>
            </a:r>
            <a:r>
              <a:rPr lang="en-US" altLang="zh-CN" sz="1800">
                <a:latin typeface="宋体" panose="02010600030101010101" pitchFamily="2" charset="-122"/>
                <a:ea typeface="幼圆" panose="02010509060101010101" pitchFamily="49" charset="-122"/>
              </a:rPr>
              <a:t>…</a:t>
            </a:r>
            <a:r>
              <a:rPr lang="en-US" altLang="zh-CN" sz="2800" b="1" i="1">
                <a:latin typeface="幼圆" panose="02010509060101010101" pitchFamily="49" charset="-122"/>
                <a:ea typeface="幼圆" panose="02010509060101010101" pitchFamily="49" charset="-122"/>
              </a:rPr>
              <a:t>+</a:t>
            </a:r>
            <a:r>
              <a:rPr lang="en-US" altLang="zh-CN" sz="2800" b="1" i="1">
                <a:solidFill>
                  <a:srgbClr val="FF0000"/>
                </a:solidFill>
                <a:latin typeface="幼圆" panose="02010509060101010101" pitchFamily="49" charset="-122"/>
                <a:ea typeface="幼圆" panose="02010509060101010101" pitchFamily="49" charset="-122"/>
              </a:rPr>
              <a:t>R</a:t>
            </a:r>
            <a:r>
              <a:rPr lang="en-US" altLang="zh-CN" sz="2800" b="1" i="1" baseline="-25000">
                <a:solidFill>
                  <a:srgbClr val="FF0000"/>
                </a:solidFill>
                <a:latin typeface="幼圆" panose="02010509060101010101" pitchFamily="49" charset="-122"/>
                <a:ea typeface="幼圆" panose="02010509060101010101" pitchFamily="49" charset="-122"/>
              </a:rPr>
              <a:t>ll</a:t>
            </a:r>
            <a:r>
              <a:rPr lang="en-US" altLang="zh-CN" sz="2800" b="1" i="1" baseline="-25000">
                <a:solidFill>
                  <a:srgbClr val="3333FF"/>
                </a:solidFill>
                <a:latin typeface="幼圆" panose="02010509060101010101" pitchFamily="49" charset="-122"/>
                <a:ea typeface="幼圆" panose="02010509060101010101" pitchFamily="49" charset="-122"/>
              </a:rPr>
              <a:t> </a:t>
            </a:r>
            <a:r>
              <a:rPr lang="en-US" altLang="zh-CN" sz="2800" b="1" i="1">
                <a:latin typeface="幼圆" panose="02010509060101010101" pitchFamily="49" charset="-122"/>
                <a:ea typeface="幼圆" panose="02010509060101010101" pitchFamily="49" charset="-122"/>
              </a:rPr>
              <a:t>i</a:t>
            </a:r>
            <a:r>
              <a:rPr lang="en-US" altLang="zh-CN" sz="2800" b="1" i="1" baseline="-25000">
                <a:latin typeface="幼圆" panose="02010509060101010101" pitchFamily="49" charset="-122"/>
                <a:ea typeface="幼圆" panose="02010509060101010101" pitchFamily="49" charset="-122"/>
              </a:rPr>
              <a:t>ll</a:t>
            </a:r>
            <a:r>
              <a:rPr lang="en-US" altLang="zh-CN" sz="2800" b="1" i="1">
                <a:latin typeface="幼圆" panose="02010509060101010101" pitchFamily="49" charset="-122"/>
                <a:ea typeface="幼圆" panose="02010509060101010101" pitchFamily="49" charset="-122"/>
              </a:rPr>
              <a:t>=</a:t>
            </a:r>
            <a:r>
              <a:rPr lang="en-US" altLang="zh-CN" sz="2800" b="1" i="1">
                <a:solidFill>
                  <a:srgbClr val="FF0000"/>
                </a:solidFill>
                <a:latin typeface="幼圆" panose="02010509060101010101" pitchFamily="49" charset="-122"/>
                <a:ea typeface="幼圆" panose="02010509060101010101" pitchFamily="49" charset="-122"/>
              </a:rPr>
              <a:t>u</a:t>
            </a:r>
            <a:r>
              <a:rPr lang="en-US" altLang="zh-CN" sz="2800" b="1" baseline="-25000">
                <a:solidFill>
                  <a:srgbClr val="FF0000"/>
                </a:solidFill>
                <a:latin typeface="幼圆" panose="02010509060101010101" pitchFamily="49" charset="-122"/>
                <a:ea typeface="幼圆" panose="02010509060101010101" pitchFamily="49" charset="-122"/>
              </a:rPr>
              <a:t>S</a:t>
            </a:r>
            <a:r>
              <a:rPr lang="en-US" altLang="zh-CN" sz="2800" b="1" i="1" baseline="-25000">
                <a:solidFill>
                  <a:srgbClr val="FF0000"/>
                </a:solidFill>
                <a:latin typeface="幼圆" panose="02010509060101010101" pitchFamily="49" charset="-122"/>
                <a:ea typeface="幼圆" panose="02010509060101010101" pitchFamily="49" charset="-122"/>
              </a:rPr>
              <a:t>ll  </a:t>
            </a:r>
          </a:p>
        </p:txBody>
      </p:sp>
      <p:sp>
        <p:nvSpPr>
          <p:cNvPr id="103436" name="Text Box 12"/>
          <p:cNvSpPr txBox="1">
            <a:spLocks noChangeArrowheads="1"/>
          </p:cNvSpPr>
          <p:nvPr/>
        </p:nvSpPr>
        <p:spPr bwMode="auto">
          <a:xfrm>
            <a:off x="1028700" y="2871788"/>
            <a:ext cx="77263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b="1" i="1" dirty="0" err="1">
                <a:solidFill>
                  <a:srgbClr val="FF0000"/>
                </a:solidFill>
                <a:latin typeface="幼圆" panose="02010509060101010101" pitchFamily="49" charset="-122"/>
                <a:ea typeface="幼圆" panose="02010509060101010101" pitchFamily="49" charset="-122"/>
              </a:rPr>
              <a:t>R</a:t>
            </a:r>
            <a:r>
              <a:rPr lang="en-US" altLang="zh-CN" b="1" i="1" baseline="-25000" dirty="0" err="1">
                <a:solidFill>
                  <a:srgbClr val="FF0000"/>
                </a:solidFill>
                <a:latin typeface="幼圆" panose="02010509060101010101" pitchFamily="49" charset="-122"/>
                <a:ea typeface="幼圆" panose="02010509060101010101" pitchFamily="49" charset="-122"/>
              </a:rPr>
              <a:t>kk</a:t>
            </a:r>
            <a:r>
              <a:rPr lang="en-US" altLang="zh-CN" b="1" dirty="0">
                <a:latin typeface="幼圆" panose="02010509060101010101" pitchFamily="49" charset="-122"/>
                <a:ea typeface="幼圆" panose="02010509060101010101" pitchFamily="49" charset="-122"/>
              </a:rPr>
              <a:t>:  </a:t>
            </a:r>
            <a:r>
              <a:rPr lang="zh-CN" altLang="en-US" b="1" dirty="0">
                <a:latin typeface="幼圆" panose="02010509060101010101" pitchFamily="49" charset="-122"/>
                <a:ea typeface="幼圆" panose="02010509060101010101" pitchFamily="49" charset="-122"/>
              </a:rPr>
              <a:t>第</a:t>
            </a:r>
            <a:r>
              <a:rPr lang="en-US" altLang="zh-CN" b="1" i="1" dirty="0">
                <a:latin typeface="幼圆" panose="02010509060101010101" pitchFamily="49" charset="-122"/>
                <a:ea typeface="幼圆" panose="02010509060101010101" pitchFamily="49" charset="-122"/>
              </a:rPr>
              <a:t>k</a:t>
            </a:r>
            <a:r>
              <a:rPr lang="zh-CN" altLang="en-US" b="1" dirty="0">
                <a:latin typeface="幼圆" panose="02010509060101010101" pitchFamily="49" charset="-122"/>
                <a:ea typeface="幼圆" panose="02010509060101010101" pitchFamily="49" charset="-122"/>
              </a:rPr>
              <a:t>个网孔的自电阻</a:t>
            </a:r>
            <a:r>
              <a:rPr lang="en-US" altLang="zh-CN" b="1" dirty="0">
                <a:latin typeface="幼圆" panose="02010509060101010101" pitchFamily="49" charset="-122"/>
                <a:ea typeface="幼圆" panose="02010509060101010101" pitchFamily="49" charset="-122"/>
              </a:rPr>
              <a:t>(</a:t>
            </a:r>
            <a:r>
              <a:rPr lang="zh-CN" altLang="en-US" b="1" dirty="0">
                <a:solidFill>
                  <a:srgbClr val="FF0000"/>
                </a:solidFill>
                <a:latin typeface="幼圆" panose="02010509060101010101" pitchFamily="49" charset="-122"/>
                <a:ea typeface="幼圆" panose="02010509060101010101" pitchFamily="49" charset="-122"/>
              </a:rPr>
              <a:t>为正</a:t>
            </a:r>
            <a:r>
              <a:rPr lang="en-US" altLang="zh-CN" b="1" dirty="0">
                <a:latin typeface="幼圆" panose="02010509060101010101" pitchFamily="49" charset="-122"/>
                <a:ea typeface="幼圆" panose="02010509060101010101" pitchFamily="49" charset="-122"/>
              </a:rPr>
              <a:t>) </a:t>
            </a:r>
            <a:r>
              <a:rPr lang="zh-CN" altLang="en-US" b="1" dirty="0">
                <a:latin typeface="幼圆" panose="02010509060101010101" pitchFamily="49" charset="-122"/>
                <a:ea typeface="幼圆" panose="02010509060101010101" pitchFamily="49" charset="-122"/>
              </a:rPr>
              <a:t>，</a:t>
            </a:r>
            <a:r>
              <a:rPr lang="en-US" altLang="zh-CN" b="1" i="1" dirty="0">
                <a:latin typeface="幼圆" panose="02010509060101010101" pitchFamily="49" charset="-122"/>
                <a:ea typeface="幼圆" panose="02010509060101010101" pitchFamily="49" charset="-122"/>
              </a:rPr>
              <a:t>k </a:t>
            </a:r>
            <a:r>
              <a:rPr lang="en-US" altLang="zh-CN" b="1" dirty="0">
                <a:latin typeface="幼圆" panose="02010509060101010101" pitchFamily="49" charset="-122"/>
                <a:ea typeface="幼圆" panose="02010509060101010101" pitchFamily="49" charset="-122"/>
              </a:rPr>
              <a:t>=1 , 2 , </a:t>
            </a:r>
            <a:r>
              <a:rPr lang="en-US" altLang="zh-CN" b="1" dirty="0">
                <a:latin typeface="宋体" panose="02010600030101010101" pitchFamily="2" charset="-122"/>
                <a:ea typeface="幼圆" panose="02010509060101010101" pitchFamily="49" charset="-122"/>
                <a:sym typeface="MT Extra" panose="05050102010205020202" pitchFamily="18" charset="2"/>
              </a:rPr>
              <a:t>…</a:t>
            </a:r>
            <a:r>
              <a:rPr lang="en-US" altLang="zh-CN" b="1" dirty="0">
                <a:latin typeface="幼圆" panose="02010509060101010101" pitchFamily="49" charset="-122"/>
                <a:ea typeface="幼圆" panose="02010509060101010101" pitchFamily="49" charset="-122"/>
              </a:rPr>
              <a:t> , </a:t>
            </a:r>
            <a:r>
              <a:rPr lang="en-US" altLang="zh-CN" b="1" i="1" dirty="0">
                <a:latin typeface="幼圆" panose="02010509060101010101" pitchFamily="49" charset="-122"/>
                <a:ea typeface="幼圆" panose="02010509060101010101" pitchFamily="49" charset="-122"/>
              </a:rPr>
              <a:t>l   </a:t>
            </a:r>
            <a:endParaRPr lang="en-US" altLang="zh-CN" b="1" dirty="0">
              <a:latin typeface="幼圆" panose="02010509060101010101" pitchFamily="49" charset="-122"/>
              <a:ea typeface="幼圆" panose="02010509060101010101" pitchFamily="49" charset="-122"/>
            </a:endParaRPr>
          </a:p>
        </p:txBody>
      </p:sp>
      <p:sp>
        <p:nvSpPr>
          <p:cNvPr id="103437" name="Text Box 13"/>
          <p:cNvSpPr txBox="1">
            <a:spLocks noChangeArrowheads="1"/>
          </p:cNvSpPr>
          <p:nvPr/>
        </p:nvSpPr>
        <p:spPr bwMode="auto">
          <a:xfrm>
            <a:off x="1101725" y="5297488"/>
            <a:ext cx="74136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50000"/>
              </a:spcBef>
              <a:buFontTx/>
              <a:buNone/>
            </a:pPr>
            <a:r>
              <a:rPr lang="en-US" altLang="zh-CN" b="1" i="1" dirty="0" err="1">
                <a:solidFill>
                  <a:srgbClr val="FF0000"/>
                </a:solidFill>
                <a:latin typeface="幼圆" panose="02010509060101010101" pitchFamily="49" charset="-122"/>
                <a:ea typeface="幼圆" panose="02010509060101010101" pitchFamily="49" charset="-122"/>
              </a:rPr>
              <a:t>u</a:t>
            </a:r>
            <a:r>
              <a:rPr lang="en-US" altLang="zh-CN" b="1" baseline="-25000" dirty="0" err="1">
                <a:solidFill>
                  <a:srgbClr val="FF0000"/>
                </a:solidFill>
                <a:latin typeface="幼圆" panose="02010509060101010101" pitchFamily="49" charset="-122"/>
                <a:ea typeface="幼圆" panose="02010509060101010101" pitchFamily="49" charset="-122"/>
              </a:rPr>
              <a:t>S</a:t>
            </a:r>
            <a:r>
              <a:rPr lang="en-US" altLang="zh-CN" b="1" i="1" baseline="-25000" dirty="0" err="1">
                <a:solidFill>
                  <a:srgbClr val="FF0000"/>
                </a:solidFill>
                <a:latin typeface="幼圆" panose="02010509060101010101" pitchFamily="49" charset="-122"/>
                <a:ea typeface="幼圆" panose="02010509060101010101" pitchFamily="49" charset="-122"/>
              </a:rPr>
              <a:t>lk</a:t>
            </a:r>
            <a:r>
              <a:rPr lang="en-US" altLang="zh-CN" b="1" dirty="0">
                <a:latin typeface="幼圆" panose="02010509060101010101" pitchFamily="49" charset="-122"/>
                <a:ea typeface="幼圆" panose="02010509060101010101" pitchFamily="49" charset="-122"/>
              </a:rPr>
              <a:t>:  </a:t>
            </a:r>
            <a:r>
              <a:rPr lang="zh-CN" altLang="en-US" b="1" dirty="0">
                <a:latin typeface="幼圆" panose="02010509060101010101" pitchFamily="49" charset="-122"/>
                <a:ea typeface="幼圆" panose="02010509060101010101" pitchFamily="49" charset="-122"/>
              </a:rPr>
              <a:t>第</a:t>
            </a:r>
            <a:r>
              <a:rPr lang="en-US" altLang="zh-CN" b="1" i="1" dirty="0">
                <a:latin typeface="幼圆" panose="02010509060101010101" pitchFamily="49" charset="-122"/>
                <a:ea typeface="幼圆" panose="02010509060101010101" pitchFamily="49" charset="-122"/>
              </a:rPr>
              <a:t>k</a:t>
            </a:r>
            <a:r>
              <a:rPr lang="zh-CN" altLang="en-US" b="1" dirty="0">
                <a:latin typeface="幼圆" panose="02010509060101010101" pitchFamily="49" charset="-122"/>
                <a:ea typeface="幼圆" panose="02010509060101010101" pitchFamily="49" charset="-122"/>
              </a:rPr>
              <a:t>个网孔中所有电压源电压升的代数和。  </a:t>
            </a:r>
          </a:p>
        </p:txBody>
      </p:sp>
      <p:sp>
        <p:nvSpPr>
          <p:cNvPr id="103438" name="AutoShape 14"/>
          <p:cNvSpPr>
            <a:spLocks/>
          </p:cNvSpPr>
          <p:nvPr/>
        </p:nvSpPr>
        <p:spPr bwMode="auto">
          <a:xfrm>
            <a:off x="3525838" y="3700463"/>
            <a:ext cx="188912" cy="1189037"/>
          </a:xfrm>
          <a:prstGeom prst="leftBrace">
            <a:avLst>
              <a:gd name="adj1" fmla="val 52451"/>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spcBef>
                <a:spcPct val="0"/>
              </a:spcBef>
              <a:buFontTx/>
              <a:buNone/>
            </a:pPr>
            <a:endParaRPr lang="zh-CN" altLang="en-US" sz="1800">
              <a:latin typeface="幼圆" panose="02010509060101010101" pitchFamily="49" charset="-122"/>
              <a:ea typeface="幼圆"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32">
                                            <p:txEl>
                                              <p:pRg st="0" end="0"/>
                                            </p:txEl>
                                          </p:spTgt>
                                        </p:tgtEl>
                                        <p:attrNameLst>
                                          <p:attrName>style.visibility</p:attrName>
                                        </p:attrNameLst>
                                      </p:cBhvr>
                                      <p:to>
                                        <p:strVal val="visible"/>
                                      </p:to>
                                    </p:set>
                                    <p:animEffect transition="in" filter="wipe(left)">
                                      <p:cBhvr>
                                        <p:cTn id="7" dur="500"/>
                                        <p:tgtEl>
                                          <p:spTgt spid="10343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3434">
                                            <p:txEl>
                                              <p:pRg st="0" end="0"/>
                                            </p:txEl>
                                          </p:spTgt>
                                        </p:tgtEl>
                                        <p:attrNameLst>
                                          <p:attrName>style.visibility</p:attrName>
                                        </p:attrNameLst>
                                      </p:cBhvr>
                                      <p:to>
                                        <p:strVal val="visible"/>
                                      </p:to>
                                    </p:set>
                                    <p:animEffect transition="in" filter="wipe(left)">
                                      <p:cBhvr>
                                        <p:cTn id="12" dur="500"/>
                                        <p:tgtEl>
                                          <p:spTgt spid="10343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3433">
                                            <p:txEl>
                                              <p:pRg st="0" end="0"/>
                                            </p:txEl>
                                          </p:spTgt>
                                        </p:tgtEl>
                                        <p:attrNameLst>
                                          <p:attrName>style.visibility</p:attrName>
                                        </p:attrNameLst>
                                      </p:cBhvr>
                                      <p:to>
                                        <p:strVal val="visible"/>
                                      </p:to>
                                    </p:set>
                                    <p:animEffect transition="in" filter="wipe(left)">
                                      <p:cBhvr>
                                        <p:cTn id="17" dur="500"/>
                                        <p:tgtEl>
                                          <p:spTgt spid="10343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3435">
                                            <p:txEl>
                                              <p:pRg st="0" end="0"/>
                                            </p:txEl>
                                          </p:spTgt>
                                        </p:tgtEl>
                                        <p:attrNameLst>
                                          <p:attrName>style.visibility</p:attrName>
                                        </p:attrNameLst>
                                      </p:cBhvr>
                                      <p:to>
                                        <p:strVal val="visible"/>
                                      </p:to>
                                    </p:set>
                                    <p:animEffect transition="in" filter="wipe(left)">
                                      <p:cBhvr>
                                        <p:cTn id="22" dur="500"/>
                                        <p:tgtEl>
                                          <p:spTgt spid="10343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3427">
                                            <p:txEl>
                                              <p:pRg st="0" end="0"/>
                                            </p:txEl>
                                          </p:spTgt>
                                        </p:tgtEl>
                                        <p:attrNameLst>
                                          <p:attrName>style.visibility</p:attrName>
                                        </p:attrNameLst>
                                      </p:cBhvr>
                                      <p:to>
                                        <p:strVal val="visible"/>
                                      </p:to>
                                    </p:set>
                                    <p:animEffect transition="in" filter="wipe(left)">
                                      <p:cBhvr>
                                        <p:cTn id="27" dur="500"/>
                                        <p:tgtEl>
                                          <p:spTgt spid="103427">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3436">
                                            <p:txEl>
                                              <p:pRg st="0" end="0"/>
                                            </p:txEl>
                                          </p:spTgt>
                                        </p:tgtEl>
                                        <p:attrNameLst>
                                          <p:attrName>style.visibility</p:attrName>
                                        </p:attrNameLst>
                                      </p:cBhvr>
                                      <p:to>
                                        <p:strVal val="visible"/>
                                      </p:to>
                                    </p:set>
                                    <p:animEffect transition="in" filter="wipe(left)">
                                      <p:cBhvr>
                                        <p:cTn id="32" dur="500"/>
                                        <p:tgtEl>
                                          <p:spTgt spid="10343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3428"/>
                                        </p:tgtEl>
                                        <p:attrNameLst>
                                          <p:attrName>style.visibility</p:attrName>
                                        </p:attrNameLst>
                                      </p:cBhvr>
                                      <p:to>
                                        <p:strVal val="visible"/>
                                      </p:to>
                                    </p:set>
                                    <p:animEffect transition="in" filter="wipe(left)">
                                      <p:cBhvr>
                                        <p:cTn id="37" dur="500"/>
                                        <p:tgtEl>
                                          <p:spTgt spid="10342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03438"/>
                                        </p:tgtEl>
                                        <p:attrNameLst>
                                          <p:attrName>style.visibility</p:attrName>
                                        </p:attrNameLst>
                                      </p:cBhvr>
                                      <p:to>
                                        <p:strVal val="visible"/>
                                      </p:to>
                                    </p:set>
                                    <p:animEffect transition="in" filter="wipe(left)">
                                      <p:cBhvr>
                                        <p:cTn id="42" dur="500"/>
                                        <p:tgtEl>
                                          <p:spTgt spid="103438"/>
                                        </p:tgtEl>
                                      </p:cBhvr>
                                    </p:animEffect>
                                  </p:childTnLst>
                                </p:cTn>
                              </p:par>
                            </p:childTnLst>
                          </p:cTn>
                        </p:par>
                        <p:par>
                          <p:cTn id="43" fill="hold" nodeType="afterGroup">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03429">
                                            <p:txEl>
                                              <p:pRg st="0" end="0"/>
                                            </p:txEl>
                                          </p:spTgt>
                                        </p:tgtEl>
                                        <p:attrNameLst>
                                          <p:attrName>style.visibility</p:attrName>
                                        </p:attrNameLst>
                                      </p:cBhvr>
                                      <p:to>
                                        <p:strVal val="visible"/>
                                      </p:to>
                                    </p:set>
                                    <p:animEffect transition="in" filter="wipe(left)">
                                      <p:cBhvr>
                                        <p:cTn id="46" dur="500"/>
                                        <p:tgtEl>
                                          <p:spTgt spid="103429">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3430">
                                            <p:txEl>
                                              <p:pRg st="0" end="0"/>
                                            </p:txEl>
                                          </p:spTgt>
                                        </p:tgtEl>
                                        <p:attrNameLst>
                                          <p:attrName>style.visibility</p:attrName>
                                        </p:attrNameLst>
                                      </p:cBhvr>
                                      <p:to>
                                        <p:strVal val="visible"/>
                                      </p:to>
                                    </p:set>
                                    <p:animEffect transition="in" filter="wipe(left)">
                                      <p:cBhvr>
                                        <p:cTn id="51" dur="500"/>
                                        <p:tgtEl>
                                          <p:spTgt spid="103430">
                                            <p:txEl>
                                              <p:pRg st="0" end="0"/>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03431">
                                            <p:txEl>
                                              <p:pRg st="0" end="0"/>
                                            </p:txEl>
                                          </p:spTgt>
                                        </p:tgtEl>
                                        <p:attrNameLst>
                                          <p:attrName>style.visibility</p:attrName>
                                        </p:attrNameLst>
                                      </p:cBhvr>
                                      <p:to>
                                        <p:strVal val="visible"/>
                                      </p:to>
                                    </p:set>
                                    <p:animEffect transition="in" filter="wipe(left)">
                                      <p:cBhvr>
                                        <p:cTn id="56" dur="500"/>
                                        <p:tgtEl>
                                          <p:spTgt spid="103431">
                                            <p:txEl>
                                              <p:pRg st="0" end="0"/>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03437"/>
                                        </p:tgtEl>
                                        <p:attrNameLst>
                                          <p:attrName>style.visibility</p:attrName>
                                        </p:attrNameLst>
                                      </p:cBhvr>
                                      <p:to>
                                        <p:strVal val="visible"/>
                                      </p:to>
                                    </p:set>
                                    <p:animEffect transition="in" filter="wipe(left)">
                                      <p:cBhvr>
                                        <p:cTn id="61" dur="500"/>
                                        <p:tgtEl>
                                          <p:spTgt spid="103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autoUpdateAnimBg="0"/>
      <p:bldP spid="103428" grpId="0"/>
      <p:bldP spid="103429" grpId="0" build="p" autoUpdateAnimBg="0" advAuto="0"/>
      <p:bldP spid="103430" grpId="0" build="p" autoUpdateAnimBg="0"/>
      <p:bldP spid="103431" grpId="0" build="p" autoUpdateAnimBg="0"/>
      <p:bldP spid="103432" grpId="0" build="p" autoUpdateAnimBg="0"/>
      <p:bldP spid="103433" grpId="0" build="p" autoUpdateAnimBg="0"/>
      <p:bldP spid="103434" grpId="0" build="p" autoUpdateAnimBg="0"/>
      <p:bldP spid="103435" grpId="0" build="p" autoUpdateAnimBg="0"/>
      <p:bldP spid="103436" grpId="0" build="p" autoUpdateAnimBg="0"/>
      <p:bldP spid="103437"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31800" y="433070"/>
            <a:ext cx="6800850" cy="457200"/>
          </a:xfrm>
          <a:prstGeom prst="rect">
            <a:avLst/>
          </a:prstGeom>
        </p:spPr>
      </p:pic>
      <p:sp>
        <p:nvSpPr>
          <p:cNvPr id="4" name="文本框 3"/>
          <p:cNvSpPr txBox="1"/>
          <p:nvPr/>
        </p:nvSpPr>
        <p:spPr>
          <a:xfrm>
            <a:off x="513715" y="1127125"/>
            <a:ext cx="6637020" cy="521970"/>
          </a:xfrm>
          <a:prstGeom prst="rect">
            <a:avLst/>
          </a:prstGeom>
          <a:noFill/>
        </p:spPr>
        <p:txBody>
          <a:bodyPr wrap="square" rtlCol="0">
            <a:spAutoFit/>
          </a:bodyPr>
          <a:lstStyle/>
          <a:p>
            <a:r>
              <a:rPr lang="zh-CN" altLang="en-US" sz="2800"/>
              <a:t>电流源支路视为电导为</a:t>
            </a:r>
            <a:r>
              <a:rPr lang="en-US" altLang="zh-CN" sz="2800"/>
              <a:t>0 </a:t>
            </a:r>
            <a:r>
              <a:rPr lang="zh-CN" altLang="en-US" sz="2800"/>
              <a:t>的诺顿支路</a:t>
            </a:r>
          </a:p>
        </p:txBody>
      </p:sp>
      <p:pic>
        <p:nvPicPr>
          <p:cNvPr id="5" name="图片 4"/>
          <p:cNvPicPr>
            <a:picLocks noChangeAspect="1"/>
          </p:cNvPicPr>
          <p:nvPr/>
        </p:nvPicPr>
        <p:blipFill>
          <a:blip r:embed="rId3"/>
          <a:stretch>
            <a:fillRect/>
          </a:stretch>
        </p:blipFill>
        <p:spPr>
          <a:xfrm>
            <a:off x="4381500" y="1744980"/>
            <a:ext cx="4762500" cy="2962275"/>
          </a:xfrm>
          <a:prstGeom prst="rect">
            <a:avLst/>
          </a:prstGeom>
        </p:spPr>
      </p:pic>
      <p:pic>
        <p:nvPicPr>
          <p:cNvPr id="6" name="图片 5"/>
          <p:cNvPicPr>
            <a:picLocks noChangeAspect="1"/>
          </p:cNvPicPr>
          <p:nvPr/>
        </p:nvPicPr>
        <p:blipFill>
          <a:blip r:embed="rId4"/>
          <a:stretch>
            <a:fillRect/>
          </a:stretch>
        </p:blipFill>
        <p:spPr>
          <a:xfrm>
            <a:off x="281940" y="1885950"/>
            <a:ext cx="4452620" cy="1857375"/>
          </a:xfrm>
          <a:prstGeom prst="rect">
            <a:avLst/>
          </a:prstGeom>
        </p:spPr>
      </p:pic>
      <p:pic>
        <p:nvPicPr>
          <p:cNvPr id="7" name="图片 6"/>
          <p:cNvPicPr>
            <a:picLocks noChangeAspect="1"/>
          </p:cNvPicPr>
          <p:nvPr/>
        </p:nvPicPr>
        <p:blipFill>
          <a:blip r:embed="rId5"/>
          <a:stretch>
            <a:fillRect/>
          </a:stretch>
        </p:blipFill>
        <p:spPr>
          <a:xfrm>
            <a:off x="126365" y="3814445"/>
            <a:ext cx="4608195" cy="1907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80670" y="956945"/>
            <a:ext cx="8582025" cy="494347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71145" y="847725"/>
            <a:ext cx="8601075" cy="516255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A20C1BCC-BFD5-4AF6-AC8F-C45DE697000B}" type="datetime1">
              <a:rPr lang="zh-CN" altLang="en-US" smtClean="0"/>
              <a:pPr>
                <a:defRPr/>
              </a:pPr>
              <a:t>2024/8/17</a:t>
            </a:fld>
            <a:endParaRPr lang="en-US" altLang="zh-CN"/>
          </a:p>
        </p:txBody>
      </p:sp>
      <p:sp>
        <p:nvSpPr>
          <p:cNvPr id="32"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33"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469A5AA2-2354-472F-B533-79158BFF3A41}" type="slidenum">
              <a:rPr lang="en-US" altLang="zh-CN" smtClean="0"/>
              <a:pPr>
                <a:defRPr/>
              </a:pPr>
              <a:t>47</a:t>
            </a:fld>
            <a:endParaRPr lang="en-US" altLang="zh-CN"/>
          </a:p>
        </p:txBody>
      </p:sp>
      <p:graphicFrame>
        <p:nvGraphicFramePr>
          <p:cNvPr id="222221" name="Object 13"/>
          <p:cNvGraphicFramePr>
            <a:graphicFrameLocks noChangeAspect="1"/>
          </p:cNvGraphicFramePr>
          <p:nvPr/>
        </p:nvGraphicFramePr>
        <p:xfrm>
          <a:off x="4572000" y="981075"/>
          <a:ext cx="4240213" cy="3260725"/>
        </p:xfrm>
        <a:graphic>
          <a:graphicData uri="http://schemas.openxmlformats.org/presentationml/2006/ole">
            <mc:AlternateContent xmlns:mc="http://schemas.openxmlformats.org/markup-compatibility/2006">
              <mc:Choice xmlns:v="urn:schemas-microsoft-com:vml" Requires="v">
                <p:oleObj name="VISIO" r:id="rId2" imgW="2829923" imgH="2168087" progId="Visio.Drawing.5">
                  <p:embed/>
                </p:oleObj>
              </mc:Choice>
              <mc:Fallback>
                <p:oleObj name="VISIO" r:id="rId2" imgW="2829923" imgH="2168087" progId="Visio.Drawing.5">
                  <p:embed/>
                  <p:pic>
                    <p:nvPicPr>
                      <p:cNvPr id="222221"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81075"/>
                        <a:ext cx="4240213" cy="326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20" name="Object 12"/>
          <p:cNvGraphicFramePr>
            <a:graphicFrameLocks noChangeAspect="1"/>
          </p:cNvGraphicFramePr>
          <p:nvPr/>
        </p:nvGraphicFramePr>
        <p:xfrm>
          <a:off x="179388" y="1042988"/>
          <a:ext cx="4240212" cy="3260725"/>
        </p:xfrm>
        <a:graphic>
          <a:graphicData uri="http://schemas.openxmlformats.org/presentationml/2006/ole">
            <mc:AlternateContent xmlns:mc="http://schemas.openxmlformats.org/markup-compatibility/2006">
              <mc:Choice xmlns:v="urn:schemas-microsoft-com:vml" Requires="v">
                <p:oleObj name="VISIO" r:id="rId4" imgW="2829923" imgH="2168087" progId="Visio.Drawing.5">
                  <p:embed/>
                </p:oleObj>
              </mc:Choice>
              <mc:Fallback>
                <p:oleObj name="VISIO" r:id="rId4" imgW="2829923" imgH="2168087" progId="Visio.Drawing.5">
                  <p:embed/>
                  <p:pic>
                    <p:nvPicPr>
                      <p:cNvPr id="22222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042988"/>
                        <a:ext cx="4240212" cy="326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10" name="Object 2"/>
          <p:cNvGraphicFramePr>
            <a:graphicFrameLocks noChangeAspect="1"/>
          </p:cNvGraphicFramePr>
          <p:nvPr/>
        </p:nvGraphicFramePr>
        <p:xfrm>
          <a:off x="2457450" y="2543175"/>
          <a:ext cx="609600" cy="1571625"/>
        </p:xfrm>
        <a:graphic>
          <a:graphicData uri="http://schemas.openxmlformats.org/presentationml/2006/ole">
            <mc:AlternateContent xmlns:mc="http://schemas.openxmlformats.org/markup-compatibility/2006">
              <mc:Choice xmlns:v="urn:schemas-microsoft-com:vml" Requires="v">
                <p:oleObj name="Visio" r:id="rId6" imgW="434626" imgH="1076277" progId="Visio.Drawing.11">
                  <p:embed/>
                </p:oleObj>
              </mc:Choice>
              <mc:Fallback>
                <p:oleObj name="Visio" r:id="rId6" imgW="434626" imgH="1076277" progId="Visio.Drawing.11">
                  <p:embed/>
                  <p:pic>
                    <p:nvPicPr>
                      <p:cNvPr id="22221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7450" y="2543175"/>
                        <a:ext cx="609600" cy="157162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11" name="Object 3"/>
          <p:cNvGraphicFramePr>
            <a:graphicFrameLocks noChangeAspect="1"/>
          </p:cNvGraphicFramePr>
          <p:nvPr/>
        </p:nvGraphicFramePr>
        <p:xfrm>
          <a:off x="6375400" y="2505075"/>
          <a:ext cx="1104900" cy="1565275"/>
        </p:xfrm>
        <a:graphic>
          <a:graphicData uri="http://schemas.openxmlformats.org/presentationml/2006/ole">
            <mc:AlternateContent xmlns:mc="http://schemas.openxmlformats.org/markup-compatibility/2006">
              <mc:Choice xmlns:v="urn:schemas-microsoft-com:vml" Requires="v">
                <p:oleObj name="Visio" r:id="rId8" imgW="768525" imgH="1076277" progId="Visio.Drawing.11">
                  <p:embed/>
                </p:oleObj>
              </mc:Choice>
              <mc:Fallback>
                <p:oleObj name="Visio" r:id="rId8" imgW="768525" imgH="1076277" progId="Visio.Drawing.11">
                  <p:embed/>
                  <p:pic>
                    <p:nvPicPr>
                      <p:cNvPr id="222211"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5400" y="2505075"/>
                        <a:ext cx="1104900" cy="15652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9" name="Rectangle 10"/>
          <p:cNvSpPr>
            <a:spLocks noChangeArrowheads="1"/>
          </p:cNvSpPr>
          <p:nvPr/>
        </p:nvSpPr>
        <p:spPr bwMode="auto">
          <a:xfrm>
            <a:off x="539750" y="692150"/>
            <a:ext cx="612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9144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8288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2860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7432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32004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6576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41148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a:ea typeface="华文隶书" panose="02010800040101010101" pitchFamily="2" charset="-122"/>
              </a:rPr>
              <a:t>a. With voltage source branch</a:t>
            </a:r>
          </a:p>
        </p:txBody>
      </p:sp>
      <p:sp>
        <p:nvSpPr>
          <p:cNvPr id="30730" name="Rectangle 11"/>
          <p:cNvSpPr>
            <a:spLocks noGrp="1" noChangeArrowheads="1"/>
          </p:cNvSpPr>
          <p:nvPr>
            <p:ph type="title" idx="4294967295"/>
          </p:nvPr>
        </p:nvSpPr>
        <p:spPr>
          <a:xfrm>
            <a:off x="381000" y="228600"/>
            <a:ext cx="8458200" cy="457200"/>
          </a:xfrm>
        </p:spPr>
        <p:txBody>
          <a:bodyPr>
            <a:normAutofit fontScale="90000"/>
          </a:bodyPr>
          <a:lstStyle/>
          <a:p>
            <a:pPr algn="l" eaLnBrk="1" hangingPunct="1"/>
            <a:r>
              <a:rPr lang="en-US" altLang="zh-CN">
                <a:solidFill>
                  <a:srgbClr val="FF0000"/>
                </a:solidFill>
              </a:rPr>
              <a:t>4.</a:t>
            </a:r>
            <a:r>
              <a:rPr lang="en-US" altLang="zh-CN" sz="2800">
                <a:solidFill>
                  <a:srgbClr val="FF0000"/>
                </a:solidFill>
              </a:rPr>
              <a:t>Mesh analysis with source branches</a:t>
            </a:r>
          </a:p>
        </p:txBody>
      </p:sp>
      <p:sp>
        <p:nvSpPr>
          <p:cNvPr id="222224" name="Rectangle 16"/>
          <p:cNvSpPr>
            <a:spLocks noChangeArrowheads="1"/>
          </p:cNvSpPr>
          <p:nvPr/>
        </p:nvSpPr>
        <p:spPr bwMode="auto">
          <a:xfrm>
            <a:off x="539750" y="6092825"/>
            <a:ext cx="8208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r>
              <a:rPr lang="zh-CN" altLang="en-US" dirty="0">
                <a:solidFill>
                  <a:srgbClr val="3333CC"/>
                </a:solidFill>
                <a:latin typeface="隶书" panose="02010509060101010101" pitchFamily="49" charset="-122"/>
                <a:ea typeface="隶书" panose="02010509060101010101" pitchFamily="49" charset="-122"/>
              </a:rPr>
              <a:t>电压源支路</a:t>
            </a:r>
            <a:r>
              <a:rPr lang="en-US" altLang="zh-CN" dirty="0">
                <a:solidFill>
                  <a:srgbClr val="3333CC"/>
                </a:solidFill>
                <a:ea typeface="隶书" panose="02010509060101010101" pitchFamily="49" charset="-122"/>
              </a:rPr>
              <a:t>——</a:t>
            </a:r>
            <a:r>
              <a:rPr lang="zh-CN" altLang="en-US" dirty="0">
                <a:solidFill>
                  <a:srgbClr val="3333CC"/>
                </a:solidFill>
                <a:latin typeface="隶书" panose="02010509060101010101" pitchFamily="49" charset="-122"/>
                <a:ea typeface="隶书" panose="02010509060101010101" pitchFamily="49" charset="-122"/>
              </a:rPr>
              <a:t>视为电阻为零的戴维南支路</a:t>
            </a:r>
            <a:endParaRPr lang="zh-CN" altLang="en-US" dirty="0">
              <a:solidFill>
                <a:srgbClr val="3333CC"/>
              </a:solidFill>
              <a:latin typeface="隶书" panose="02010509060101010101" pitchFamily="49" charset="-122"/>
              <a:ea typeface="隶书" panose="02010509060101010101" pitchFamily="49" charset="-122"/>
              <a:sym typeface="Symbol" panose="05050102010706020507" pitchFamily="18" charset="2"/>
            </a:endParaRPr>
          </a:p>
        </p:txBody>
      </p:sp>
      <p:graphicFrame>
        <p:nvGraphicFramePr>
          <p:cNvPr id="222225" name="Object 17"/>
          <p:cNvGraphicFramePr>
            <a:graphicFrameLocks noChangeAspect="1"/>
          </p:cNvGraphicFramePr>
          <p:nvPr/>
        </p:nvGraphicFramePr>
        <p:xfrm>
          <a:off x="836613" y="4292600"/>
          <a:ext cx="4368800" cy="457200"/>
        </p:xfrm>
        <a:graphic>
          <a:graphicData uri="http://schemas.openxmlformats.org/presentationml/2006/ole">
            <mc:AlternateContent xmlns:mc="http://schemas.openxmlformats.org/markup-compatibility/2006">
              <mc:Choice xmlns:v="urn:schemas-microsoft-com:vml" Requires="v">
                <p:oleObj name="Equation" r:id="rId10" imgW="2184400" imgH="228600" progId="Equation.DSMT4">
                  <p:embed/>
                </p:oleObj>
              </mc:Choice>
              <mc:Fallback>
                <p:oleObj name="Equation" r:id="rId10" imgW="2184400" imgH="228600" progId="Equation.DSMT4">
                  <p:embed/>
                  <p:pic>
                    <p:nvPicPr>
                      <p:cNvPr id="222225"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6613" y="4292600"/>
                        <a:ext cx="436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26" name="Object 18"/>
          <p:cNvGraphicFramePr>
            <a:graphicFrameLocks noChangeAspect="1"/>
          </p:cNvGraphicFramePr>
          <p:nvPr/>
        </p:nvGraphicFramePr>
        <p:xfrm>
          <a:off x="950913" y="4978400"/>
          <a:ext cx="3429000" cy="457200"/>
        </p:xfrm>
        <a:graphic>
          <a:graphicData uri="http://schemas.openxmlformats.org/presentationml/2006/ole">
            <mc:AlternateContent xmlns:mc="http://schemas.openxmlformats.org/markup-compatibility/2006">
              <mc:Choice xmlns:v="urn:schemas-microsoft-com:vml" Requires="v">
                <p:oleObj name="Equation" r:id="rId12" imgW="1714500" imgH="228600" progId="Equation.DSMT4">
                  <p:embed/>
                </p:oleObj>
              </mc:Choice>
              <mc:Fallback>
                <p:oleObj name="Equation" r:id="rId12" imgW="1714500" imgH="228600" progId="Equation.DSMT4">
                  <p:embed/>
                  <p:pic>
                    <p:nvPicPr>
                      <p:cNvPr id="222226"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0913" y="49784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2227" name="Object 19"/>
          <p:cNvGraphicFramePr>
            <a:graphicFrameLocks noChangeAspect="1"/>
          </p:cNvGraphicFramePr>
          <p:nvPr/>
        </p:nvGraphicFramePr>
        <p:xfrm>
          <a:off x="709613" y="5629275"/>
          <a:ext cx="4546600" cy="457200"/>
        </p:xfrm>
        <a:graphic>
          <a:graphicData uri="http://schemas.openxmlformats.org/presentationml/2006/ole">
            <mc:AlternateContent xmlns:mc="http://schemas.openxmlformats.org/markup-compatibility/2006">
              <mc:Choice xmlns:v="urn:schemas-microsoft-com:vml" Requires="v">
                <p:oleObj name="Equation" r:id="rId14" imgW="2273300" imgH="228600" progId="Equation.3">
                  <p:embed/>
                </p:oleObj>
              </mc:Choice>
              <mc:Fallback>
                <p:oleObj name="Equation" r:id="rId14" imgW="2273300" imgH="228600" progId="Equation.3">
                  <p:embed/>
                  <p:pic>
                    <p:nvPicPr>
                      <p:cNvPr id="222227"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9613" y="5629275"/>
                        <a:ext cx="454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2228" name="Group 20"/>
          <p:cNvGrpSpPr>
            <a:grpSpLocks/>
          </p:cNvGrpSpPr>
          <p:nvPr/>
        </p:nvGrpSpPr>
        <p:grpSpPr bwMode="auto">
          <a:xfrm>
            <a:off x="1331913" y="3068638"/>
            <a:ext cx="1079500" cy="647700"/>
            <a:chOff x="3264" y="1649"/>
            <a:chExt cx="671" cy="511"/>
          </a:xfrm>
        </p:grpSpPr>
        <p:graphicFrame>
          <p:nvGraphicFramePr>
            <p:cNvPr id="30752" name="Object 21"/>
            <p:cNvGraphicFramePr>
              <a:graphicFrameLocks noChangeAspect="1"/>
            </p:cNvGraphicFramePr>
            <p:nvPr/>
          </p:nvGraphicFramePr>
          <p:xfrm>
            <a:off x="3264" y="1649"/>
            <a:ext cx="671" cy="511"/>
          </p:xfrm>
          <a:graphic>
            <a:graphicData uri="http://schemas.openxmlformats.org/presentationml/2006/ole">
              <mc:AlternateContent xmlns:mc="http://schemas.openxmlformats.org/markup-compatibility/2006">
                <mc:Choice xmlns:v="urn:schemas-microsoft-com:vml" Requires="v">
                  <p:oleObj name="VISIO" r:id="rId16" imgW="532512" imgH="403188" progId="Visio.Drawing.5">
                    <p:embed/>
                  </p:oleObj>
                </mc:Choice>
                <mc:Fallback>
                  <p:oleObj name="VISIO" r:id="rId16" imgW="532512" imgH="403188" progId="Visio.Drawing.5">
                    <p:embed/>
                    <p:pic>
                      <p:nvPicPr>
                        <p:cNvPr id="30752"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64"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53" name="Object 22"/>
            <p:cNvGraphicFramePr>
              <a:graphicFrameLocks noChangeAspect="1"/>
            </p:cNvGraphicFramePr>
            <p:nvPr/>
          </p:nvGraphicFramePr>
          <p:xfrm>
            <a:off x="3312" y="1776"/>
            <a:ext cx="256" cy="272"/>
          </p:xfrm>
          <a:graphic>
            <a:graphicData uri="http://schemas.openxmlformats.org/presentationml/2006/ole">
              <mc:AlternateContent xmlns:mc="http://schemas.openxmlformats.org/markup-compatibility/2006">
                <mc:Choice xmlns:v="urn:schemas-microsoft-com:vml" Requires="v">
                  <p:oleObj name="Equation" r:id="rId18" imgW="203024" imgH="215713" progId="Equation.3">
                    <p:embed/>
                  </p:oleObj>
                </mc:Choice>
                <mc:Fallback>
                  <p:oleObj name="Equation" r:id="rId18" imgW="203024" imgH="215713" progId="Equation.3">
                    <p:embed/>
                    <p:pic>
                      <p:nvPicPr>
                        <p:cNvPr id="30753"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12" y="1776"/>
                          <a:ext cx="25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31" name="Group 23"/>
          <p:cNvGrpSpPr>
            <a:grpSpLocks/>
          </p:cNvGrpSpPr>
          <p:nvPr/>
        </p:nvGrpSpPr>
        <p:grpSpPr bwMode="auto">
          <a:xfrm>
            <a:off x="3276600" y="2997200"/>
            <a:ext cx="792163" cy="719138"/>
            <a:chOff x="4560" y="1649"/>
            <a:chExt cx="671" cy="511"/>
          </a:xfrm>
        </p:grpSpPr>
        <p:graphicFrame>
          <p:nvGraphicFramePr>
            <p:cNvPr id="30750" name="Object 24"/>
            <p:cNvGraphicFramePr>
              <a:graphicFrameLocks noChangeAspect="1"/>
            </p:cNvGraphicFramePr>
            <p:nvPr/>
          </p:nvGraphicFramePr>
          <p:xfrm>
            <a:off x="4560" y="1649"/>
            <a:ext cx="671" cy="511"/>
          </p:xfrm>
          <a:graphic>
            <a:graphicData uri="http://schemas.openxmlformats.org/presentationml/2006/ole">
              <mc:AlternateContent xmlns:mc="http://schemas.openxmlformats.org/markup-compatibility/2006">
                <mc:Choice xmlns:v="urn:schemas-microsoft-com:vml" Requires="v">
                  <p:oleObj name="VISIO" r:id="rId20" imgW="532512" imgH="403188" progId="Visio.Drawing.5">
                    <p:embed/>
                  </p:oleObj>
                </mc:Choice>
                <mc:Fallback>
                  <p:oleObj name="VISIO" r:id="rId20" imgW="532512" imgH="403188" progId="Visio.Drawing.5">
                    <p:embed/>
                    <p:pic>
                      <p:nvPicPr>
                        <p:cNvPr id="3075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60"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51" name="Object 25"/>
            <p:cNvGraphicFramePr>
              <a:graphicFrameLocks noChangeAspect="1"/>
            </p:cNvGraphicFramePr>
            <p:nvPr/>
          </p:nvGraphicFramePr>
          <p:xfrm>
            <a:off x="4600" y="1728"/>
            <a:ext cx="272" cy="272"/>
          </p:xfrm>
          <a:graphic>
            <a:graphicData uri="http://schemas.openxmlformats.org/presentationml/2006/ole">
              <mc:AlternateContent xmlns:mc="http://schemas.openxmlformats.org/markup-compatibility/2006">
                <mc:Choice xmlns:v="urn:schemas-microsoft-com:vml" Requires="v">
                  <p:oleObj name="Equation" r:id="rId21" imgW="215619" imgH="215619" progId="Equation.3">
                    <p:embed/>
                  </p:oleObj>
                </mc:Choice>
                <mc:Fallback>
                  <p:oleObj name="Equation" r:id="rId21" imgW="215619" imgH="215619" progId="Equation.3">
                    <p:embed/>
                    <p:pic>
                      <p:nvPicPr>
                        <p:cNvPr id="30751"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00" y="1728"/>
                          <a:ext cx="272"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34" name="Group 26"/>
          <p:cNvGrpSpPr>
            <a:grpSpLocks/>
          </p:cNvGrpSpPr>
          <p:nvPr/>
        </p:nvGrpSpPr>
        <p:grpSpPr bwMode="auto">
          <a:xfrm>
            <a:off x="2051050" y="1700213"/>
            <a:ext cx="863600" cy="666750"/>
            <a:chOff x="3744" y="672"/>
            <a:chExt cx="671" cy="511"/>
          </a:xfrm>
        </p:grpSpPr>
        <p:graphicFrame>
          <p:nvGraphicFramePr>
            <p:cNvPr id="30748" name="Object 27"/>
            <p:cNvGraphicFramePr>
              <a:graphicFrameLocks noChangeAspect="1"/>
            </p:cNvGraphicFramePr>
            <p:nvPr/>
          </p:nvGraphicFramePr>
          <p:xfrm>
            <a:off x="3744" y="672"/>
            <a:ext cx="671" cy="511"/>
          </p:xfrm>
          <a:graphic>
            <a:graphicData uri="http://schemas.openxmlformats.org/presentationml/2006/ole">
              <mc:AlternateContent xmlns:mc="http://schemas.openxmlformats.org/markup-compatibility/2006">
                <mc:Choice xmlns:v="urn:schemas-microsoft-com:vml" Requires="v">
                  <p:oleObj name="VISIO" r:id="rId23" imgW="532512" imgH="403188" progId="Visio.Drawing.5">
                    <p:embed/>
                  </p:oleObj>
                </mc:Choice>
                <mc:Fallback>
                  <p:oleObj name="VISIO" r:id="rId23" imgW="532512" imgH="403188" progId="Visio.Drawing.5">
                    <p:embed/>
                    <p:pic>
                      <p:nvPicPr>
                        <p:cNvPr id="30748"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44" y="672"/>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9" name="Object 28"/>
            <p:cNvGraphicFramePr>
              <a:graphicFrameLocks noChangeAspect="1"/>
            </p:cNvGraphicFramePr>
            <p:nvPr/>
          </p:nvGraphicFramePr>
          <p:xfrm>
            <a:off x="3792" y="760"/>
            <a:ext cx="272" cy="288"/>
          </p:xfrm>
          <a:graphic>
            <a:graphicData uri="http://schemas.openxmlformats.org/presentationml/2006/ole">
              <mc:AlternateContent xmlns:mc="http://schemas.openxmlformats.org/markup-compatibility/2006">
                <mc:Choice xmlns:v="urn:schemas-microsoft-com:vml" Requires="v">
                  <p:oleObj name="Equation" r:id="rId24" imgW="215806" imgH="228501" progId="Equation.3">
                    <p:embed/>
                  </p:oleObj>
                </mc:Choice>
                <mc:Fallback>
                  <p:oleObj name="Equation" r:id="rId24" imgW="215806" imgH="228501" progId="Equation.3">
                    <p:embed/>
                    <p:pic>
                      <p:nvPicPr>
                        <p:cNvPr id="30749" name="Object 2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92" y="760"/>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37" name="Group 29"/>
          <p:cNvGrpSpPr>
            <a:grpSpLocks/>
          </p:cNvGrpSpPr>
          <p:nvPr/>
        </p:nvGrpSpPr>
        <p:grpSpPr bwMode="auto">
          <a:xfrm>
            <a:off x="5795963" y="3068638"/>
            <a:ext cx="1079500" cy="647700"/>
            <a:chOff x="3264" y="1649"/>
            <a:chExt cx="671" cy="511"/>
          </a:xfrm>
        </p:grpSpPr>
        <p:graphicFrame>
          <p:nvGraphicFramePr>
            <p:cNvPr id="30746" name="Object 30"/>
            <p:cNvGraphicFramePr>
              <a:graphicFrameLocks noChangeAspect="1"/>
            </p:cNvGraphicFramePr>
            <p:nvPr/>
          </p:nvGraphicFramePr>
          <p:xfrm>
            <a:off x="3264" y="1649"/>
            <a:ext cx="671" cy="511"/>
          </p:xfrm>
          <a:graphic>
            <a:graphicData uri="http://schemas.openxmlformats.org/presentationml/2006/ole">
              <mc:AlternateContent xmlns:mc="http://schemas.openxmlformats.org/markup-compatibility/2006">
                <mc:Choice xmlns:v="urn:schemas-microsoft-com:vml" Requires="v">
                  <p:oleObj name="VISIO" r:id="rId26" imgW="532512" imgH="403188" progId="Visio.Drawing.5">
                    <p:embed/>
                  </p:oleObj>
                </mc:Choice>
                <mc:Fallback>
                  <p:oleObj name="VISIO" r:id="rId26" imgW="532512" imgH="403188" progId="Visio.Drawing.5">
                    <p:embed/>
                    <p:pic>
                      <p:nvPicPr>
                        <p:cNvPr id="30746" name="Object 3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64"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7" name="Object 31"/>
            <p:cNvGraphicFramePr>
              <a:graphicFrameLocks noChangeAspect="1"/>
            </p:cNvGraphicFramePr>
            <p:nvPr/>
          </p:nvGraphicFramePr>
          <p:xfrm>
            <a:off x="3312" y="1776"/>
            <a:ext cx="256" cy="272"/>
          </p:xfrm>
          <a:graphic>
            <a:graphicData uri="http://schemas.openxmlformats.org/presentationml/2006/ole">
              <mc:AlternateContent xmlns:mc="http://schemas.openxmlformats.org/markup-compatibility/2006">
                <mc:Choice xmlns:v="urn:schemas-microsoft-com:vml" Requires="v">
                  <p:oleObj name="Equation" r:id="rId27" imgW="203024" imgH="215713" progId="Equation.3">
                    <p:embed/>
                  </p:oleObj>
                </mc:Choice>
                <mc:Fallback>
                  <p:oleObj name="Equation" r:id="rId27" imgW="203024" imgH="215713" progId="Equation.3">
                    <p:embed/>
                    <p:pic>
                      <p:nvPicPr>
                        <p:cNvPr id="30747"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12" y="1776"/>
                          <a:ext cx="25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40" name="Group 32"/>
          <p:cNvGrpSpPr>
            <a:grpSpLocks/>
          </p:cNvGrpSpPr>
          <p:nvPr/>
        </p:nvGrpSpPr>
        <p:grpSpPr bwMode="auto">
          <a:xfrm>
            <a:off x="7740650" y="2997200"/>
            <a:ext cx="792163" cy="719138"/>
            <a:chOff x="4560" y="1649"/>
            <a:chExt cx="671" cy="511"/>
          </a:xfrm>
        </p:grpSpPr>
        <p:graphicFrame>
          <p:nvGraphicFramePr>
            <p:cNvPr id="30744" name="Object 33"/>
            <p:cNvGraphicFramePr>
              <a:graphicFrameLocks noChangeAspect="1"/>
            </p:cNvGraphicFramePr>
            <p:nvPr/>
          </p:nvGraphicFramePr>
          <p:xfrm>
            <a:off x="4560" y="1649"/>
            <a:ext cx="671" cy="511"/>
          </p:xfrm>
          <a:graphic>
            <a:graphicData uri="http://schemas.openxmlformats.org/presentationml/2006/ole">
              <mc:AlternateContent xmlns:mc="http://schemas.openxmlformats.org/markup-compatibility/2006">
                <mc:Choice xmlns:v="urn:schemas-microsoft-com:vml" Requires="v">
                  <p:oleObj name="VISIO" r:id="rId28" imgW="532512" imgH="403188" progId="Visio.Drawing.5">
                    <p:embed/>
                  </p:oleObj>
                </mc:Choice>
                <mc:Fallback>
                  <p:oleObj name="VISIO" r:id="rId28" imgW="532512" imgH="403188" progId="Visio.Drawing.5">
                    <p:embed/>
                    <p:pic>
                      <p:nvPicPr>
                        <p:cNvPr id="30744" name="Object 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60"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5" name="Object 34"/>
            <p:cNvGraphicFramePr>
              <a:graphicFrameLocks noChangeAspect="1"/>
            </p:cNvGraphicFramePr>
            <p:nvPr/>
          </p:nvGraphicFramePr>
          <p:xfrm>
            <a:off x="4600" y="1728"/>
            <a:ext cx="272" cy="272"/>
          </p:xfrm>
          <a:graphic>
            <a:graphicData uri="http://schemas.openxmlformats.org/presentationml/2006/ole">
              <mc:AlternateContent xmlns:mc="http://schemas.openxmlformats.org/markup-compatibility/2006">
                <mc:Choice xmlns:v="urn:schemas-microsoft-com:vml" Requires="v">
                  <p:oleObj name="Equation" r:id="rId29" imgW="215619" imgH="215619" progId="Equation.3">
                    <p:embed/>
                  </p:oleObj>
                </mc:Choice>
                <mc:Fallback>
                  <p:oleObj name="Equation" r:id="rId29" imgW="215619" imgH="215619" progId="Equation.3">
                    <p:embed/>
                    <p:pic>
                      <p:nvPicPr>
                        <p:cNvPr id="30745" name="Object 3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00" y="1728"/>
                          <a:ext cx="272"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2243" name="Group 35"/>
          <p:cNvGrpSpPr>
            <a:grpSpLocks/>
          </p:cNvGrpSpPr>
          <p:nvPr/>
        </p:nvGrpSpPr>
        <p:grpSpPr bwMode="auto">
          <a:xfrm>
            <a:off x="6515100" y="1700213"/>
            <a:ext cx="863600" cy="666750"/>
            <a:chOff x="3744" y="672"/>
            <a:chExt cx="671" cy="511"/>
          </a:xfrm>
        </p:grpSpPr>
        <p:graphicFrame>
          <p:nvGraphicFramePr>
            <p:cNvPr id="30742" name="Object 36"/>
            <p:cNvGraphicFramePr>
              <a:graphicFrameLocks noChangeAspect="1"/>
            </p:cNvGraphicFramePr>
            <p:nvPr/>
          </p:nvGraphicFramePr>
          <p:xfrm>
            <a:off x="3744" y="672"/>
            <a:ext cx="671" cy="511"/>
          </p:xfrm>
          <a:graphic>
            <a:graphicData uri="http://schemas.openxmlformats.org/presentationml/2006/ole">
              <mc:AlternateContent xmlns:mc="http://schemas.openxmlformats.org/markup-compatibility/2006">
                <mc:Choice xmlns:v="urn:schemas-microsoft-com:vml" Requires="v">
                  <p:oleObj name="VISIO" r:id="rId30" imgW="532512" imgH="403188" progId="Visio.Drawing.5">
                    <p:embed/>
                  </p:oleObj>
                </mc:Choice>
                <mc:Fallback>
                  <p:oleObj name="VISIO" r:id="rId30" imgW="532512" imgH="403188" progId="Visio.Drawing.5">
                    <p:embed/>
                    <p:pic>
                      <p:nvPicPr>
                        <p:cNvPr id="30742" name="Object 3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44" y="672"/>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3" name="Object 37"/>
            <p:cNvGraphicFramePr>
              <a:graphicFrameLocks noChangeAspect="1"/>
            </p:cNvGraphicFramePr>
            <p:nvPr/>
          </p:nvGraphicFramePr>
          <p:xfrm>
            <a:off x="3792" y="760"/>
            <a:ext cx="272" cy="288"/>
          </p:xfrm>
          <a:graphic>
            <a:graphicData uri="http://schemas.openxmlformats.org/presentationml/2006/ole">
              <mc:AlternateContent xmlns:mc="http://schemas.openxmlformats.org/markup-compatibility/2006">
                <mc:Choice xmlns:v="urn:schemas-microsoft-com:vml" Requires="v">
                  <p:oleObj name="Equation" r:id="rId31" imgW="215806" imgH="228501" progId="Equation.3">
                    <p:embed/>
                  </p:oleObj>
                </mc:Choice>
                <mc:Fallback>
                  <p:oleObj name="Equation" r:id="rId31" imgW="215806" imgH="228501" progId="Equation.3">
                    <p:embed/>
                    <p:pic>
                      <p:nvPicPr>
                        <p:cNvPr id="30743" name="Object 3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92" y="760"/>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2246" name="AutoShape 38"/>
          <p:cNvSpPr>
            <a:spLocks/>
          </p:cNvSpPr>
          <p:nvPr/>
        </p:nvSpPr>
        <p:spPr bwMode="auto">
          <a:xfrm>
            <a:off x="250825" y="4364038"/>
            <a:ext cx="288925" cy="1584325"/>
          </a:xfrm>
          <a:prstGeom prst="leftBrace">
            <a:avLst>
              <a:gd name="adj1" fmla="val 45696"/>
              <a:gd name="adj2" fmla="val 50000"/>
            </a:avLst>
          </a:prstGeom>
          <a:noFill/>
          <a:ln w="38100">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2220"/>
                                        </p:tgtEl>
                                        <p:attrNameLst>
                                          <p:attrName>style.visibility</p:attrName>
                                        </p:attrNameLst>
                                      </p:cBhvr>
                                      <p:to>
                                        <p:strVal val="visible"/>
                                      </p:to>
                                    </p:set>
                                    <p:animEffect transition="in" filter="box(in)">
                                      <p:cBhvr>
                                        <p:cTn id="7" dur="500"/>
                                        <p:tgtEl>
                                          <p:spTgt spid="2222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22210"/>
                                        </p:tgtEl>
                                        <p:attrNameLst>
                                          <p:attrName>style.visibility</p:attrName>
                                        </p:attrNameLst>
                                      </p:cBhvr>
                                      <p:to>
                                        <p:strVal val="visible"/>
                                      </p:to>
                                    </p:set>
                                    <p:animEffect transition="in" filter="box(in)">
                                      <p:cBhvr>
                                        <p:cTn id="12" dur="500"/>
                                        <p:tgtEl>
                                          <p:spTgt spid="2222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2224"/>
                                        </p:tgtEl>
                                        <p:attrNameLst>
                                          <p:attrName>style.visibility</p:attrName>
                                        </p:attrNameLst>
                                      </p:cBhvr>
                                      <p:to>
                                        <p:strVal val="visible"/>
                                      </p:to>
                                    </p:set>
                                    <p:animEffect transition="in" filter="wipe(left)">
                                      <p:cBhvr>
                                        <p:cTn id="17" dur="1000"/>
                                        <p:tgtEl>
                                          <p:spTgt spid="2222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2234"/>
                                        </p:tgtEl>
                                        <p:attrNameLst>
                                          <p:attrName>style.visibility</p:attrName>
                                        </p:attrNameLst>
                                      </p:cBhvr>
                                      <p:to>
                                        <p:strVal val="visible"/>
                                      </p:to>
                                    </p:set>
                                    <p:animEffect transition="in" filter="wipe(left)">
                                      <p:cBhvr>
                                        <p:cTn id="22" dur="2000"/>
                                        <p:tgtEl>
                                          <p:spTgt spid="222234"/>
                                        </p:tgtEl>
                                      </p:cBhvr>
                                    </p:animEffect>
                                  </p:childTnLst>
                                </p:cTn>
                              </p:par>
                            </p:childTnLst>
                          </p:cTn>
                        </p:par>
                        <p:par>
                          <p:cTn id="23" fill="hold" nodeType="afterGroup">
                            <p:stCondLst>
                              <p:cond delay="2000"/>
                            </p:stCondLst>
                            <p:childTnLst>
                              <p:par>
                                <p:cTn id="24" presetID="22" presetClass="entr" presetSubtype="8" fill="hold" nodeType="afterEffect">
                                  <p:stCondLst>
                                    <p:cond delay="0"/>
                                  </p:stCondLst>
                                  <p:childTnLst>
                                    <p:set>
                                      <p:cBhvr>
                                        <p:cTn id="25" dur="1" fill="hold">
                                          <p:stCondLst>
                                            <p:cond delay="0"/>
                                          </p:stCondLst>
                                        </p:cTn>
                                        <p:tgtEl>
                                          <p:spTgt spid="222228"/>
                                        </p:tgtEl>
                                        <p:attrNameLst>
                                          <p:attrName>style.visibility</p:attrName>
                                        </p:attrNameLst>
                                      </p:cBhvr>
                                      <p:to>
                                        <p:strVal val="visible"/>
                                      </p:to>
                                    </p:set>
                                    <p:animEffect transition="in" filter="wipe(left)">
                                      <p:cBhvr>
                                        <p:cTn id="26" dur="2000"/>
                                        <p:tgtEl>
                                          <p:spTgt spid="222228"/>
                                        </p:tgtEl>
                                      </p:cBhvr>
                                    </p:animEffect>
                                  </p:childTnLst>
                                </p:cTn>
                              </p:par>
                            </p:childTnLst>
                          </p:cTn>
                        </p:par>
                        <p:par>
                          <p:cTn id="27" fill="hold" nodeType="afterGroup">
                            <p:stCondLst>
                              <p:cond delay="4000"/>
                            </p:stCondLst>
                            <p:childTnLst>
                              <p:par>
                                <p:cTn id="28" presetID="22" presetClass="entr" presetSubtype="8" fill="hold" nodeType="afterEffect">
                                  <p:stCondLst>
                                    <p:cond delay="0"/>
                                  </p:stCondLst>
                                  <p:childTnLst>
                                    <p:set>
                                      <p:cBhvr>
                                        <p:cTn id="29" dur="1" fill="hold">
                                          <p:stCondLst>
                                            <p:cond delay="0"/>
                                          </p:stCondLst>
                                        </p:cTn>
                                        <p:tgtEl>
                                          <p:spTgt spid="222231"/>
                                        </p:tgtEl>
                                        <p:attrNameLst>
                                          <p:attrName>style.visibility</p:attrName>
                                        </p:attrNameLst>
                                      </p:cBhvr>
                                      <p:to>
                                        <p:strVal val="visible"/>
                                      </p:to>
                                    </p:set>
                                    <p:animEffect transition="in" filter="wipe(left)">
                                      <p:cBhvr>
                                        <p:cTn id="30" dur="2000"/>
                                        <p:tgtEl>
                                          <p:spTgt spid="22223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222225"/>
                                        </p:tgtEl>
                                        <p:attrNameLst>
                                          <p:attrName>style.visibility</p:attrName>
                                        </p:attrNameLst>
                                      </p:cBhvr>
                                      <p:to>
                                        <p:strVal val="visible"/>
                                      </p:to>
                                    </p:set>
                                    <p:animEffect transition="in" filter="box(in)">
                                      <p:cBhvr>
                                        <p:cTn id="35" dur="500"/>
                                        <p:tgtEl>
                                          <p:spTgt spid="22222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222226"/>
                                        </p:tgtEl>
                                        <p:attrNameLst>
                                          <p:attrName>style.visibility</p:attrName>
                                        </p:attrNameLst>
                                      </p:cBhvr>
                                      <p:to>
                                        <p:strVal val="visible"/>
                                      </p:to>
                                    </p:set>
                                    <p:animEffect transition="in" filter="box(in)">
                                      <p:cBhvr>
                                        <p:cTn id="40" dur="500"/>
                                        <p:tgtEl>
                                          <p:spTgt spid="22222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222227"/>
                                        </p:tgtEl>
                                        <p:attrNameLst>
                                          <p:attrName>style.visibility</p:attrName>
                                        </p:attrNameLst>
                                      </p:cBhvr>
                                      <p:to>
                                        <p:strVal val="visible"/>
                                      </p:to>
                                    </p:set>
                                    <p:animEffect transition="in" filter="box(in)">
                                      <p:cBhvr>
                                        <p:cTn id="45" dur="500"/>
                                        <p:tgtEl>
                                          <p:spTgt spid="222227"/>
                                        </p:tgtEl>
                                      </p:cBhvr>
                                    </p:animEffect>
                                  </p:childTnLst>
                                </p:cTn>
                              </p:par>
                            </p:childTnLst>
                          </p:cTn>
                        </p:par>
                        <p:par>
                          <p:cTn id="46" fill="hold" nodeType="afterGroup">
                            <p:stCondLst>
                              <p:cond delay="500"/>
                            </p:stCondLst>
                            <p:childTnLst>
                              <p:par>
                                <p:cTn id="47" presetID="21" presetClass="entr" presetSubtype="4" fill="hold" grpId="0" nodeType="afterEffect">
                                  <p:stCondLst>
                                    <p:cond delay="0"/>
                                  </p:stCondLst>
                                  <p:childTnLst>
                                    <p:set>
                                      <p:cBhvr>
                                        <p:cTn id="48" dur="1" fill="hold">
                                          <p:stCondLst>
                                            <p:cond delay="0"/>
                                          </p:stCondLst>
                                        </p:cTn>
                                        <p:tgtEl>
                                          <p:spTgt spid="222246"/>
                                        </p:tgtEl>
                                        <p:attrNameLst>
                                          <p:attrName>style.visibility</p:attrName>
                                        </p:attrNameLst>
                                      </p:cBhvr>
                                      <p:to>
                                        <p:strVal val="visible"/>
                                      </p:to>
                                    </p:set>
                                    <p:animEffect transition="in" filter="wheel(4)">
                                      <p:cBhvr>
                                        <p:cTn id="49" dur="2000"/>
                                        <p:tgtEl>
                                          <p:spTgt spid="22224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16" fill="hold" nodeType="clickEffect">
                                  <p:stCondLst>
                                    <p:cond delay="0"/>
                                  </p:stCondLst>
                                  <p:childTnLst>
                                    <p:set>
                                      <p:cBhvr>
                                        <p:cTn id="53" dur="1" fill="hold">
                                          <p:stCondLst>
                                            <p:cond delay="0"/>
                                          </p:stCondLst>
                                        </p:cTn>
                                        <p:tgtEl>
                                          <p:spTgt spid="222221"/>
                                        </p:tgtEl>
                                        <p:attrNameLst>
                                          <p:attrName>style.visibility</p:attrName>
                                        </p:attrNameLst>
                                      </p:cBhvr>
                                      <p:to>
                                        <p:strVal val="visible"/>
                                      </p:to>
                                    </p:set>
                                    <p:animEffect transition="in" filter="box(in)">
                                      <p:cBhvr>
                                        <p:cTn id="54" dur="500"/>
                                        <p:tgtEl>
                                          <p:spTgt spid="22222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222211"/>
                                        </p:tgtEl>
                                        <p:attrNameLst>
                                          <p:attrName>style.visibility</p:attrName>
                                        </p:attrNameLst>
                                      </p:cBhvr>
                                      <p:to>
                                        <p:strVal val="visible"/>
                                      </p:to>
                                    </p:set>
                                    <p:animEffect transition="in" filter="box(in)">
                                      <p:cBhvr>
                                        <p:cTn id="59" dur="500"/>
                                        <p:tgtEl>
                                          <p:spTgt spid="222211"/>
                                        </p:tgtEl>
                                      </p:cBhvr>
                                    </p:animEffect>
                                  </p:childTnLst>
                                </p:cTn>
                              </p:par>
                            </p:childTnLst>
                          </p:cTn>
                        </p:par>
                        <p:par>
                          <p:cTn id="60" fill="hold" nodeType="afterGroup">
                            <p:stCondLst>
                              <p:cond delay="500"/>
                            </p:stCondLst>
                            <p:childTnLst>
                              <p:par>
                                <p:cTn id="61" presetID="22" presetClass="entr" presetSubtype="8" fill="hold" nodeType="afterEffect">
                                  <p:stCondLst>
                                    <p:cond delay="0"/>
                                  </p:stCondLst>
                                  <p:childTnLst>
                                    <p:set>
                                      <p:cBhvr>
                                        <p:cTn id="62" dur="1" fill="hold">
                                          <p:stCondLst>
                                            <p:cond delay="0"/>
                                          </p:stCondLst>
                                        </p:cTn>
                                        <p:tgtEl>
                                          <p:spTgt spid="222243"/>
                                        </p:tgtEl>
                                        <p:attrNameLst>
                                          <p:attrName>style.visibility</p:attrName>
                                        </p:attrNameLst>
                                      </p:cBhvr>
                                      <p:to>
                                        <p:strVal val="visible"/>
                                      </p:to>
                                    </p:set>
                                    <p:animEffect transition="in" filter="wipe(left)">
                                      <p:cBhvr>
                                        <p:cTn id="63" dur="2000"/>
                                        <p:tgtEl>
                                          <p:spTgt spid="222243"/>
                                        </p:tgtEl>
                                      </p:cBhvr>
                                    </p:animEffect>
                                  </p:childTnLst>
                                </p:cTn>
                              </p:par>
                            </p:childTnLst>
                          </p:cTn>
                        </p:par>
                        <p:par>
                          <p:cTn id="64" fill="hold" nodeType="afterGroup">
                            <p:stCondLst>
                              <p:cond delay="2500"/>
                            </p:stCondLst>
                            <p:childTnLst>
                              <p:par>
                                <p:cTn id="65" presetID="22" presetClass="entr" presetSubtype="8" fill="hold" nodeType="afterEffect">
                                  <p:stCondLst>
                                    <p:cond delay="0"/>
                                  </p:stCondLst>
                                  <p:childTnLst>
                                    <p:set>
                                      <p:cBhvr>
                                        <p:cTn id="66" dur="1" fill="hold">
                                          <p:stCondLst>
                                            <p:cond delay="0"/>
                                          </p:stCondLst>
                                        </p:cTn>
                                        <p:tgtEl>
                                          <p:spTgt spid="222237"/>
                                        </p:tgtEl>
                                        <p:attrNameLst>
                                          <p:attrName>style.visibility</p:attrName>
                                        </p:attrNameLst>
                                      </p:cBhvr>
                                      <p:to>
                                        <p:strVal val="visible"/>
                                      </p:to>
                                    </p:set>
                                    <p:animEffect transition="in" filter="wipe(left)">
                                      <p:cBhvr>
                                        <p:cTn id="67" dur="2000"/>
                                        <p:tgtEl>
                                          <p:spTgt spid="222237"/>
                                        </p:tgtEl>
                                      </p:cBhvr>
                                    </p:animEffect>
                                  </p:childTnLst>
                                </p:cTn>
                              </p:par>
                            </p:childTnLst>
                          </p:cTn>
                        </p:par>
                        <p:par>
                          <p:cTn id="68" fill="hold" nodeType="afterGroup">
                            <p:stCondLst>
                              <p:cond delay="4500"/>
                            </p:stCondLst>
                            <p:childTnLst>
                              <p:par>
                                <p:cTn id="69" presetID="22" presetClass="entr" presetSubtype="8" fill="hold" nodeType="afterEffect">
                                  <p:stCondLst>
                                    <p:cond delay="0"/>
                                  </p:stCondLst>
                                  <p:childTnLst>
                                    <p:set>
                                      <p:cBhvr>
                                        <p:cTn id="70" dur="1" fill="hold">
                                          <p:stCondLst>
                                            <p:cond delay="0"/>
                                          </p:stCondLst>
                                        </p:cTn>
                                        <p:tgtEl>
                                          <p:spTgt spid="222240"/>
                                        </p:tgtEl>
                                        <p:attrNameLst>
                                          <p:attrName>style.visibility</p:attrName>
                                        </p:attrNameLst>
                                      </p:cBhvr>
                                      <p:to>
                                        <p:strVal val="visible"/>
                                      </p:to>
                                    </p:set>
                                    <p:animEffect transition="in" filter="wipe(left)">
                                      <p:cBhvr>
                                        <p:cTn id="71" dur="2000"/>
                                        <p:tgtEl>
                                          <p:spTgt spid="222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46"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A20C1BCC-BFD5-4AF6-AC8F-C45DE697000B}" type="datetime1">
              <a:rPr lang="zh-CN" altLang="en-US" smtClean="0"/>
              <a:pPr>
                <a:defRPr/>
              </a:pPr>
              <a:t>2024/8/17</a:t>
            </a:fld>
            <a:endParaRPr lang="en-US" altLang="zh-CN"/>
          </a:p>
        </p:txBody>
      </p:sp>
      <p:sp>
        <p:nvSpPr>
          <p:cNvPr id="30"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31"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469A5AA2-2354-472F-B533-79158BFF3A41}" type="slidenum">
              <a:rPr lang="en-US" altLang="zh-CN" smtClean="0"/>
              <a:pPr>
                <a:defRPr/>
              </a:pPr>
              <a:t>48</a:t>
            </a:fld>
            <a:endParaRPr lang="en-US" altLang="zh-CN"/>
          </a:p>
        </p:txBody>
      </p:sp>
      <p:graphicFrame>
        <p:nvGraphicFramePr>
          <p:cNvPr id="261122" name="Object 2"/>
          <p:cNvGraphicFramePr>
            <a:graphicFrameLocks noChangeAspect="1"/>
          </p:cNvGraphicFramePr>
          <p:nvPr/>
        </p:nvGraphicFramePr>
        <p:xfrm>
          <a:off x="4724400" y="333375"/>
          <a:ext cx="4240213" cy="3260725"/>
        </p:xfrm>
        <a:graphic>
          <a:graphicData uri="http://schemas.openxmlformats.org/presentationml/2006/ole">
            <mc:AlternateContent xmlns:mc="http://schemas.openxmlformats.org/markup-compatibility/2006">
              <mc:Choice xmlns:v="urn:schemas-microsoft-com:vml" Requires="v">
                <p:oleObj name="Visio" r:id="rId3" imgW="2856357" imgH="2203132" progId="Visio.Drawing.11">
                  <p:embed/>
                </p:oleObj>
              </mc:Choice>
              <mc:Fallback>
                <p:oleObj name="Visio" r:id="rId3" imgW="2856357" imgH="2203132" progId="Visio.Drawing.11">
                  <p:embed/>
                  <p:pic>
                    <p:nvPicPr>
                      <p:cNvPr id="2611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333375"/>
                        <a:ext cx="4240213" cy="326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0" name="Rectangle 3"/>
          <p:cNvSpPr>
            <a:spLocks noGrp="1" noChangeArrowheads="1"/>
          </p:cNvSpPr>
          <p:nvPr>
            <p:ph type="title" idx="4294967295"/>
          </p:nvPr>
        </p:nvSpPr>
        <p:spPr>
          <a:xfrm>
            <a:off x="381000" y="228600"/>
            <a:ext cx="8458200" cy="457200"/>
          </a:xfrm>
        </p:spPr>
        <p:txBody>
          <a:bodyPr>
            <a:normAutofit fontScale="90000"/>
          </a:bodyPr>
          <a:lstStyle/>
          <a:p>
            <a:pPr algn="l" eaLnBrk="1" hangingPunct="1"/>
            <a:r>
              <a:rPr lang="en-US" altLang="zh-CN">
                <a:solidFill>
                  <a:srgbClr val="FF0000"/>
                </a:solidFill>
              </a:rPr>
              <a:t>4.</a:t>
            </a:r>
            <a:r>
              <a:rPr lang="en-US" altLang="zh-CN" sz="2800">
                <a:solidFill>
                  <a:srgbClr val="FF0000"/>
                </a:solidFill>
              </a:rPr>
              <a:t>Mesh analysis with source branches</a:t>
            </a:r>
          </a:p>
        </p:txBody>
      </p:sp>
      <p:graphicFrame>
        <p:nvGraphicFramePr>
          <p:cNvPr id="261124" name="Object 4"/>
          <p:cNvGraphicFramePr>
            <a:graphicFrameLocks noChangeAspect="1"/>
          </p:cNvGraphicFramePr>
          <p:nvPr/>
        </p:nvGraphicFramePr>
        <p:xfrm>
          <a:off x="7011988" y="1839913"/>
          <a:ext cx="528637" cy="1546225"/>
        </p:xfrm>
        <a:graphic>
          <a:graphicData uri="http://schemas.openxmlformats.org/presentationml/2006/ole">
            <mc:AlternateContent xmlns:mc="http://schemas.openxmlformats.org/markup-compatibility/2006">
              <mc:Choice xmlns:v="urn:schemas-microsoft-com:vml" Requires="v">
                <p:oleObj name="Visio" r:id="rId5" imgW="380619" imgH="1059990" progId="Visio.Drawing.11">
                  <p:embed/>
                </p:oleObj>
              </mc:Choice>
              <mc:Fallback>
                <p:oleObj name="Visio" r:id="rId5" imgW="380619" imgH="1059990" progId="Visio.Drawing.11">
                  <p:embed/>
                  <p:pic>
                    <p:nvPicPr>
                      <p:cNvPr id="26112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1988" y="1839913"/>
                        <a:ext cx="528637" cy="154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2" name="Rectangle 5"/>
          <p:cNvSpPr>
            <a:spLocks noChangeArrowheads="1"/>
          </p:cNvSpPr>
          <p:nvPr/>
        </p:nvSpPr>
        <p:spPr bwMode="auto">
          <a:xfrm>
            <a:off x="539750" y="692150"/>
            <a:ext cx="612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9144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3716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8288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286000" indent="-4572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7432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32004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6576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4114800" indent="-4572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a:ea typeface="华文隶书" panose="02010800040101010101" pitchFamily="2" charset="-122"/>
              </a:rPr>
              <a:t>b. With current source branch</a:t>
            </a:r>
          </a:p>
        </p:txBody>
      </p:sp>
      <p:grpSp>
        <p:nvGrpSpPr>
          <p:cNvPr id="261126" name="Group 6"/>
          <p:cNvGrpSpPr>
            <a:grpSpLocks/>
          </p:cNvGrpSpPr>
          <p:nvPr/>
        </p:nvGrpSpPr>
        <p:grpSpPr bwMode="auto">
          <a:xfrm>
            <a:off x="5724525" y="2527300"/>
            <a:ext cx="1079500" cy="647700"/>
            <a:chOff x="3264" y="1649"/>
            <a:chExt cx="671" cy="511"/>
          </a:xfrm>
        </p:grpSpPr>
        <p:graphicFrame>
          <p:nvGraphicFramePr>
            <p:cNvPr id="31774" name="Object 7"/>
            <p:cNvGraphicFramePr>
              <a:graphicFrameLocks noChangeAspect="1"/>
            </p:cNvGraphicFramePr>
            <p:nvPr/>
          </p:nvGraphicFramePr>
          <p:xfrm>
            <a:off x="3264" y="1649"/>
            <a:ext cx="671" cy="511"/>
          </p:xfrm>
          <a:graphic>
            <a:graphicData uri="http://schemas.openxmlformats.org/presentationml/2006/ole">
              <mc:AlternateContent xmlns:mc="http://schemas.openxmlformats.org/markup-compatibility/2006">
                <mc:Choice xmlns:v="urn:schemas-microsoft-com:vml" Requires="v">
                  <p:oleObj name="VISIO" r:id="rId7" imgW="532512" imgH="403188" progId="Visio.Drawing.5">
                    <p:embed/>
                  </p:oleObj>
                </mc:Choice>
                <mc:Fallback>
                  <p:oleObj name="VISIO" r:id="rId7" imgW="532512" imgH="403188" progId="Visio.Drawing.5">
                    <p:embed/>
                    <p:pic>
                      <p:nvPicPr>
                        <p:cNvPr id="31774"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4"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5" name="Object 8"/>
            <p:cNvGraphicFramePr>
              <a:graphicFrameLocks noChangeAspect="1"/>
            </p:cNvGraphicFramePr>
            <p:nvPr/>
          </p:nvGraphicFramePr>
          <p:xfrm>
            <a:off x="3312" y="1776"/>
            <a:ext cx="256" cy="272"/>
          </p:xfrm>
          <a:graphic>
            <a:graphicData uri="http://schemas.openxmlformats.org/presentationml/2006/ole">
              <mc:AlternateContent xmlns:mc="http://schemas.openxmlformats.org/markup-compatibility/2006">
                <mc:Choice xmlns:v="urn:schemas-microsoft-com:vml" Requires="v">
                  <p:oleObj name="Equation" r:id="rId9" imgW="203024" imgH="215713" progId="Equation.3">
                    <p:embed/>
                  </p:oleObj>
                </mc:Choice>
                <mc:Fallback>
                  <p:oleObj name="Equation" r:id="rId9" imgW="203024" imgH="215713" progId="Equation.3">
                    <p:embed/>
                    <p:pic>
                      <p:nvPicPr>
                        <p:cNvPr id="31775"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2" y="1776"/>
                          <a:ext cx="25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61129" name="Group 9"/>
          <p:cNvGrpSpPr>
            <a:grpSpLocks/>
          </p:cNvGrpSpPr>
          <p:nvPr/>
        </p:nvGrpSpPr>
        <p:grpSpPr bwMode="auto">
          <a:xfrm>
            <a:off x="7977188" y="2454275"/>
            <a:ext cx="792162" cy="719138"/>
            <a:chOff x="4560" y="1649"/>
            <a:chExt cx="671" cy="511"/>
          </a:xfrm>
        </p:grpSpPr>
        <p:graphicFrame>
          <p:nvGraphicFramePr>
            <p:cNvPr id="31772" name="Object 10"/>
            <p:cNvGraphicFramePr>
              <a:graphicFrameLocks noChangeAspect="1"/>
            </p:cNvGraphicFramePr>
            <p:nvPr/>
          </p:nvGraphicFramePr>
          <p:xfrm>
            <a:off x="4560" y="1649"/>
            <a:ext cx="671" cy="511"/>
          </p:xfrm>
          <a:graphic>
            <a:graphicData uri="http://schemas.openxmlformats.org/presentationml/2006/ole">
              <mc:AlternateContent xmlns:mc="http://schemas.openxmlformats.org/markup-compatibility/2006">
                <mc:Choice xmlns:v="urn:schemas-microsoft-com:vml" Requires="v">
                  <p:oleObj name="VISIO" r:id="rId11" imgW="532512" imgH="403188" progId="Visio.Drawing.5">
                    <p:embed/>
                  </p:oleObj>
                </mc:Choice>
                <mc:Fallback>
                  <p:oleObj name="VISIO" r:id="rId11" imgW="532512" imgH="403188" progId="Visio.Drawing.5">
                    <p:embed/>
                    <p:pic>
                      <p:nvPicPr>
                        <p:cNvPr id="31772"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0" y="1649"/>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3" name="Object 11"/>
            <p:cNvGraphicFramePr>
              <a:graphicFrameLocks noChangeAspect="1"/>
            </p:cNvGraphicFramePr>
            <p:nvPr/>
          </p:nvGraphicFramePr>
          <p:xfrm>
            <a:off x="4600" y="1728"/>
            <a:ext cx="272" cy="272"/>
          </p:xfrm>
          <a:graphic>
            <a:graphicData uri="http://schemas.openxmlformats.org/presentationml/2006/ole">
              <mc:AlternateContent xmlns:mc="http://schemas.openxmlformats.org/markup-compatibility/2006">
                <mc:Choice xmlns:v="urn:schemas-microsoft-com:vml" Requires="v">
                  <p:oleObj name="Equation" r:id="rId12" imgW="215619" imgH="215619" progId="Equation.3">
                    <p:embed/>
                  </p:oleObj>
                </mc:Choice>
                <mc:Fallback>
                  <p:oleObj name="Equation" r:id="rId12" imgW="215619" imgH="215619" progId="Equation.3">
                    <p:embed/>
                    <p:pic>
                      <p:nvPicPr>
                        <p:cNvPr id="31773"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00" y="1728"/>
                          <a:ext cx="272"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61132" name="Group 12"/>
          <p:cNvGrpSpPr>
            <a:grpSpLocks/>
          </p:cNvGrpSpPr>
          <p:nvPr/>
        </p:nvGrpSpPr>
        <p:grpSpPr bwMode="auto">
          <a:xfrm>
            <a:off x="6753225" y="1139825"/>
            <a:ext cx="863600" cy="666750"/>
            <a:chOff x="3744" y="672"/>
            <a:chExt cx="671" cy="511"/>
          </a:xfrm>
        </p:grpSpPr>
        <p:graphicFrame>
          <p:nvGraphicFramePr>
            <p:cNvPr id="31770" name="Object 13"/>
            <p:cNvGraphicFramePr>
              <a:graphicFrameLocks noChangeAspect="1"/>
            </p:cNvGraphicFramePr>
            <p:nvPr/>
          </p:nvGraphicFramePr>
          <p:xfrm>
            <a:off x="3744" y="672"/>
            <a:ext cx="671" cy="511"/>
          </p:xfrm>
          <a:graphic>
            <a:graphicData uri="http://schemas.openxmlformats.org/presentationml/2006/ole">
              <mc:AlternateContent xmlns:mc="http://schemas.openxmlformats.org/markup-compatibility/2006">
                <mc:Choice xmlns:v="urn:schemas-microsoft-com:vml" Requires="v">
                  <p:oleObj name="VISIO" r:id="rId14" imgW="532512" imgH="403188" progId="Visio.Drawing.5">
                    <p:embed/>
                  </p:oleObj>
                </mc:Choice>
                <mc:Fallback>
                  <p:oleObj name="VISIO" r:id="rId14" imgW="532512" imgH="403188" progId="Visio.Drawing.5">
                    <p:embed/>
                    <p:pic>
                      <p:nvPicPr>
                        <p:cNvPr id="3177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4" y="672"/>
                          <a:ext cx="671" cy="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1" name="Object 14"/>
            <p:cNvGraphicFramePr>
              <a:graphicFrameLocks noChangeAspect="1"/>
            </p:cNvGraphicFramePr>
            <p:nvPr/>
          </p:nvGraphicFramePr>
          <p:xfrm>
            <a:off x="3792" y="760"/>
            <a:ext cx="272" cy="288"/>
          </p:xfrm>
          <a:graphic>
            <a:graphicData uri="http://schemas.openxmlformats.org/presentationml/2006/ole">
              <mc:AlternateContent xmlns:mc="http://schemas.openxmlformats.org/markup-compatibility/2006">
                <mc:Choice xmlns:v="urn:schemas-microsoft-com:vml" Requires="v">
                  <p:oleObj name="Equation" r:id="rId15" imgW="215806" imgH="228501" progId="Equation.3">
                    <p:embed/>
                  </p:oleObj>
                </mc:Choice>
                <mc:Fallback>
                  <p:oleObj name="Equation" r:id="rId15" imgW="215806" imgH="228501" progId="Equation.3">
                    <p:embed/>
                    <p:pic>
                      <p:nvPicPr>
                        <p:cNvPr id="31771"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92" y="760"/>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61135" name="Rectangle 15"/>
          <p:cNvSpPr>
            <a:spLocks noChangeArrowheads="1"/>
          </p:cNvSpPr>
          <p:nvPr/>
        </p:nvSpPr>
        <p:spPr bwMode="auto">
          <a:xfrm>
            <a:off x="250825" y="1125538"/>
            <a:ext cx="4826000"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lnSpc>
                <a:spcPct val="70000"/>
              </a:lnSpc>
              <a:spcBef>
                <a:spcPct val="0"/>
              </a:spcBef>
            </a:pPr>
            <a:r>
              <a:rPr lang="zh-CN" altLang="en-US" dirty="0">
                <a:solidFill>
                  <a:srgbClr val="3333CC"/>
                </a:solidFill>
                <a:latin typeface="隶书" panose="02010509060101010101" pitchFamily="49" charset="-122"/>
                <a:ea typeface="隶书" panose="02010509060101010101" pitchFamily="49" charset="-122"/>
              </a:rPr>
              <a:t>电流源支路</a:t>
            </a:r>
            <a:r>
              <a:rPr lang="en-US" altLang="zh-CN" dirty="0">
                <a:solidFill>
                  <a:srgbClr val="3333CC"/>
                </a:solidFill>
                <a:ea typeface="隶书" panose="02010509060101010101" pitchFamily="49" charset="-122"/>
              </a:rPr>
              <a:t>——</a:t>
            </a:r>
            <a:r>
              <a:rPr lang="zh-CN" altLang="en-US" dirty="0">
                <a:solidFill>
                  <a:srgbClr val="3333CC"/>
                </a:solidFill>
                <a:latin typeface="隶书" panose="02010509060101010101" pitchFamily="49" charset="-122"/>
                <a:ea typeface="隶书" panose="02010509060101010101" pitchFamily="49" charset="-122"/>
              </a:rPr>
              <a:t>视为电阻为零的戴维南支路</a:t>
            </a:r>
          </a:p>
        </p:txBody>
      </p:sp>
      <p:graphicFrame>
        <p:nvGraphicFramePr>
          <p:cNvPr id="261136" name="Object 16"/>
          <p:cNvGraphicFramePr>
            <a:graphicFrameLocks noChangeAspect="1"/>
          </p:cNvGraphicFramePr>
          <p:nvPr/>
        </p:nvGraphicFramePr>
        <p:xfrm>
          <a:off x="374650" y="3716338"/>
          <a:ext cx="3311525" cy="509587"/>
        </p:xfrm>
        <a:graphic>
          <a:graphicData uri="http://schemas.openxmlformats.org/presentationml/2006/ole">
            <mc:AlternateContent xmlns:mc="http://schemas.openxmlformats.org/markup-compatibility/2006">
              <mc:Choice xmlns:v="urn:schemas-microsoft-com:vml" Requires="v">
                <p:oleObj name="Equation" r:id="rId17" imgW="1485900" imgH="228600" progId="Equation.DSMT4">
                  <p:embed/>
                </p:oleObj>
              </mc:Choice>
              <mc:Fallback>
                <p:oleObj name="Equation" r:id="rId17" imgW="1485900" imgH="228600" progId="Equation.DSMT4">
                  <p:embed/>
                  <p:pic>
                    <p:nvPicPr>
                      <p:cNvPr id="261136"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4650" y="3716338"/>
                        <a:ext cx="3311525"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7" name="Object 17"/>
          <p:cNvGraphicFramePr>
            <a:graphicFrameLocks noChangeAspect="1"/>
          </p:cNvGraphicFramePr>
          <p:nvPr/>
        </p:nvGraphicFramePr>
        <p:xfrm>
          <a:off x="6443663" y="2060575"/>
          <a:ext cx="815975" cy="1223963"/>
        </p:xfrm>
        <a:graphic>
          <a:graphicData uri="http://schemas.openxmlformats.org/presentationml/2006/ole">
            <mc:AlternateContent xmlns:mc="http://schemas.openxmlformats.org/markup-compatibility/2006">
              <mc:Choice xmlns:v="urn:schemas-microsoft-com:vml" Requires="v">
                <p:oleObj name="Visio" r:id="rId19" imgW="560642" imgH="824674" progId="Visio.Drawing.11">
                  <p:embed/>
                </p:oleObj>
              </mc:Choice>
              <mc:Fallback>
                <p:oleObj name="Visio" r:id="rId19" imgW="560642" imgH="824674" progId="Visio.Drawing.11">
                  <p:embed/>
                  <p:pic>
                    <p:nvPicPr>
                      <p:cNvPr id="261137"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43663" y="2060575"/>
                        <a:ext cx="815975" cy="122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8" name="Object 18"/>
          <p:cNvGraphicFramePr>
            <a:graphicFrameLocks noChangeAspect="1"/>
          </p:cNvGraphicFramePr>
          <p:nvPr/>
        </p:nvGraphicFramePr>
        <p:xfrm>
          <a:off x="7451725" y="1844675"/>
          <a:ext cx="434975" cy="1512888"/>
        </p:xfrm>
        <a:graphic>
          <a:graphicData uri="http://schemas.openxmlformats.org/presentationml/2006/ole">
            <mc:AlternateContent xmlns:mc="http://schemas.openxmlformats.org/markup-compatibility/2006">
              <mc:Choice xmlns:v="urn:schemas-microsoft-com:vml" Requires="v">
                <p:oleObj name="Visio" r:id="rId21" imgW="340757" imgH="984123" progId="Visio.Drawing.11">
                  <p:embed/>
                </p:oleObj>
              </mc:Choice>
              <mc:Fallback>
                <p:oleObj name="Visio" r:id="rId21" imgW="340757" imgH="984123" progId="Visio.Drawing.11">
                  <p:embed/>
                  <p:pic>
                    <p:nvPicPr>
                      <p:cNvPr id="261138"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51725" y="1844675"/>
                        <a:ext cx="434975"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9" name="Object 19"/>
          <p:cNvGraphicFramePr>
            <a:graphicFrameLocks noChangeAspect="1"/>
          </p:cNvGraphicFramePr>
          <p:nvPr/>
        </p:nvGraphicFramePr>
        <p:xfrm>
          <a:off x="419100" y="1773238"/>
          <a:ext cx="4445000" cy="457200"/>
        </p:xfrm>
        <a:graphic>
          <a:graphicData uri="http://schemas.openxmlformats.org/presentationml/2006/ole">
            <mc:AlternateContent xmlns:mc="http://schemas.openxmlformats.org/markup-compatibility/2006">
              <mc:Choice xmlns:v="urn:schemas-microsoft-com:vml" Requires="v">
                <p:oleObj name="Equation" r:id="rId23" imgW="2222500" imgH="228600" progId="Equation.DSMT4">
                  <p:embed/>
                </p:oleObj>
              </mc:Choice>
              <mc:Fallback>
                <p:oleObj name="Equation" r:id="rId23" imgW="2222500" imgH="228600" progId="Equation.DSMT4">
                  <p:embed/>
                  <p:pic>
                    <p:nvPicPr>
                      <p:cNvPr id="261139" name="Object 1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9100" y="1773238"/>
                        <a:ext cx="444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0" name="Object 20"/>
          <p:cNvGraphicFramePr>
            <a:graphicFrameLocks noChangeAspect="1"/>
          </p:cNvGraphicFramePr>
          <p:nvPr/>
        </p:nvGraphicFramePr>
        <p:xfrm>
          <a:off x="382588" y="2459038"/>
          <a:ext cx="3352800" cy="457200"/>
        </p:xfrm>
        <a:graphic>
          <a:graphicData uri="http://schemas.openxmlformats.org/presentationml/2006/ole">
            <mc:AlternateContent xmlns:mc="http://schemas.openxmlformats.org/markup-compatibility/2006">
              <mc:Choice xmlns:v="urn:schemas-microsoft-com:vml" Requires="v">
                <p:oleObj name="Equation" r:id="rId25" imgW="1676400" imgH="228600" progId="Equation.DSMT4">
                  <p:embed/>
                </p:oleObj>
              </mc:Choice>
              <mc:Fallback>
                <p:oleObj name="Equation" r:id="rId25" imgW="1676400" imgH="228600" progId="Equation.DSMT4">
                  <p:embed/>
                  <p:pic>
                    <p:nvPicPr>
                      <p:cNvPr id="261140" name="Object 2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82588" y="2459038"/>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1" name="Object 21"/>
          <p:cNvGraphicFramePr>
            <a:graphicFrameLocks noChangeAspect="1"/>
          </p:cNvGraphicFramePr>
          <p:nvPr/>
        </p:nvGraphicFramePr>
        <p:xfrm>
          <a:off x="330200" y="3109913"/>
          <a:ext cx="4546600" cy="457200"/>
        </p:xfrm>
        <a:graphic>
          <a:graphicData uri="http://schemas.openxmlformats.org/presentationml/2006/ole">
            <mc:AlternateContent xmlns:mc="http://schemas.openxmlformats.org/markup-compatibility/2006">
              <mc:Choice xmlns:v="urn:schemas-microsoft-com:vml" Requires="v">
                <p:oleObj name="Equation" r:id="rId27" imgW="2273300" imgH="228600" progId="Equation.3">
                  <p:embed/>
                </p:oleObj>
              </mc:Choice>
              <mc:Fallback>
                <p:oleObj name="Equation" r:id="rId27" imgW="2273300" imgH="228600" progId="Equation.3">
                  <p:embed/>
                  <p:pic>
                    <p:nvPicPr>
                      <p:cNvPr id="261141" name="Object 2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30200" y="3109913"/>
                        <a:ext cx="454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42" name="Rectangle 22"/>
          <p:cNvSpPr>
            <a:spLocks noChangeArrowheads="1"/>
          </p:cNvSpPr>
          <p:nvPr/>
        </p:nvSpPr>
        <p:spPr bwMode="auto">
          <a:xfrm>
            <a:off x="250825" y="4437063"/>
            <a:ext cx="7634288" cy="35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eaLnBrk="1" hangingPunct="1">
              <a:lnSpc>
                <a:spcPct val="70000"/>
              </a:lnSpc>
              <a:spcBef>
                <a:spcPct val="0"/>
              </a:spcBef>
            </a:pPr>
            <a:r>
              <a:rPr lang="zh-CN" altLang="en-US" dirty="0">
                <a:solidFill>
                  <a:schemeClr val="accent2"/>
                </a:solidFill>
                <a:latin typeface="隶书" panose="02010509060101010101" pitchFamily="49" charset="-122"/>
                <a:ea typeface="隶书" panose="02010509060101010101" pitchFamily="49" charset="-122"/>
              </a:rPr>
              <a:t>应用网孔的</a:t>
            </a:r>
            <a:r>
              <a:rPr lang="en-US" altLang="zh-CN" dirty="0">
                <a:solidFill>
                  <a:schemeClr val="accent2"/>
                </a:solidFill>
                <a:ea typeface="隶书" panose="02010509060101010101" pitchFamily="49" charset="-122"/>
              </a:rPr>
              <a:t>KVL——</a:t>
            </a:r>
            <a:r>
              <a:rPr lang="zh-CN" altLang="en-US" dirty="0">
                <a:solidFill>
                  <a:schemeClr val="accent2"/>
                </a:solidFill>
                <a:ea typeface="隶书" panose="02010509060101010101" pitchFamily="49" charset="-122"/>
              </a:rPr>
              <a:t>广义网孔（</a:t>
            </a:r>
            <a:r>
              <a:rPr lang="en-US" altLang="zh-CN" dirty="0">
                <a:solidFill>
                  <a:schemeClr val="accent2"/>
                </a:solidFill>
                <a:ea typeface="隶书" panose="02010509060101010101" pitchFamily="49" charset="-122"/>
              </a:rPr>
              <a:t>3</a:t>
            </a:r>
            <a:r>
              <a:rPr lang="zh-CN" altLang="en-US" dirty="0">
                <a:solidFill>
                  <a:schemeClr val="accent2"/>
                </a:solidFill>
                <a:ea typeface="隶书" panose="02010509060101010101" pitchFamily="49" charset="-122"/>
              </a:rPr>
              <a:t>个方程</a:t>
            </a:r>
            <a:r>
              <a:rPr lang="en-US" altLang="zh-CN" dirty="0">
                <a:solidFill>
                  <a:schemeClr val="accent2"/>
                </a:solidFill>
                <a:ea typeface="隶书" panose="02010509060101010101" pitchFamily="49" charset="-122"/>
              </a:rPr>
              <a:t>)</a:t>
            </a:r>
          </a:p>
        </p:txBody>
      </p:sp>
      <p:graphicFrame>
        <p:nvGraphicFramePr>
          <p:cNvPr id="261143" name="Object 23"/>
          <p:cNvGraphicFramePr>
            <a:graphicFrameLocks noChangeAspect="1"/>
          </p:cNvGraphicFramePr>
          <p:nvPr/>
        </p:nvGraphicFramePr>
        <p:xfrm>
          <a:off x="385763" y="5661025"/>
          <a:ext cx="4546600" cy="457200"/>
        </p:xfrm>
        <a:graphic>
          <a:graphicData uri="http://schemas.openxmlformats.org/presentationml/2006/ole">
            <mc:AlternateContent xmlns:mc="http://schemas.openxmlformats.org/markup-compatibility/2006">
              <mc:Choice xmlns:v="urn:schemas-microsoft-com:vml" Requires="v">
                <p:oleObj name="Equation" r:id="rId29" imgW="2273300" imgH="228600" progId="Equation.3">
                  <p:embed/>
                </p:oleObj>
              </mc:Choice>
              <mc:Fallback>
                <p:oleObj name="Equation" r:id="rId29" imgW="2273300" imgH="228600" progId="Equation.3">
                  <p:embed/>
                  <p:pic>
                    <p:nvPicPr>
                      <p:cNvPr id="261143" name="Object 2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5763" y="5661025"/>
                        <a:ext cx="454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4" name="Object 24"/>
          <p:cNvGraphicFramePr>
            <a:graphicFrameLocks noChangeAspect="1"/>
          </p:cNvGraphicFramePr>
          <p:nvPr/>
        </p:nvGraphicFramePr>
        <p:xfrm>
          <a:off x="496888" y="5008563"/>
          <a:ext cx="5334000" cy="508000"/>
        </p:xfrm>
        <a:graphic>
          <a:graphicData uri="http://schemas.openxmlformats.org/presentationml/2006/ole">
            <mc:AlternateContent xmlns:mc="http://schemas.openxmlformats.org/markup-compatibility/2006">
              <mc:Choice xmlns:v="urn:schemas-microsoft-com:vml" Requires="v">
                <p:oleObj name="Equation" r:id="rId30" imgW="2667000" imgH="254000" progId="Equation.DSMT4">
                  <p:embed/>
                </p:oleObj>
              </mc:Choice>
              <mc:Fallback>
                <p:oleObj name="Equation" r:id="rId30" imgW="2667000" imgH="254000" progId="Equation.DSMT4">
                  <p:embed/>
                  <p:pic>
                    <p:nvPicPr>
                      <p:cNvPr id="261144" name="Object 2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96888" y="5008563"/>
                        <a:ext cx="53340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5" name="Object 25"/>
          <p:cNvGraphicFramePr>
            <a:graphicFrameLocks noChangeAspect="1"/>
          </p:cNvGraphicFramePr>
          <p:nvPr/>
        </p:nvGraphicFramePr>
        <p:xfrm>
          <a:off x="503238" y="6237288"/>
          <a:ext cx="1727200" cy="509587"/>
        </p:xfrm>
        <a:graphic>
          <a:graphicData uri="http://schemas.openxmlformats.org/presentationml/2006/ole">
            <mc:AlternateContent xmlns:mc="http://schemas.openxmlformats.org/markup-compatibility/2006">
              <mc:Choice xmlns:v="urn:schemas-microsoft-com:vml" Requires="v">
                <p:oleObj name="Equation" r:id="rId32" imgW="774364" imgH="228501" progId="Equation.DSMT4">
                  <p:embed/>
                </p:oleObj>
              </mc:Choice>
              <mc:Fallback>
                <p:oleObj name="Equation" r:id="rId32" imgW="774364" imgH="228501" progId="Equation.DSMT4">
                  <p:embed/>
                  <p:pic>
                    <p:nvPicPr>
                      <p:cNvPr id="261145" name="Object 2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03238" y="6237288"/>
                        <a:ext cx="1727200"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46" name="AutoShape 26"/>
          <p:cNvSpPr>
            <a:spLocks/>
          </p:cNvSpPr>
          <p:nvPr/>
        </p:nvSpPr>
        <p:spPr bwMode="auto">
          <a:xfrm>
            <a:off x="123825" y="1844675"/>
            <a:ext cx="323850" cy="2305050"/>
          </a:xfrm>
          <a:prstGeom prst="leftBrace">
            <a:avLst>
              <a:gd name="adj1" fmla="val 59314"/>
              <a:gd name="adj2" fmla="val 50000"/>
            </a:avLst>
          </a:prstGeom>
          <a:noFill/>
          <a:ln w="38100">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261147" name="AutoShape 27"/>
          <p:cNvSpPr>
            <a:spLocks/>
          </p:cNvSpPr>
          <p:nvPr/>
        </p:nvSpPr>
        <p:spPr bwMode="auto">
          <a:xfrm>
            <a:off x="179388" y="5084763"/>
            <a:ext cx="250825" cy="1439862"/>
          </a:xfrm>
          <a:prstGeom prst="leftBrace">
            <a:avLst>
              <a:gd name="adj1" fmla="val 47838"/>
              <a:gd name="adj2" fmla="val 50000"/>
            </a:avLst>
          </a:prstGeom>
          <a:noFill/>
          <a:ln w="38100">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261148" name="Oval 28"/>
          <p:cNvSpPr>
            <a:spLocks noChangeArrowheads="1"/>
          </p:cNvSpPr>
          <p:nvPr/>
        </p:nvSpPr>
        <p:spPr bwMode="auto">
          <a:xfrm>
            <a:off x="5867400" y="2060575"/>
            <a:ext cx="2305050" cy="1079500"/>
          </a:xfrm>
          <a:prstGeom prst="ellipse">
            <a:avLst/>
          </a:prstGeom>
          <a:noFill/>
          <a:ln w="9525">
            <a:solidFill>
              <a:srgbClr val="CC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61122"/>
                                        </p:tgtEl>
                                        <p:attrNameLst>
                                          <p:attrName>style.visibility</p:attrName>
                                        </p:attrNameLst>
                                      </p:cBhvr>
                                      <p:to>
                                        <p:strVal val="visible"/>
                                      </p:to>
                                    </p:set>
                                    <p:animEffect transition="in" filter="box(in)">
                                      <p:cBhvr>
                                        <p:cTn id="7" dur="500"/>
                                        <p:tgtEl>
                                          <p:spTgt spid="261122"/>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261124"/>
                                        </p:tgtEl>
                                        <p:attrNameLst>
                                          <p:attrName>style.visibility</p:attrName>
                                        </p:attrNameLst>
                                      </p:cBhvr>
                                      <p:to>
                                        <p:strVal val="visible"/>
                                      </p:to>
                                    </p:set>
                                    <p:animEffect transition="in" filter="box(in)">
                                      <p:cBhvr>
                                        <p:cTn id="11" dur="500"/>
                                        <p:tgtEl>
                                          <p:spTgt spid="2611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61132"/>
                                        </p:tgtEl>
                                        <p:attrNameLst>
                                          <p:attrName>style.visibility</p:attrName>
                                        </p:attrNameLst>
                                      </p:cBhvr>
                                      <p:to>
                                        <p:strVal val="visible"/>
                                      </p:to>
                                    </p:set>
                                    <p:animEffect transition="in" filter="wipe(left)">
                                      <p:cBhvr>
                                        <p:cTn id="16" dur="2000"/>
                                        <p:tgtEl>
                                          <p:spTgt spid="261132"/>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261126"/>
                                        </p:tgtEl>
                                        <p:attrNameLst>
                                          <p:attrName>style.visibility</p:attrName>
                                        </p:attrNameLst>
                                      </p:cBhvr>
                                      <p:to>
                                        <p:strVal val="visible"/>
                                      </p:to>
                                    </p:set>
                                    <p:animEffect transition="in" filter="wipe(left)">
                                      <p:cBhvr>
                                        <p:cTn id="20" dur="2000"/>
                                        <p:tgtEl>
                                          <p:spTgt spid="261126"/>
                                        </p:tgtEl>
                                      </p:cBhvr>
                                    </p:animEffect>
                                  </p:childTnLst>
                                </p:cTn>
                              </p:par>
                            </p:childTnLst>
                          </p:cTn>
                        </p:par>
                        <p:par>
                          <p:cTn id="21" fill="hold" nodeType="afterGroup">
                            <p:stCondLst>
                              <p:cond delay="4000"/>
                            </p:stCondLst>
                            <p:childTnLst>
                              <p:par>
                                <p:cTn id="22" presetID="22" presetClass="entr" presetSubtype="8" fill="hold" nodeType="afterEffect">
                                  <p:stCondLst>
                                    <p:cond delay="0"/>
                                  </p:stCondLst>
                                  <p:childTnLst>
                                    <p:set>
                                      <p:cBhvr>
                                        <p:cTn id="23" dur="1" fill="hold">
                                          <p:stCondLst>
                                            <p:cond delay="0"/>
                                          </p:stCondLst>
                                        </p:cTn>
                                        <p:tgtEl>
                                          <p:spTgt spid="261129"/>
                                        </p:tgtEl>
                                        <p:attrNameLst>
                                          <p:attrName>style.visibility</p:attrName>
                                        </p:attrNameLst>
                                      </p:cBhvr>
                                      <p:to>
                                        <p:strVal val="visible"/>
                                      </p:to>
                                    </p:set>
                                    <p:animEffect transition="in" filter="wipe(left)">
                                      <p:cBhvr>
                                        <p:cTn id="24" dur="2000"/>
                                        <p:tgtEl>
                                          <p:spTgt spid="261129"/>
                                        </p:tgtEl>
                                      </p:cBhvr>
                                    </p:animEffect>
                                  </p:childTnLst>
                                </p:cTn>
                              </p:par>
                            </p:childTnLst>
                          </p:cTn>
                        </p:par>
                        <p:par>
                          <p:cTn id="25" fill="hold" nodeType="afterGroup">
                            <p:stCondLst>
                              <p:cond delay="6000"/>
                            </p:stCondLst>
                            <p:childTnLst>
                              <p:par>
                                <p:cTn id="26" presetID="21" presetClass="entr" presetSubtype="4" fill="hold" grpId="0" nodeType="afterEffect">
                                  <p:stCondLst>
                                    <p:cond delay="0"/>
                                  </p:stCondLst>
                                  <p:childTnLst>
                                    <p:set>
                                      <p:cBhvr>
                                        <p:cTn id="27" dur="1" fill="hold">
                                          <p:stCondLst>
                                            <p:cond delay="0"/>
                                          </p:stCondLst>
                                        </p:cTn>
                                        <p:tgtEl>
                                          <p:spTgt spid="261135"/>
                                        </p:tgtEl>
                                        <p:attrNameLst>
                                          <p:attrName>style.visibility</p:attrName>
                                        </p:attrNameLst>
                                      </p:cBhvr>
                                      <p:to>
                                        <p:strVal val="visible"/>
                                      </p:to>
                                    </p:set>
                                    <p:animEffect transition="in" filter="wheel(4)">
                                      <p:cBhvr>
                                        <p:cTn id="28" dur="1000"/>
                                        <p:tgtEl>
                                          <p:spTgt spid="26113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1" presetClass="entr" presetSubtype="8" fill="hold" nodeType="clickEffect">
                                  <p:stCondLst>
                                    <p:cond delay="0"/>
                                  </p:stCondLst>
                                  <p:childTnLst>
                                    <p:set>
                                      <p:cBhvr>
                                        <p:cTn id="32" dur="1" fill="hold">
                                          <p:stCondLst>
                                            <p:cond delay="0"/>
                                          </p:stCondLst>
                                        </p:cTn>
                                        <p:tgtEl>
                                          <p:spTgt spid="261138"/>
                                        </p:tgtEl>
                                        <p:attrNameLst>
                                          <p:attrName>style.visibility</p:attrName>
                                        </p:attrNameLst>
                                      </p:cBhvr>
                                      <p:to>
                                        <p:strVal val="visible"/>
                                      </p:to>
                                    </p:set>
                                    <p:animEffect transition="in" filter="wheel(8)">
                                      <p:cBhvr>
                                        <p:cTn id="33" dur="1000"/>
                                        <p:tgtEl>
                                          <p:spTgt spid="26113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1" presetClass="entr" presetSubtype="8" fill="hold" nodeType="clickEffect">
                                  <p:stCondLst>
                                    <p:cond delay="0"/>
                                  </p:stCondLst>
                                  <p:childTnLst>
                                    <p:set>
                                      <p:cBhvr>
                                        <p:cTn id="37" dur="1" fill="hold">
                                          <p:stCondLst>
                                            <p:cond delay="0"/>
                                          </p:stCondLst>
                                        </p:cTn>
                                        <p:tgtEl>
                                          <p:spTgt spid="261137"/>
                                        </p:tgtEl>
                                        <p:attrNameLst>
                                          <p:attrName>style.visibility</p:attrName>
                                        </p:attrNameLst>
                                      </p:cBhvr>
                                      <p:to>
                                        <p:strVal val="visible"/>
                                      </p:to>
                                    </p:set>
                                    <p:animEffect transition="in" filter="wheel(8)">
                                      <p:cBhvr>
                                        <p:cTn id="38" dur="1000"/>
                                        <p:tgtEl>
                                          <p:spTgt spid="26113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261139"/>
                                        </p:tgtEl>
                                        <p:attrNameLst>
                                          <p:attrName>style.visibility</p:attrName>
                                        </p:attrNameLst>
                                      </p:cBhvr>
                                      <p:to>
                                        <p:strVal val="visible"/>
                                      </p:to>
                                    </p:set>
                                    <p:animEffect transition="in" filter="box(in)">
                                      <p:cBhvr>
                                        <p:cTn id="43" dur="500"/>
                                        <p:tgtEl>
                                          <p:spTgt spid="26113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nodeType="clickEffect">
                                  <p:stCondLst>
                                    <p:cond delay="0"/>
                                  </p:stCondLst>
                                  <p:childTnLst>
                                    <p:set>
                                      <p:cBhvr>
                                        <p:cTn id="47" dur="1" fill="hold">
                                          <p:stCondLst>
                                            <p:cond delay="0"/>
                                          </p:stCondLst>
                                        </p:cTn>
                                        <p:tgtEl>
                                          <p:spTgt spid="261140"/>
                                        </p:tgtEl>
                                        <p:attrNameLst>
                                          <p:attrName>style.visibility</p:attrName>
                                        </p:attrNameLst>
                                      </p:cBhvr>
                                      <p:to>
                                        <p:strVal val="visible"/>
                                      </p:to>
                                    </p:set>
                                    <p:animEffect transition="in" filter="box(in)">
                                      <p:cBhvr>
                                        <p:cTn id="48" dur="500"/>
                                        <p:tgtEl>
                                          <p:spTgt spid="26114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261141"/>
                                        </p:tgtEl>
                                        <p:attrNameLst>
                                          <p:attrName>style.visibility</p:attrName>
                                        </p:attrNameLst>
                                      </p:cBhvr>
                                      <p:to>
                                        <p:strVal val="visible"/>
                                      </p:to>
                                    </p:set>
                                    <p:animEffect transition="in" filter="box(in)">
                                      <p:cBhvr>
                                        <p:cTn id="53" dur="500"/>
                                        <p:tgtEl>
                                          <p:spTgt spid="26114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1" presetClass="entr" presetSubtype="4" fill="hold" nodeType="clickEffect">
                                  <p:stCondLst>
                                    <p:cond delay="0"/>
                                  </p:stCondLst>
                                  <p:childTnLst>
                                    <p:set>
                                      <p:cBhvr>
                                        <p:cTn id="57" dur="1" fill="hold">
                                          <p:stCondLst>
                                            <p:cond delay="0"/>
                                          </p:stCondLst>
                                        </p:cTn>
                                        <p:tgtEl>
                                          <p:spTgt spid="261136"/>
                                        </p:tgtEl>
                                        <p:attrNameLst>
                                          <p:attrName>style.visibility</p:attrName>
                                        </p:attrNameLst>
                                      </p:cBhvr>
                                      <p:to>
                                        <p:strVal val="visible"/>
                                      </p:to>
                                    </p:set>
                                    <p:animEffect transition="in" filter="wheel(4)">
                                      <p:cBhvr>
                                        <p:cTn id="58" dur="1000"/>
                                        <p:tgtEl>
                                          <p:spTgt spid="261136"/>
                                        </p:tgtEl>
                                      </p:cBhvr>
                                    </p:animEffect>
                                  </p:childTnLst>
                                </p:cTn>
                              </p:par>
                            </p:childTnLst>
                          </p:cTn>
                        </p:par>
                        <p:par>
                          <p:cTn id="59" fill="hold" nodeType="afterGroup">
                            <p:stCondLst>
                              <p:cond delay="1000"/>
                            </p:stCondLst>
                            <p:childTnLst>
                              <p:par>
                                <p:cTn id="60" presetID="21" presetClass="entr" presetSubtype="4" fill="hold" grpId="0" nodeType="afterEffect">
                                  <p:stCondLst>
                                    <p:cond delay="0"/>
                                  </p:stCondLst>
                                  <p:childTnLst>
                                    <p:set>
                                      <p:cBhvr>
                                        <p:cTn id="61" dur="1" fill="hold">
                                          <p:stCondLst>
                                            <p:cond delay="0"/>
                                          </p:stCondLst>
                                        </p:cTn>
                                        <p:tgtEl>
                                          <p:spTgt spid="261146"/>
                                        </p:tgtEl>
                                        <p:attrNameLst>
                                          <p:attrName>style.visibility</p:attrName>
                                        </p:attrNameLst>
                                      </p:cBhvr>
                                      <p:to>
                                        <p:strVal val="visible"/>
                                      </p:to>
                                    </p:set>
                                    <p:animEffect transition="in" filter="wheel(4)">
                                      <p:cBhvr>
                                        <p:cTn id="62" dur="2000"/>
                                        <p:tgtEl>
                                          <p:spTgt spid="26114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261142"/>
                                        </p:tgtEl>
                                        <p:attrNameLst>
                                          <p:attrName>style.visibility</p:attrName>
                                        </p:attrNameLst>
                                      </p:cBhvr>
                                      <p:to>
                                        <p:strVal val="visible"/>
                                      </p:to>
                                    </p:set>
                                    <p:animEffect transition="in" filter="slide(fromBottom)">
                                      <p:cBhvr>
                                        <p:cTn id="67" dur="1000"/>
                                        <p:tgtEl>
                                          <p:spTgt spid="261142"/>
                                        </p:tgtEl>
                                      </p:cBhvr>
                                    </p:animEffect>
                                  </p:childTnLst>
                                </p:cTn>
                              </p:par>
                            </p:childTnLst>
                          </p:cTn>
                        </p:par>
                        <p:par>
                          <p:cTn id="68" fill="hold" nodeType="afterGroup">
                            <p:stCondLst>
                              <p:cond delay="1000"/>
                            </p:stCondLst>
                            <p:childTnLst>
                              <p:par>
                                <p:cTn id="69" presetID="2" presetClass="exit" presetSubtype="2" fill="hold" nodeType="afterEffect">
                                  <p:stCondLst>
                                    <p:cond delay="0"/>
                                  </p:stCondLst>
                                  <p:childTnLst>
                                    <p:anim calcmode="lin" valueType="num">
                                      <p:cBhvr additive="base">
                                        <p:cTn id="70" dur="2000"/>
                                        <p:tgtEl>
                                          <p:spTgt spid="261137"/>
                                        </p:tgtEl>
                                        <p:attrNameLst>
                                          <p:attrName>ppt_x</p:attrName>
                                        </p:attrNameLst>
                                      </p:cBhvr>
                                      <p:tavLst>
                                        <p:tav tm="0">
                                          <p:val>
                                            <p:strVal val="ppt_x"/>
                                          </p:val>
                                        </p:tav>
                                        <p:tav tm="100000">
                                          <p:val>
                                            <p:strVal val="1+ppt_w/2"/>
                                          </p:val>
                                        </p:tav>
                                      </p:tavLst>
                                    </p:anim>
                                    <p:anim calcmode="lin" valueType="num">
                                      <p:cBhvr additive="base">
                                        <p:cTn id="71" dur="2000"/>
                                        <p:tgtEl>
                                          <p:spTgt spid="261137"/>
                                        </p:tgtEl>
                                        <p:attrNameLst>
                                          <p:attrName>ppt_y</p:attrName>
                                        </p:attrNameLst>
                                      </p:cBhvr>
                                      <p:tavLst>
                                        <p:tav tm="0">
                                          <p:val>
                                            <p:strVal val="ppt_y"/>
                                          </p:val>
                                        </p:tav>
                                        <p:tav tm="100000">
                                          <p:val>
                                            <p:strVal val="ppt_y"/>
                                          </p:val>
                                        </p:tav>
                                      </p:tavLst>
                                    </p:anim>
                                    <p:set>
                                      <p:cBhvr>
                                        <p:cTn id="72" dur="1" fill="hold">
                                          <p:stCondLst>
                                            <p:cond delay="1999"/>
                                          </p:stCondLst>
                                        </p:cTn>
                                        <p:tgtEl>
                                          <p:spTgt spid="261137"/>
                                        </p:tgtEl>
                                        <p:attrNameLst>
                                          <p:attrName>style.visibility</p:attrName>
                                        </p:attrNameLst>
                                      </p:cBhvr>
                                      <p:to>
                                        <p:strVal val="hidden"/>
                                      </p:to>
                                    </p:set>
                                  </p:childTnLst>
                                </p:cTn>
                              </p:par>
                            </p:childTnLst>
                          </p:cTn>
                        </p:par>
                        <p:par>
                          <p:cTn id="73" fill="hold" nodeType="afterGroup">
                            <p:stCondLst>
                              <p:cond delay="3000"/>
                            </p:stCondLst>
                            <p:childTnLst>
                              <p:par>
                                <p:cTn id="74" presetID="20" presetClass="entr" presetSubtype="0" fill="hold" grpId="0" nodeType="afterEffect">
                                  <p:stCondLst>
                                    <p:cond delay="0"/>
                                  </p:stCondLst>
                                  <p:childTnLst>
                                    <p:set>
                                      <p:cBhvr>
                                        <p:cTn id="75" dur="1" fill="hold">
                                          <p:stCondLst>
                                            <p:cond delay="0"/>
                                          </p:stCondLst>
                                        </p:cTn>
                                        <p:tgtEl>
                                          <p:spTgt spid="261148"/>
                                        </p:tgtEl>
                                        <p:attrNameLst>
                                          <p:attrName>style.visibility</p:attrName>
                                        </p:attrNameLst>
                                      </p:cBhvr>
                                      <p:to>
                                        <p:strVal val="visible"/>
                                      </p:to>
                                    </p:set>
                                    <p:animEffect transition="in" filter="wedge">
                                      <p:cBhvr>
                                        <p:cTn id="76" dur="2000"/>
                                        <p:tgtEl>
                                          <p:spTgt spid="26114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4" presetClass="entr" presetSubtype="16" fill="hold" nodeType="clickEffect">
                                  <p:stCondLst>
                                    <p:cond delay="0"/>
                                  </p:stCondLst>
                                  <p:childTnLst>
                                    <p:set>
                                      <p:cBhvr>
                                        <p:cTn id="80" dur="1" fill="hold">
                                          <p:stCondLst>
                                            <p:cond delay="0"/>
                                          </p:stCondLst>
                                        </p:cTn>
                                        <p:tgtEl>
                                          <p:spTgt spid="261144"/>
                                        </p:tgtEl>
                                        <p:attrNameLst>
                                          <p:attrName>style.visibility</p:attrName>
                                        </p:attrNameLst>
                                      </p:cBhvr>
                                      <p:to>
                                        <p:strVal val="visible"/>
                                      </p:to>
                                    </p:set>
                                    <p:animEffect transition="in" filter="box(in)">
                                      <p:cBhvr>
                                        <p:cTn id="81" dur="500"/>
                                        <p:tgtEl>
                                          <p:spTgt spid="26114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4" presetClass="entr" presetSubtype="16" fill="hold" nodeType="clickEffect">
                                  <p:stCondLst>
                                    <p:cond delay="0"/>
                                  </p:stCondLst>
                                  <p:childTnLst>
                                    <p:set>
                                      <p:cBhvr>
                                        <p:cTn id="85" dur="1" fill="hold">
                                          <p:stCondLst>
                                            <p:cond delay="0"/>
                                          </p:stCondLst>
                                        </p:cTn>
                                        <p:tgtEl>
                                          <p:spTgt spid="261143"/>
                                        </p:tgtEl>
                                        <p:attrNameLst>
                                          <p:attrName>style.visibility</p:attrName>
                                        </p:attrNameLst>
                                      </p:cBhvr>
                                      <p:to>
                                        <p:strVal val="visible"/>
                                      </p:to>
                                    </p:set>
                                    <p:animEffect transition="in" filter="box(in)">
                                      <p:cBhvr>
                                        <p:cTn id="86" dur="500"/>
                                        <p:tgtEl>
                                          <p:spTgt spid="26114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1" presetClass="entr" presetSubtype="4" fill="hold" nodeType="clickEffect">
                                  <p:stCondLst>
                                    <p:cond delay="0"/>
                                  </p:stCondLst>
                                  <p:childTnLst>
                                    <p:set>
                                      <p:cBhvr>
                                        <p:cTn id="90" dur="1" fill="hold">
                                          <p:stCondLst>
                                            <p:cond delay="0"/>
                                          </p:stCondLst>
                                        </p:cTn>
                                        <p:tgtEl>
                                          <p:spTgt spid="261145"/>
                                        </p:tgtEl>
                                        <p:attrNameLst>
                                          <p:attrName>style.visibility</p:attrName>
                                        </p:attrNameLst>
                                      </p:cBhvr>
                                      <p:to>
                                        <p:strVal val="visible"/>
                                      </p:to>
                                    </p:set>
                                    <p:animEffect transition="in" filter="wheel(4)">
                                      <p:cBhvr>
                                        <p:cTn id="91" dur="1000"/>
                                        <p:tgtEl>
                                          <p:spTgt spid="261145"/>
                                        </p:tgtEl>
                                      </p:cBhvr>
                                    </p:animEffect>
                                  </p:childTnLst>
                                </p:cTn>
                              </p:par>
                            </p:childTnLst>
                          </p:cTn>
                        </p:par>
                        <p:par>
                          <p:cTn id="92" fill="hold" nodeType="afterGroup">
                            <p:stCondLst>
                              <p:cond delay="1000"/>
                            </p:stCondLst>
                            <p:childTnLst>
                              <p:par>
                                <p:cTn id="93" presetID="21" presetClass="entr" presetSubtype="4" fill="hold" grpId="0" nodeType="afterEffect">
                                  <p:stCondLst>
                                    <p:cond delay="0"/>
                                  </p:stCondLst>
                                  <p:childTnLst>
                                    <p:set>
                                      <p:cBhvr>
                                        <p:cTn id="94" dur="1" fill="hold">
                                          <p:stCondLst>
                                            <p:cond delay="0"/>
                                          </p:stCondLst>
                                        </p:cTn>
                                        <p:tgtEl>
                                          <p:spTgt spid="261147"/>
                                        </p:tgtEl>
                                        <p:attrNameLst>
                                          <p:attrName>style.visibility</p:attrName>
                                        </p:attrNameLst>
                                      </p:cBhvr>
                                      <p:to>
                                        <p:strVal val="visible"/>
                                      </p:to>
                                    </p:set>
                                    <p:animEffect transition="in" filter="wheel(4)">
                                      <p:cBhvr>
                                        <p:cTn id="95" dur="2000"/>
                                        <p:tgtEl>
                                          <p:spTgt spid="261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35" grpId="0"/>
      <p:bldP spid="261142" grpId="0"/>
      <p:bldP spid="261146" grpId="0" animBg="1"/>
      <p:bldP spid="261147" grpId="0" animBg="1"/>
      <p:bldP spid="26114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0" y="0"/>
            <a:ext cx="9102725" cy="542798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61620" y="823595"/>
            <a:ext cx="8620125" cy="52101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7"/>
          <p:cNvSpPr txBox="1">
            <a:spLocks noChangeArrowheads="1"/>
          </p:cNvSpPr>
          <p:nvPr/>
        </p:nvSpPr>
        <p:spPr bwMode="auto">
          <a:xfrm>
            <a:off x="943928" y="340846"/>
            <a:ext cx="4038599" cy="523220"/>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wrap="square">
            <a:spAutoFit/>
          </a:bodyPr>
          <a:lstStyle>
            <a:defPPr>
              <a:defRPr lang="zh-CN"/>
            </a:defPPr>
            <a:lvl1pPr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1pPr>
            <a:lvl2pPr marL="4572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2pPr>
            <a:lvl3pPr marL="9144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3pPr>
            <a:lvl4pPr marL="13716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4pPr>
            <a:lvl5pPr marL="18288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5pPr>
            <a:lvl6pPr marL="22860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6pPr>
            <a:lvl7pPr marL="27432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7pPr>
            <a:lvl8pPr marL="32004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8pPr>
            <a:lvl9pPr marL="36576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9pPr>
          </a:lstStyle>
          <a:p>
            <a:pPr algn="l" eaLnBrk="1" hangingPunct="1"/>
            <a:r>
              <a:rPr lang="zh-CN" altLang="en-US" sz="2800" b="1" dirty="0">
                <a:latin typeface="楷体" panose="02010609060101010101" charset="-122"/>
                <a:ea typeface="楷体" panose="02010609060101010101" charset="-122"/>
              </a:rPr>
              <a:t>求电流源发出的功率</a:t>
            </a:r>
          </a:p>
        </p:txBody>
      </p:sp>
      <p:sp>
        <p:nvSpPr>
          <p:cNvPr id="9" name="文本框 8"/>
          <p:cNvSpPr txBox="1"/>
          <p:nvPr/>
        </p:nvSpPr>
        <p:spPr>
          <a:xfrm>
            <a:off x="183833" y="341471"/>
            <a:ext cx="760095" cy="52197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2</a:t>
            </a:r>
          </a:p>
        </p:txBody>
      </p:sp>
      <p:sp>
        <p:nvSpPr>
          <p:cNvPr id="27" name="文本框 26"/>
          <p:cNvSpPr txBox="1"/>
          <p:nvPr/>
        </p:nvSpPr>
        <p:spPr>
          <a:xfrm>
            <a:off x="2399525" y="2793423"/>
            <a:ext cx="1612900" cy="521970"/>
          </a:xfrm>
          <a:prstGeom prst="rect">
            <a:avLst/>
          </a:prstGeom>
          <a:noFill/>
        </p:spPr>
        <p:txBody>
          <a:bodyPr wrap="none" rtlCol="0" anchor="t">
            <a:spAutoFit/>
          </a:bodyPr>
          <a:lstStyle/>
          <a:p>
            <a:r>
              <a:rPr lang="zh-CN" altLang="en-US" sz="2800" b="1" dirty="0">
                <a:solidFill>
                  <a:srgbClr val="FF0000"/>
                </a:solidFill>
                <a:latin typeface="楷体" panose="02010609060101010101" charset="-122"/>
                <a:ea typeface="楷体" panose="02010609060101010101" charset="-122"/>
                <a:sym typeface="+mn-ea"/>
              </a:rPr>
              <a:t>结点法：</a:t>
            </a:r>
          </a:p>
        </p:txBody>
      </p:sp>
      <p:sp>
        <p:nvSpPr>
          <p:cNvPr id="28" name="文本框 27"/>
          <p:cNvSpPr txBox="1"/>
          <p:nvPr/>
        </p:nvSpPr>
        <p:spPr>
          <a:xfrm>
            <a:off x="374650" y="1154690"/>
            <a:ext cx="3409315" cy="1169551"/>
          </a:xfrm>
          <a:prstGeom prst="rect">
            <a:avLst/>
          </a:prstGeom>
          <a:noFill/>
        </p:spPr>
        <p:txBody>
          <a:bodyPr wrap="square" rtlCol="0" anchor="t">
            <a:spAutoFit/>
          </a:bodyPr>
          <a:lstStyle/>
          <a:p>
            <a:pPr algn="l">
              <a:spcBef>
                <a:spcPct val="50000"/>
              </a:spcBef>
              <a:buFontTx/>
              <a:buNone/>
            </a:pPr>
            <a:r>
              <a:rPr lang="en-US" altLang="zh-CN" sz="2800" b="1" dirty="0">
                <a:solidFill>
                  <a:srgbClr val="0000FF"/>
                </a:solidFill>
                <a:uFillTx/>
                <a:latin typeface="Times New Roman" panose="02020603050405020304" pitchFamily="18" charset="0"/>
                <a:ea typeface="楷体" panose="02010609060101010101" charset="-122"/>
                <a:sym typeface="+mn-ea"/>
              </a:rPr>
              <a:t>KCL</a:t>
            </a:r>
            <a:r>
              <a:rPr lang="zh-CN" altLang="en-US" sz="2800" b="1" dirty="0">
                <a:solidFill>
                  <a:srgbClr val="0000FF"/>
                </a:solidFill>
                <a:uFillTx/>
                <a:latin typeface="Times New Roman" panose="02020603050405020304" pitchFamily="18" charset="0"/>
                <a:ea typeface="楷体" panose="02010609060101010101" charset="-122"/>
                <a:sym typeface="+mn-ea"/>
              </a:rPr>
              <a:t>、</a:t>
            </a:r>
            <a:r>
              <a:rPr lang="en-US" altLang="zh-CN" sz="2800" b="1" dirty="0">
                <a:solidFill>
                  <a:srgbClr val="0000FF"/>
                </a:solidFill>
                <a:uFillTx/>
                <a:latin typeface="Times New Roman" panose="02020603050405020304" pitchFamily="18" charset="0"/>
                <a:ea typeface="楷体" panose="02010609060101010101" charset="-122"/>
                <a:sym typeface="+mn-ea"/>
              </a:rPr>
              <a:t>KVL</a:t>
            </a:r>
          </a:p>
          <a:p>
            <a:pPr>
              <a:spcBef>
                <a:spcPct val="50000"/>
              </a:spcBef>
            </a:pPr>
            <a:r>
              <a:rPr lang="zh-CN" altLang="en-US" sz="2800" b="1" dirty="0">
                <a:solidFill>
                  <a:srgbClr val="0000FF"/>
                </a:solidFill>
                <a:latin typeface="Times New Roman" panose="02020603050405020304" pitchFamily="18" charset="0"/>
                <a:ea typeface="楷体" panose="02010609060101010101" charset="-122"/>
                <a:sym typeface="+mn-ea"/>
              </a:rPr>
              <a:t>结点法、网孔法</a:t>
            </a:r>
            <a:endParaRPr lang="zh-CN" altLang="en-US" sz="2800" b="1" dirty="0">
              <a:solidFill>
                <a:srgbClr val="0000FF"/>
              </a:solidFill>
              <a:uFillTx/>
              <a:latin typeface="Times New Roman" panose="02020603050405020304" pitchFamily="18" charset="0"/>
              <a:ea typeface="楷体" panose="02010609060101010101" charset="-122"/>
              <a:sym typeface="+mn-ea"/>
            </a:endParaRPr>
          </a:p>
        </p:txBody>
      </p:sp>
      <p:sp>
        <p:nvSpPr>
          <p:cNvPr id="30" name="文本框 29"/>
          <p:cNvSpPr txBox="1"/>
          <p:nvPr/>
        </p:nvSpPr>
        <p:spPr>
          <a:xfrm>
            <a:off x="374650" y="3606642"/>
            <a:ext cx="7839075" cy="2677656"/>
          </a:xfrm>
          <a:prstGeom prst="rect">
            <a:avLst/>
          </a:prstGeom>
          <a:noFill/>
        </p:spPr>
        <p:txBody>
          <a:bodyPr wrap="square" rtlCol="0" anchor="t">
            <a:spAutoFit/>
          </a:bodyPr>
          <a:lstStyle/>
          <a:p>
            <a:pPr marL="457200" indent="-457200" algn="just" latinLnBrk="0">
              <a:lnSpc>
                <a:spcPct val="100000"/>
              </a:lnSpc>
              <a:buClr>
                <a:srgbClr val="000000"/>
              </a:buClr>
              <a:buFont typeface="Wingdings" panose="05000000000000000000" charset="0"/>
              <a:buChar char="p"/>
            </a:pPr>
            <a:r>
              <a:rPr lang="zh-CN" altLang="en-US" sz="2800" b="1" dirty="0">
                <a:solidFill>
                  <a:schemeClr val="tx1"/>
                </a:solidFill>
                <a:latin typeface="Times New Roman" panose="02020603050405020304" pitchFamily="18" charset="0"/>
                <a:ea typeface="楷体" panose="02010609060101010101" charset="-122"/>
                <a:cs typeface="+mn-ea"/>
                <a:sym typeface="+mn-ea"/>
              </a:rPr>
              <a:t>任选一个</a:t>
            </a:r>
            <a:r>
              <a:rPr lang="zh-CN" altLang="en-US" sz="2800" b="1" dirty="0">
                <a:latin typeface="Times New Roman" panose="02020603050405020304" pitchFamily="18" charset="0"/>
                <a:ea typeface="楷体" panose="02010609060101010101" charset="-122"/>
                <a:cs typeface="+mn-ea"/>
                <a:sym typeface="+mn-ea"/>
              </a:rPr>
              <a:t>结点</a:t>
            </a:r>
            <a:r>
              <a:rPr lang="zh-CN" altLang="en-US" sz="2800" b="1" dirty="0">
                <a:solidFill>
                  <a:schemeClr val="tx1"/>
                </a:solidFill>
                <a:latin typeface="Times New Roman" panose="02020603050405020304" pitchFamily="18" charset="0"/>
                <a:ea typeface="楷体" panose="02010609060101010101" charset="-122"/>
                <a:cs typeface="+mn-ea"/>
                <a:sym typeface="+mn-ea"/>
              </a:rPr>
              <a:t>为</a:t>
            </a:r>
            <a:r>
              <a:rPr lang="zh-CN" altLang="en-US" sz="2800" b="1" dirty="0">
                <a:solidFill>
                  <a:srgbClr val="FF0000"/>
                </a:solidFill>
                <a:latin typeface="Times New Roman" panose="02020603050405020304" pitchFamily="18" charset="0"/>
                <a:ea typeface="楷体" panose="02010609060101010101" charset="-122"/>
                <a:cs typeface="+mn-ea"/>
                <a:sym typeface="+mn-ea"/>
              </a:rPr>
              <a:t>参考结点</a:t>
            </a:r>
            <a:r>
              <a:rPr lang="zh-CN" altLang="en-US" sz="2800" b="1" dirty="0">
                <a:latin typeface="Times New Roman" panose="02020603050405020304" pitchFamily="18" charset="0"/>
                <a:ea typeface="楷体" panose="02010609060101010101" charset="-122"/>
                <a:cs typeface="+mn-ea"/>
                <a:sym typeface="+mn-ea"/>
              </a:rPr>
              <a:t>（零电位）</a:t>
            </a:r>
            <a:r>
              <a:rPr lang="zh-CN" altLang="en-US" sz="2800" b="1" dirty="0">
                <a:solidFill>
                  <a:schemeClr val="tx1"/>
                </a:solidFill>
                <a:latin typeface="Times New Roman" panose="02020603050405020304" pitchFamily="18" charset="0"/>
                <a:ea typeface="楷体" panose="02010609060101010101" charset="-122"/>
                <a:cs typeface="+mn-ea"/>
                <a:sym typeface="+mn-ea"/>
              </a:rPr>
              <a:t>，标明n-1个独立结点电位变量；</a:t>
            </a:r>
          </a:p>
          <a:p>
            <a:pPr marL="457200" indent="-457200" algn="just" latinLnBrk="0">
              <a:lnSpc>
                <a:spcPct val="100000"/>
              </a:lnSpc>
              <a:buClr>
                <a:srgbClr val="000000"/>
              </a:buClr>
              <a:buFont typeface="Wingdings" panose="05000000000000000000" charset="0"/>
              <a:buChar char="p"/>
            </a:pPr>
            <a:r>
              <a:rPr lang="zh-CN" altLang="en-US" sz="2800" b="1" dirty="0">
                <a:solidFill>
                  <a:schemeClr val="tx1"/>
                </a:solidFill>
                <a:latin typeface="Times New Roman" panose="02020603050405020304" pitchFamily="18" charset="0"/>
                <a:ea typeface="楷体" panose="02010609060101010101" charset="-122"/>
                <a:cs typeface="+mn-ea"/>
                <a:sym typeface="+mn-ea"/>
              </a:rPr>
              <a:t>以</a:t>
            </a:r>
            <a:r>
              <a:rPr lang="en-US" altLang="zh-CN" sz="2800" b="1" dirty="0">
                <a:solidFill>
                  <a:schemeClr val="tx1"/>
                </a:solidFill>
                <a:latin typeface="Times New Roman" panose="02020603050405020304" pitchFamily="18" charset="0"/>
                <a:ea typeface="楷体" panose="02010609060101010101" charset="-122"/>
                <a:cs typeface="+mn-ea"/>
                <a:sym typeface="+mn-ea"/>
              </a:rPr>
              <a:t>(n–1)</a:t>
            </a:r>
            <a:r>
              <a:rPr lang="zh-CN" altLang="en-US" sz="2800" b="1" dirty="0">
                <a:solidFill>
                  <a:schemeClr val="tx1"/>
                </a:solidFill>
                <a:latin typeface="Times New Roman" panose="02020603050405020304" pitchFamily="18" charset="0"/>
                <a:ea typeface="楷体" panose="02010609060101010101" charset="-122"/>
                <a:cs typeface="+mn-ea"/>
                <a:sym typeface="+mn-ea"/>
              </a:rPr>
              <a:t>个独立</a:t>
            </a:r>
            <a:r>
              <a:rPr lang="zh-CN" altLang="en-US" sz="2800" b="1" dirty="0">
                <a:latin typeface="Times New Roman" panose="02020603050405020304" pitchFamily="18" charset="0"/>
                <a:ea typeface="楷体" panose="02010609060101010101" charset="-122"/>
                <a:cs typeface="+mn-ea"/>
                <a:sym typeface="+mn-ea"/>
              </a:rPr>
              <a:t>结点</a:t>
            </a:r>
            <a:r>
              <a:rPr lang="zh-CN" altLang="en-US" sz="2800" b="1" dirty="0">
                <a:solidFill>
                  <a:schemeClr val="tx1"/>
                </a:solidFill>
                <a:latin typeface="Times New Roman" panose="02020603050405020304" pitchFamily="18" charset="0"/>
                <a:ea typeface="楷体" panose="02010609060101010101" charset="-122"/>
                <a:cs typeface="+mn-ea"/>
                <a:sym typeface="+mn-ea"/>
              </a:rPr>
              <a:t>的电压为变量列写</a:t>
            </a:r>
            <a:r>
              <a:rPr lang="en-US" altLang="zh-CN" sz="2800" b="1" dirty="0">
                <a:solidFill>
                  <a:srgbClr val="FF0000"/>
                </a:solidFill>
                <a:latin typeface="Times New Roman" panose="02020603050405020304" pitchFamily="18" charset="0"/>
                <a:ea typeface="楷体" panose="02010609060101010101" charset="-122"/>
                <a:cs typeface="+mn-ea"/>
                <a:sym typeface="+mn-ea"/>
              </a:rPr>
              <a:t>(n–1)</a:t>
            </a:r>
            <a:r>
              <a:rPr lang="zh-CN" altLang="en-US" sz="2800" b="1" dirty="0">
                <a:solidFill>
                  <a:srgbClr val="FF0000"/>
                </a:solidFill>
                <a:latin typeface="Times New Roman" panose="02020603050405020304" pitchFamily="18" charset="0"/>
                <a:ea typeface="楷体" panose="02010609060101010101" charset="-122"/>
                <a:cs typeface="+mn-ea"/>
                <a:sym typeface="+mn-ea"/>
              </a:rPr>
              <a:t>个独立</a:t>
            </a:r>
            <a:r>
              <a:rPr lang="en-US" altLang="zh-CN" sz="2800" b="1" dirty="0">
                <a:solidFill>
                  <a:srgbClr val="FF0000"/>
                </a:solidFill>
                <a:latin typeface="Times New Roman" panose="02020603050405020304" pitchFamily="18" charset="0"/>
                <a:ea typeface="楷体" panose="02010609060101010101" charset="-122"/>
                <a:cs typeface="+mn-ea"/>
                <a:sym typeface="+mn-ea"/>
              </a:rPr>
              <a:t>KCL</a:t>
            </a:r>
            <a:r>
              <a:rPr lang="zh-CN" altLang="en-US" sz="2800" b="1" dirty="0">
                <a:solidFill>
                  <a:srgbClr val="FF0000"/>
                </a:solidFill>
                <a:latin typeface="Times New Roman" panose="02020603050405020304" pitchFamily="18" charset="0"/>
                <a:ea typeface="楷体" panose="02010609060101010101" charset="-122"/>
                <a:cs typeface="+mn-ea"/>
                <a:sym typeface="+mn-ea"/>
              </a:rPr>
              <a:t>方程</a:t>
            </a:r>
            <a:r>
              <a:rPr lang="zh-CN" altLang="en-US" sz="2800" b="1" dirty="0">
                <a:solidFill>
                  <a:schemeClr val="tx1"/>
                </a:solidFill>
                <a:latin typeface="Times New Roman" panose="02020603050405020304" pitchFamily="18" charset="0"/>
                <a:ea typeface="楷体" panose="02010609060101010101" charset="-122"/>
                <a:cs typeface="+mn-ea"/>
                <a:sym typeface="+mn-ea"/>
              </a:rPr>
              <a:t>；</a:t>
            </a:r>
          </a:p>
          <a:p>
            <a:pPr marL="457200" indent="-457200" algn="just" latinLnBrk="0">
              <a:lnSpc>
                <a:spcPct val="100000"/>
              </a:lnSpc>
              <a:buClr>
                <a:srgbClr val="000000"/>
              </a:buClr>
              <a:buFont typeface="Wingdings" panose="05000000000000000000" charset="0"/>
              <a:buChar char="p"/>
            </a:pPr>
            <a:r>
              <a:rPr lang="zh-CN" altLang="en-US" sz="2800" b="1" dirty="0">
                <a:latin typeface="Times New Roman" panose="02020603050405020304" pitchFamily="18" charset="0"/>
                <a:ea typeface="楷体" panose="02010609060101010101" charset="-122"/>
                <a:cs typeface="+mn-ea"/>
                <a:sym typeface="+mn-ea"/>
              </a:rPr>
              <a:t>求解上述方程，得到n-1个结点电压；  </a:t>
            </a:r>
          </a:p>
          <a:p>
            <a:pPr marL="457200" indent="-457200" algn="just" latinLnBrk="0">
              <a:lnSpc>
                <a:spcPct val="100000"/>
              </a:lnSpc>
              <a:buClr>
                <a:srgbClr val="000000"/>
              </a:buClr>
              <a:buFont typeface="Wingdings" panose="05000000000000000000" charset="0"/>
              <a:buChar char="p"/>
            </a:pPr>
            <a:r>
              <a:rPr lang="zh-CN" altLang="en-US" sz="2800" b="1" dirty="0">
                <a:latin typeface="Times New Roman" panose="02020603050405020304" pitchFamily="18" charset="0"/>
                <a:ea typeface="楷体" panose="02010609060101010101" charset="-122"/>
                <a:cs typeface="+mn-ea"/>
                <a:sym typeface="+mn-ea"/>
              </a:rPr>
              <a:t>求各支路电流及其他电量。  </a:t>
            </a:r>
          </a:p>
        </p:txBody>
      </p:sp>
      <p:graphicFrame>
        <p:nvGraphicFramePr>
          <p:cNvPr id="31" name="Object 6"/>
          <p:cNvGraphicFramePr>
            <a:graphicFrameLocks noChangeAspect="1"/>
          </p:cNvGraphicFramePr>
          <p:nvPr/>
        </p:nvGraphicFramePr>
        <p:xfrm>
          <a:off x="4755198" y="138683"/>
          <a:ext cx="4323080" cy="3408680"/>
        </p:xfrm>
        <a:graphic>
          <a:graphicData uri="http://schemas.openxmlformats.org/presentationml/2006/ole">
            <mc:AlternateContent xmlns:mc="http://schemas.openxmlformats.org/markup-compatibility/2006">
              <mc:Choice xmlns:v="urn:schemas-microsoft-com:vml" Requires="v">
                <p:oleObj name="Visio" r:id="rId2" imgW="2159635" imgH="1711960" progId="Visio.Drawing.11">
                  <p:embed/>
                </p:oleObj>
              </mc:Choice>
              <mc:Fallback>
                <p:oleObj name="Visio" r:id="rId2" imgW="2159635" imgH="1711960" progId="Visio.Drawing.11">
                  <p:embed/>
                  <p:pic>
                    <p:nvPicPr>
                      <p:cNvPr id="0" name="Object 6"/>
                      <p:cNvPicPr>
                        <a:picLocks noChangeAspect="1" noChangeArrowheads="1"/>
                      </p:cNvPicPr>
                      <p:nvPr/>
                    </p:nvPicPr>
                    <p:blipFill>
                      <a:blip r:embed="rId3"/>
                      <a:srcRect/>
                      <a:stretch>
                        <a:fillRect/>
                      </a:stretch>
                    </p:blipFill>
                    <p:spPr bwMode="auto">
                      <a:xfrm>
                        <a:off x="4755198" y="138683"/>
                        <a:ext cx="4323080" cy="340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文本框 7"/>
          <p:cNvSpPr txBox="1"/>
          <p:nvPr/>
        </p:nvSpPr>
        <p:spPr>
          <a:xfrm>
            <a:off x="374650" y="2792173"/>
            <a:ext cx="1969863" cy="523220"/>
          </a:xfrm>
          <a:prstGeom prst="rect">
            <a:avLst/>
          </a:prstGeom>
          <a:solidFill>
            <a:schemeClr val="accent3">
              <a:lumMod val="60000"/>
              <a:lumOff val="40000"/>
            </a:schemeClr>
          </a:solidFill>
        </p:spPr>
        <p:txBody>
          <a:bodyPr wrap="square">
            <a:spAutoFit/>
          </a:bodyPr>
          <a:lstStyle/>
          <a:p>
            <a:r>
              <a:rPr lang="zh-CN" altLang="en-US" sz="2800" b="1" dirty="0">
                <a:solidFill>
                  <a:srgbClr val="0000FF"/>
                </a:solidFill>
                <a:latin typeface="Times New Roman" panose="02020603050405020304" pitchFamily="18" charset="0"/>
                <a:ea typeface="楷体" panose="02010609060101010101" charset="-122"/>
              </a:rPr>
              <a:t>知识点回顾</a:t>
            </a:r>
            <a:endParaRPr lang="zh-CN" altLang="en-US" sz="2800" b="1"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wipe(left)">
                                      <p:cBhvr>
                                        <p:cTn id="7" dur="500"/>
                                        <p:tgtEl>
                                          <p:spTgt spid="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xEl>
                                              <p:pRg st="1" end="1"/>
                                            </p:txEl>
                                          </p:spTgt>
                                        </p:tgtEl>
                                        <p:attrNameLst>
                                          <p:attrName>style.visibility</p:attrName>
                                        </p:attrNameLst>
                                      </p:cBhvr>
                                      <p:to>
                                        <p:strVal val="visible"/>
                                      </p:to>
                                    </p:set>
                                    <p:animEffect transition="in" filter="wipe(left)">
                                      <p:cBhvr>
                                        <p:cTn id="12" dur="500"/>
                                        <p:tgtEl>
                                          <p:spTgt spid="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barn(inVertical)">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2"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uiExpand="1" build="p"/>
      <p:bldP spid="28" grpId="1"/>
      <p:bldP spid="30" grpId="1"/>
      <p:bldP spid="30" grpId="2"/>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5620385" y="2981269"/>
            <a:ext cx="737128" cy="58395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 Box 57"/>
          <p:cNvSpPr txBox="1">
            <a:spLocks noChangeArrowheads="1"/>
          </p:cNvSpPr>
          <p:nvPr/>
        </p:nvSpPr>
        <p:spPr bwMode="auto">
          <a:xfrm>
            <a:off x="943928" y="340846"/>
            <a:ext cx="4038599" cy="523220"/>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wrap="square">
            <a:spAutoFit/>
          </a:bodyPr>
          <a:lstStyle>
            <a:defPPr>
              <a:defRPr lang="zh-CN"/>
            </a:defPPr>
            <a:lvl1pPr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1pPr>
            <a:lvl2pPr marL="4572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2pPr>
            <a:lvl3pPr marL="9144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3pPr>
            <a:lvl4pPr marL="13716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4pPr>
            <a:lvl5pPr marL="18288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5pPr>
            <a:lvl6pPr marL="22860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6pPr>
            <a:lvl7pPr marL="27432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7pPr>
            <a:lvl8pPr marL="32004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8pPr>
            <a:lvl9pPr marL="36576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9pPr>
          </a:lstStyle>
          <a:p>
            <a:pPr algn="l" eaLnBrk="1" hangingPunct="1"/>
            <a:r>
              <a:rPr lang="zh-CN" altLang="en-US" sz="2800" b="1" dirty="0">
                <a:latin typeface="楷体" panose="02010609060101010101" charset="-122"/>
                <a:ea typeface="楷体" panose="02010609060101010101" charset="-122"/>
              </a:rPr>
              <a:t>求电流源发出的功率</a:t>
            </a:r>
          </a:p>
        </p:txBody>
      </p:sp>
      <p:graphicFrame>
        <p:nvGraphicFramePr>
          <p:cNvPr id="3" name="Object 6"/>
          <p:cNvGraphicFramePr>
            <a:graphicFrameLocks noChangeAspect="1"/>
          </p:cNvGraphicFramePr>
          <p:nvPr/>
        </p:nvGraphicFramePr>
        <p:xfrm>
          <a:off x="4755198" y="138683"/>
          <a:ext cx="4323080" cy="3408680"/>
        </p:xfrm>
        <a:graphic>
          <a:graphicData uri="http://schemas.openxmlformats.org/presentationml/2006/ole">
            <mc:AlternateContent xmlns:mc="http://schemas.openxmlformats.org/markup-compatibility/2006">
              <mc:Choice xmlns:v="urn:schemas-microsoft-com:vml" Requires="v">
                <p:oleObj name="Visio" r:id="rId2" imgW="2159635" imgH="1711960" progId="Visio.Drawing.11">
                  <p:embed/>
                </p:oleObj>
              </mc:Choice>
              <mc:Fallback>
                <p:oleObj name="Visio" r:id="rId2" imgW="2159635" imgH="1711960" progId="Visio.Drawing.11">
                  <p:embed/>
                  <p:pic>
                    <p:nvPicPr>
                      <p:cNvPr id="0" name="Object 6"/>
                      <p:cNvPicPr>
                        <a:picLocks noChangeAspect="1" noChangeArrowheads="1"/>
                      </p:cNvPicPr>
                      <p:nvPr/>
                    </p:nvPicPr>
                    <p:blipFill>
                      <a:blip r:embed="rId3"/>
                      <a:srcRect/>
                      <a:stretch>
                        <a:fillRect/>
                      </a:stretch>
                    </p:blipFill>
                    <p:spPr bwMode="auto">
                      <a:xfrm>
                        <a:off x="4755198" y="138683"/>
                        <a:ext cx="4323080" cy="340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6"/>
          <p:cNvGraphicFramePr>
            <a:graphicFrameLocks noChangeAspect="1"/>
          </p:cNvGraphicFramePr>
          <p:nvPr/>
        </p:nvGraphicFramePr>
        <p:xfrm>
          <a:off x="435928" y="5628958"/>
          <a:ext cx="1016000" cy="506412"/>
        </p:xfrm>
        <a:graphic>
          <a:graphicData uri="http://schemas.openxmlformats.org/presentationml/2006/ole">
            <mc:AlternateContent xmlns:mc="http://schemas.openxmlformats.org/markup-compatibility/2006">
              <mc:Choice xmlns:v="urn:schemas-microsoft-com:vml" Requires="v">
                <p:oleObj name="Equation" r:id="rId4" imgW="457200" imgH="228600" progId="Equation.DSMT4">
                  <p:embed/>
                </p:oleObj>
              </mc:Choice>
              <mc:Fallback>
                <p:oleObj name="Equation" r:id="rId4" imgW="457200" imgH="228600" progId="Equation.DSMT4">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928" y="5628958"/>
                        <a:ext cx="1016000" cy="50641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17"/>
          <p:cNvGraphicFramePr>
            <a:graphicFrameLocks noChangeAspect="1"/>
          </p:cNvGraphicFramePr>
          <p:nvPr/>
        </p:nvGraphicFramePr>
        <p:xfrm>
          <a:off x="363538" y="4565650"/>
          <a:ext cx="4859337" cy="874713"/>
        </p:xfrm>
        <a:graphic>
          <a:graphicData uri="http://schemas.openxmlformats.org/presentationml/2006/ole">
            <mc:AlternateContent xmlns:mc="http://schemas.openxmlformats.org/markup-compatibility/2006">
              <mc:Choice xmlns:v="urn:schemas-microsoft-com:vml" Requires="v">
                <p:oleObj name="Equation" r:id="rId6" imgW="2184400" imgH="393700" progId="Equation.DSMT4">
                  <p:embed/>
                </p:oleObj>
              </mc:Choice>
              <mc:Fallback>
                <p:oleObj name="Equation" r:id="rId6" imgW="2184400" imgH="393700" progId="Equation.DSMT4">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38" y="4565650"/>
                        <a:ext cx="4859337" cy="87471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18"/>
          <p:cNvGraphicFramePr>
            <a:graphicFrameLocks noChangeAspect="1"/>
          </p:cNvGraphicFramePr>
          <p:nvPr/>
        </p:nvGraphicFramePr>
        <p:xfrm>
          <a:off x="1947228" y="5424170"/>
          <a:ext cx="1243012" cy="874713"/>
        </p:xfrm>
        <a:graphic>
          <a:graphicData uri="http://schemas.openxmlformats.org/presentationml/2006/ole">
            <mc:AlternateContent xmlns:mc="http://schemas.openxmlformats.org/markup-compatibility/2006">
              <mc:Choice xmlns:v="urn:schemas-microsoft-com:vml" Requires="v">
                <p:oleObj name="Equation" r:id="rId8" imgW="558800" imgH="393700" progId="Equation.DSMT4">
                  <p:embed/>
                </p:oleObj>
              </mc:Choice>
              <mc:Fallback>
                <p:oleObj name="Equation" r:id="rId8" imgW="558800" imgH="393700" progId="Equation.DSMT4">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47228" y="5424170"/>
                        <a:ext cx="1243012" cy="87471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AutoShape 19"/>
          <p:cNvSpPr/>
          <p:nvPr/>
        </p:nvSpPr>
        <p:spPr bwMode="auto">
          <a:xfrm>
            <a:off x="147955" y="4055110"/>
            <a:ext cx="215900" cy="1858010"/>
          </a:xfrm>
          <a:prstGeom prst="leftBrace">
            <a:avLst>
              <a:gd name="adj1" fmla="val 92218"/>
              <a:gd name="adj2" fmla="val 50000"/>
            </a:avLst>
          </a:prstGeom>
          <a:noFill/>
          <a:ln w="38100">
            <a:solidFill>
              <a:srgbClr val="FF3300"/>
            </a:solidFill>
            <a:roun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sp>
        <p:nvSpPr>
          <p:cNvPr id="9" name="文本框 8"/>
          <p:cNvSpPr txBox="1"/>
          <p:nvPr/>
        </p:nvSpPr>
        <p:spPr>
          <a:xfrm>
            <a:off x="183833" y="341471"/>
            <a:ext cx="760095" cy="52197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2</a:t>
            </a:r>
          </a:p>
        </p:txBody>
      </p:sp>
      <p:graphicFrame>
        <p:nvGraphicFramePr>
          <p:cNvPr id="10" name="Object 18"/>
          <p:cNvGraphicFramePr>
            <a:graphicFrameLocks noChangeAspect="1"/>
          </p:cNvGraphicFramePr>
          <p:nvPr/>
        </p:nvGraphicFramePr>
        <p:xfrm>
          <a:off x="5764371" y="4058444"/>
          <a:ext cx="1440815" cy="508635"/>
        </p:xfrm>
        <a:graphic>
          <a:graphicData uri="http://schemas.openxmlformats.org/presentationml/2006/ole">
            <mc:AlternateContent xmlns:mc="http://schemas.openxmlformats.org/markup-compatibility/2006">
              <mc:Choice xmlns:v="urn:schemas-microsoft-com:vml" Requires="v">
                <p:oleObj name="Equation" r:id="rId10" imgW="647700" imgH="228600" progId="Equation.DSMT4">
                  <p:embed/>
                </p:oleObj>
              </mc:Choice>
              <mc:Fallback>
                <p:oleObj name="Equation" r:id="rId10" imgW="647700" imgH="228600" progId="Equation.DSMT4">
                  <p:embed/>
                  <p:pic>
                    <p:nvPicPr>
                      <p:cNvPr id="0" name="Object 18"/>
                      <p:cNvPicPr>
                        <a:picLocks noChangeAspect="1" noChangeArrowheads="1"/>
                      </p:cNvPicPr>
                      <p:nvPr/>
                    </p:nvPicPr>
                    <p:blipFill>
                      <a:blip r:embed="rId11"/>
                      <a:srcRect/>
                      <a:stretch>
                        <a:fillRect/>
                      </a:stretch>
                    </p:blipFill>
                    <p:spPr bwMode="auto">
                      <a:xfrm>
                        <a:off x="5764371" y="4058444"/>
                        <a:ext cx="1440815" cy="5086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8"/>
          <p:cNvGraphicFramePr>
            <a:graphicFrameLocks noChangeAspect="1"/>
          </p:cNvGraphicFramePr>
          <p:nvPr/>
        </p:nvGraphicFramePr>
        <p:xfrm>
          <a:off x="7379176" y="4058444"/>
          <a:ext cx="1666875" cy="508635"/>
        </p:xfrm>
        <a:graphic>
          <a:graphicData uri="http://schemas.openxmlformats.org/presentationml/2006/ole">
            <mc:AlternateContent xmlns:mc="http://schemas.openxmlformats.org/markup-compatibility/2006">
              <mc:Choice xmlns:v="urn:schemas-microsoft-com:vml" Requires="v">
                <p:oleObj name="Equation" r:id="rId12" imgW="749300" imgH="228600" progId="Equation.DSMT4">
                  <p:embed/>
                </p:oleObj>
              </mc:Choice>
              <mc:Fallback>
                <p:oleObj name="Equation" r:id="rId12" imgW="749300" imgH="228600" progId="Equation.DSMT4">
                  <p:embed/>
                  <p:pic>
                    <p:nvPicPr>
                      <p:cNvPr id="0" name="Object 18"/>
                      <p:cNvPicPr>
                        <a:picLocks noChangeAspect="1" noChangeArrowheads="1"/>
                      </p:cNvPicPr>
                      <p:nvPr/>
                    </p:nvPicPr>
                    <p:blipFill>
                      <a:blip r:embed="rId13"/>
                      <a:srcRect/>
                      <a:stretch>
                        <a:fillRect/>
                      </a:stretch>
                    </p:blipFill>
                    <p:spPr bwMode="auto">
                      <a:xfrm>
                        <a:off x="7379176" y="4058444"/>
                        <a:ext cx="1666875" cy="5086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8"/>
          <p:cNvGraphicFramePr>
            <a:graphicFrameLocks noChangeAspect="1"/>
          </p:cNvGraphicFramePr>
          <p:nvPr/>
        </p:nvGraphicFramePr>
        <p:xfrm>
          <a:off x="5764371" y="4634389"/>
          <a:ext cx="1243330" cy="394335"/>
        </p:xfrm>
        <a:graphic>
          <a:graphicData uri="http://schemas.openxmlformats.org/presentationml/2006/ole">
            <mc:AlternateContent xmlns:mc="http://schemas.openxmlformats.org/markup-compatibility/2006">
              <mc:Choice xmlns:v="urn:schemas-microsoft-com:vml" Requires="v">
                <p:oleObj name="Equation" r:id="rId14" imgW="558800" imgH="177165" progId="Equation.DSMT4">
                  <p:embed/>
                </p:oleObj>
              </mc:Choice>
              <mc:Fallback>
                <p:oleObj name="Equation" r:id="rId14" imgW="558800" imgH="177165" progId="Equation.DSMT4">
                  <p:embed/>
                  <p:pic>
                    <p:nvPicPr>
                      <p:cNvPr id="0" name="Object 18"/>
                      <p:cNvPicPr>
                        <a:picLocks noChangeAspect="1" noChangeArrowheads="1"/>
                      </p:cNvPicPr>
                      <p:nvPr/>
                    </p:nvPicPr>
                    <p:blipFill>
                      <a:blip r:embed="rId15"/>
                      <a:srcRect/>
                      <a:stretch>
                        <a:fillRect/>
                      </a:stretch>
                    </p:blipFill>
                    <p:spPr bwMode="auto">
                      <a:xfrm>
                        <a:off x="5764371" y="4634389"/>
                        <a:ext cx="1243330" cy="3943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 name="组合 12"/>
          <p:cNvGrpSpPr/>
          <p:nvPr/>
        </p:nvGrpSpPr>
        <p:grpSpPr>
          <a:xfrm>
            <a:off x="4685030" y="1196117"/>
            <a:ext cx="4319270" cy="2520950"/>
            <a:chOff x="7428" y="2565"/>
            <a:chExt cx="6802" cy="3970"/>
          </a:xfrm>
        </p:grpSpPr>
        <p:grpSp>
          <p:nvGrpSpPr>
            <p:cNvPr id="14" name="Group 14"/>
            <p:cNvGrpSpPr/>
            <p:nvPr/>
          </p:nvGrpSpPr>
          <p:grpSpPr bwMode="auto">
            <a:xfrm>
              <a:off x="7428" y="2565"/>
              <a:ext cx="6802" cy="3970"/>
              <a:chOff x="2971" y="1026"/>
              <a:chExt cx="2721" cy="1588"/>
            </a:xfrm>
          </p:grpSpPr>
          <p:graphicFrame>
            <p:nvGraphicFramePr>
              <p:cNvPr id="18" name="Object 9"/>
              <p:cNvGraphicFramePr>
                <a:graphicFrameLocks noChangeAspect="1"/>
              </p:cNvGraphicFramePr>
              <p:nvPr/>
            </p:nvGraphicFramePr>
            <p:xfrm>
              <a:off x="2971" y="1162"/>
              <a:ext cx="303" cy="340"/>
            </p:xfrm>
            <a:graphic>
              <a:graphicData uri="http://schemas.openxmlformats.org/presentationml/2006/ole">
                <mc:AlternateContent xmlns:mc="http://schemas.openxmlformats.org/markup-compatibility/2006">
                  <mc:Choice xmlns:v="urn:schemas-microsoft-com:vml" Requires="v">
                    <p:oleObj name="Equation" r:id="rId16" imgW="203200" imgH="228600" progId="Equation.DSMT4">
                      <p:embed/>
                    </p:oleObj>
                  </mc:Choice>
                  <mc:Fallback>
                    <p:oleObj name="Equation" r:id="rId16" imgW="203200" imgH="228600" progId="Equation.DSMT4">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71" y="1162"/>
                            <a:ext cx="303" cy="34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0"/>
              <p:cNvGraphicFramePr>
                <a:graphicFrameLocks noChangeAspect="1"/>
              </p:cNvGraphicFramePr>
              <p:nvPr/>
            </p:nvGraphicFramePr>
            <p:xfrm>
              <a:off x="4105" y="1026"/>
              <a:ext cx="334" cy="355"/>
            </p:xfrm>
            <a:graphic>
              <a:graphicData uri="http://schemas.openxmlformats.org/presentationml/2006/ole">
                <mc:AlternateContent xmlns:mc="http://schemas.openxmlformats.org/markup-compatibility/2006">
                  <mc:Choice xmlns:v="urn:schemas-microsoft-com:vml" Requires="v">
                    <p:oleObj name="Equation" r:id="rId18" imgW="215900" imgH="228600" progId="Equation.DSMT4">
                      <p:embed/>
                    </p:oleObj>
                  </mc:Choice>
                  <mc:Fallback>
                    <p:oleObj name="Equation" r:id="rId18" imgW="215900" imgH="228600" progId="Equation.DSMT4">
                      <p:embed/>
                      <p:pic>
                        <p:nvPicPr>
                          <p:cNvPr id="0" name="Object 10"/>
                          <p:cNvPicPr>
                            <a:picLocks noChangeAspect="1" noChangeArrowheads="1"/>
                          </p:cNvPicPr>
                          <p:nvPr/>
                        </p:nvPicPr>
                        <p:blipFill>
                          <a:blip r:embed="rId19"/>
                          <a:srcRect/>
                          <a:stretch>
                            <a:fillRect/>
                          </a:stretch>
                        </p:blipFill>
                        <p:spPr bwMode="auto">
                          <a:xfrm>
                            <a:off x="4105" y="1026"/>
                            <a:ext cx="334" cy="35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1"/>
              <p:cNvGraphicFramePr>
                <a:graphicFrameLocks noChangeAspect="1"/>
              </p:cNvGraphicFramePr>
              <p:nvPr/>
            </p:nvGraphicFramePr>
            <p:xfrm>
              <a:off x="5377" y="1162"/>
              <a:ext cx="315" cy="355"/>
            </p:xfrm>
            <a:graphic>
              <a:graphicData uri="http://schemas.openxmlformats.org/presentationml/2006/ole">
                <mc:AlternateContent xmlns:mc="http://schemas.openxmlformats.org/markup-compatibility/2006">
                  <mc:Choice xmlns:v="urn:schemas-microsoft-com:vml" Requires="v">
                    <p:oleObj name="Equation" r:id="rId20" imgW="203200" imgH="228600" progId="Equation.DSMT4">
                      <p:embed/>
                    </p:oleObj>
                  </mc:Choice>
                  <mc:Fallback>
                    <p:oleObj name="Equation" r:id="rId20" imgW="203200" imgH="228600" progId="Equation.DSMT4">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77" y="1162"/>
                            <a:ext cx="315" cy="35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Line 12"/>
              <p:cNvSpPr>
                <a:spLocks noChangeShapeType="1"/>
              </p:cNvSpPr>
              <p:nvPr/>
            </p:nvSpPr>
            <p:spPr bwMode="auto">
              <a:xfrm>
                <a:off x="4286" y="2432"/>
                <a:ext cx="0" cy="182"/>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Line 13"/>
              <p:cNvSpPr>
                <a:spLocks noChangeShapeType="1"/>
              </p:cNvSpPr>
              <p:nvPr/>
            </p:nvSpPr>
            <p:spPr bwMode="auto">
              <a:xfrm>
                <a:off x="4195" y="2614"/>
                <a:ext cx="182"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Line 12"/>
              <p:cNvSpPr>
                <a:spLocks noChangeShapeType="1"/>
              </p:cNvSpPr>
              <p:nvPr/>
            </p:nvSpPr>
            <p:spPr bwMode="auto">
              <a:xfrm>
                <a:off x="4286" y="2432"/>
                <a:ext cx="0" cy="182"/>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Line 13"/>
              <p:cNvSpPr>
                <a:spLocks noChangeShapeType="1"/>
              </p:cNvSpPr>
              <p:nvPr/>
            </p:nvSpPr>
            <p:spPr bwMode="auto">
              <a:xfrm>
                <a:off x="4195" y="2614"/>
                <a:ext cx="182"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15" name="Object 9"/>
            <p:cNvGraphicFramePr>
              <a:graphicFrameLocks noChangeAspect="1"/>
            </p:cNvGraphicFramePr>
            <p:nvPr/>
          </p:nvGraphicFramePr>
          <p:xfrm>
            <a:off x="8743" y="3812"/>
            <a:ext cx="521" cy="520"/>
          </p:xfrm>
          <a:graphic>
            <a:graphicData uri="http://schemas.openxmlformats.org/presentationml/2006/ole">
              <mc:AlternateContent xmlns:mc="http://schemas.openxmlformats.org/markup-compatibility/2006">
                <mc:Choice xmlns:v="urn:schemas-microsoft-com:vml" Requires="v">
                  <p:oleObj name="Equation" r:id="rId22" imgW="139700" imgH="139700" progId="Equation.DSMT4">
                    <p:embed/>
                  </p:oleObj>
                </mc:Choice>
                <mc:Fallback>
                  <p:oleObj name="Equation" r:id="rId22" imgW="139700" imgH="139700" progId="Equation.DSMT4">
                    <p:embed/>
                    <p:pic>
                      <p:nvPicPr>
                        <p:cNvPr id="0" name="Object 9"/>
                        <p:cNvPicPr>
                          <a:picLocks noChangeAspect="1" noChangeArrowheads="1"/>
                        </p:cNvPicPr>
                        <p:nvPr/>
                      </p:nvPicPr>
                      <p:blipFill>
                        <a:blip r:embed="rId23"/>
                        <a:srcRect/>
                        <a:stretch>
                          <a:fillRect/>
                        </a:stretch>
                      </p:blipFill>
                      <p:spPr bwMode="auto">
                        <a:xfrm>
                          <a:off x="8743" y="3812"/>
                          <a:ext cx="521" cy="52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9"/>
            <p:cNvGraphicFramePr>
              <a:graphicFrameLocks noChangeAspect="1"/>
            </p:cNvGraphicFramePr>
            <p:nvPr/>
          </p:nvGraphicFramePr>
          <p:xfrm>
            <a:off x="8767" y="4833"/>
            <a:ext cx="474" cy="379"/>
          </p:xfrm>
          <a:graphic>
            <a:graphicData uri="http://schemas.openxmlformats.org/presentationml/2006/ole">
              <mc:AlternateContent xmlns:mc="http://schemas.openxmlformats.org/markup-compatibility/2006">
                <mc:Choice xmlns:v="urn:schemas-microsoft-com:vml" Requires="v">
                  <p:oleObj name="Equation" r:id="rId24" imgW="127000" imgH="101600" progId="Equation.DSMT4">
                    <p:embed/>
                  </p:oleObj>
                </mc:Choice>
                <mc:Fallback>
                  <p:oleObj name="Equation" r:id="rId24" imgW="127000" imgH="101600" progId="Equation.DSMT4">
                    <p:embed/>
                    <p:pic>
                      <p:nvPicPr>
                        <p:cNvPr id="0" name="Object 9"/>
                        <p:cNvPicPr>
                          <a:picLocks noChangeAspect="1" noChangeArrowheads="1"/>
                        </p:cNvPicPr>
                        <p:nvPr/>
                      </p:nvPicPr>
                      <p:blipFill>
                        <a:blip r:embed="rId25"/>
                        <a:srcRect/>
                        <a:stretch>
                          <a:fillRect/>
                        </a:stretch>
                      </p:blipFill>
                      <p:spPr bwMode="auto">
                        <a:xfrm>
                          <a:off x="8767" y="4833"/>
                          <a:ext cx="474" cy="37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9"/>
            <p:cNvGraphicFramePr>
              <a:graphicFrameLocks noChangeAspect="1"/>
            </p:cNvGraphicFramePr>
            <p:nvPr/>
          </p:nvGraphicFramePr>
          <p:xfrm>
            <a:off x="8901" y="4313"/>
            <a:ext cx="474" cy="520"/>
          </p:xfrm>
          <a:graphic>
            <a:graphicData uri="http://schemas.openxmlformats.org/presentationml/2006/ole">
              <mc:AlternateContent xmlns:mc="http://schemas.openxmlformats.org/markup-compatibility/2006">
                <mc:Choice xmlns:v="urn:schemas-microsoft-com:vml" Requires="v">
                  <p:oleObj name="Equation" r:id="rId26" imgW="127000" imgH="139700" progId="Equation.DSMT4">
                    <p:embed/>
                  </p:oleObj>
                </mc:Choice>
                <mc:Fallback>
                  <p:oleObj name="Equation" r:id="rId26" imgW="127000" imgH="139700" progId="Equation.DSMT4">
                    <p:embed/>
                    <p:pic>
                      <p:nvPicPr>
                        <p:cNvPr id="0" name="Object 9"/>
                        <p:cNvPicPr>
                          <a:picLocks noChangeAspect="1" noChangeArrowheads="1"/>
                        </p:cNvPicPr>
                        <p:nvPr/>
                      </p:nvPicPr>
                      <p:blipFill>
                        <a:blip r:embed="rId27"/>
                        <a:srcRect/>
                        <a:stretch>
                          <a:fillRect/>
                        </a:stretch>
                      </p:blipFill>
                      <p:spPr bwMode="auto">
                        <a:xfrm>
                          <a:off x="8901" y="4313"/>
                          <a:ext cx="474" cy="52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 name="Object 18"/>
          <p:cNvGraphicFramePr>
            <a:graphicFrameLocks noChangeAspect="1"/>
          </p:cNvGraphicFramePr>
          <p:nvPr/>
        </p:nvGraphicFramePr>
        <p:xfrm>
          <a:off x="5764371" y="5210334"/>
          <a:ext cx="2486660" cy="452755"/>
        </p:xfrm>
        <a:graphic>
          <a:graphicData uri="http://schemas.openxmlformats.org/presentationml/2006/ole">
            <mc:AlternateContent xmlns:mc="http://schemas.openxmlformats.org/markup-compatibility/2006">
              <mc:Choice xmlns:v="urn:schemas-microsoft-com:vml" Requires="v">
                <p:oleObj name="Equation" r:id="rId28" imgW="1117600" imgH="203200" progId="Equation.DSMT4">
                  <p:embed/>
                </p:oleObj>
              </mc:Choice>
              <mc:Fallback>
                <p:oleObj name="Equation" r:id="rId28" imgW="1117600" imgH="203200" progId="Equation.DSMT4">
                  <p:embed/>
                  <p:pic>
                    <p:nvPicPr>
                      <p:cNvPr id="0" name="Object 18"/>
                      <p:cNvPicPr>
                        <a:picLocks noChangeAspect="1" noChangeArrowheads="1"/>
                      </p:cNvPicPr>
                      <p:nvPr/>
                    </p:nvPicPr>
                    <p:blipFill>
                      <a:blip r:embed="rId29"/>
                      <a:srcRect/>
                      <a:stretch>
                        <a:fillRect/>
                      </a:stretch>
                    </p:blipFill>
                    <p:spPr bwMode="auto">
                      <a:xfrm>
                        <a:off x="5764371" y="5210334"/>
                        <a:ext cx="2486660" cy="45275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 name="文本框 25"/>
          <p:cNvSpPr txBox="1"/>
          <p:nvPr/>
        </p:nvSpPr>
        <p:spPr>
          <a:xfrm>
            <a:off x="7097395" y="5633085"/>
            <a:ext cx="1627369" cy="523220"/>
          </a:xfrm>
          <a:prstGeom prst="rect">
            <a:avLst/>
          </a:prstGeom>
          <a:noFill/>
        </p:spPr>
        <p:txBody>
          <a:bodyPr wrap="none" rtlCol="0" anchor="t">
            <a:spAutoFit/>
          </a:bodyPr>
          <a:lstStyle/>
          <a:p>
            <a:pPr algn="l" eaLnBrk="1" hangingPunct="1">
              <a:spcBef>
                <a:spcPct val="50000"/>
              </a:spcBef>
            </a:pPr>
            <a:r>
              <a:rPr lang="zh-CN" altLang="en-US" sz="2800" b="1" dirty="0">
                <a:solidFill>
                  <a:srgbClr val="FF0000"/>
                </a:solidFill>
                <a:latin typeface="楷体" panose="02010609060101010101" charset="-122"/>
                <a:ea typeface="楷体" panose="02010609060101010101" charset="-122"/>
                <a:cs typeface="+mn-ea"/>
                <a:sym typeface="+mn-ea"/>
              </a:rPr>
              <a:t>吸收功率</a:t>
            </a:r>
          </a:p>
        </p:txBody>
      </p:sp>
      <p:sp>
        <p:nvSpPr>
          <p:cNvPr id="27" name="文本框 26"/>
          <p:cNvSpPr txBox="1"/>
          <p:nvPr/>
        </p:nvSpPr>
        <p:spPr>
          <a:xfrm>
            <a:off x="300672" y="2242820"/>
            <a:ext cx="1612900" cy="521970"/>
          </a:xfrm>
          <a:prstGeom prst="rect">
            <a:avLst/>
          </a:prstGeom>
          <a:noFill/>
        </p:spPr>
        <p:txBody>
          <a:bodyPr wrap="none" rtlCol="0" anchor="t">
            <a:spAutoFit/>
          </a:bodyPr>
          <a:lstStyle/>
          <a:p>
            <a:r>
              <a:rPr lang="zh-CN" altLang="en-US" sz="2800" b="1" dirty="0">
                <a:solidFill>
                  <a:srgbClr val="FF0000"/>
                </a:solidFill>
                <a:latin typeface="楷体" panose="02010609060101010101" charset="-122"/>
                <a:ea typeface="楷体" panose="02010609060101010101" charset="-122"/>
                <a:sym typeface="+mn-ea"/>
              </a:rPr>
              <a:t>结点法：</a:t>
            </a:r>
          </a:p>
        </p:txBody>
      </p:sp>
      <p:sp>
        <p:nvSpPr>
          <p:cNvPr id="28" name="文本框 27"/>
          <p:cNvSpPr txBox="1"/>
          <p:nvPr/>
        </p:nvSpPr>
        <p:spPr>
          <a:xfrm>
            <a:off x="374650" y="1058863"/>
            <a:ext cx="3409315" cy="1168400"/>
          </a:xfrm>
          <a:prstGeom prst="rect">
            <a:avLst/>
          </a:prstGeom>
          <a:noFill/>
        </p:spPr>
        <p:txBody>
          <a:bodyPr wrap="square" rtlCol="0" anchor="t">
            <a:spAutoFit/>
          </a:bodyPr>
          <a:lstStyle/>
          <a:p>
            <a:pPr algn="l">
              <a:spcBef>
                <a:spcPct val="50000"/>
              </a:spcBef>
              <a:buFontTx/>
              <a:buNone/>
            </a:pPr>
            <a:r>
              <a:rPr lang="zh-CN" altLang="en-US" sz="2800" b="1" dirty="0">
                <a:solidFill>
                  <a:srgbClr val="0000FF"/>
                </a:solidFill>
                <a:uFillTx/>
                <a:latin typeface="Times New Roman" panose="02020603050405020304" pitchFamily="18" charset="0"/>
                <a:ea typeface="楷体" panose="02010609060101010101" charset="-122"/>
                <a:sym typeface="+mn-ea"/>
              </a:rPr>
              <a:t>结点法：</a:t>
            </a:r>
            <a:r>
              <a:rPr lang="en-US" altLang="zh-CN" sz="2800" b="1" dirty="0">
                <a:solidFill>
                  <a:srgbClr val="0000FF"/>
                </a:solidFill>
                <a:uFillTx/>
                <a:latin typeface="Times New Roman" panose="02020603050405020304" pitchFamily="18" charset="0"/>
                <a:ea typeface="楷体" panose="02010609060101010101" charset="-122"/>
                <a:sym typeface="+mn-ea"/>
              </a:rPr>
              <a:t>n-1=3</a:t>
            </a:r>
            <a:endParaRPr lang="en-US" altLang="zh-CN" sz="2800" b="1" dirty="0">
              <a:solidFill>
                <a:srgbClr val="0000FF"/>
              </a:solidFill>
              <a:uFillTx/>
              <a:ea typeface="楷体" panose="02010609060101010101" charset="-122"/>
            </a:endParaRPr>
          </a:p>
          <a:p>
            <a:pPr algn="l">
              <a:spcBef>
                <a:spcPct val="50000"/>
              </a:spcBef>
              <a:buFontTx/>
              <a:buNone/>
            </a:pPr>
            <a:r>
              <a:rPr lang="zh-CN" altLang="en-US" sz="2800" b="1" dirty="0">
                <a:solidFill>
                  <a:srgbClr val="0000FF"/>
                </a:solidFill>
                <a:uFillTx/>
                <a:latin typeface="Times New Roman" panose="02020603050405020304" pitchFamily="18" charset="0"/>
                <a:ea typeface="楷体" panose="02010609060101010101" charset="-122"/>
                <a:sym typeface="+mn-ea"/>
              </a:rPr>
              <a:t>网孔法：</a:t>
            </a:r>
            <a:r>
              <a:rPr lang="en-US" altLang="zh-CN" sz="2800" b="1" dirty="0">
                <a:solidFill>
                  <a:srgbClr val="0000FF"/>
                </a:solidFill>
                <a:uFillTx/>
                <a:latin typeface="Times New Roman" panose="02020603050405020304" pitchFamily="18" charset="0"/>
                <a:ea typeface="楷体" panose="02010609060101010101" charset="-122"/>
                <a:sym typeface="+mn-ea"/>
              </a:rPr>
              <a:t>b-n+1=3</a:t>
            </a:r>
            <a:r>
              <a:rPr lang="zh-CN" altLang="en-US" sz="2800" b="1" dirty="0">
                <a:solidFill>
                  <a:srgbClr val="0000FF"/>
                </a:solidFill>
                <a:uFillTx/>
                <a:latin typeface="Times New Roman" panose="02020603050405020304" pitchFamily="18" charset="0"/>
                <a:ea typeface="楷体" panose="02010609060101010101" charset="-122"/>
                <a:sym typeface="+mn-ea"/>
              </a:rPr>
              <a:t>  </a:t>
            </a:r>
          </a:p>
        </p:txBody>
      </p:sp>
      <p:sp>
        <p:nvSpPr>
          <p:cNvPr id="29" name="文本框 28"/>
          <p:cNvSpPr txBox="1"/>
          <p:nvPr/>
        </p:nvSpPr>
        <p:spPr>
          <a:xfrm>
            <a:off x="363538" y="2695417"/>
            <a:ext cx="4088131" cy="954107"/>
          </a:xfrm>
          <a:prstGeom prst="rect">
            <a:avLst/>
          </a:prstGeom>
          <a:noFill/>
        </p:spPr>
        <p:txBody>
          <a:bodyPr wrap="square" rtlCol="0" anchor="t">
            <a:spAutoFit/>
          </a:bodyPr>
          <a:lstStyle/>
          <a:p>
            <a:r>
              <a:rPr lang="zh-CN" altLang="en-US" sz="2800" b="1" dirty="0">
                <a:solidFill>
                  <a:srgbClr val="FF0000"/>
                </a:solidFill>
                <a:latin typeface="楷体" panose="02010609060101010101" charset="-122"/>
                <a:ea typeface="楷体" panose="02010609060101010101" charset="-122"/>
                <a:sym typeface="+mn-ea"/>
              </a:rPr>
              <a:t>与电流源串联电阻不出现在结点方程中！！！</a:t>
            </a:r>
          </a:p>
        </p:txBody>
      </p:sp>
      <p:graphicFrame>
        <p:nvGraphicFramePr>
          <p:cNvPr id="33" name="对象 32"/>
          <p:cNvGraphicFramePr>
            <a:graphicFrameLocks noChangeAspect="1"/>
          </p:cNvGraphicFramePr>
          <p:nvPr/>
        </p:nvGraphicFramePr>
        <p:xfrm>
          <a:off x="508307" y="3690691"/>
          <a:ext cx="4191000" cy="787400"/>
        </p:xfrm>
        <a:graphic>
          <a:graphicData uri="http://schemas.openxmlformats.org/presentationml/2006/ole">
            <mc:AlternateContent xmlns:mc="http://schemas.openxmlformats.org/markup-compatibility/2006">
              <mc:Choice xmlns:v="urn:schemas-microsoft-com:vml" Requires="v">
                <p:oleObj r:id="rId30" imgW="100584000" imgH="18897600" progId="Equation.DSMT4">
                  <p:embed/>
                </p:oleObj>
              </mc:Choice>
              <mc:Fallback>
                <p:oleObj r:id="rId30" imgW="100584000" imgH="18897600" progId="Equation.DSMT4">
                  <p:embed/>
                  <p:pic>
                    <p:nvPicPr>
                      <p:cNvPr id="0" name="图片 106657"/>
                      <p:cNvPicPr/>
                      <p:nvPr/>
                    </p:nvPicPr>
                    <p:blipFill>
                      <a:blip r:embed="rId31"/>
                      <a:stretch>
                        <a:fillRect/>
                      </a:stretch>
                    </p:blipFill>
                    <p:spPr>
                      <a:xfrm>
                        <a:off x="508307" y="3690691"/>
                        <a:ext cx="4191000" cy="787400"/>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508307" y="3690691"/>
          <a:ext cx="4864100" cy="787400"/>
        </p:xfrm>
        <a:graphic>
          <a:graphicData uri="http://schemas.openxmlformats.org/presentationml/2006/ole">
            <mc:AlternateContent xmlns:mc="http://schemas.openxmlformats.org/markup-compatibility/2006">
              <mc:Choice xmlns:v="urn:schemas-microsoft-com:vml" Requires="v">
                <p:oleObj r:id="rId32" imgW="116738400" imgH="18897600" progId="Equation.DSMT4">
                  <p:embed/>
                </p:oleObj>
              </mc:Choice>
              <mc:Fallback>
                <p:oleObj r:id="rId32" imgW="116738400" imgH="18897600" progId="Equation.DSMT4">
                  <p:embed/>
                  <p:pic>
                    <p:nvPicPr>
                      <p:cNvPr id="0" name="图片 106658"/>
                      <p:cNvPicPr/>
                      <p:nvPr/>
                    </p:nvPicPr>
                    <p:blipFill>
                      <a:blip r:embed="rId33"/>
                      <a:stretch>
                        <a:fillRect/>
                      </a:stretch>
                    </p:blipFill>
                    <p:spPr>
                      <a:xfrm>
                        <a:off x="508307" y="3690691"/>
                        <a:ext cx="4864100" cy="787400"/>
                      </a:xfrm>
                      <a:prstGeom prst="rect">
                        <a:avLst/>
                      </a:prstGeom>
                      <a:solidFill>
                        <a:schemeClr val="bg1"/>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2"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wipe(left)">
                                      <p:cBhvr>
                                        <p:cTn id="7" dur="500"/>
                                        <p:tgtEl>
                                          <p:spTgt spid="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2" nodeType="clickEffect">
                                  <p:stCondLst>
                                    <p:cond delay="0"/>
                                  </p:stCondLst>
                                  <p:childTnLst>
                                    <p:set>
                                      <p:cBhvr>
                                        <p:cTn id="11" dur="1" fill="hold">
                                          <p:stCondLst>
                                            <p:cond delay="0"/>
                                          </p:stCondLst>
                                        </p:cTn>
                                        <p:tgtEl>
                                          <p:spTgt spid="28">
                                            <p:txEl>
                                              <p:pRg st="1" end="1"/>
                                            </p:txEl>
                                          </p:spTgt>
                                        </p:tgtEl>
                                        <p:attrNameLst>
                                          <p:attrName>style.visibility</p:attrName>
                                        </p:attrNameLst>
                                      </p:cBhvr>
                                      <p:to>
                                        <p:strVal val="visible"/>
                                      </p:to>
                                    </p:set>
                                    <p:animEffect transition="in" filter="wipe(left)">
                                      <p:cBhvr>
                                        <p:cTn id="12" dur="500"/>
                                        <p:tgtEl>
                                          <p:spTgt spid="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2"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left)">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barn(inVertical)">
                                      <p:cBhvr>
                                        <p:cTn id="35" dur="500"/>
                                        <p:tgtEl>
                                          <p:spTgt spid="29"/>
                                        </p:tgtEl>
                                      </p:cBhvr>
                                    </p:animEffect>
                                  </p:childTnLst>
                                </p:cTn>
                              </p:par>
                            </p:childTnLst>
                          </p:cTn>
                        </p:par>
                        <p:par>
                          <p:cTn id="36" fill="hold">
                            <p:stCondLst>
                              <p:cond delay="500"/>
                            </p:stCondLst>
                            <p:childTnLst>
                              <p:par>
                                <p:cTn id="37" presetID="16" presetClass="entr" presetSubtype="21"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barn(inVertical)">
                                      <p:cBhvr>
                                        <p:cTn id="39" dur="500"/>
                                        <p:tgtEl>
                                          <p:spTgt spid="3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left)">
                                      <p:cBhvr>
                                        <p:cTn id="44" dur="500"/>
                                        <p:tgtEl>
                                          <p:spTgt spid="3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000" fill="hold">
                                          <p:stCondLst>
                                            <p:cond delay="0"/>
                                          </p:stCondLst>
                                        </p:cTn>
                                        <p:tgtEl>
                                          <p:spTgt spid="5"/>
                                        </p:tgtEl>
                                        <p:attrNameLst>
                                          <p:attrName>style.visibility</p:attrName>
                                        </p:attrNameLst>
                                      </p:cBhvr>
                                      <p:to>
                                        <p:strVal val="visible"/>
                                      </p:to>
                                    </p:set>
                                    <p:animEffect transition="in" filter="wipe(left)">
                                      <p:cBhvr>
                                        <p:cTn id="49" dur="1000"/>
                                        <p:tgtEl>
                                          <p:spTgt spid="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000" fill="hold">
                                          <p:stCondLst>
                                            <p:cond delay="0"/>
                                          </p:stCondLst>
                                        </p:cTn>
                                        <p:tgtEl>
                                          <p:spTgt spid="6"/>
                                        </p:tgtEl>
                                        <p:attrNameLst>
                                          <p:attrName>style.visibility</p:attrName>
                                        </p:attrNameLst>
                                      </p:cBhvr>
                                      <p:to>
                                        <p:strVal val="visible"/>
                                      </p:to>
                                    </p:set>
                                    <p:animEffect transition="in" filter="wipe(left)">
                                      <p:cBhvr>
                                        <p:cTn id="54" dur="1000"/>
                                        <p:tgtEl>
                                          <p:spTgt spid="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000" fill="hold">
                                          <p:stCondLst>
                                            <p:cond delay="0"/>
                                          </p:stCondLst>
                                        </p:cTn>
                                        <p:tgtEl>
                                          <p:spTgt spid="7"/>
                                        </p:tgtEl>
                                        <p:attrNameLst>
                                          <p:attrName>style.visibility</p:attrName>
                                        </p:attrNameLst>
                                      </p:cBhvr>
                                      <p:to>
                                        <p:strVal val="visible"/>
                                      </p:to>
                                    </p:set>
                                    <p:animEffect transition="in" filter="wipe(left)">
                                      <p:cBhvr>
                                        <p:cTn id="59" dur="1000"/>
                                        <p:tgtEl>
                                          <p:spTgt spid="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fade">
                                      <p:cBhvr>
                                        <p:cTn id="64" dur="500"/>
                                        <p:tgtEl>
                                          <p:spTgt spid="10"/>
                                        </p:tgtEl>
                                      </p:cBhvr>
                                    </p:animEffect>
                                  </p:childTnLst>
                                </p:cTn>
                              </p:par>
                              <p:par>
                                <p:cTn id="65" presetID="10" presetClass="entr" presetSubtype="0" fill="hold"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childTnLst>
                                </p:cTn>
                              </p:par>
                              <p:par>
                                <p:cTn id="68" presetID="10" presetClass="entr" presetSubtype="0" fill="hold"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500"/>
                                        <p:tgtEl>
                                          <p:spTgt spid="12"/>
                                        </p:tgtEl>
                                      </p:cBhvr>
                                    </p:animEffect>
                                  </p:childTnLst>
                                </p:cTn>
                              </p:par>
                              <p:par>
                                <p:cTn id="71" presetID="10" presetClass="entr" presetSubtype="0" fill="hold"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par>
                    <p:cTn id="74" fill="hold">
                      <p:stCondLst>
                        <p:cond delay="indefinite"/>
                      </p:stCondLst>
                      <p:childTnLst>
                        <p:par>
                          <p:cTn id="75" fill="hold">
                            <p:stCondLst>
                              <p:cond delay="0"/>
                            </p:stCondLst>
                            <p:childTnLst>
                              <p:par>
                                <p:cTn id="76" presetID="16" presetClass="entr" presetSubtype="21" fill="hold" grpId="0" nodeType="click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barn(inVertical)">
                                      <p:cBhvr>
                                        <p:cTn id="7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8" grpId="0" bldLvl="0" animBg="1"/>
      <p:bldP spid="26" grpId="0"/>
      <p:bldP spid="26" grpId="1"/>
      <p:bldP spid="27" grpId="1"/>
      <p:bldP spid="27" grpId="2"/>
      <p:bldP spid="28" grpId="1"/>
      <p:bldP spid="28" grpId="2" uiExpand="1" build="p"/>
      <p:bldP spid="29" grpId="0"/>
      <p:bldP spid="29"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0"/>
          <p:cNvSpPr/>
          <p:nvPr/>
        </p:nvSpPr>
        <p:spPr>
          <a:xfrm>
            <a:off x="6443980" y="1459230"/>
            <a:ext cx="720090" cy="2304415"/>
          </a:xfrm>
          <a:prstGeom prst="roundRect">
            <a:avLst/>
          </a:prstGeom>
          <a:solidFill>
            <a:schemeClr val="accent1">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Object 6"/>
          <p:cNvGraphicFramePr>
            <a:graphicFrameLocks noChangeAspect="1"/>
          </p:cNvGraphicFramePr>
          <p:nvPr/>
        </p:nvGraphicFramePr>
        <p:xfrm>
          <a:off x="4787265" y="330041"/>
          <a:ext cx="4322445" cy="3408680"/>
        </p:xfrm>
        <a:graphic>
          <a:graphicData uri="http://schemas.openxmlformats.org/presentationml/2006/ole">
            <mc:AlternateContent xmlns:mc="http://schemas.openxmlformats.org/markup-compatibility/2006">
              <mc:Choice xmlns:v="urn:schemas-microsoft-com:vml" Requires="v">
                <p:oleObj name="Visio" r:id="rId2" imgW="2159635" imgH="1711960" progId="Visio.Drawing.11">
                  <p:embed/>
                </p:oleObj>
              </mc:Choice>
              <mc:Fallback>
                <p:oleObj name="Visio" r:id="rId2" imgW="2159635" imgH="1711960" progId="Visio.Drawing.11">
                  <p:embed/>
                  <p:pic>
                    <p:nvPicPr>
                      <p:cNvPr id="0" name="Object 6"/>
                      <p:cNvPicPr>
                        <a:picLocks noChangeAspect="1" noChangeArrowheads="1"/>
                      </p:cNvPicPr>
                      <p:nvPr/>
                    </p:nvPicPr>
                    <p:blipFill>
                      <a:blip r:embed="rId3"/>
                      <a:srcRect/>
                      <a:stretch>
                        <a:fillRect/>
                      </a:stretch>
                    </p:blipFill>
                    <p:spPr bwMode="auto">
                      <a:xfrm>
                        <a:off x="4787265" y="330041"/>
                        <a:ext cx="4322445" cy="340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AutoShape 19"/>
          <p:cNvSpPr/>
          <p:nvPr/>
        </p:nvSpPr>
        <p:spPr bwMode="auto">
          <a:xfrm>
            <a:off x="179705" y="3978910"/>
            <a:ext cx="215900" cy="1858010"/>
          </a:xfrm>
          <a:prstGeom prst="leftBrace">
            <a:avLst>
              <a:gd name="adj1" fmla="val 92218"/>
              <a:gd name="adj2" fmla="val 50000"/>
            </a:avLst>
          </a:prstGeom>
          <a:noFill/>
          <a:ln w="38100">
            <a:solidFill>
              <a:srgbClr val="FF3300"/>
            </a:solidFill>
            <a:roun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graphicFrame>
        <p:nvGraphicFramePr>
          <p:cNvPr id="5" name="Object 11"/>
          <p:cNvGraphicFramePr>
            <a:graphicFrameLocks noChangeAspect="1"/>
          </p:cNvGraphicFramePr>
          <p:nvPr/>
        </p:nvGraphicFramePr>
        <p:xfrm>
          <a:off x="420688" y="3619024"/>
          <a:ext cx="4943475" cy="875030"/>
        </p:xfrm>
        <a:graphic>
          <a:graphicData uri="http://schemas.openxmlformats.org/presentationml/2006/ole">
            <mc:AlternateContent xmlns:mc="http://schemas.openxmlformats.org/markup-compatibility/2006">
              <mc:Choice xmlns:v="urn:schemas-microsoft-com:vml" Requires="v">
                <p:oleObj name="Equation" r:id="rId4" imgW="2222500" imgH="393700" progId="Equation.DSMT4">
                  <p:embed/>
                </p:oleObj>
              </mc:Choice>
              <mc:Fallback>
                <p:oleObj name="Equation" r:id="rId4" imgW="2222500" imgH="393700" progId="Equation.DSMT4">
                  <p:embed/>
                  <p:pic>
                    <p:nvPicPr>
                      <p:cNvPr id="0" name="Object 11"/>
                      <p:cNvPicPr>
                        <a:picLocks noChangeAspect="1" noChangeArrowheads="1"/>
                      </p:cNvPicPr>
                      <p:nvPr/>
                    </p:nvPicPr>
                    <p:blipFill>
                      <a:blip r:embed="rId5"/>
                      <a:srcRect/>
                      <a:stretch>
                        <a:fillRect/>
                      </a:stretch>
                    </p:blipFill>
                    <p:spPr bwMode="auto">
                      <a:xfrm>
                        <a:off x="420688" y="3619024"/>
                        <a:ext cx="4943475" cy="87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2"/>
          <p:cNvGraphicFramePr>
            <a:graphicFrameLocks noChangeAspect="1"/>
          </p:cNvGraphicFramePr>
          <p:nvPr/>
        </p:nvGraphicFramePr>
        <p:xfrm>
          <a:off x="466408" y="5563712"/>
          <a:ext cx="1694180" cy="506095"/>
        </p:xfrm>
        <a:graphic>
          <a:graphicData uri="http://schemas.openxmlformats.org/presentationml/2006/ole">
            <mc:AlternateContent xmlns:mc="http://schemas.openxmlformats.org/markup-compatibility/2006">
              <mc:Choice xmlns:v="urn:schemas-microsoft-com:vml" Requires="v">
                <p:oleObj name="Equation" r:id="rId6" imgW="762000" imgH="228600" progId="Equation.DSMT4">
                  <p:embed/>
                </p:oleObj>
              </mc:Choice>
              <mc:Fallback>
                <p:oleObj name="Equation" r:id="rId6" imgW="762000" imgH="228600" progId="Equation.DSMT4">
                  <p:embed/>
                  <p:pic>
                    <p:nvPicPr>
                      <p:cNvPr id="0" name="Object 12"/>
                      <p:cNvPicPr>
                        <a:picLocks noChangeAspect="1" noChangeArrowheads="1"/>
                      </p:cNvPicPr>
                      <p:nvPr/>
                    </p:nvPicPr>
                    <p:blipFill>
                      <a:blip r:embed="rId7"/>
                      <a:srcRect/>
                      <a:stretch>
                        <a:fillRect/>
                      </a:stretch>
                    </p:blipFill>
                    <p:spPr bwMode="auto">
                      <a:xfrm>
                        <a:off x="466408" y="5563712"/>
                        <a:ext cx="1694180" cy="50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3"/>
          <p:cNvGraphicFramePr>
            <a:graphicFrameLocks noChangeAspect="1"/>
          </p:cNvGraphicFramePr>
          <p:nvPr/>
        </p:nvGraphicFramePr>
        <p:xfrm>
          <a:off x="420688" y="4555966"/>
          <a:ext cx="4324350" cy="875030"/>
        </p:xfrm>
        <a:graphic>
          <a:graphicData uri="http://schemas.openxmlformats.org/presentationml/2006/ole">
            <mc:AlternateContent xmlns:mc="http://schemas.openxmlformats.org/markup-compatibility/2006">
              <mc:Choice xmlns:v="urn:schemas-microsoft-com:vml" Requires="v">
                <p:oleObj name="Equation" r:id="rId8" imgW="1943100" imgH="393700" progId="Equation.DSMT4">
                  <p:embed/>
                </p:oleObj>
              </mc:Choice>
              <mc:Fallback>
                <p:oleObj name="Equation" r:id="rId8" imgW="1943100" imgH="393700" progId="Equation.DSMT4">
                  <p:embed/>
                  <p:pic>
                    <p:nvPicPr>
                      <p:cNvPr id="0" name="Object 13"/>
                      <p:cNvPicPr>
                        <a:picLocks noChangeAspect="1" noChangeArrowheads="1"/>
                      </p:cNvPicPr>
                      <p:nvPr/>
                    </p:nvPicPr>
                    <p:blipFill>
                      <a:blip r:embed="rId9"/>
                      <a:srcRect/>
                      <a:stretch>
                        <a:fillRect/>
                      </a:stretch>
                    </p:blipFill>
                    <p:spPr bwMode="auto">
                      <a:xfrm>
                        <a:off x="420688" y="4555966"/>
                        <a:ext cx="4324350" cy="87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4"/>
          <p:cNvGraphicFramePr>
            <a:graphicFrameLocks noChangeAspect="1"/>
          </p:cNvGraphicFramePr>
          <p:nvPr/>
        </p:nvGraphicFramePr>
        <p:xfrm>
          <a:off x="2503964" y="5379562"/>
          <a:ext cx="1496695" cy="875030"/>
        </p:xfrm>
        <a:graphic>
          <a:graphicData uri="http://schemas.openxmlformats.org/presentationml/2006/ole">
            <mc:AlternateContent xmlns:mc="http://schemas.openxmlformats.org/markup-compatibility/2006">
              <mc:Choice xmlns:v="urn:schemas-microsoft-com:vml" Requires="v">
                <p:oleObj name="Equation" r:id="rId10" imgW="673100" imgH="393700" progId="Equation.DSMT4">
                  <p:embed/>
                </p:oleObj>
              </mc:Choice>
              <mc:Fallback>
                <p:oleObj name="Equation" r:id="rId10" imgW="673100" imgH="393700" progId="Equation.DSMT4">
                  <p:embed/>
                  <p:pic>
                    <p:nvPicPr>
                      <p:cNvPr id="0" name="Object 14"/>
                      <p:cNvPicPr>
                        <a:picLocks noChangeAspect="1" noChangeArrowheads="1"/>
                      </p:cNvPicPr>
                      <p:nvPr/>
                    </p:nvPicPr>
                    <p:blipFill>
                      <a:blip r:embed="rId11"/>
                      <a:srcRect/>
                      <a:stretch>
                        <a:fillRect/>
                      </a:stretch>
                    </p:blipFill>
                    <p:spPr bwMode="auto">
                      <a:xfrm>
                        <a:off x="2503964" y="5379562"/>
                        <a:ext cx="1496695" cy="87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9"/>
          <p:cNvGraphicFramePr>
            <a:graphicFrameLocks noChangeAspect="1"/>
          </p:cNvGraphicFramePr>
          <p:nvPr/>
        </p:nvGraphicFramePr>
        <p:xfrm>
          <a:off x="4716780" y="1604010"/>
          <a:ext cx="481330" cy="539750"/>
        </p:xfrm>
        <a:graphic>
          <a:graphicData uri="http://schemas.openxmlformats.org/presentationml/2006/ole">
            <mc:AlternateContent xmlns:mc="http://schemas.openxmlformats.org/markup-compatibility/2006">
              <mc:Choice xmlns:v="urn:schemas-microsoft-com:vml" Requires="v">
                <p:oleObj name="Equation" r:id="rId12" imgW="203200" imgH="228600" progId="Equation.DSMT4">
                  <p:embed/>
                </p:oleObj>
              </mc:Choice>
              <mc:Fallback>
                <p:oleObj name="Equation" r:id="rId12" imgW="203200" imgH="22860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16780" y="1604010"/>
                        <a:ext cx="481330" cy="5397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0"/>
          <p:cNvGraphicFramePr>
            <a:graphicFrameLocks noChangeAspect="1"/>
          </p:cNvGraphicFramePr>
          <p:nvPr/>
        </p:nvGraphicFramePr>
        <p:xfrm>
          <a:off x="6517005" y="1388110"/>
          <a:ext cx="530225" cy="563880"/>
        </p:xfrm>
        <a:graphic>
          <a:graphicData uri="http://schemas.openxmlformats.org/presentationml/2006/ole">
            <mc:AlternateContent xmlns:mc="http://schemas.openxmlformats.org/markup-compatibility/2006">
              <mc:Choice xmlns:v="urn:schemas-microsoft-com:vml" Requires="v">
                <p:oleObj name="Equation" r:id="rId14" imgW="215900" imgH="228600" progId="Equation.DSMT4">
                  <p:embed/>
                </p:oleObj>
              </mc:Choice>
              <mc:Fallback>
                <p:oleObj name="Equation" r:id="rId14" imgW="215900" imgH="228600" progId="Equation.DSMT4">
                  <p:embed/>
                  <p:pic>
                    <p:nvPicPr>
                      <p:cNvPr id="0" name="Object 10"/>
                      <p:cNvPicPr>
                        <a:picLocks noChangeAspect="1" noChangeArrowheads="1"/>
                      </p:cNvPicPr>
                      <p:nvPr/>
                    </p:nvPicPr>
                    <p:blipFill>
                      <a:blip r:embed="rId15"/>
                      <a:srcRect/>
                      <a:stretch>
                        <a:fillRect/>
                      </a:stretch>
                    </p:blipFill>
                    <p:spPr bwMode="auto">
                      <a:xfrm>
                        <a:off x="6517005" y="1388110"/>
                        <a:ext cx="530225" cy="56388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1"/>
          <p:cNvGraphicFramePr>
            <a:graphicFrameLocks noChangeAspect="1"/>
          </p:cNvGraphicFramePr>
          <p:nvPr/>
        </p:nvGraphicFramePr>
        <p:xfrm>
          <a:off x="6877685" y="2971165"/>
          <a:ext cx="532130" cy="563880"/>
        </p:xfrm>
        <a:graphic>
          <a:graphicData uri="http://schemas.openxmlformats.org/presentationml/2006/ole">
            <mc:AlternateContent xmlns:mc="http://schemas.openxmlformats.org/markup-compatibility/2006">
              <mc:Choice xmlns:v="urn:schemas-microsoft-com:vml" Requires="v">
                <p:oleObj name="Equation" r:id="rId16" imgW="215900" imgH="228600" progId="Equation.DSMT4">
                  <p:embed/>
                </p:oleObj>
              </mc:Choice>
              <mc:Fallback>
                <p:oleObj name="Equation" r:id="rId16" imgW="215900" imgH="228600" progId="Equation.DSMT4">
                  <p:embed/>
                  <p:pic>
                    <p:nvPicPr>
                      <p:cNvPr id="0" name="Object 11"/>
                      <p:cNvPicPr>
                        <a:picLocks noChangeAspect="1" noChangeArrowheads="1"/>
                      </p:cNvPicPr>
                      <p:nvPr/>
                    </p:nvPicPr>
                    <p:blipFill>
                      <a:blip r:embed="rId17"/>
                      <a:srcRect/>
                      <a:stretch>
                        <a:fillRect/>
                      </a:stretch>
                    </p:blipFill>
                    <p:spPr bwMode="auto">
                      <a:xfrm>
                        <a:off x="6877685" y="2971165"/>
                        <a:ext cx="532130" cy="56388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 name="组合 11"/>
          <p:cNvGrpSpPr/>
          <p:nvPr/>
        </p:nvGrpSpPr>
        <p:grpSpPr>
          <a:xfrm>
            <a:off x="8460105" y="1791335"/>
            <a:ext cx="288925" cy="288290"/>
            <a:chOff x="13323" y="3201"/>
            <a:chExt cx="455" cy="454"/>
          </a:xfrm>
        </p:grpSpPr>
        <p:sp>
          <p:nvSpPr>
            <p:cNvPr id="13" name="Line 12"/>
            <p:cNvSpPr>
              <a:spLocks noChangeShapeType="1"/>
            </p:cNvSpPr>
            <p:nvPr/>
          </p:nvSpPr>
          <p:spPr bwMode="auto">
            <a:xfrm>
              <a:off x="13778" y="3201"/>
              <a:ext cx="0" cy="455"/>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Line 13"/>
            <p:cNvSpPr>
              <a:spLocks noChangeShapeType="1"/>
            </p:cNvSpPr>
            <p:nvPr/>
          </p:nvSpPr>
          <p:spPr bwMode="auto">
            <a:xfrm>
              <a:off x="13323" y="3429"/>
              <a:ext cx="455"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15" name="Object 9"/>
          <p:cNvGraphicFramePr>
            <a:graphicFrameLocks noChangeAspect="1"/>
          </p:cNvGraphicFramePr>
          <p:nvPr/>
        </p:nvGraphicFramePr>
        <p:xfrm>
          <a:off x="5551805" y="2179955"/>
          <a:ext cx="330835" cy="330200"/>
        </p:xfrm>
        <a:graphic>
          <a:graphicData uri="http://schemas.openxmlformats.org/presentationml/2006/ole">
            <mc:AlternateContent xmlns:mc="http://schemas.openxmlformats.org/markup-compatibility/2006">
              <mc:Choice xmlns:v="urn:schemas-microsoft-com:vml" Requires="v">
                <p:oleObj name="Equation" r:id="rId18" imgW="139700" imgH="139700" progId="Equation.DSMT4">
                  <p:embed/>
                </p:oleObj>
              </mc:Choice>
              <mc:Fallback>
                <p:oleObj name="Equation" r:id="rId18" imgW="139700" imgH="139700" progId="Equation.DSMT4">
                  <p:embed/>
                  <p:pic>
                    <p:nvPicPr>
                      <p:cNvPr id="0" name="Object 9"/>
                      <p:cNvPicPr>
                        <a:picLocks noChangeAspect="1" noChangeArrowheads="1"/>
                      </p:cNvPicPr>
                      <p:nvPr/>
                    </p:nvPicPr>
                    <p:blipFill>
                      <a:blip r:embed="rId19"/>
                      <a:srcRect/>
                      <a:stretch>
                        <a:fillRect/>
                      </a:stretch>
                    </p:blipFill>
                    <p:spPr bwMode="auto">
                      <a:xfrm>
                        <a:off x="5551805" y="2179955"/>
                        <a:ext cx="330835" cy="3302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9"/>
          <p:cNvGraphicFramePr>
            <a:graphicFrameLocks noChangeAspect="1"/>
          </p:cNvGraphicFramePr>
          <p:nvPr/>
        </p:nvGraphicFramePr>
        <p:xfrm>
          <a:off x="5567045" y="2828290"/>
          <a:ext cx="300990" cy="240665"/>
        </p:xfrm>
        <a:graphic>
          <a:graphicData uri="http://schemas.openxmlformats.org/presentationml/2006/ole">
            <mc:AlternateContent xmlns:mc="http://schemas.openxmlformats.org/markup-compatibility/2006">
              <mc:Choice xmlns:v="urn:schemas-microsoft-com:vml" Requires="v">
                <p:oleObj name="Equation" r:id="rId20" imgW="127000" imgH="101600" progId="Equation.DSMT4">
                  <p:embed/>
                </p:oleObj>
              </mc:Choice>
              <mc:Fallback>
                <p:oleObj name="Equation" r:id="rId20" imgW="127000" imgH="101600" progId="Equation.DSMT4">
                  <p:embed/>
                  <p:pic>
                    <p:nvPicPr>
                      <p:cNvPr id="0" name="Object 9"/>
                      <p:cNvPicPr>
                        <a:picLocks noChangeAspect="1" noChangeArrowheads="1"/>
                      </p:cNvPicPr>
                      <p:nvPr/>
                    </p:nvPicPr>
                    <p:blipFill>
                      <a:blip r:embed="rId21"/>
                      <a:srcRect/>
                      <a:stretch>
                        <a:fillRect/>
                      </a:stretch>
                    </p:blipFill>
                    <p:spPr bwMode="auto">
                      <a:xfrm>
                        <a:off x="5567045" y="2828290"/>
                        <a:ext cx="300990" cy="24066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9"/>
          <p:cNvGraphicFramePr>
            <a:graphicFrameLocks noChangeAspect="1"/>
          </p:cNvGraphicFramePr>
          <p:nvPr/>
        </p:nvGraphicFramePr>
        <p:xfrm>
          <a:off x="5652135" y="2498090"/>
          <a:ext cx="300990" cy="330200"/>
        </p:xfrm>
        <a:graphic>
          <a:graphicData uri="http://schemas.openxmlformats.org/presentationml/2006/ole">
            <mc:AlternateContent xmlns:mc="http://schemas.openxmlformats.org/markup-compatibility/2006">
              <mc:Choice xmlns:v="urn:schemas-microsoft-com:vml" Requires="v">
                <p:oleObj name="Equation" r:id="rId22" imgW="127000" imgH="139700" progId="Equation.DSMT4">
                  <p:embed/>
                </p:oleObj>
              </mc:Choice>
              <mc:Fallback>
                <p:oleObj name="Equation" r:id="rId22" imgW="127000" imgH="139700" progId="Equation.DSMT4">
                  <p:embed/>
                  <p:pic>
                    <p:nvPicPr>
                      <p:cNvPr id="0" name="Object 9"/>
                      <p:cNvPicPr>
                        <a:picLocks noChangeAspect="1" noChangeArrowheads="1"/>
                      </p:cNvPicPr>
                      <p:nvPr/>
                    </p:nvPicPr>
                    <p:blipFill>
                      <a:blip r:embed="rId23"/>
                      <a:srcRect/>
                      <a:stretch>
                        <a:fillRect/>
                      </a:stretch>
                    </p:blipFill>
                    <p:spPr bwMode="auto">
                      <a:xfrm>
                        <a:off x="5652135" y="2498090"/>
                        <a:ext cx="300990" cy="3302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8"/>
          <p:cNvGraphicFramePr>
            <a:graphicFrameLocks noChangeAspect="1"/>
          </p:cNvGraphicFramePr>
          <p:nvPr/>
        </p:nvGraphicFramePr>
        <p:xfrm>
          <a:off x="5271929" y="4191159"/>
          <a:ext cx="2034540" cy="508635"/>
        </p:xfrm>
        <a:graphic>
          <a:graphicData uri="http://schemas.openxmlformats.org/presentationml/2006/ole">
            <mc:AlternateContent xmlns:mc="http://schemas.openxmlformats.org/markup-compatibility/2006">
              <mc:Choice xmlns:v="urn:schemas-microsoft-com:vml" Requires="v">
                <p:oleObj name="Equation" r:id="rId24" imgW="914400" imgH="228600" progId="Equation.DSMT4">
                  <p:embed/>
                </p:oleObj>
              </mc:Choice>
              <mc:Fallback>
                <p:oleObj name="Equation" r:id="rId24" imgW="914400" imgH="228600" progId="Equation.DSMT4">
                  <p:embed/>
                  <p:pic>
                    <p:nvPicPr>
                      <p:cNvPr id="0" name="Object 18"/>
                      <p:cNvPicPr>
                        <a:picLocks noChangeAspect="1" noChangeArrowheads="1"/>
                      </p:cNvPicPr>
                      <p:nvPr/>
                    </p:nvPicPr>
                    <p:blipFill>
                      <a:blip r:embed="rId25"/>
                      <a:srcRect/>
                      <a:stretch>
                        <a:fillRect/>
                      </a:stretch>
                    </p:blipFill>
                    <p:spPr bwMode="auto">
                      <a:xfrm>
                        <a:off x="5271929" y="4191159"/>
                        <a:ext cx="2034540" cy="5086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8"/>
          <p:cNvGraphicFramePr>
            <a:graphicFrameLocks noChangeAspect="1"/>
          </p:cNvGraphicFramePr>
          <p:nvPr/>
        </p:nvGraphicFramePr>
        <p:xfrm>
          <a:off x="5271611" y="4739799"/>
          <a:ext cx="1864995" cy="508635"/>
        </p:xfrm>
        <a:graphic>
          <a:graphicData uri="http://schemas.openxmlformats.org/presentationml/2006/ole">
            <mc:AlternateContent xmlns:mc="http://schemas.openxmlformats.org/markup-compatibility/2006">
              <mc:Choice xmlns:v="urn:schemas-microsoft-com:vml" Requires="v">
                <p:oleObj name="Equation" r:id="rId26" imgW="838200" imgH="228600" progId="Equation.DSMT4">
                  <p:embed/>
                </p:oleObj>
              </mc:Choice>
              <mc:Fallback>
                <p:oleObj name="Equation" r:id="rId26" imgW="838200" imgH="228600" progId="Equation.DSMT4">
                  <p:embed/>
                  <p:pic>
                    <p:nvPicPr>
                      <p:cNvPr id="0" name="Object 18"/>
                      <p:cNvPicPr>
                        <a:picLocks noChangeAspect="1" noChangeArrowheads="1"/>
                      </p:cNvPicPr>
                      <p:nvPr/>
                    </p:nvPicPr>
                    <p:blipFill>
                      <a:blip r:embed="rId27"/>
                      <a:srcRect/>
                      <a:stretch>
                        <a:fillRect/>
                      </a:stretch>
                    </p:blipFill>
                    <p:spPr bwMode="auto">
                      <a:xfrm>
                        <a:off x="5271611" y="4739799"/>
                        <a:ext cx="1864995" cy="5086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8"/>
          <p:cNvGraphicFramePr>
            <a:graphicFrameLocks noChangeAspect="1"/>
          </p:cNvGraphicFramePr>
          <p:nvPr/>
        </p:nvGraphicFramePr>
        <p:xfrm>
          <a:off x="7380446" y="4796949"/>
          <a:ext cx="1243330" cy="394335"/>
        </p:xfrm>
        <a:graphic>
          <a:graphicData uri="http://schemas.openxmlformats.org/presentationml/2006/ole">
            <mc:AlternateContent xmlns:mc="http://schemas.openxmlformats.org/markup-compatibility/2006">
              <mc:Choice xmlns:v="urn:schemas-microsoft-com:vml" Requires="v">
                <p:oleObj name="Equation" r:id="rId28" imgW="558800" imgH="177165" progId="Equation.DSMT4">
                  <p:embed/>
                </p:oleObj>
              </mc:Choice>
              <mc:Fallback>
                <p:oleObj name="Equation" r:id="rId28" imgW="558800" imgH="177165" progId="Equation.DSMT4">
                  <p:embed/>
                  <p:pic>
                    <p:nvPicPr>
                      <p:cNvPr id="0" name="Object 18"/>
                      <p:cNvPicPr>
                        <a:picLocks noChangeAspect="1" noChangeArrowheads="1"/>
                      </p:cNvPicPr>
                      <p:nvPr/>
                    </p:nvPicPr>
                    <p:blipFill>
                      <a:blip r:embed="rId29"/>
                      <a:srcRect/>
                      <a:stretch>
                        <a:fillRect/>
                      </a:stretch>
                    </p:blipFill>
                    <p:spPr bwMode="auto">
                      <a:xfrm>
                        <a:off x="7380446" y="4796949"/>
                        <a:ext cx="1243330" cy="3943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8"/>
          <p:cNvGraphicFramePr>
            <a:graphicFrameLocks noChangeAspect="1"/>
          </p:cNvGraphicFramePr>
          <p:nvPr/>
        </p:nvGraphicFramePr>
        <p:xfrm>
          <a:off x="5271611" y="5400368"/>
          <a:ext cx="2486660" cy="452755"/>
        </p:xfrm>
        <a:graphic>
          <a:graphicData uri="http://schemas.openxmlformats.org/presentationml/2006/ole">
            <mc:AlternateContent xmlns:mc="http://schemas.openxmlformats.org/markup-compatibility/2006">
              <mc:Choice xmlns:v="urn:schemas-microsoft-com:vml" Requires="v">
                <p:oleObj name="Equation" r:id="rId30" imgW="1117600" imgH="203200" progId="Equation.DSMT4">
                  <p:embed/>
                </p:oleObj>
              </mc:Choice>
              <mc:Fallback>
                <p:oleObj name="Equation" r:id="rId30" imgW="1117600" imgH="203200" progId="Equation.DSMT4">
                  <p:embed/>
                  <p:pic>
                    <p:nvPicPr>
                      <p:cNvPr id="0" name="Object 18"/>
                      <p:cNvPicPr>
                        <a:picLocks noChangeAspect="1" noChangeArrowheads="1"/>
                      </p:cNvPicPr>
                      <p:nvPr/>
                    </p:nvPicPr>
                    <p:blipFill>
                      <a:blip r:embed="rId31"/>
                      <a:srcRect/>
                      <a:stretch>
                        <a:fillRect/>
                      </a:stretch>
                    </p:blipFill>
                    <p:spPr bwMode="auto">
                      <a:xfrm>
                        <a:off x="5271611" y="5400368"/>
                        <a:ext cx="2486660" cy="45275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文本框 21"/>
          <p:cNvSpPr txBox="1"/>
          <p:nvPr/>
        </p:nvSpPr>
        <p:spPr>
          <a:xfrm>
            <a:off x="7047230" y="5758022"/>
            <a:ext cx="1627369" cy="523220"/>
          </a:xfrm>
          <a:prstGeom prst="rect">
            <a:avLst/>
          </a:prstGeom>
          <a:noFill/>
        </p:spPr>
        <p:txBody>
          <a:bodyPr wrap="none" rtlCol="0" anchor="t">
            <a:spAutoFit/>
          </a:bodyPr>
          <a:lstStyle/>
          <a:p>
            <a:pPr algn="l" eaLnBrk="1" hangingPunct="1">
              <a:spcBef>
                <a:spcPct val="50000"/>
              </a:spcBef>
            </a:pPr>
            <a:r>
              <a:rPr lang="zh-CN" altLang="en-US" sz="2800" b="1" dirty="0">
                <a:solidFill>
                  <a:srgbClr val="FF0000"/>
                </a:solidFill>
                <a:latin typeface="楷体" panose="02010609060101010101" charset="-122"/>
                <a:ea typeface="楷体" panose="02010609060101010101" charset="-122"/>
                <a:cs typeface="+mn-ea"/>
                <a:sym typeface="+mn-ea"/>
              </a:rPr>
              <a:t>吸收功率</a:t>
            </a:r>
          </a:p>
        </p:txBody>
      </p:sp>
      <p:sp>
        <p:nvSpPr>
          <p:cNvPr id="23" name="文本框 22"/>
          <p:cNvSpPr txBox="1"/>
          <p:nvPr/>
        </p:nvSpPr>
        <p:spPr>
          <a:xfrm>
            <a:off x="305581" y="3011825"/>
            <a:ext cx="5164137" cy="523220"/>
          </a:xfrm>
          <a:prstGeom prst="rect">
            <a:avLst/>
          </a:prstGeom>
          <a:noFill/>
        </p:spPr>
        <p:txBody>
          <a:bodyPr wrap="square" rtlCol="0" anchor="t">
            <a:spAutoFit/>
          </a:bodyPr>
          <a:lstStyle/>
          <a:p>
            <a:r>
              <a:rPr lang="en-US" altLang="zh-CN" sz="2800" b="1" dirty="0">
                <a:solidFill>
                  <a:srgbClr val="FF0000"/>
                </a:solidFill>
                <a:latin typeface="楷体" panose="02010609060101010101" charset="-122"/>
                <a:ea typeface="楷体" panose="02010609060101010101" charset="-122"/>
                <a:sym typeface="Wingdings" panose="05000000000000000000" pitchFamily="2" charset="2"/>
              </a:rPr>
              <a:t></a:t>
            </a:r>
            <a:r>
              <a:rPr lang="zh-CN" altLang="en-US" sz="2800" b="1" dirty="0">
                <a:solidFill>
                  <a:srgbClr val="FF0000"/>
                </a:solidFill>
                <a:latin typeface="楷体" panose="02010609060101010101" charset="-122"/>
                <a:ea typeface="楷体" panose="02010609060101010101" charset="-122"/>
                <a:sym typeface="+mn-ea"/>
              </a:rPr>
              <a:t>广义结点法：</a:t>
            </a:r>
          </a:p>
        </p:txBody>
      </p:sp>
      <p:sp>
        <p:nvSpPr>
          <p:cNvPr id="25" name="Text Box 57"/>
          <p:cNvSpPr txBox="1">
            <a:spLocks noChangeArrowheads="1"/>
          </p:cNvSpPr>
          <p:nvPr/>
        </p:nvSpPr>
        <p:spPr bwMode="auto">
          <a:xfrm>
            <a:off x="943928" y="340846"/>
            <a:ext cx="4038599" cy="523220"/>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wrap="square">
            <a:spAutoFit/>
          </a:bodyPr>
          <a:lstStyle>
            <a:defPPr>
              <a:defRPr lang="zh-CN"/>
            </a:defPPr>
            <a:lvl1pPr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1pPr>
            <a:lvl2pPr marL="4572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2pPr>
            <a:lvl3pPr marL="9144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3pPr>
            <a:lvl4pPr marL="13716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4pPr>
            <a:lvl5pPr marL="18288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5pPr>
            <a:lvl6pPr marL="22860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6pPr>
            <a:lvl7pPr marL="27432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7pPr>
            <a:lvl8pPr marL="32004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8pPr>
            <a:lvl9pPr marL="36576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9pPr>
          </a:lstStyle>
          <a:p>
            <a:pPr algn="l" eaLnBrk="1" hangingPunct="1"/>
            <a:r>
              <a:rPr lang="zh-CN" altLang="en-US" sz="2800" b="1" dirty="0">
                <a:latin typeface="楷体" panose="02010609060101010101" charset="-122"/>
                <a:ea typeface="楷体" panose="02010609060101010101" charset="-122"/>
              </a:rPr>
              <a:t>求电流源发出的功率</a:t>
            </a:r>
          </a:p>
        </p:txBody>
      </p:sp>
      <p:sp>
        <p:nvSpPr>
          <p:cNvPr id="26" name="文本框 25"/>
          <p:cNvSpPr txBox="1"/>
          <p:nvPr/>
        </p:nvSpPr>
        <p:spPr>
          <a:xfrm>
            <a:off x="183833" y="341471"/>
            <a:ext cx="760095" cy="52197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2</a:t>
            </a:r>
          </a:p>
        </p:txBody>
      </p:sp>
      <p:sp>
        <p:nvSpPr>
          <p:cNvPr id="30" name="文本框 29"/>
          <p:cNvSpPr txBox="1"/>
          <p:nvPr/>
        </p:nvSpPr>
        <p:spPr>
          <a:xfrm>
            <a:off x="287828" y="1874183"/>
            <a:ext cx="3967942" cy="95410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mn-cs"/>
                <a:sym typeface="+mn-ea"/>
              </a:rPr>
              <a:t>包含电压源支路，且不与参考结点相连</a:t>
            </a:r>
            <a:endParaRPr kumimoji="0" lang="en-US" altLang="zh-CN" sz="28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par>
                                <p:cTn id="19" presetID="2" presetClass="entr" presetSubtype="4"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20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20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20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left)">
                                      <p:cBhvr>
                                        <p:cTn id="47" dur="20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000" fill="hold">
                                          <p:stCondLst>
                                            <p:cond delay="0"/>
                                          </p:stCondLst>
                                        </p:cTn>
                                        <p:tgtEl>
                                          <p:spTgt spid="18"/>
                                        </p:tgtEl>
                                        <p:attrNameLst>
                                          <p:attrName>style.visibility</p:attrName>
                                        </p:attrNameLst>
                                      </p:cBhvr>
                                      <p:to>
                                        <p:strVal val="visible"/>
                                      </p:to>
                                    </p:set>
                                    <p:animEffect transition="in" filter="wipe(left)">
                                      <p:cBhvr>
                                        <p:cTn id="52" dur="1000"/>
                                        <p:tgtEl>
                                          <p:spTgt spid="18"/>
                                        </p:tgtEl>
                                      </p:cBhvr>
                                    </p:animEffect>
                                  </p:childTnLst>
                                </p:cTn>
                              </p:par>
                              <p:par>
                                <p:cTn id="53" presetID="22" presetClass="entr" presetSubtype="8" fill="hold" nodeType="withEffect">
                                  <p:stCondLst>
                                    <p:cond delay="0"/>
                                  </p:stCondLst>
                                  <p:childTnLst>
                                    <p:set>
                                      <p:cBhvr>
                                        <p:cTn id="54" dur="1000" fill="hold">
                                          <p:stCondLst>
                                            <p:cond delay="0"/>
                                          </p:stCondLst>
                                        </p:cTn>
                                        <p:tgtEl>
                                          <p:spTgt spid="19"/>
                                        </p:tgtEl>
                                        <p:attrNameLst>
                                          <p:attrName>style.visibility</p:attrName>
                                        </p:attrNameLst>
                                      </p:cBhvr>
                                      <p:to>
                                        <p:strVal val="visible"/>
                                      </p:to>
                                    </p:set>
                                    <p:animEffect transition="in" filter="wipe(left)">
                                      <p:cBhvr>
                                        <p:cTn id="55" dur="1000"/>
                                        <p:tgtEl>
                                          <p:spTgt spid="19"/>
                                        </p:tgtEl>
                                      </p:cBhvr>
                                    </p:animEffect>
                                  </p:childTnLst>
                                </p:cTn>
                              </p:par>
                              <p:par>
                                <p:cTn id="56" presetID="22" presetClass="entr" presetSubtype="8" fill="hold" nodeType="withEffect">
                                  <p:stCondLst>
                                    <p:cond delay="0"/>
                                  </p:stCondLst>
                                  <p:childTnLst>
                                    <p:set>
                                      <p:cBhvr>
                                        <p:cTn id="57" dur="1000" fill="hold">
                                          <p:stCondLst>
                                            <p:cond delay="0"/>
                                          </p:stCondLst>
                                        </p:cTn>
                                        <p:tgtEl>
                                          <p:spTgt spid="20"/>
                                        </p:tgtEl>
                                        <p:attrNameLst>
                                          <p:attrName>style.visibility</p:attrName>
                                        </p:attrNameLst>
                                      </p:cBhvr>
                                      <p:to>
                                        <p:strVal val="visible"/>
                                      </p:to>
                                    </p:set>
                                    <p:animEffect transition="in" filter="wipe(left)">
                                      <p:cBhvr>
                                        <p:cTn id="58" dur="1000"/>
                                        <p:tgtEl>
                                          <p:spTgt spid="20"/>
                                        </p:tgtEl>
                                      </p:cBhvr>
                                    </p:animEffect>
                                  </p:childTnLst>
                                </p:cTn>
                              </p:par>
                              <p:par>
                                <p:cTn id="59" presetID="22" presetClass="entr" presetSubtype="8" fill="hold" nodeType="withEffect">
                                  <p:stCondLst>
                                    <p:cond delay="0"/>
                                  </p:stCondLst>
                                  <p:childTnLst>
                                    <p:set>
                                      <p:cBhvr>
                                        <p:cTn id="60" dur="1000" fill="hold">
                                          <p:stCondLst>
                                            <p:cond delay="0"/>
                                          </p:stCondLst>
                                        </p:cTn>
                                        <p:tgtEl>
                                          <p:spTgt spid="21"/>
                                        </p:tgtEl>
                                        <p:attrNameLst>
                                          <p:attrName>style.visibility</p:attrName>
                                        </p:attrNameLst>
                                      </p:cBhvr>
                                      <p:to>
                                        <p:strVal val="visible"/>
                                      </p:to>
                                    </p:set>
                                    <p:animEffect transition="in" filter="wipe(left)">
                                      <p:cBhvr>
                                        <p:cTn id="61" dur="1000"/>
                                        <p:tgtEl>
                                          <p:spTgt spid="21"/>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barn(inVertical)">
                                      <p:cBhvr>
                                        <p:cTn id="6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bldLvl="0" animBg="1"/>
      <p:bldP spid="22" grpId="0"/>
      <p:bldP spid="22" grpId="1"/>
      <p:bldP spid="23" grpId="0"/>
      <p:bldP spid="23" grpId="1"/>
      <p:bldP spid="3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圆角矩形 10"/>
          <p:cNvSpPr/>
          <p:nvPr/>
        </p:nvSpPr>
        <p:spPr>
          <a:xfrm>
            <a:off x="6443980" y="1920475"/>
            <a:ext cx="720090" cy="1729486"/>
          </a:xfrm>
          <a:prstGeom prst="roundRect">
            <a:avLst/>
          </a:prstGeom>
          <a:solidFill>
            <a:schemeClr val="accent1">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Object 24"/>
          <p:cNvGraphicFramePr>
            <a:graphicFrameLocks noChangeAspect="1"/>
          </p:cNvGraphicFramePr>
          <p:nvPr/>
        </p:nvGraphicFramePr>
        <p:xfrm>
          <a:off x="755650" y="3799840"/>
          <a:ext cx="960120" cy="508000"/>
        </p:xfrm>
        <a:graphic>
          <a:graphicData uri="http://schemas.openxmlformats.org/presentationml/2006/ole">
            <mc:AlternateContent xmlns:mc="http://schemas.openxmlformats.org/markup-compatibility/2006">
              <mc:Choice xmlns:v="urn:schemas-microsoft-com:vml" Requires="v">
                <p:oleObj name="Equation" r:id="rId2" imgW="431800" imgH="228600" progId="Equation.DSMT4">
                  <p:embed/>
                </p:oleObj>
              </mc:Choice>
              <mc:Fallback>
                <p:oleObj name="Equation" r:id="rId2" imgW="431800" imgH="228600" progId="Equation.DSMT4">
                  <p:embed/>
                  <p:pic>
                    <p:nvPicPr>
                      <p:cNvPr id="0" name="Object 24"/>
                      <p:cNvPicPr>
                        <a:picLocks noChangeAspect="1" noChangeArrowheads="1"/>
                      </p:cNvPicPr>
                      <p:nvPr/>
                    </p:nvPicPr>
                    <p:blipFill>
                      <a:blip r:embed="rId3"/>
                      <a:srcRect/>
                      <a:stretch>
                        <a:fillRect/>
                      </a:stretch>
                    </p:blipFill>
                    <p:spPr bwMode="auto">
                      <a:xfrm>
                        <a:off x="755650" y="3799840"/>
                        <a:ext cx="960120" cy="5080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25"/>
          <p:cNvGraphicFramePr>
            <a:graphicFrameLocks noChangeAspect="1"/>
          </p:cNvGraphicFramePr>
          <p:nvPr/>
        </p:nvGraphicFramePr>
        <p:xfrm>
          <a:off x="755650" y="4519295"/>
          <a:ext cx="3950335" cy="508000"/>
        </p:xfrm>
        <a:graphic>
          <a:graphicData uri="http://schemas.openxmlformats.org/presentationml/2006/ole">
            <mc:AlternateContent xmlns:mc="http://schemas.openxmlformats.org/markup-compatibility/2006">
              <mc:Choice xmlns:v="urn:schemas-microsoft-com:vml" Requires="v">
                <p:oleObj name="Equation" r:id="rId4" imgW="42672000" imgH="5486400" progId="Equation.DSMT4">
                  <p:embed/>
                </p:oleObj>
              </mc:Choice>
              <mc:Fallback>
                <p:oleObj name="Equation" r:id="rId4" imgW="42672000" imgH="5486400" progId="Equation.DSMT4">
                  <p:embed/>
                  <p:pic>
                    <p:nvPicPr>
                      <p:cNvPr id="0" name="Object 25"/>
                      <p:cNvPicPr>
                        <a:picLocks noChangeAspect="1" noChangeArrowheads="1"/>
                      </p:cNvPicPr>
                      <p:nvPr/>
                    </p:nvPicPr>
                    <p:blipFill>
                      <a:blip r:embed="rId5"/>
                      <a:srcRect/>
                      <a:stretch>
                        <a:fillRect/>
                      </a:stretch>
                    </p:blipFill>
                    <p:spPr bwMode="auto">
                      <a:xfrm>
                        <a:off x="755650" y="4519295"/>
                        <a:ext cx="3950335" cy="5080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26"/>
          <p:cNvGraphicFramePr>
            <a:graphicFrameLocks noChangeAspect="1"/>
          </p:cNvGraphicFramePr>
          <p:nvPr/>
        </p:nvGraphicFramePr>
        <p:xfrm>
          <a:off x="755650" y="5215255"/>
          <a:ext cx="4093210" cy="508000"/>
        </p:xfrm>
        <a:graphic>
          <a:graphicData uri="http://schemas.openxmlformats.org/presentationml/2006/ole">
            <mc:AlternateContent xmlns:mc="http://schemas.openxmlformats.org/markup-compatibility/2006">
              <mc:Choice xmlns:v="urn:schemas-microsoft-com:vml" Requires="v">
                <p:oleObj name="Equation" r:id="rId6" imgW="1841500" imgH="228600" progId="Equation.DSMT4">
                  <p:embed/>
                </p:oleObj>
              </mc:Choice>
              <mc:Fallback>
                <p:oleObj name="Equation" r:id="rId6" imgW="1841500" imgH="228600" progId="Equation.DSMT4">
                  <p:embed/>
                  <p:pic>
                    <p:nvPicPr>
                      <p:cNvPr id="0" name="Object 26"/>
                      <p:cNvPicPr>
                        <a:picLocks noChangeAspect="1" noChangeArrowheads="1"/>
                      </p:cNvPicPr>
                      <p:nvPr/>
                    </p:nvPicPr>
                    <p:blipFill>
                      <a:blip r:embed="rId7"/>
                      <a:srcRect/>
                      <a:stretch>
                        <a:fillRect/>
                      </a:stretch>
                    </p:blipFill>
                    <p:spPr bwMode="auto">
                      <a:xfrm>
                        <a:off x="755650" y="5215255"/>
                        <a:ext cx="4093210" cy="5080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27"/>
          <p:cNvGraphicFramePr>
            <a:graphicFrameLocks noChangeAspect="1"/>
          </p:cNvGraphicFramePr>
          <p:nvPr/>
        </p:nvGraphicFramePr>
        <p:xfrm>
          <a:off x="755650" y="5887720"/>
          <a:ext cx="958850" cy="508000"/>
        </p:xfrm>
        <a:graphic>
          <a:graphicData uri="http://schemas.openxmlformats.org/presentationml/2006/ole">
            <mc:AlternateContent xmlns:mc="http://schemas.openxmlformats.org/markup-compatibility/2006">
              <mc:Choice xmlns:v="urn:schemas-microsoft-com:vml" Requires="v">
                <p:oleObj name="Equation" r:id="rId8" imgW="431800" imgH="228600" progId="Equation.DSMT4">
                  <p:embed/>
                </p:oleObj>
              </mc:Choice>
              <mc:Fallback>
                <p:oleObj name="Equation" r:id="rId8" imgW="431800" imgH="228600" progId="Equation.DSMT4">
                  <p:embed/>
                  <p:pic>
                    <p:nvPicPr>
                      <p:cNvPr id="0" name="Object 27"/>
                      <p:cNvPicPr>
                        <a:picLocks noChangeAspect="1" noChangeArrowheads="1"/>
                      </p:cNvPicPr>
                      <p:nvPr/>
                    </p:nvPicPr>
                    <p:blipFill>
                      <a:blip r:embed="rId9"/>
                      <a:srcRect/>
                      <a:stretch>
                        <a:fillRect/>
                      </a:stretch>
                    </p:blipFill>
                    <p:spPr bwMode="auto">
                      <a:xfrm>
                        <a:off x="755650" y="5887720"/>
                        <a:ext cx="958850" cy="5080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AutoShape 28"/>
          <p:cNvSpPr/>
          <p:nvPr/>
        </p:nvSpPr>
        <p:spPr bwMode="auto">
          <a:xfrm>
            <a:off x="468313" y="3942715"/>
            <a:ext cx="215900" cy="2232025"/>
          </a:xfrm>
          <a:prstGeom prst="leftBrace">
            <a:avLst>
              <a:gd name="adj1" fmla="val 86152"/>
              <a:gd name="adj2" fmla="val 50000"/>
            </a:avLst>
          </a:prstGeom>
          <a:noFill/>
          <a:ln w="38100">
            <a:solidFill>
              <a:srgbClr val="FF3300"/>
            </a:solidFill>
            <a:roun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400">
                <a:solidFill>
                  <a:srgbClr val="000000"/>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graphicFrame>
        <p:nvGraphicFramePr>
          <p:cNvPr id="7" name="Object 6"/>
          <p:cNvGraphicFramePr>
            <a:graphicFrameLocks noChangeAspect="1"/>
          </p:cNvGraphicFramePr>
          <p:nvPr/>
        </p:nvGraphicFramePr>
        <p:xfrm>
          <a:off x="4786948" y="361791"/>
          <a:ext cx="4323080" cy="3408680"/>
        </p:xfrm>
        <a:graphic>
          <a:graphicData uri="http://schemas.openxmlformats.org/presentationml/2006/ole">
            <mc:AlternateContent xmlns:mc="http://schemas.openxmlformats.org/markup-compatibility/2006">
              <mc:Choice xmlns:v="urn:schemas-microsoft-com:vml" Requires="v">
                <p:oleObj name="Visio" r:id="rId10" imgW="2159635" imgH="1711960" progId="Visio.Drawing.11">
                  <p:embed/>
                </p:oleObj>
              </mc:Choice>
              <mc:Fallback>
                <p:oleObj name="Visio" r:id="rId10" imgW="2159635" imgH="1711960" progId="Visio.Drawing.11">
                  <p:embed/>
                  <p:pic>
                    <p:nvPicPr>
                      <p:cNvPr id="0" name="Object 6"/>
                      <p:cNvPicPr>
                        <a:picLocks noChangeAspect="1" noChangeArrowheads="1"/>
                      </p:cNvPicPr>
                      <p:nvPr/>
                    </p:nvPicPr>
                    <p:blipFill>
                      <a:blip r:embed="rId11"/>
                      <a:srcRect/>
                      <a:stretch>
                        <a:fillRect/>
                      </a:stretch>
                    </p:blipFill>
                    <p:spPr bwMode="auto">
                      <a:xfrm>
                        <a:off x="4786948" y="361791"/>
                        <a:ext cx="4323080" cy="340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p:cNvGrpSpPr/>
          <p:nvPr/>
        </p:nvGrpSpPr>
        <p:grpSpPr>
          <a:xfrm>
            <a:off x="5652135" y="2350770"/>
            <a:ext cx="539750" cy="539750"/>
            <a:chOff x="12190" y="5740"/>
            <a:chExt cx="850" cy="850"/>
          </a:xfrm>
        </p:grpSpPr>
        <p:sp>
          <p:nvSpPr>
            <p:cNvPr id="9" name="弧形 8"/>
            <p:cNvSpPr/>
            <p:nvPr/>
          </p:nvSpPr>
          <p:spPr>
            <a:xfrm>
              <a:off x="12190" y="5740"/>
              <a:ext cx="850" cy="850"/>
            </a:xfrm>
            <a:prstGeom prst="arc">
              <a:avLst>
                <a:gd name="adj1" fmla="val 12376891"/>
                <a:gd name="adj2" fmla="val 5436926"/>
              </a:avLst>
            </a:prstGeom>
            <a:ln w="158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0" name="Object 35"/>
            <p:cNvGraphicFramePr>
              <a:graphicFrameLocks noChangeAspect="1"/>
            </p:cNvGraphicFramePr>
            <p:nvPr/>
          </p:nvGraphicFramePr>
          <p:xfrm>
            <a:off x="12303" y="5747"/>
            <a:ext cx="667" cy="800"/>
          </p:xfrm>
          <a:graphic>
            <a:graphicData uri="http://schemas.openxmlformats.org/presentationml/2006/ole">
              <mc:AlternateContent xmlns:mc="http://schemas.openxmlformats.org/markup-compatibility/2006">
                <mc:Choice xmlns:v="urn:schemas-microsoft-com:vml" Requires="v">
                  <p:oleObj name="Equation" r:id="rId12" imgW="190500" imgH="228600" progId="Equation.DSMT4">
                    <p:embed/>
                  </p:oleObj>
                </mc:Choice>
                <mc:Fallback>
                  <p:oleObj name="Equation" r:id="rId12" imgW="190500" imgH="228600" progId="Equation.DSMT4">
                    <p:embed/>
                    <p:pic>
                      <p:nvPicPr>
                        <p:cNvPr id="0" name="Object 35"/>
                        <p:cNvPicPr>
                          <a:picLocks noChangeAspect="1" noChangeArrowheads="1"/>
                        </p:cNvPicPr>
                        <p:nvPr/>
                      </p:nvPicPr>
                      <p:blipFill>
                        <a:blip r:embed="rId13"/>
                        <a:srcRect/>
                        <a:stretch>
                          <a:fillRect/>
                        </a:stretch>
                      </p:blipFill>
                      <p:spPr bwMode="auto">
                        <a:xfrm>
                          <a:off x="12303" y="5747"/>
                          <a:ext cx="667" cy="8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 name="组合 10"/>
          <p:cNvGrpSpPr/>
          <p:nvPr/>
        </p:nvGrpSpPr>
        <p:grpSpPr>
          <a:xfrm>
            <a:off x="7380605" y="2346325"/>
            <a:ext cx="540000" cy="540000"/>
            <a:chOff x="15819" y="6186"/>
            <a:chExt cx="850" cy="850"/>
          </a:xfrm>
        </p:grpSpPr>
        <p:sp>
          <p:nvSpPr>
            <p:cNvPr id="12" name="弧形 11"/>
            <p:cNvSpPr/>
            <p:nvPr/>
          </p:nvSpPr>
          <p:spPr>
            <a:xfrm>
              <a:off x="15819" y="6186"/>
              <a:ext cx="850" cy="850"/>
            </a:xfrm>
            <a:prstGeom prst="arc">
              <a:avLst>
                <a:gd name="adj1" fmla="val 12376891"/>
                <a:gd name="adj2" fmla="val 5436926"/>
              </a:avLst>
            </a:prstGeom>
            <a:ln w="158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3" name="Object 35"/>
            <p:cNvGraphicFramePr>
              <a:graphicFrameLocks noChangeAspect="1"/>
            </p:cNvGraphicFramePr>
            <p:nvPr/>
          </p:nvGraphicFramePr>
          <p:xfrm>
            <a:off x="15932" y="6193"/>
            <a:ext cx="667" cy="800"/>
          </p:xfrm>
          <a:graphic>
            <a:graphicData uri="http://schemas.openxmlformats.org/presentationml/2006/ole">
              <mc:AlternateContent xmlns:mc="http://schemas.openxmlformats.org/markup-compatibility/2006">
                <mc:Choice xmlns:v="urn:schemas-microsoft-com:vml" Requires="v">
                  <p:oleObj name="Equation" r:id="rId14" imgW="190500" imgH="228600" progId="Equation.DSMT4">
                    <p:embed/>
                  </p:oleObj>
                </mc:Choice>
                <mc:Fallback>
                  <p:oleObj name="Equation" r:id="rId14" imgW="190500" imgH="228600" progId="Equation.DSMT4">
                    <p:embed/>
                    <p:pic>
                      <p:nvPicPr>
                        <p:cNvPr id="0" name="Object 35"/>
                        <p:cNvPicPr>
                          <a:picLocks noChangeAspect="1" noChangeArrowheads="1"/>
                        </p:cNvPicPr>
                        <p:nvPr/>
                      </p:nvPicPr>
                      <p:blipFill>
                        <a:blip r:embed="rId15"/>
                        <a:srcRect/>
                        <a:stretch>
                          <a:fillRect/>
                        </a:stretch>
                      </p:blipFill>
                      <p:spPr bwMode="auto">
                        <a:xfrm>
                          <a:off x="15932" y="6193"/>
                          <a:ext cx="667" cy="8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 name="组合 13"/>
          <p:cNvGrpSpPr/>
          <p:nvPr/>
        </p:nvGrpSpPr>
        <p:grpSpPr>
          <a:xfrm>
            <a:off x="6588760" y="1303655"/>
            <a:ext cx="540000" cy="540000"/>
            <a:chOff x="15819" y="6186"/>
            <a:chExt cx="850" cy="850"/>
          </a:xfrm>
        </p:grpSpPr>
        <p:sp>
          <p:nvSpPr>
            <p:cNvPr id="15" name="弧形 14"/>
            <p:cNvSpPr/>
            <p:nvPr/>
          </p:nvSpPr>
          <p:spPr>
            <a:xfrm>
              <a:off x="15819" y="6186"/>
              <a:ext cx="850" cy="850"/>
            </a:xfrm>
            <a:prstGeom prst="arc">
              <a:avLst>
                <a:gd name="adj1" fmla="val 12376891"/>
                <a:gd name="adj2" fmla="val 5436926"/>
              </a:avLst>
            </a:prstGeom>
            <a:ln w="158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6" name="Object 35"/>
            <p:cNvGraphicFramePr>
              <a:graphicFrameLocks noChangeAspect="1"/>
            </p:cNvGraphicFramePr>
            <p:nvPr/>
          </p:nvGraphicFramePr>
          <p:xfrm>
            <a:off x="15932" y="6193"/>
            <a:ext cx="667" cy="800"/>
          </p:xfrm>
          <a:graphic>
            <a:graphicData uri="http://schemas.openxmlformats.org/presentationml/2006/ole">
              <mc:AlternateContent xmlns:mc="http://schemas.openxmlformats.org/markup-compatibility/2006">
                <mc:Choice xmlns:v="urn:schemas-microsoft-com:vml" Requires="v">
                  <p:oleObj name="Equation" r:id="rId16" imgW="190500" imgH="228600" progId="Equation.DSMT4">
                    <p:embed/>
                  </p:oleObj>
                </mc:Choice>
                <mc:Fallback>
                  <p:oleObj name="Equation" r:id="rId16" imgW="190500" imgH="228600" progId="Equation.DSMT4">
                    <p:embed/>
                    <p:pic>
                      <p:nvPicPr>
                        <p:cNvPr id="0" name="Object 35"/>
                        <p:cNvPicPr>
                          <a:picLocks noChangeAspect="1" noChangeArrowheads="1"/>
                        </p:cNvPicPr>
                        <p:nvPr/>
                      </p:nvPicPr>
                      <p:blipFill>
                        <a:blip r:embed="rId17"/>
                        <a:srcRect/>
                        <a:stretch>
                          <a:fillRect/>
                        </a:stretch>
                      </p:blipFill>
                      <p:spPr bwMode="auto">
                        <a:xfrm>
                          <a:off x="15932" y="6193"/>
                          <a:ext cx="667" cy="8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 name="文本框 16"/>
          <p:cNvSpPr txBox="1"/>
          <p:nvPr/>
        </p:nvSpPr>
        <p:spPr>
          <a:xfrm>
            <a:off x="183833" y="995830"/>
            <a:ext cx="1612900" cy="521970"/>
          </a:xfrm>
          <a:prstGeom prst="rect">
            <a:avLst/>
          </a:prstGeom>
          <a:noFill/>
        </p:spPr>
        <p:txBody>
          <a:bodyPr wrap="none" rtlCol="0" anchor="t">
            <a:spAutoFit/>
          </a:bodyPr>
          <a:lstStyle/>
          <a:p>
            <a:r>
              <a:rPr lang="zh-CN" altLang="en-US" sz="2800" b="1" dirty="0">
                <a:solidFill>
                  <a:srgbClr val="FF0000"/>
                </a:solidFill>
                <a:latin typeface="楷体" panose="02010609060101010101" charset="-122"/>
                <a:ea typeface="楷体" panose="02010609060101010101" charset="-122"/>
                <a:sym typeface="+mn-ea"/>
              </a:rPr>
              <a:t>网孔法：</a:t>
            </a:r>
          </a:p>
        </p:txBody>
      </p:sp>
      <p:graphicFrame>
        <p:nvGraphicFramePr>
          <p:cNvPr id="18" name="Object 18"/>
          <p:cNvGraphicFramePr>
            <a:graphicFrameLocks noChangeAspect="1"/>
          </p:cNvGraphicFramePr>
          <p:nvPr/>
        </p:nvGraphicFramePr>
        <p:xfrm>
          <a:off x="5148739" y="4011454"/>
          <a:ext cx="1667510" cy="508635"/>
        </p:xfrm>
        <a:graphic>
          <a:graphicData uri="http://schemas.openxmlformats.org/presentationml/2006/ole">
            <mc:AlternateContent xmlns:mc="http://schemas.openxmlformats.org/markup-compatibility/2006">
              <mc:Choice xmlns:v="urn:schemas-microsoft-com:vml" Requires="v">
                <p:oleObj name="Equation" r:id="rId18" imgW="749300" imgH="228600" progId="Equation.DSMT4">
                  <p:embed/>
                </p:oleObj>
              </mc:Choice>
              <mc:Fallback>
                <p:oleObj name="Equation" r:id="rId18" imgW="749300" imgH="228600" progId="Equation.DSMT4">
                  <p:embed/>
                  <p:pic>
                    <p:nvPicPr>
                      <p:cNvPr id="0" name="Object 18"/>
                      <p:cNvPicPr>
                        <a:picLocks noChangeAspect="1" noChangeArrowheads="1"/>
                      </p:cNvPicPr>
                      <p:nvPr/>
                    </p:nvPicPr>
                    <p:blipFill>
                      <a:blip r:embed="rId19"/>
                      <a:srcRect/>
                      <a:stretch>
                        <a:fillRect/>
                      </a:stretch>
                    </p:blipFill>
                    <p:spPr bwMode="auto">
                      <a:xfrm>
                        <a:off x="5148739" y="4011454"/>
                        <a:ext cx="1667510" cy="5086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8"/>
          <p:cNvGraphicFramePr>
            <a:graphicFrameLocks noChangeAspect="1"/>
          </p:cNvGraphicFramePr>
          <p:nvPr/>
        </p:nvGraphicFramePr>
        <p:xfrm>
          <a:off x="7043579" y="4015899"/>
          <a:ext cx="1214120" cy="508635"/>
        </p:xfrm>
        <a:graphic>
          <a:graphicData uri="http://schemas.openxmlformats.org/presentationml/2006/ole">
            <mc:AlternateContent xmlns:mc="http://schemas.openxmlformats.org/markup-compatibility/2006">
              <mc:Choice xmlns:v="urn:schemas-microsoft-com:vml" Requires="v">
                <p:oleObj name="Equation" r:id="rId20" imgW="545465" imgH="228600" progId="Equation.DSMT4">
                  <p:embed/>
                </p:oleObj>
              </mc:Choice>
              <mc:Fallback>
                <p:oleObj name="Equation" r:id="rId20" imgW="545465" imgH="228600" progId="Equation.DSMT4">
                  <p:embed/>
                  <p:pic>
                    <p:nvPicPr>
                      <p:cNvPr id="0" name="Object 18"/>
                      <p:cNvPicPr>
                        <a:picLocks noChangeAspect="1" noChangeArrowheads="1"/>
                      </p:cNvPicPr>
                      <p:nvPr/>
                    </p:nvPicPr>
                    <p:blipFill>
                      <a:blip r:embed="rId21"/>
                      <a:srcRect/>
                      <a:stretch>
                        <a:fillRect/>
                      </a:stretch>
                    </p:blipFill>
                    <p:spPr bwMode="auto">
                      <a:xfrm>
                        <a:off x="7043579" y="4015899"/>
                        <a:ext cx="1214120" cy="5086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8"/>
          <p:cNvGraphicFramePr>
            <a:graphicFrameLocks noChangeAspect="1"/>
          </p:cNvGraphicFramePr>
          <p:nvPr/>
        </p:nvGraphicFramePr>
        <p:xfrm>
          <a:off x="5191601" y="5639594"/>
          <a:ext cx="2486660" cy="452755"/>
        </p:xfrm>
        <a:graphic>
          <a:graphicData uri="http://schemas.openxmlformats.org/presentationml/2006/ole">
            <mc:AlternateContent xmlns:mc="http://schemas.openxmlformats.org/markup-compatibility/2006">
              <mc:Choice xmlns:v="urn:schemas-microsoft-com:vml" Requires="v">
                <p:oleObj name="Equation" r:id="rId22" imgW="1117600" imgH="203200" progId="Equation.DSMT4">
                  <p:embed/>
                </p:oleObj>
              </mc:Choice>
              <mc:Fallback>
                <p:oleObj name="Equation" r:id="rId22" imgW="1117600" imgH="203200" progId="Equation.DSMT4">
                  <p:embed/>
                  <p:pic>
                    <p:nvPicPr>
                      <p:cNvPr id="0" name="Object 18"/>
                      <p:cNvPicPr>
                        <a:picLocks noChangeAspect="1" noChangeArrowheads="1"/>
                      </p:cNvPicPr>
                      <p:nvPr/>
                    </p:nvPicPr>
                    <p:blipFill>
                      <a:blip r:embed="rId23"/>
                      <a:srcRect/>
                      <a:stretch>
                        <a:fillRect/>
                      </a:stretch>
                    </p:blipFill>
                    <p:spPr bwMode="auto">
                      <a:xfrm>
                        <a:off x="5191601" y="5639594"/>
                        <a:ext cx="2486660" cy="45275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文本框 20"/>
          <p:cNvSpPr txBox="1"/>
          <p:nvPr/>
        </p:nvSpPr>
        <p:spPr>
          <a:xfrm>
            <a:off x="6588760" y="5993309"/>
            <a:ext cx="1627369" cy="523220"/>
          </a:xfrm>
          <a:prstGeom prst="rect">
            <a:avLst/>
          </a:prstGeom>
          <a:noFill/>
        </p:spPr>
        <p:txBody>
          <a:bodyPr wrap="none" rtlCol="0" anchor="t">
            <a:spAutoFit/>
          </a:bodyPr>
          <a:lstStyle/>
          <a:p>
            <a:pPr algn="l" eaLnBrk="1" hangingPunct="1">
              <a:spcBef>
                <a:spcPct val="50000"/>
              </a:spcBef>
            </a:pPr>
            <a:r>
              <a:rPr lang="zh-CN" altLang="en-US" sz="2800" b="1" dirty="0">
                <a:solidFill>
                  <a:srgbClr val="FF0000"/>
                </a:solidFill>
                <a:latin typeface="楷体" panose="02010609060101010101" charset="-122"/>
                <a:ea typeface="楷体" panose="02010609060101010101" charset="-122"/>
                <a:cs typeface="+mn-ea"/>
                <a:sym typeface="+mn-ea"/>
              </a:rPr>
              <a:t>吸收功率</a:t>
            </a:r>
          </a:p>
        </p:txBody>
      </p:sp>
      <p:graphicFrame>
        <p:nvGraphicFramePr>
          <p:cNvPr id="22" name="Object 9"/>
          <p:cNvGraphicFramePr>
            <a:graphicFrameLocks noChangeAspect="1"/>
          </p:cNvGraphicFramePr>
          <p:nvPr/>
        </p:nvGraphicFramePr>
        <p:xfrm>
          <a:off x="4567496" y="2210435"/>
          <a:ext cx="330811" cy="330200"/>
        </p:xfrm>
        <a:graphic>
          <a:graphicData uri="http://schemas.openxmlformats.org/presentationml/2006/ole">
            <mc:AlternateContent xmlns:mc="http://schemas.openxmlformats.org/markup-compatibility/2006">
              <mc:Choice xmlns:v="urn:schemas-microsoft-com:vml" Requires="v">
                <p:oleObj name="Equation" r:id="rId24" imgW="139700" imgH="139700" progId="Equation.DSMT4">
                  <p:embed/>
                </p:oleObj>
              </mc:Choice>
              <mc:Fallback>
                <p:oleObj name="Equation" r:id="rId24" imgW="139700" imgH="139700" progId="Equation.DSMT4">
                  <p:embed/>
                  <p:pic>
                    <p:nvPicPr>
                      <p:cNvPr id="0" name="Object 9"/>
                      <p:cNvPicPr>
                        <a:picLocks noChangeAspect="1" noChangeArrowheads="1"/>
                      </p:cNvPicPr>
                      <p:nvPr/>
                    </p:nvPicPr>
                    <p:blipFill>
                      <a:blip r:embed="rId25"/>
                      <a:srcRect/>
                      <a:stretch>
                        <a:fillRect/>
                      </a:stretch>
                    </p:blipFill>
                    <p:spPr bwMode="auto">
                      <a:xfrm>
                        <a:off x="4567496" y="2210435"/>
                        <a:ext cx="330811" cy="3302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9"/>
          <p:cNvGraphicFramePr>
            <a:graphicFrameLocks noChangeAspect="1"/>
          </p:cNvGraphicFramePr>
          <p:nvPr/>
        </p:nvGraphicFramePr>
        <p:xfrm>
          <a:off x="4585266" y="2528570"/>
          <a:ext cx="300968" cy="330200"/>
        </p:xfrm>
        <a:graphic>
          <a:graphicData uri="http://schemas.openxmlformats.org/presentationml/2006/ole">
            <mc:AlternateContent xmlns:mc="http://schemas.openxmlformats.org/markup-compatibility/2006">
              <mc:Choice xmlns:v="urn:schemas-microsoft-com:vml" Requires="v">
                <p:oleObj name="Equation" r:id="rId26" imgW="127000" imgH="139700" progId="Equation.DSMT4">
                  <p:embed/>
                </p:oleObj>
              </mc:Choice>
              <mc:Fallback>
                <p:oleObj name="Equation" r:id="rId26" imgW="127000" imgH="139700" progId="Equation.DSMT4">
                  <p:embed/>
                  <p:pic>
                    <p:nvPicPr>
                      <p:cNvPr id="0" name="Object 9"/>
                      <p:cNvPicPr>
                        <a:picLocks noChangeAspect="1" noChangeArrowheads="1"/>
                      </p:cNvPicPr>
                      <p:nvPr/>
                    </p:nvPicPr>
                    <p:blipFill>
                      <a:blip r:embed="rId27"/>
                      <a:srcRect/>
                      <a:stretch>
                        <a:fillRect/>
                      </a:stretch>
                    </p:blipFill>
                    <p:spPr bwMode="auto">
                      <a:xfrm>
                        <a:off x="4585266" y="2528570"/>
                        <a:ext cx="300968" cy="3302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8"/>
          <p:cNvGraphicFramePr>
            <a:graphicFrameLocks noChangeAspect="1"/>
          </p:cNvGraphicFramePr>
          <p:nvPr/>
        </p:nvGraphicFramePr>
        <p:xfrm>
          <a:off x="5148739" y="4587081"/>
          <a:ext cx="3390900" cy="961390"/>
        </p:xfrm>
        <a:graphic>
          <a:graphicData uri="http://schemas.openxmlformats.org/presentationml/2006/ole">
            <mc:AlternateContent xmlns:mc="http://schemas.openxmlformats.org/markup-compatibility/2006">
              <mc:Choice xmlns:v="urn:schemas-microsoft-com:vml" Requires="v">
                <p:oleObj name="Equation" r:id="rId28" imgW="1524000" imgH="431800" progId="Equation.DSMT4">
                  <p:embed/>
                </p:oleObj>
              </mc:Choice>
              <mc:Fallback>
                <p:oleObj name="Equation" r:id="rId28" imgW="1524000" imgH="431800" progId="Equation.DSMT4">
                  <p:embed/>
                  <p:pic>
                    <p:nvPicPr>
                      <p:cNvPr id="0" name="Object 18"/>
                      <p:cNvPicPr>
                        <a:picLocks noChangeAspect="1" noChangeArrowheads="1"/>
                      </p:cNvPicPr>
                      <p:nvPr/>
                    </p:nvPicPr>
                    <p:blipFill>
                      <a:blip r:embed="rId29"/>
                      <a:srcRect/>
                      <a:stretch>
                        <a:fillRect/>
                      </a:stretch>
                    </p:blipFill>
                    <p:spPr bwMode="auto">
                      <a:xfrm>
                        <a:off x="5148739" y="4587081"/>
                        <a:ext cx="3390900" cy="9613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Text Box 57"/>
          <p:cNvSpPr txBox="1">
            <a:spLocks noChangeArrowheads="1"/>
          </p:cNvSpPr>
          <p:nvPr/>
        </p:nvSpPr>
        <p:spPr bwMode="auto">
          <a:xfrm>
            <a:off x="943928" y="340846"/>
            <a:ext cx="4038599" cy="523220"/>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wrap="square">
            <a:spAutoFit/>
          </a:bodyPr>
          <a:lstStyle>
            <a:defPPr>
              <a:defRPr lang="zh-CN"/>
            </a:defPPr>
            <a:lvl1pPr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1pPr>
            <a:lvl2pPr marL="4572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2pPr>
            <a:lvl3pPr marL="9144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3pPr>
            <a:lvl4pPr marL="13716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4pPr>
            <a:lvl5pPr marL="1828800" algn="ctr" rtl="0" fontAlgn="base">
              <a:spcBef>
                <a:spcPct val="50000"/>
              </a:spcBef>
              <a:spcAft>
                <a:spcPct val="0"/>
              </a:spcAft>
              <a:defRPr kumimoji="1" sz="2400" kern="1200">
                <a:solidFill>
                  <a:srgbClr val="000000"/>
                </a:solidFill>
                <a:latin typeface="Times New Roman" panose="02020603050405020304" pitchFamily="18" charset="0"/>
                <a:ea typeface="宋体" panose="02010600030101010101" pitchFamily="2" charset="-122"/>
                <a:cs typeface="+mn-ea"/>
              </a:defRPr>
            </a:lvl5pPr>
            <a:lvl6pPr marL="22860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6pPr>
            <a:lvl7pPr marL="27432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7pPr>
            <a:lvl8pPr marL="32004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8pPr>
            <a:lvl9pPr marL="3657600" algn="l" defTabSz="914400" rtl="0" eaLnBrk="1" latinLnBrk="0" hangingPunct="1">
              <a:defRPr kumimoji="1" sz="2400" kern="1200">
                <a:solidFill>
                  <a:srgbClr val="000000"/>
                </a:solidFill>
                <a:latin typeface="Times New Roman" panose="02020603050405020304" pitchFamily="18" charset="0"/>
                <a:ea typeface="宋体" panose="02010600030101010101" pitchFamily="2" charset="-122"/>
                <a:cs typeface="+mn-ea"/>
              </a:defRPr>
            </a:lvl9pPr>
          </a:lstStyle>
          <a:p>
            <a:pPr algn="l" eaLnBrk="1" hangingPunct="1"/>
            <a:r>
              <a:rPr lang="zh-CN" altLang="en-US" sz="2800" b="1" dirty="0">
                <a:latin typeface="楷体" panose="02010609060101010101" charset="-122"/>
                <a:ea typeface="楷体" panose="02010609060101010101" charset="-122"/>
              </a:rPr>
              <a:t>求电流源发出的功率</a:t>
            </a:r>
          </a:p>
        </p:txBody>
      </p:sp>
      <p:sp>
        <p:nvSpPr>
          <p:cNvPr id="26" name="文本框 25"/>
          <p:cNvSpPr txBox="1"/>
          <p:nvPr/>
        </p:nvSpPr>
        <p:spPr>
          <a:xfrm>
            <a:off x="183833" y="341471"/>
            <a:ext cx="760095" cy="52197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2</a:t>
            </a:r>
          </a:p>
        </p:txBody>
      </p:sp>
      <p:graphicFrame>
        <p:nvGraphicFramePr>
          <p:cNvPr id="28" name="Object 75"/>
          <p:cNvGraphicFramePr>
            <a:graphicFrameLocks noChangeAspect="1"/>
          </p:cNvGraphicFramePr>
          <p:nvPr/>
        </p:nvGraphicFramePr>
        <p:xfrm>
          <a:off x="2106729" y="2481561"/>
          <a:ext cx="2206769" cy="1168399"/>
        </p:xfrm>
        <a:graphic>
          <a:graphicData uri="http://schemas.openxmlformats.org/presentationml/2006/ole">
            <mc:AlternateContent xmlns:mc="http://schemas.openxmlformats.org/markup-compatibility/2006">
              <mc:Choice xmlns:v="urn:schemas-microsoft-com:vml" Requires="v">
                <p:oleObj name="Visio" r:id="rId30" imgW="813435" imgH="425450" progId="Visio.Drawing.11">
                  <p:embed/>
                </p:oleObj>
              </mc:Choice>
              <mc:Fallback>
                <p:oleObj name="Visio" r:id="rId30" imgW="813435" imgH="425450" progId="Visio.Drawing.11">
                  <p:embed/>
                  <p:pic>
                    <p:nvPicPr>
                      <p:cNvPr id="0" name="Object 75"/>
                      <p:cNvPicPr>
                        <a:picLocks noChangeAspect="1" noChangeArrowheads="1"/>
                      </p:cNvPicPr>
                      <p:nvPr/>
                    </p:nvPicPr>
                    <p:blipFill>
                      <a:blip r:embed="rId31"/>
                      <a:srcRect/>
                      <a:stretch>
                        <a:fillRect/>
                      </a:stretch>
                    </p:blipFill>
                    <p:spPr bwMode="auto">
                      <a:xfrm>
                        <a:off x="2106729" y="2481561"/>
                        <a:ext cx="2206769" cy="1168399"/>
                      </a:xfrm>
                      <a:prstGeom prst="rect">
                        <a:avLst/>
                      </a:prstGeom>
                      <a:noFill/>
                      <a:ln>
                        <a:noFill/>
                      </a:ln>
                      <a:effectLst/>
                    </p:spPr>
                  </p:pic>
                </p:oleObj>
              </mc:Fallback>
            </mc:AlternateContent>
          </a:graphicData>
        </a:graphic>
      </p:graphicFrame>
      <p:sp>
        <p:nvSpPr>
          <p:cNvPr id="29" name="文本框 28"/>
          <p:cNvSpPr txBox="1"/>
          <p:nvPr/>
        </p:nvSpPr>
        <p:spPr>
          <a:xfrm>
            <a:off x="449047" y="1487860"/>
            <a:ext cx="4088131" cy="954107"/>
          </a:xfrm>
          <a:prstGeom prst="rect">
            <a:avLst/>
          </a:prstGeom>
          <a:noFill/>
        </p:spPr>
        <p:txBody>
          <a:bodyPr wrap="square" rtlCol="0" anchor="t">
            <a:spAutoFit/>
          </a:bodyPr>
          <a:lstStyle/>
          <a:p>
            <a:r>
              <a:rPr lang="zh-CN" altLang="en-US" sz="2800" b="1" dirty="0">
                <a:solidFill>
                  <a:srgbClr val="FF0000"/>
                </a:solidFill>
                <a:latin typeface="楷体" panose="02010609060101010101" charset="-122"/>
                <a:ea typeface="楷体" panose="02010609060101010101" charset="-122"/>
                <a:sym typeface="+mn-ea"/>
              </a:rPr>
              <a:t>与电压源并联电阻不出现在网孔方程中！！！</a:t>
            </a:r>
          </a:p>
        </p:txBody>
      </p:sp>
      <p:sp>
        <p:nvSpPr>
          <p:cNvPr id="30" name="文本框 29"/>
          <p:cNvSpPr txBox="1"/>
          <p:nvPr/>
        </p:nvSpPr>
        <p:spPr>
          <a:xfrm>
            <a:off x="339811" y="2668597"/>
            <a:ext cx="1856110" cy="954107"/>
          </a:xfrm>
          <a:prstGeom prst="rect">
            <a:avLst/>
          </a:prstGeom>
          <a:noFill/>
        </p:spPr>
        <p:txBody>
          <a:bodyPr wrap="square">
            <a:spAutoFit/>
          </a:bodyPr>
          <a:lstStyle/>
          <a:p>
            <a:r>
              <a:rPr kumimoji="0" lang="zh-CN" altLang="en-US" sz="28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mn-cs"/>
                <a:sym typeface="+mn-ea"/>
              </a:rPr>
              <a:t>电压源</a:t>
            </a:r>
            <a:r>
              <a:rPr lang="zh-CN" altLang="en-US" sz="2800" b="1" dirty="0">
                <a:solidFill>
                  <a:srgbClr val="FF0000"/>
                </a:solidFill>
                <a:latin typeface="楷体" panose="02010609060101010101" charset="-122"/>
                <a:ea typeface="楷体" panose="02010609060101010101" charset="-122"/>
                <a:sym typeface="+mn-ea"/>
              </a:rPr>
              <a:t>支路的处理：</a:t>
            </a:r>
            <a:endParaRPr lang="zh-CN" altLang="en-US" dirty="0"/>
          </a:p>
        </p:txBody>
      </p:sp>
      <p:graphicFrame>
        <p:nvGraphicFramePr>
          <p:cNvPr id="31" name="Object 9"/>
          <p:cNvGraphicFramePr>
            <a:graphicFrameLocks noChangeAspect="1"/>
          </p:cNvGraphicFramePr>
          <p:nvPr/>
        </p:nvGraphicFramePr>
        <p:xfrm>
          <a:off x="4568510" y="2902029"/>
          <a:ext cx="300990" cy="240665"/>
        </p:xfrm>
        <a:graphic>
          <a:graphicData uri="http://schemas.openxmlformats.org/presentationml/2006/ole">
            <mc:AlternateContent xmlns:mc="http://schemas.openxmlformats.org/markup-compatibility/2006">
              <mc:Choice xmlns:v="urn:schemas-microsoft-com:vml" Requires="v">
                <p:oleObj name="Equation" r:id="rId32" imgW="127000" imgH="101600" progId="Equation.DSMT4">
                  <p:embed/>
                </p:oleObj>
              </mc:Choice>
              <mc:Fallback>
                <p:oleObj name="Equation" r:id="rId32" imgW="127000" imgH="101600" progId="Equation.DSMT4">
                  <p:embed/>
                  <p:pic>
                    <p:nvPicPr>
                      <p:cNvPr id="0" name="Object 9"/>
                      <p:cNvPicPr>
                        <a:picLocks noChangeAspect="1" noChangeArrowheads="1"/>
                      </p:cNvPicPr>
                      <p:nvPr/>
                    </p:nvPicPr>
                    <p:blipFill>
                      <a:blip r:embed="rId33"/>
                      <a:srcRect/>
                      <a:stretch>
                        <a:fillRect/>
                      </a:stretch>
                    </p:blipFill>
                    <p:spPr bwMode="auto">
                      <a:xfrm>
                        <a:off x="4568510" y="2902029"/>
                        <a:ext cx="300990" cy="24066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barn(inVertical)">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500"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anim calcmode="lin" valueType="num">
                                      <p:cBhvr>
                                        <p:cTn id="35" dur="500" fill="hold"/>
                                        <p:tgtEl>
                                          <p:spTgt spid="30"/>
                                        </p:tgtEl>
                                        <p:attrNameLst>
                                          <p:attrName>ppt_x</p:attrName>
                                        </p:attrNameLst>
                                      </p:cBhvr>
                                      <p:tavLst>
                                        <p:tav tm="0">
                                          <p:val>
                                            <p:strVal val="#ppt_x"/>
                                          </p:val>
                                        </p:tav>
                                        <p:tav tm="100000">
                                          <p:val>
                                            <p:strVal val="#ppt_x"/>
                                          </p:val>
                                        </p:tav>
                                      </p:tavLst>
                                    </p:anim>
                                    <p:anim calcmode="lin" valueType="num">
                                      <p:cBhvr>
                                        <p:cTn id="36" dur="500" fill="hold"/>
                                        <p:tgtEl>
                                          <p:spTgt spid="30"/>
                                        </p:tgtEl>
                                        <p:attrNameLst>
                                          <p:attrName>ppt_y</p:attrName>
                                        </p:attrNameLst>
                                      </p:cBhvr>
                                      <p:tavLst>
                                        <p:tav tm="0">
                                          <p:val>
                                            <p:strVal val="#ppt_y+.1"/>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additive="base">
                                        <p:cTn id="39" dur="500" fill="hold"/>
                                        <p:tgtEl>
                                          <p:spTgt spid="32"/>
                                        </p:tgtEl>
                                        <p:attrNameLst>
                                          <p:attrName>ppt_x</p:attrName>
                                        </p:attrNameLst>
                                      </p:cBhvr>
                                      <p:tavLst>
                                        <p:tav tm="0">
                                          <p:val>
                                            <p:strVal val="#ppt_x"/>
                                          </p:val>
                                        </p:tav>
                                        <p:tav tm="100000">
                                          <p:val>
                                            <p:strVal val="#ppt_x"/>
                                          </p:val>
                                        </p:tav>
                                      </p:tavLst>
                                    </p:anim>
                                    <p:anim calcmode="lin" valueType="num">
                                      <p:cBhvr additive="base">
                                        <p:cTn id="4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0"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edge">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500"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500" fill="hold">
                                          <p:stCondLst>
                                            <p:cond delay="0"/>
                                          </p:stCondLst>
                                        </p:cTn>
                                        <p:tgtEl>
                                          <p:spTgt spid="4"/>
                                        </p:tgtEl>
                                        <p:attrNameLst>
                                          <p:attrName>style.visibility</p:attrName>
                                        </p:attrNameLst>
                                      </p:cBhvr>
                                      <p:to>
                                        <p:strVal val="visible"/>
                                      </p:to>
                                    </p:set>
                                    <p:animEffect transition="in" filter="wipe(left)">
                                      <p:cBhvr>
                                        <p:cTn id="55" dur="500"/>
                                        <p:tgtEl>
                                          <p:spTgt spid="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500" fill="hold">
                                          <p:stCondLst>
                                            <p:cond delay="0"/>
                                          </p:stCondLst>
                                        </p:cTn>
                                        <p:tgtEl>
                                          <p:spTgt spid="5"/>
                                        </p:tgtEl>
                                        <p:attrNameLst>
                                          <p:attrName>style.visibility</p:attrName>
                                        </p:attrNameLst>
                                      </p:cBhvr>
                                      <p:to>
                                        <p:strVal val="visible"/>
                                      </p:to>
                                    </p:set>
                                    <p:animEffect transition="in" filter="wipe(left)">
                                      <p:cBhvr>
                                        <p:cTn id="60" dur="500"/>
                                        <p:tgtEl>
                                          <p:spTgt spid="5"/>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childTnLst>
                                </p:cTn>
                              </p:par>
                              <p:par>
                                <p:cTn id="66" presetID="10" presetClass="entr" presetSubtype="0" fill="hold"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childTnLst>
                                </p:cTn>
                              </p:par>
                              <p:par>
                                <p:cTn id="75" presetID="10" presetClass="entr" presetSubtype="0" fill="hold" grpId="2"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6" grpId="0" bldLvl="0" animBg="1"/>
      <p:bldP spid="17" grpId="0"/>
      <p:bldP spid="17" grpId="1"/>
      <p:bldP spid="21" grpId="1"/>
      <p:bldP spid="21" grpId="2"/>
      <p:bldP spid="29" grpId="0"/>
      <p:bldP spid="29" grpId="1"/>
      <p:bldP spid="3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A20C1BCC-BFD5-4AF6-AC8F-C45DE697000B}" type="datetime1">
              <a:rPr lang="zh-CN" altLang="en-US" smtClean="0"/>
              <a:pPr>
                <a:defRPr/>
              </a:pPr>
              <a:t>2024/8/17</a:t>
            </a:fld>
            <a:endParaRPr lang="en-US" altLang="zh-CN"/>
          </a:p>
        </p:txBody>
      </p:sp>
      <p:sp>
        <p:nvSpPr>
          <p:cNvPr id="3"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4"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469A5AA2-2354-472F-B533-79158BFF3A41}" type="slidenum">
              <a:rPr lang="en-US" altLang="zh-CN" smtClean="0"/>
              <a:pPr>
                <a:defRPr/>
              </a:pPr>
              <a:t>55</a:t>
            </a:fld>
            <a:endParaRPr lang="en-US" altLang="zh-CN"/>
          </a:p>
        </p:txBody>
      </p:sp>
      <p:sp>
        <p:nvSpPr>
          <p:cNvPr id="5" name="Rectangle 14"/>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3200">
                <a:solidFill>
                  <a:schemeClr val="tx2"/>
                </a:solidFill>
                <a:latin typeface="Times New Roman" panose="02020603050405020304" pitchFamily="18" charset="0"/>
                <a:ea typeface="华文新魏" panose="02010800040101010101" pitchFamily="2" charset="-122"/>
              </a:defRPr>
            </a:lvl1pPr>
            <a:lvl2pPr>
              <a:spcBef>
                <a:spcPct val="0"/>
              </a:spcBef>
              <a:defRPr kumimoji="1" sz="3200">
                <a:solidFill>
                  <a:schemeClr val="tx2"/>
                </a:solidFill>
                <a:latin typeface="Times New Roman" panose="02020603050405020304" pitchFamily="18" charset="0"/>
                <a:ea typeface="华文新魏" panose="02010800040101010101" pitchFamily="2" charset="-122"/>
              </a:defRPr>
            </a:lvl2pPr>
            <a:lvl3pPr>
              <a:spcBef>
                <a:spcPct val="0"/>
              </a:spcBef>
              <a:defRPr kumimoji="1" sz="3200">
                <a:solidFill>
                  <a:schemeClr val="tx2"/>
                </a:solidFill>
                <a:latin typeface="Times New Roman" panose="02020603050405020304" pitchFamily="18" charset="0"/>
                <a:ea typeface="华文新魏" panose="02010800040101010101" pitchFamily="2" charset="-122"/>
              </a:defRPr>
            </a:lvl3pPr>
            <a:lvl4pPr>
              <a:spcBef>
                <a:spcPct val="0"/>
              </a:spcBef>
              <a:defRPr kumimoji="1" sz="3200">
                <a:solidFill>
                  <a:schemeClr val="tx2"/>
                </a:solidFill>
                <a:latin typeface="Times New Roman" panose="02020603050405020304" pitchFamily="18" charset="0"/>
                <a:ea typeface="华文新魏" panose="02010800040101010101" pitchFamily="2" charset="-122"/>
              </a:defRPr>
            </a:lvl4pPr>
            <a:lvl5pPr>
              <a:spcBef>
                <a:spcPct val="0"/>
              </a:spcBef>
              <a:defRPr kumimoji="1" sz="3200">
                <a:solidFill>
                  <a:schemeClr val="tx2"/>
                </a:solidFill>
                <a:latin typeface="Times New Roman" panose="02020603050405020304" pitchFamily="18" charset="0"/>
                <a:ea typeface="华文新魏"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9pPr>
          </a:lstStyle>
          <a:p>
            <a:pPr algn="ctr" eaLnBrk="1" hangingPunct="1">
              <a:defRPr/>
            </a:pPr>
            <a:r>
              <a:rPr lang="zh-CN" altLang="en-US" dirty="0">
                <a:solidFill>
                  <a:schemeClr val="tx1"/>
                </a:solidFill>
                <a:effectLst>
                  <a:outerShdw blurRad="38100" dist="38100" dir="2700000" algn="tl">
                    <a:srgbClr val="C0C0C0"/>
                  </a:outerShdw>
                </a:effectLst>
                <a:ea typeface="隶书" panose="02010509060101010101" pitchFamily="49" charset="-122"/>
              </a:rPr>
              <a:t>节点分析法与网孔分析法比较</a:t>
            </a:r>
          </a:p>
        </p:txBody>
      </p:sp>
      <p:sp>
        <p:nvSpPr>
          <p:cNvPr id="6" name="Rectangle 3"/>
          <p:cNvSpPr txBox="1">
            <a:spLocks noChangeArrowheads="1"/>
          </p:cNvSpPr>
          <p:nvPr/>
        </p:nvSpPr>
        <p:spPr>
          <a:xfrm>
            <a:off x="1" y="1089025"/>
            <a:ext cx="4595628" cy="5040313"/>
          </a:xfrm>
          <a:prstGeom prst="rect">
            <a:avLst/>
          </a:prstGeom>
        </p:spPr>
        <p:txBody>
          <a:bodyPr/>
          <a:lst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4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000" b="1" dirty="0">
                <a:solidFill>
                  <a:srgbClr val="FF0000"/>
                </a:solidFill>
                <a:latin typeface="微软雅黑" panose="020B0503020204020204" pitchFamily="34" charset="-122"/>
                <a:ea typeface="微软雅黑" panose="020B0503020204020204" pitchFamily="34" charset="-122"/>
              </a:rPr>
              <a:t>节点分析法</a:t>
            </a:r>
            <a:endParaRPr lang="en-US" altLang="zh-CN" sz="2000" b="1" dirty="0">
              <a:solidFill>
                <a:srgbClr val="FF0000"/>
              </a:solidFill>
              <a:latin typeface="微软雅黑" panose="020B0503020204020204" pitchFamily="34" charset="-122"/>
              <a:ea typeface="微软雅黑" panose="020B0503020204020204" pitchFamily="34" charset="-122"/>
            </a:endParaRPr>
          </a:p>
          <a:p>
            <a:r>
              <a:rPr lang="zh-CN" altLang="en-US" sz="2000" b="1" dirty="0">
                <a:solidFill>
                  <a:srgbClr val="FF0000"/>
                </a:solidFill>
                <a:latin typeface="微软雅黑" panose="020B0503020204020204" pitchFamily="34" charset="-122"/>
                <a:ea typeface="微软雅黑" panose="020B0503020204020204" pitchFamily="34" charset="-122"/>
              </a:rPr>
              <a:t>节点分析法</a:t>
            </a:r>
            <a:r>
              <a:rPr lang="zh-CN" altLang="en-US" sz="2000" b="1" dirty="0">
                <a:solidFill>
                  <a:srgbClr val="000066"/>
                </a:solidFill>
                <a:latin typeface="微软雅黑" panose="020B0503020204020204" pitchFamily="34" charset="-122"/>
                <a:ea typeface="微软雅黑" panose="020B0503020204020204" pitchFamily="34" charset="-122"/>
              </a:rPr>
              <a:t>是以</a:t>
            </a:r>
            <a:r>
              <a:rPr lang="zh-CN" altLang="en-US" sz="2000" b="1" dirty="0">
                <a:solidFill>
                  <a:srgbClr val="FF0000"/>
                </a:solidFill>
                <a:latin typeface="微软雅黑" panose="020B0503020204020204" pitchFamily="34" charset="-122"/>
                <a:ea typeface="微软雅黑" panose="020B0503020204020204" pitchFamily="34" charset="-122"/>
              </a:rPr>
              <a:t>各节点的电位</a:t>
            </a:r>
            <a:r>
              <a:rPr lang="zh-CN" altLang="en-US" sz="2000" b="1" dirty="0">
                <a:solidFill>
                  <a:srgbClr val="000066"/>
                </a:solidFill>
                <a:latin typeface="微软雅黑" panose="020B0503020204020204" pitchFamily="34" charset="-122"/>
                <a:ea typeface="微软雅黑" panose="020B0503020204020204" pitchFamily="34" charset="-122"/>
              </a:rPr>
              <a:t>作为未知变量来列写方程</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节点方程</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a:t>
            </a:r>
            <a:endParaRPr lang="en-US" altLang="zh-CN" sz="2000" b="1" dirty="0">
              <a:solidFill>
                <a:srgbClr val="000066"/>
              </a:solidFill>
              <a:latin typeface="微软雅黑" panose="020B0503020204020204" pitchFamily="34" charset="-122"/>
              <a:ea typeface="微软雅黑" panose="020B0503020204020204" pitchFamily="34" charset="-122"/>
            </a:endParaRPr>
          </a:p>
          <a:p>
            <a:endParaRPr lang="en-US" altLang="zh-CN" sz="2000" b="1" dirty="0">
              <a:solidFill>
                <a:srgbClr val="000066"/>
              </a:solidFill>
              <a:latin typeface="微软雅黑" panose="020B0503020204020204" pitchFamily="34" charset="-122"/>
              <a:ea typeface="微软雅黑" panose="020B0503020204020204" pitchFamily="34" charset="-122"/>
            </a:endParaRPr>
          </a:p>
          <a:p>
            <a:r>
              <a:rPr lang="zh-CN" altLang="en-US" sz="2000" b="1" dirty="0">
                <a:solidFill>
                  <a:srgbClr val="000066"/>
                </a:solidFill>
                <a:latin typeface="微软雅黑" panose="020B0503020204020204" pitchFamily="34" charset="-122"/>
                <a:ea typeface="微软雅黑" panose="020B0503020204020204" pitchFamily="34" charset="-122"/>
              </a:rPr>
              <a:t>任选一个节点为</a:t>
            </a:r>
            <a:r>
              <a:rPr lang="zh-CN" altLang="en-US" sz="2000" b="1" dirty="0">
                <a:solidFill>
                  <a:srgbClr val="FF0000"/>
                </a:solidFill>
                <a:latin typeface="微软雅黑" panose="020B0503020204020204" pitchFamily="34" charset="-122"/>
                <a:ea typeface="微软雅黑" panose="020B0503020204020204" pitchFamily="34" charset="-122"/>
              </a:rPr>
              <a:t>基准节点</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参考节点</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，且电位恒取为零。其他节点的电位就是它们与基准节点之间的电压，称为</a:t>
            </a:r>
            <a:r>
              <a:rPr lang="zh-CN" altLang="en-US" sz="2000" b="1" dirty="0">
                <a:solidFill>
                  <a:srgbClr val="FF0000"/>
                </a:solidFill>
                <a:latin typeface="微软雅黑" panose="020B0503020204020204" pitchFamily="34" charset="-122"/>
                <a:ea typeface="微软雅黑" panose="020B0503020204020204" pitchFamily="34" charset="-122"/>
              </a:rPr>
              <a:t>节点电压</a:t>
            </a:r>
            <a:r>
              <a:rPr lang="zh-CN" altLang="en-US" sz="2000" b="1" dirty="0">
                <a:solidFill>
                  <a:srgbClr val="000066"/>
                </a:solidFill>
                <a:latin typeface="微软雅黑" panose="020B0503020204020204" pitchFamily="34" charset="-122"/>
                <a:ea typeface="微软雅黑" panose="020B0503020204020204" pitchFamily="34" charset="-122"/>
              </a:rPr>
              <a:t>。 </a:t>
            </a:r>
            <a:endParaRPr lang="en-US" altLang="zh-CN" sz="2000" b="1" dirty="0">
              <a:solidFill>
                <a:srgbClr val="000066"/>
              </a:solidFill>
              <a:latin typeface="微软雅黑" panose="020B0503020204020204" pitchFamily="34" charset="-122"/>
              <a:ea typeface="微软雅黑" panose="020B0503020204020204" pitchFamily="34" charset="-122"/>
            </a:endParaRPr>
          </a:p>
          <a:p>
            <a:endParaRPr lang="en-US" altLang="zh-CN" sz="2000" b="1" dirty="0">
              <a:solidFill>
                <a:srgbClr val="000066"/>
              </a:solidFill>
              <a:latin typeface="微软雅黑" panose="020B0503020204020204" pitchFamily="34" charset="-122"/>
              <a:ea typeface="微软雅黑" panose="020B0503020204020204" pitchFamily="34" charset="-122"/>
            </a:endParaRPr>
          </a:p>
          <a:p>
            <a:r>
              <a:rPr lang="zh-CN" altLang="en-US" sz="2000" b="1" dirty="0">
                <a:solidFill>
                  <a:srgbClr val="000066"/>
                </a:solidFill>
                <a:latin typeface="微软雅黑" panose="020B0503020204020204" pitchFamily="34" charset="-122"/>
                <a:ea typeface="微软雅黑" panose="020B0503020204020204" pitchFamily="34" charset="-122"/>
              </a:rPr>
              <a:t>以</a:t>
            </a:r>
            <a:r>
              <a:rPr lang="en-US" altLang="zh-CN" sz="2000" b="1" dirty="0">
                <a:solidFill>
                  <a:srgbClr val="FF0000"/>
                </a:solidFill>
                <a:latin typeface="微软雅黑" panose="020B0503020204020204" pitchFamily="34" charset="-122"/>
                <a:ea typeface="微软雅黑" panose="020B0503020204020204" pitchFamily="34" charset="-122"/>
              </a:rPr>
              <a:t>(n–1)</a:t>
            </a:r>
            <a:r>
              <a:rPr lang="zh-CN" altLang="en-US" sz="2000" b="1" dirty="0">
                <a:solidFill>
                  <a:srgbClr val="FF0000"/>
                </a:solidFill>
                <a:latin typeface="微软雅黑" panose="020B0503020204020204" pitchFamily="34" charset="-122"/>
                <a:ea typeface="微软雅黑" panose="020B0503020204020204" pitchFamily="34" charset="-122"/>
              </a:rPr>
              <a:t>个独立节点</a:t>
            </a:r>
            <a:r>
              <a:rPr lang="zh-CN" altLang="en-US" sz="2000" b="1" dirty="0">
                <a:solidFill>
                  <a:srgbClr val="000066"/>
                </a:solidFill>
                <a:latin typeface="微软雅黑" panose="020B0503020204020204" pitchFamily="34" charset="-122"/>
                <a:ea typeface="微软雅黑" panose="020B0503020204020204" pitchFamily="34" charset="-122"/>
              </a:rPr>
              <a:t>的电压为变量列写</a:t>
            </a:r>
            <a:r>
              <a:rPr lang="en-US" altLang="zh-CN" sz="2000" b="1" dirty="0">
                <a:solidFill>
                  <a:srgbClr val="FF0000"/>
                </a:solidFill>
                <a:latin typeface="微软雅黑" panose="020B0503020204020204" pitchFamily="34" charset="-122"/>
                <a:ea typeface="微软雅黑" panose="020B0503020204020204" pitchFamily="34" charset="-122"/>
              </a:rPr>
              <a:t>(n–1)</a:t>
            </a:r>
            <a:r>
              <a:rPr lang="zh-CN" altLang="en-US" sz="2000" b="1" dirty="0">
                <a:solidFill>
                  <a:srgbClr val="FF0000"/>
                </a:solidFill>
                <a:latin typeface="微软雅黑" panose="020B0503020204020204" pitchFamily="34" charset="-122"/>
                <a:ea typeface="微软雅黑" panose="020B0503020204020204" pitchFamily="34" charset="-122"/>
              </a:rPr>
              <a:t>个独立</a:t>
            </a:r>
            <a:r>
              <a:rPr lang="en-US" altLang="zh-CN" sz="2000" b="1" dirty="0">
                <a:solidFill>
                  <a:srgbClr val="FF0000"/>
                </a:solidFill>
                <a:latin typeface="微软雅黑" panose="020B0503020204020204" pitchFamily="34" charset="-122"/>
                <a:ea typeface="微软雅黑" panose="020B0503020204020204" pitchFamily="34" charset="-122"/>
              </a:rPr>
              <a:t>KCL</a:t>
            </a:r>
            <a:r>
              <a:rPr lang="zh-CN" altLang="en-US" sz="2000" b="1" dirty="0">
                <a:solidFill>
                  <a:srgbClr val="000066"/>
                </a:solidFill>
                <a:latin typeface="微软雅黑" panose="020B0503020204020204" pitchFamily="34" charset="-122"/>
                <a:ea typeface="微软雅黑" panose="020B0503020204020204" pitchFamily="34" charset="-122"/>
              </a:rPr>
              <a:t>方程</a:t>
            </a:r>
            <a:endParaRPr lang="en-US" altLang="zh-CN" sz="2000" b="1" dirty="0">
              <a:solidFill>
                <a:srgbClr val="000066"/>
              </a:solidFill>
              <a:latin typeface="微软雅黑" panose="020B0503020204020204" pitchFamily="34" charset="-122"/>
              <a:ea typeface="微软雅黑" panose="020B0503020204020204" pitchFamily="34" charset="-122"/>
            </a:endParaRPr>
          </a:p>
          <a:p>
            <a:endParaRPr lang="en-US" altLang="zh-CN" sz="2000" b="1" dirty="0">
              <a:solidFill>
                <a:srgbClr val="000066"/>
              </a:solidFill>
              <a:latin typeface="微软雅黑" panose="020B0503020204020204" pitchFamily="34" charset="-122"/>
              <a:ea typeface="微软雅黑" panose="020B0503020204020204" pitchFamily="34" charset="-122"/>
            </a:endParaRPr>
          </a:p>
          <a:p>
            <a:r>
              <a:rPr lang="zh-CN" altLang="en-US" sz="2000" b="1" dirty="0">
                <a:solidFill>
                  <a:srgbClr val="000066"/>
                </a:solidFill>
                <a:latin typeface="微软雅黑" panose="020B0503020204020204" pitchFamily="34" charset="-122"/>
                <a:ea typeface="微软雅黑" panose="020B0503020204020204" pitchFamily="34" charset="-122"/>
              </a:rPr>
              <a:t>从节点方程求得节点电压以后，再求出各支路电压和电流。</a:t>
            </a:r>
          </a:p>
        </p:txBody>
      </p:sp>
      <p:sp>
        <p:nvSpPr>
          <p:cNvPr id="7" name="Rectangle 3"/>
          <p:cNvSpPr txBox="1">
            <a:spLocks noChangeArrowheads="1"/>
          </p:cNvSpPr>
          <p:nvPr/>
        </p:nvSpPr>
        <p:spPr>
          <a:xfrm>
            <a:off x="4409728" y="1089024"/>
            <a:ext cx="4896544" cy="5040313"/>
          </a:xfrm>
          <a:prstGeom prst="rect">
            <a:avLst/>
          </a:prstGeom>
        </p:spPr>
        <p:txBody>
          <a:bodyPr/>
          <a:lst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4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000" b="1" dirty="0">
                <a:solidFill>
                  <a:srgbClr val="FF0000"/>
                </a:solidFill>
                <a:latin typeface="微软雅黑" panose="020B0503020204020204" pitchFamily="34" charset="-122"/>
                <a:ea typeface="微软雅黑" panose="020B0503020204020204" pitchFamily="34" charset="-122"/>
              </a:rPr>
              <a:t>网孔分析法</a:t>
            </a:r>
            <a:endParaRPr lang="en-US" altLang="zh-CN" sz="2000" b="1" dirty="0">
              <a:solidFill>
                <a:srgbClr val="FF0000"/>
              </a:solidFill>
              <a:latin typeface="微软雅黑" panose="020B0503020204020204" pitchFamily="34" charset="-122"/>
              <a:ea typeface="微软雅黑" panose="020B0503020204020204" pitchFamily="34" charset="-122"/>
            </a:endParaRPr>
          </a:p>
          <a:p>
            <a:r>
              <a:rPr lang="zh-CN" altLang="en-US" sz="2000" b="1" dirty="0">
                <a:solidFill>
                  <a:srgbClr val="FF0000"/>
                </a:solidFill>
                <a:latin typeface="微软雅黑" panose="020B0503020204020204" pitchFamily="34" charset="-122"/>
                <a:ea typeface="微软雅黑" panose="020B0503020204020204" pitchFamily="34" charset="-122"/>
              </a:rPr>
              <a:t>网孔分析法</a:t>
            </a:r>
            <a:r>
              <a:rPr lang="zh-CN" altLang="en-US" sz="2000" b="1" dirty="0">
                <a:solidFill>
                  <a:srgbClr val="000066"/>
                </a:solidFill>
                <a:latin typeface="微软雅黑" panose="020B0503020204020204" pitchFamily="34" charset="-122"/>
                <a:ea typeface="微软雅黑" panose="020B0503020204020204" pitchFamily="34" charset="-122"/>
              </a:rPr>
              <a:t>是以假想的</a:t>
            </a:r>
            <a:r>
              <a:rPr lang="zh-CN" altLang="en-US" sz="2000" b="1" dirty="0">
                <a:solidFill>
                  <a:srgbClr val="FF0000"/>
                </a:solidFill>
                <a:latin typeface="微软雅黑" panose="020B0503020204020204" pitchFamily="34" charset="-122"/>
                <a:ea typeface="微软雅黑" panose="020B0503020204020204" pitchFamily="34" charset="-122"/>
              </a:rPr>
              <a:t>各网孔的电流</a:t>
            </a:r>
            <a:r>
              <a:rPr lang="zh-CN" altLang="en-US" sz="2000" b="1" dirty="0">
                <a:solidFill>
                  <a:srgbClr val="000066"/>
                </a:solidFill>
                <a:latin typeface="微软雅黑" panose="020B0503020204020204" pitchFamily="34" charset="-122"/>
                <a:ea typeface="微软雅黑" panose="020B0503020204020204" pitchFamily="34" charset="-122"/>
              </a:rPr>
              <a:t>作为未知变量来列写方程</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节点方程</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a:t>
            </a:r>
            <a:endParaRPr lang="en-US" altLang="zh-CN" sz="2000" b="1" dirty="0">
              <a:solidFill>
                <a:srgbClr val="000066"/>
              </a:solidFill>
              <a:latin typeface="微软雅黑" panose="020B0503020204020204" pitchFamily="34" charset="-122"/>
              <a:ea typeface="微软雅黑" panose="020B0503020204020204" pitchFamily="34" charset="-122"/>
            </a:endParaRPr>
          </a:p>
          <a:p>
            <a:endParaRPr lang="en-US" altLang="zh-CN" sz="2000" b="1" dirty="0">
              <a:solidFill>
                <a:srgbClr val="000066"/>
              </a:solidFill>
              <a:latin typeface="微软雅黑" panose="020B0503020204020204" pitchFamily="34" charset="-122"/>
              <a:ea typeface="微软雅黑" panose="020B0503020204020204" pitchFamily="34" charset="-122"/>
            </a:endParaRPr>
          </a:p>
          <a:p>
            <a:r>
              <a:rPr lang="zh-CN" altLang="en-US" sz="2000" b="1" dirty="0">
                <a:solidFill>
                  <a:srgbClr val="000066"/>
                </a:solidFill>
                <a:latin typeface="微软雅黑" panose="020B0503020204020204" pitchFamily="34" charset="-122"/>
                <a:ea typeface="微软雅黑" panose="020B0503020204020204" pitchFamily="34" charset="-122"/>
              </a:rPr>
              <a:t>以</a:t>
            </a:r>
            <a:r>
              <a:rPr lang="zh-CN" altLang="en-US" sz="2000" b="1" dirty="0">
                <a:solidFill>
                  <a:srgbClr val="FF0000"/>
                </a:solidFill>
                <a:latin typeface="微软雅黑" panose="020B0503020204020204" pitchFamily="34" charset="-122"/>
                <a:ea typeface="微软雅黑" panose="020B0503020204020204" pitchFamily="34" charset="-122"/>
              </a:rPr>
              <a:t>平面电路</a:t>
            </a:r>
            <a:r>
              <a:rPr lang="zh-CN" altLang="en-US" sz="2000" b="1" dirty="0">
                <a:solidFill>
                  <a:srgbClr val="000066"/>
                </a:solidFill>
                <a:latin typeface="微软雅黑" panose="020B0503020204020204" pitchFamily="34" charset="-122"/>
                <a:ea typeface="微软雅黑" panose="020B0503020204020204" pitchFamily="34" charset="-122"/>
              </a:rPr>
              <a:t>中的</a:t>
            </a:r>
            <a:r>
              <a:rPr lang="zh-CN" altLang="en-US" sz="2000" b="1" dirty="0">
                <a:solidFill>
                  <a:srgbClr val="FF0000"/>
                </a:solidFill>
                <a:latin typeface="微软雅黑" panose="020B0503020204020204" pitchFamily="34" charset="-122"/>
                <a:ea typeface="微软雅黑" panose="020B0503020204020204" pitchFamily="34" charset="-122"/>
              </a:rPr>
              <a:t>网孔</a:t>
            </a:r>
            <a:r>
              <a:rPr lang="zh-CN" altLang="en-US" sz="2000" b="1" dirty="0">
                <a:solidFill>
                  <a:srgbClr val="000066"/>
                </a:solidFill>
                <a:latin typeface="微软雅黑" panose="020B0503020204020204" pitchFamily="34" charset="-122"/>
                <a:ea typeface="微软雅黑" panose="020B0503020204020204" pitchFamily="34" charset="-122"/>
              </a:rPr>
              <a:t>为对象，假想各网孔环路电流</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称为</a:t>
            </a:r>
            <a:r>
              <a:rPr lang="zh-CN" altLang="en-US" sz="2000" b="1" dirty="0">
                <a:solidFill>
                  <a:srgbClr val="FF0000"/>
                </a:solidFill>
                <a:latin typeface="微软雅黑" panose="020B0503020204020204" pitchFamily="34" charset="-122"/>
                <a:ea typeface="微软雅黑" panose="020B0503020204020204" pitchFamily="34" charset="-122"/>
              </a:rPr>
              <a:t>网孔电流</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沿网孔流动，</a:t>
            </a:r>
            <a:r>
              <a:rPr lang="zh-CN" altLang="en-US" sz="2000" b="1" dirty="0">
                <a:solidFill>
                  <a:srgbClr val="FF0000"/>
                </a:solidFill>
                <a:latin typeface="微软雅黑" panose="020B0503020204020204" pitchFamily="34" charset="-122"/>
                <a:ea typeface="微软雅黑" panose="020B0503020204020204" pitchFamily="34" charset="-122"/>
              </a:rPr>
              <a:t>各支路电流用网孔电流表示</a:t>
            </a:r>
            <a:r>
              <a:rPr lang="zh-CN" altLang="en-US" sz="2000" b="1" dirty="0">
                <a:solidFill>
                  <a:srgbClr val="000066"/>
                </a:solidFill>
                <a:latin typeface="微软雅黑" panose="020B0503020204020204" pitchFamily="34" charset="-122"/>
                <a:ea typeface="微软雅黑" panose="020B0503020204020204" pitchFamily="34" charset="-122"/>
              </a:rPr>
              <a:t>。 </a:t>
            </a:r>
            <a:endParaRPr lang="en-US" altLang="zh-CN" sz="2000" b="1" dirty="0">
              <a:solidFill>
                <a:srgbClr val="000066"/>
              </a:solidFill>
              <a:latin typeface="微软雅黑" panose="020B0503020204020204" pitchFamily="34" charset="-122"/>
              <a:ea typeface="微软雅黑" panose="020B0503020204020204" pitchFamily="34" charset="-122"/>
            </a:endParaRPr>
          </a:p>
          <a:p>
            <a:endParaRPr lang="en-US" altLang="zh-CN" sz="2000" b="1" dirty="0">
              <a:solidFill>
                <a:srgbClr val="000066"/>
              </a:solidFill>
              <a:latin typeface="微软雅黑" panose="020B0503020204020204" pitchFamily="34" charset="-122"/>
              <a:ea typeface="微软雅黑" panose="020B0503020204020204" pitchFamily="34" charset="-122"/>
            </a:endParaRPr>
          </a:p>
          <a:p>
            <a:r>
              <a:rPr lang="zh-CN" altLang="en-US" sz="2000" b="1" dirty="0">
                <a:solidFill>
                  <a:srgbClr val="000066"/>
                </a:solidFill>
                <a:latin typeface="微软雅黑" panose="020B0503020204020204" pitchFamily="34" charset="-122"/>
                <a:ea typeface="微软雅黑" panose="020B0503020204020204" pitchFamily="34" charset="-122"/>
              </a:rPr>
              <a:t>以</a:t>
            </a:r>
            <a:r>
              <a:rPr lang="en-US" altLang="zh-CN" sz="2000" b="1" dirty="0">
                <a:solidFill>
                  <a:srgbClr val="FF0000"/>
                </a:solidFill>
                <a:latin typeface="微软雅黑" panose="020B0503020204020204" pitchFamily="34" charset="-122"/>
                <a:ea typeface="微软雅黑" panose="020B0503020204020204" pitchFamily="34" charset="-122"/>
              </a:rPr>
              <a:t>(b-n+1)</a:t>
            </a:r>
            <a:r>
              <a:rPr lang="zh-CN" altLang="en-US" sz="2000" b="1" dirty="0">
                <a:solidFill>
                  <a:srgbClr val="FF0000"/>
                </a:solidFill>
                <a:latin typeface="微软雅黑" panose="020B0503020204020204" pitchFamily="34" charset="-122"/>
                <a:ea typeface="微软雅黑" panose="020B0503020204020204" pitchFamily="34" charset="-122"/>
              </a:rPr>
              <a:t>个网孔</a:t>
            </a:r>
            <a:r>
              <a:rPr lang="zh-CN" altLang="en-US" sz="2000" b="1" dirty="0">
                <a:solidFill>
                  <a:srgbClr val="000066"/>
                </a:solidFill>
                <a:latin typeface="微软雅黑" panose="020B0503020204020204" pitchFamily="34" charset="-122"/>
                <a:ea typeface="微软雅黑" panose="020B0503020204020204" pitchFamily="34" charset="-122"/>
              </a:rPr>
              <a:t>的网孔电流为变量列写</a:t>
            </a:r>
            <a:r>
              <a:rPr lang="en-US" altLang="zh-CN" sz="2000" b="1" dirty="0">
                <a:solidFill>
                  <a:srgbClr val="FF0000"/>
                </a:solidFill>
                <a:latin typeface="微软雅黑" panose="020B0503020204020204" pitchFamily="34" charset="-122"/>
                <a:ea typeface="微软雅黑" panose="020B0503020204020204" pitchFamily="34" charset="-122"/>
              </a:rPr>
              <a:t>(b-n+1)</a:t>
            </a:r>
            <a:r>
              <a:rPr lang="zh-CN" altLang="en-US" sz="2000" b="1" dirty="0">
                <a:solidFill>
                  <a:srgbClr val="FF0000"/>
                </a:solidFill>
                <a:latin typeface="微软雅黑" panose="020B0503020204020204" pitchFamily="34" charset="-122"/>
                <a:ea typeface="微软雅黑" panose="020B0503020204020204" pitchFamily="34" charset="-122"/>
              </a:rPr>
              <a:t>个独立</a:t>
            </a:r>
            <a:r>
              <a:rPr lang="en-US" altLang="zh-CN" sz="2000" b="1" dirty="0">
                <a:solidFill>
                  <a:srgbClr val="FF0000"/>
                </a:solidFill>
                <a:latin typeface="微软雅黑" panose="020B0503020204020204" pitchFamily="34" charset="-122"/>
                <a:ea typeface="微软雅黑" panose="020B0503020204020204" pitchFamily="34" charset="-122"/>
              </a:rPr>
              <a:t>KVL</a:t>
            </a:r>
            <a:r>
              <a:rPr lang="zh-CN" altLang="en-US" sz="2000" b="1" dirty="0">
                <a:solidFill>
                  <a:srgbClr val="000066"/>
                </a:solidFill>
                <a:latin typeface="微软雅黑" panose="020B0503020204020204" pitchFamily="34" charset="-122"/>
                <a:ea typeface="微软雅黑" panose="020B0503020204020204" pitchFamily="34" charset="-122"/>
              </a:rPr>
              <a:t>方程</a:t>
            </a:r>
            <a:endParaRPr lang="en-US" altLang="zh-CN" sz="2000" b="1" dirty="0">
              <a:solidFill>
                <a:srgbClr val="000066"/>
              </a:solidFill>
              <a:latin typeface="微软雅黑" panose="020B0503020204020204" pitchFamily="34" charset="-122"/>
              <a:ea typeface="微软雅黑" panose="020B0503020204020204" pitchFamily="34" charset="-122"/>
            </a:endParaRPr>
          </a:p>
          <a:p>
            <a:endParaRPr lang="en-US" altLang="zh-CN" sz="2000" b="1" dirty="0">
              <a:solidFill>
                <a:srgbClr val="000066"/>
              </a:solidFill>
              <a:latin typeface="微软雅黑" panose="020B0503020204020204" pitchFamily="34" charset="-122"/>
              <a:ea typeface="微软雅黑" panose="020B0503020204020204" pitchFamily="34" charset="-122"/>
            </a:endParaRPr>
          </a:p>
          <a:p>
            <a:r>
              <a:rPr lang="zh-CN" altLang="en-US" sz="2000" b="1" dirty="0">
                <a:solidFill>
                  <a:srgbClr val="000066"/>
                </a:solidFill>
                <a:latin typeface="微软雅黑" panose="020B0503020204020204" pitchFamily="34" charset="-122"/>
                <a:ea typeface="微软雅黑" panose="020B0503020204020204" pitchFamily="34" charset="-122"/>
              </a:rPr>
              <a:t>从网孔方程求得网孔电流以后，再求出各支路电压和电流。</a:t>
            </a:r>
          </a:p>
        </p:txBody>
      </p:sp>
    </p:spTree>
    <p:extLst>
      <p:ext uri="{BB962C8B-B14F-4D97-AF65-F5344CB8AC3E}">
        <p14:creationId xmlns:p14="http://schemas.microsoft.com/office/powerpoint/2010/main" val="265494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linds(horizontal)">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blinds(horizontal)">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blinds(horizontal)">
                                      <p:cBhvr>
                                        <p:cTn id="27" dur="500"/>
                                        <p:tgtEl>
                                          <p:spTgt spid="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blinds(horizontal)">
                                      <p:cBhvr>
                                        <p:cTn id="32" dur="500"/>
                                        <p:tgtEl>
                                          <p:spTgt spid="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blinds(horizontal)">
                                      <p:cBhvr>
                                        <p:cTn id="37" dur="500"/>
                                        <p:tgtEl>
                                          <p:spTgt spid="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
                                            <p:txEl>
                                              <p:pRg st="3" end="3"/>
                                            </p:txEl>
                                          </p:spTgt>
                                        </p:tgtEl>
                                        <p:attrNameLst>
                                          <p:attrName>style.visibility</p:attrName>
                                        </p:attrNameLst>
                                      </p:cBhvr>
                                      <p:to>
                                        <p:strVal val="visible"/>
                                      </p:to>
                                    </p:set>
                                    <p:animEffect transition="in" filter="blinds(horizontal)">
                                      <p:cBhvr>
                                        <p:cTn id="42" dur="500"/>
                                        <p:tgtEl>
                                          <p:spTgt spid="7">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
                                            <p:txEl>
                                              <p:pRg st="5" end="5"/>
                                            </p:txEl>
                                          </p:spTgt>
                                        </p:tgtEl>
                                        <p:attrNameLst>
                                          <p:attrName>style.visibility</p:attrName>
                                        </p:attrNameLst>
                                      </p:cBhvr>
                                      <p:to>
                                        <p:strVal val="visible"/>
                                      </p:to>
                                    </p:set>
                                    <p:animEffect transition="in" filter="blinds(horizontal)">
                                      <p:cBhvr>
                                        <p:cTn id="47" dur="500"/>
                                        <p:tgtEl>
                                          <p:spTgt spid="7">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
                                            <p:txEl>
                                              <p:pRg st="7" end="7"/>
                                            </p:txEl>
                                          </p:spTgt>
                                        </p:tgtEl>
                                        <p:attrNameLst>
                                          <p:attrName>style.visibility</p:attrName>
                                        </p:attrNameLst>
                                      </p:cBhvr>
                                      <p:to>
                                        <p:strVal val="visible"/>
                                      </p:to>
                                    </p:set>
                                    <p:animEffect transition="in" filter="blinds(horizontal)">
                                      <p:cBhvr>
                                        <p:cTn id="5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utoUpdateAnimBg="0"/>
      <p:bldP spid="7" grpId="0" uiExpand="1"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A20C1BCC-BFD5-4AF6-AC8F-C45DE697000B}" type="datetime1">
              <a:rPr lang="zh-CN" altLang="en-US" smtClean="0"/>
              <a:pPr>
                <a:defRPr/>
              </a:pPr>
              <a:t>2024/8/17</a:t>
            </a:fld>
            <a:endParaRPr lang="en-US" altLang="zh-CN"/>
          </a:p>
        </p:txBody>
      </p:sp>
      <p:sp>
        <p:nvSpPr>
          <p:cNvPr id="3"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4"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469A5AA2-2354-472F-B533-79158BFF3A41}" type="slidenum">
              <a:rPr lang="en-US" altLang="zh-CN" smtClean="0"/>
              <a:pPr>
                <a:defRPr/>
              </a:pPr>
              <a:t>56</a:t>
            </a:fld>
            <a:endParaRPr lang="en-US" altLang="zh-CN"/>
          </a:p>
        </p:txBody>
      </p:sp>
      <p:sp>
        <p:nvSpPr>
          <p:cNvPr id="5" name="Rectangle 14"/>
          <p:cNvSpPr>
            <a:spLocks noChangeArrowheads="1"/>
          </p:cNvSpPr>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3200">
                <a:solidFill>
                  <a:schemeClr val="tx2"/>
                </a:solidFill>
                <a:latin typeface="Times New Roman" panose="02020603050405020304" pitchFamily="18" charset="0"/>
                <a:ea typeface="华文新魏" panose="02010800040101010101" pitchFamily="2" charset="-122"/>
              </a:defRPr>
            </a:lvl1pPr>
            <a:lvl2pPr>
              <a:spcBef>
                <a:spcPct val="0"/>
              </a:spcBef>
              <a:defRPr kumimoji="1" sz="3200">
                <a:solidFill>
                  <a:schemeClr val="tx2"/>
                </a:solidFill>
                <a:latin typeface="Times New Roman" panose="02020603050405020304" pitchFamily="18" charset="0"/>
                <a:ea typeface="华文新魏" panose="02010800040101010101" pitchFamily="2" charset="-122"/>
              </a:defRPr>
            </a:lvl2pPr>
            <a:lvl3pPr>
              <a:spcBef>
                <a:spcPct val="0"/>
              </a:spcBef>
              <a:defRPr kumimoji="1" sz="3200">
                <a:solidFill>
                  <a:schemeClr val="tx2"/>
                </a:solidFill>
                <a:latin typeface="Times New Roman" panose="02020603050405020304" pitchFamily="18" charset="0"/>
                <a:ea typeface="华文新魏" panose="02010800040101010101" pitchFamily="2" charset="-122"/>
              </a:defRPr>
            </a:lvl3pPr>
            <a:lvl4pPr>
              <a:spcBef>
                <a:spcPct val="0"/>
              </a:spcBef>
              <a:defRPr kumimoji="1" sz="3200">
                <a:solidFill>
                  <a:schemeClr val="tx2"/>
                </a:solidFill>
                <a:latin typeface="Times New Roman" panose="02020603050405020304" pitchFamily="18" charset="0"/>
                <a:ea typeface="华文新魏" panose="02010800040101010101" pitchFamily="2" charset="-122"/>
              </a:defRPr>
            </a:lvl4pPr>
            <a:lvl5pPr>
              <a:spcBef>
                <a:spcPct val="0"/>
              </a:spcBef>
              <a:defRPr kumimoji="1" sz="3200">
                <a:solidFill>
                  <a:schemeClr val="tx2"/>
                </a:solidFill>
                <a:latin typeface="Times New Roman" panose="02020603050405020304" pitchFamily="18" charset="0"/>
                <a:ea typeface="华文新魏"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9pPr>
          </a:lstStyle>
          <a:p>
            <a:pPr algn="ctr" eaLnBrk="1" hangingPunct="1">
              <a:defRPr/>
            </a:pPr>
            <a:r>
              <a:rPr lang="zh-CN" altLang="en-US" dirty="0">
                <a:solidFill>
                  <a:schemeClr val="tx1"/>
                </a:solidFill>
                <a:effectLst>
                  <a:outerShdw blurRad="38100" dist="38100" dir="2700000" algn="tl">
                    <a:srgbClr val="C0C0C0"/>
                  </a:outerShdw>
                </a:effectLst>
                <a:ea typeface="隶书" panose="02010509060101010101" pitchFamily="49" charset="-122"/>
              </a:rPr>
              <a:t>节点分析法与网孔分析法比较</a:t>
            </a:r>
          </a:p>
        </p:txBody>
      </p:sp>
      <p:sp>
        <p:nvSpPr>
          <p:cNvPr id="6" name="文本框 5"/>
          <p:cNvSpPr txBox="1"/>
          <p:nvPr/>
        </p:nvSpPr>
        <p:spPr>
          <a:xfrm>
            <a:off x="323528" y="1268760"/>
            <a:ext cx="4248471" cy="4616648"/>
          </a:xfrm>
          <a:prstGeom prst="rect">
            <a:avLst/>
          </a:prstGeom>
          <a:noFill/>
        </p:spPr>
        <p:txBody>
          <a:bodyPr wrap="square" rtlCol="0">
            <a:spAutoFit/>
          </a:bodyPr>
          <a:lstStyle/>
          <a:p>
            <a:pPr algn="ctr"/>
            <a:r>
              <a:rPr lang="zh-CN" altLang="en-US" sz="2400" dirty="0">
                <a:latin typeface="黑体" panose="02010609060101010101" pitchFamily="49" charset="-122"/>
                <a:ea typeface="黑体" panose="02010609060101010101" pitchFamily="49" charset="-122"/>
              </a:rPr>
              <a:t>节点法</a:t>
            </a:r>
            <a:endParaRPr lang="en-US" altLang="zh-CN" sz="2400"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特殊支路的处理</a:t>
            </a:r>
            <a:r>
              <a:rPr lang="zh-CN" altLang="en-US" dirty="0"/>
              <a:t>：</a:t>
            </a:r>
            <a:endParaRPr lang="en-US" altLang="zh-CN" dirty="0"/>
          </a:p>
          <a:p>
            <a:pPr>
              <a:lnSpc>
                <a:spcPct val="150000"/>
              </a:lnSpc>
            </a:pPr>
            <a:r>
              <a:rPr lang="en-US" altLang="zh-CN" dirty="0">
                <a:solidFill>
                  <a:srgbClr val="FF0000"/>
                </a:solidFill>
              </a:rPr>
              <a:t>1.</a:t>
            </a:r>
            <a:r>
              <a:rPr lang="zh-CN" altLang="en-US" dirty="0">
                <a:solidFill>
                  <a:srgbClr val="FF0000"/>
                </a:solidFill>
              </a:rPr>
              <a:t>电流源支路：</a:t>
            </a:r>
            <a:endParaRPr lang="en-US" altLang="zh-CN" dirty="0">
              <a:solidFill>
                <a:srgbClr val="FF0000"/>
              </a:solidFill>
            </a:endParaRPr>
          </a:p>
          <a:p>
            <a:pPr>
              <a:lnSpc>
                <a:spcPct val="150000"/>
              </a:lnSpc>
            </a:pPr>
            <a:r>
              <a:rPr lang="en-US" altLang="zh-CN" dirty="0">
                <a:solidFill>
                  <a:srgbClr val="FF0000"/>
                </a:solidFill>
              </a:rPr>
              <a:t>    </a:t>
            </a:r>
            <a:r>
              <a:rPr lang="zh-CN" altLang="en-US" dirty="0"/>
              <a:t>先利用电流源串联元件时的等效变换，再将电流源支路视为并联电导为零的诺顿支路。</a:t>
            </a:r>
            <a:endParaRPr lang="en-US" altLang="zh-CN" dirty="0"/>
          </a:p>
          <a:p>
            <a:pPr>
              <a:lnSpc>
                <a:spcPct val="150000"/>
              </a:lnSpc>
            </a:pPr>
            <a:r>
              <a:rPr lang="en-US" altLang="zh-CN" dirty="0">
                <a:solidFill>
                  <a:srgbClr val="FF0000"/>
                </a:solidFill>
              </a:rPr>
              <a:t>2.</a:t>
            </a:r>
            <a:r>
              <a:rPr lang="zh-CN" altLang="en-US" dirty="0">
                <a:solidFill>
                  <a:srgbClr val="FF0000"/>
                </a:solidFill>
              </a:rPr>
              <a:t>电压源支路：</a:t>
            </a:r>
            <a:endParaRPr lang="en-US" altLang="zh-CN" dirty="0">
              <a:solidFill>
                <a:srgbClr val="FF0000"/>
              </a:solidFill>
            </a:endParaRPr>
          </a:p>
          <a:p>
            <a:pPr>
              <a:lnSpc>
                <a:spcPct val="150000"/>
              </a:lnSpc>
            </a:pPr>
            <a:r>
              <a:rPr lang="en-US" altLang="zh-CN" dirty="0">
                <a:solidFill>
                  <a:srgbClr val="FF0000"/>
                </a:solidFill>
              </a:rPr>
              <a:t>1</a:t>
            </a:r>
            <a:r>
              <a:rPr lang="zh-CN" altLang="en-US" dirty="0">
                <a:solidFill>
                  <a:srgbClr val="FF0000"/>
                </a:solidFill>
              </a:rPr>
              <a:t>）</a:t>
            </a:r>
            <a:r>
              <a:rPr lang="zh-CN" altLang="en-US" dirty="0"/>
              <a:t>视为电导为零的诺顿支路；增加电压源支路的</a:t>
            </a:r>
            <a:r>
              <a:rPr lang="zh-CN" altLang="en-US" dirty="0">
                <a:solidFill>
                  <a:srgbClr val="FF0000"/>
                </a:solidFill>
              </a:rPr>
              <a:t>电流</a:t>
            </a:r>
            <a:r>
              <a:rPr lang="zh-CN" altLang="en-US" dirty="0"/>
              <a:t>为新未知量。</a:t>
            </a:r>
            <a:endParaRPr lang="en-US" altLang="zh-CN" dirty="0"/>
          </a:p>
          <a:p>
            <a:pPr>
              <a:lnSpc>
                <a:spcPct val="150000"/>
              </a:lnSpc>
            </a:pPr>
            <a:r>
              <a:rPr lang="en-US" altLang="zh-CN" dirty="0">
                <a:solidFill>
                  <a:srgbClr val="FF0000"/>
                </a:solidFill>
              </a:rPr>
              <a:t>2</a:t>
            </a:r>
            <a:r>
              <a:rPr lang="zh-CN" altLang="en-US" dirty="0">
                <a:solidFill>
                  <a:srgbClr val="FF0000"/>
                </a:solidFill>
              </a:rPr>
              <a:t>）</a:t>
            </a:r>
            <a:r>
              <a:rPr lang="zh-CN" altLang="en-US" dirty="0"/>
              <a:t>将电压源支路利用</a:t>
            </a:r>
            <a:r>
              <a:rPr lang="zh-CN" altLang="en-US" dirty="0">
                <a:solidFill>
                  <a:srgbClr val="FF0000"/>
                </a:solidFill>
              </a:rPr>
              <a:t>广义结点</a:t>
            </a:r>
            <a:r>
              <a:rPr lang="zh-CN" altLang="en-US" dirty="0"/>
              <a:t>列</a:t>
            </a:r>
            <a:r>
              <a:rPr lang="en-US" altLang="zh-CN" dirty="0"/>
              <a:t>KCL</a:t>
            </a:r>
            <a:r>
              <a:rPr lang="zh-CN" altLang="en-US" dirty="0"/>
              <a:t>方程。</a:t>
            </a:r>
            <a:endParaRPr lang="en-US" altLang="zh-CN" dirty="0"/>
          </a:p>
        </p:txBody>
      </p:sp>
      <p:sp>
        <p:nvSpPr>
          <p:cNvPr id="7" name="文本框 6"/>
          <p:cNvSpPr txBox="1"/>
          <p:nvPr/>
        </p:nvSpPr>
        <p:spPr>
          <a:xfrm>
            <a:off x="4571999" y="1266755"/>
            <a:ext cx="3960441" cy="4616648"/>
          </a:xfrm>
          <a:prstGeom prst="rect">
            <a:avLst/>
          </a:prstGeom>
          <a:noFill/>
        </p:spPr>
        <p:txBody>
          <a:bodyPr wrap="square" rtlCol="0">
            <a:spAutoFit/>
          </a:bodyPr>
          <a:lstStyle/>
          <a:p>
            <a:pPr algn="ctr"/>
            <a:r>
              <a:rPr lang="zh-CN" altLang="en-US" sz="2400" dirty="0">
                <a:latin typeface="黑体" panose="02010609060101010101" pitchFamily="49" charset="-122"/>
                <a:ea typeface="黑体" panose="02010609060101010101" pitchFamily="49" charset="-122"/>
              </a:rPr>
              <a:t>网孔法</a:t>
            </a:r>
            <a:endParaRPr lang="en-US" altLang="zh-CN" sz="2400"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特殊支路的处理</a:t>
            </a:r>
            <a:r>
              <a:rPr lang="zh-CN" altLang="en-US" dirty="0"/>
              <a:t>：</a:t>
            </a:r>
            <a:endParaRPr lang="en-US" altLang="zh-CN" dirty="0"/>
          </a:p>
          <a:p>
            <a:pPr>
              <a:lnSpc>
                <a:spcPct val="150000"/>
              </a:lnSpc>
            </a:pPr>
            <a:r>
              <a:rPr lang="en-US" altLang="zh-CN" dirty="0">
                <a:solidFill>
                  <a:srgbClr val="FF0000"/>
                </a:solidFill>
              </a:rPr>
              <a:t>1.</a:t>
            </a:r>
            <a:r>
              <a:rPr lang="zh-CN" altLang="en-US" dirty="0">
                <a:solidFill>
                  <a:srgbClr val="FF0000"/>
                </a:solidFill>
              </a:rPr>
              <a:t>电压源支路：</a:t>
            </a:r>
            <a:endParaRPr lang="en-US" altLang="zh-CN" dirty="0">
              <a:solidFill>
                <a:srgbClr val="FF0000"/>
              </a:solidFill>
            </a:endParaRPr>
          </a:p>
          <a:p>
            <a:pPr>
              <a:lnSpc>
                <a:spcPct val="150000"/>
              </a:lnSpc>
            </a:pPr>
            <a:r>
              <a:rPr lang="en-US" altLang="zh-CN" dirty="0">
                <a:solidFill>
                  <a:srgbClr val="FF0000"/>
                </a:solidFill>
              </a:rPr>
              <a:t>    </a:t>
            </a:r>
            <a:r>
              <a:rPr lang="zh-CN" altLang="en-US" dirty="0"/>
              <a:t>先利用电压源并联元件时的等效变换，再将压源支路视为串联电阻为零的戴维南支路。</a:t>
            </a:r>
            <a:endParaRPr lang="en-US" altLang="zh-CN" dirty="0"/>
          </a:p>
          <a:p>
            <a:pPr>
              <a:lnSpc>
                <a:spcPct val="150000"/>
              </a:lnSpc>
            </a:pPr>
            <a:r>
              <a:rPr lang="en-US" altLang="zh-CN" dirty="0">
                <a:solidFill>
                  <a:srgbClr val="FF0000"/>
                </a:solidFill>
              </a:rPr>
              <a:t>2.</a:t>
            </a:r>
            <a:r>
              <a:rPr lang="zh-CN" altLang="en-US" dirty="0">
                <a:solidFill>
                  <a:srgbClr val="FF0000"/>
                </a:solidFill>
              </a:rPr>
              <a:t>电流源支路：</a:t>
            </a:r>
            <a:endParaRPr lang="en-US" altLang="zh-CN" dirty="0">
              <a:solidFill>
                <a:srgbClr val="FF0000"/>
              </a:solidFill>
            </a:endParaRPr>
          </a:p>
          <a:p>
            <a:pPr>
              <a:lnSpc>
                <a:spcPct val="150000"/>
              </a:lnSpc>
            </a:pPr>
            <a:r>
              <a:rPr lang="en-US" altLang="zh-CN" dirty="0">
                <a:solidFill>
                  <a:srgbClr val="FF0000"/>
                </a:solidFill>
              </a:rPr>
              <a:t>1</a:t>
            </a:r>
            <a:r>
              <a:rPr lang="zh-CN" altLang="en-US" dirty="0">
                <a:solidFill>
                  <a:srgbClr val="FF0000"/>
                </a:solidFill>
              </a:rPr>
              <a:t>）</a:t>
            </a:r>
            <a:r>
              <a:rPr lang="zh-CN" altLang="en-US" dirty="0"/>
              <a:t>视为电阻为零的戴维南支路；增加电压源支路的</a:t>
            </a:r>
            <a:r>
              <a:rPr lang="zh-CN" altLang="en-US" dirty="0">
                <a:solidFill>
                  <a:srgbClr val="FF0000"/>
                </a:solidFill>
              </a:rPr>
              <a:t>电压</a:t>
            </a:r>
            <a:r>
              <a:rPr lang="zh-CN" altLang="en-US" dirty="0"/>
              <a:t>为新未知量。</a:t>
            </a:r>
            <a:endParaRPr lang="en-US" altLang="zh-CN" dirty="0"/>
          </a:p>
          <a:p>
            <a:pPr>
              <a:lnSpc>
                <a:spcPct val="150000"/>
              </a:lnSpc>
            </a:pPr>
            <a:r>
              <a:rPr lang="en-US" altLang="zh-CN" dirty="0">
                <a:solidFill>
                  <a:srgbClr val="FF0000"/>
                </a:solidFill>
              </a:rPr>
              <a:t>2</a:t>
            </a:r>
            <a:r>
              <a:rPr lang="zh-CN" altLang="en-US" dirty="0">
                <a:solidFill>
                  <a:srgbClr val="FF0000"/>
                </a:solidFill>
              </a:rPr>
              <a:t>）</a:t>
            </a:r>
            <a:r>
              <a:rPr lang="zh-CN" altLang="en-US" dirty="0"/>
              <a:t>将包含电流源支路的网孔利用</a:t>
            </a:r>
            <a:r>
              <a:rPr lang="zh-CN" altLang="en-US" dirty="0">
                <a:solidFill>
                  <a:srgbClr val="FF0000"/>
                </a:solidFill>
              </a:rPr>
              <a:t>广义网孔</a:t>
            </a:r>
            <a:r>
              <a:rPr lang="zh-CN" altLang="en-US" dirty="0"/>
              <a:t>列</a:t>
            </a:r>
            <a:r>
              <a:rPr lang="en-US" altLang="zh-CN" dirty="0"/>
              <a:t>KVL</a:t>
            </a:r>
            <a:r>
              <a:rPr lang="zh-CN" altLang="en-US" dirty="0"/>
              <a:t>方程。</a:t>
            </a:r>
            <a:endParaRPr lang="en-US" altLang="zh-CN" dirty="0"/>
          </a:p>
        </p:txBody>
      </p:sp>
      <p:sp>
        <p:nvSpPr>
          <p:cNvPr id="8" name="文本框 7"/>
          <p:cNvSpPr txBox="1"/>
          <p:nvPr/>
        </p:nvSpPr>
        <p:spPr>
          <a:xfrm>
            <a:off x="2339752" y="6165304"/>
            <a:ext cx="5955476" cy="369332"/>
          </a:xfrm>
          <a:prstGeom prst="rect">
            <a:avLst/>
          </a:prstGeom>
          <a:noFill/>
        </p:spPr>
        <p:txBody>
          <a:bodyPr wrap="none" rtlCol="0">
            <a:spAutoFit/>
          </a:bodyPr>
          <a:lstStyle/>
          <a:p>
            <a:r>
              <a:rPr lang="zh-CN" altLang="en-US" dirty="0"/>
              <a:t>注意：包含受控电源的电路，系数矩阵一般不再为对称阵</a:t>
            </a:r>
          </a:p>
        </p:txBody>
      </p:sp>
    </p:spTree>
    <p:extLst>
      <p:ext uri="{BB962C8B-B14F-4D97-AF65-F5344CB8AC3E}">
        <p14:creationId xmlns:p14="http://schemas.microsoft.com/office/powerpoint/2010/main" val="808784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6313" y="2002195"/>
            <a:ext cx="7767687" cy="1938992"/>
          </a:xfrm>
          <a:prstGeom prst="rect">
            <a:avLst/>
          </a:prstGeom>
          <a:noFill/>
        </p:spPr>
        <p:txBody>
          <a:bodyPr wrap="square" rtlCol="0">
            <a:spAutoFit/>
          </a:bodyPr>
          <a:lstStyle/>
          <a:p>
            <a:r>
              <a:rPr lang="zh-CN" altLang="en-US" sz="6000" dirty="0">
                <a:latin typeface="华文行楷" panose="02010800040101010101" charset="-122"/>
                <a:ea typeface="华文行楷" panose="02010800040101010101" charset="-122"/>
              </a:rPr>
              <a:t>二、第</a:t>
            </a:r>
            <a:r>
              <a:rPr lang="en-US" altLang="zh-CN" sz="6000" dirty="0">
                <a:latin typeface="华文行楷" panose="02010800040101010101" charset="-122"/>
                <a:ea typeface="华文行楷" panose="02010800040101010101" charset="-122"/>
              </a:rPr>
              <a:t>4</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5</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7</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8</a:t>
            </a:r>
            <a:r>
              <a:rPr lang="zh-CN" altLang="en-US" sz="6000" dirty="0">
                <a:latin typeface="华文行楷" panose="02010800040101010101" charset="-122"/>
                <a:ea typeface="华文行楷" panose="02010800040101010101" charset="-122"/>
              </a:rPr>
              <a:t>章     </a:t>
            </a:r>
            <a:endParaRPr lang="en-US" altLang="zh-CN" sz="6000" dirty="0">
              <a:latin typeface="华文行楷" panose="02010800040101010101" charset="-122"/>
              <a:ea typeface="华文行楷" panose="02010800040101010101" charset="-122"/>
            </a:endParaRPr>
          </a:p>
          <a:p>
            <a:r>
              <a:rPr lang="en-US" altLang="zh-CN" sz="6000" dirty="0">
                <a:latin typeface="华文行楷" panose="02010800040101010101" charset="-122"/>
                <a:ea typeface="华文行楷" panose="02010800040101010101" charset="-122"/>
              </a:rPr>
              <a:t>           </a:t>
            </a:r>
            <a:r>
              <a:rPr lang="zh-CN" altLang="en-US" sz="6000" dirty="0">
                <a:latin typeface="华文行楷" panose="02010800040101010101" charset="-122"/>
                <a:ea typeface="华文行楷" panose="02010800040101010101" charset="-122"/>
              </a:rPr>
              <a:t>基础知识</a:t>
            </a:r>
          </a:p>
        </p:txBody>
      </p:sp>
    </p:spTree>
    <p:extLst>
      <p:ext uri="{BB962C8B-B14F-4D97-AF65-F5344CB8AC3E}">
        <p14:creationId xmlns:p14="http://schemas.microsoft.com/office/powerpoint/2010/main" val="21067958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5E020615-ED72-432F-91DD-A8E3097427B1}" type="datetime1">
              <a:rPr lang="zh-CN" altLang="en-US" smtClean="0"/>
              <a:pPr>
                <a:defRPr/>
              </a:pPr>
              <a:t>2024/8/17</a:t>
            </a:fld>
            <a:endParaRPr lang="en-US" altLang="zh-CN"/>
          </a:p>
        </p:txBody>
      </p:sp>
      <p:sp>
        <p:nvSpPr>
          <p:cNvPr id="16"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endParaRPr lang="en-US" altLang="zh-CN"/>
          </a:p>
        </p:txBody>
      </p:sp>
      <p:sp>
        <p:nvSpPr>
          <p:cNvPr id="17"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B4B5B99C-C018-46FE-A410-7164F4757571}" type="slidenum">
              <a:rPr lang="en-US" altLang="zh-CN" smtClean="0"/>
              <a:pPr>
                <a:defRPr/>
              </a:pPr>
              <a:t>58</a:t>
            </a:fld>
            <a:endParaRPr lang="en-US" altLang="zh-CN"/>
          </a:p>
        </p:txBody>
      </p:sp>
      <p:grpSp>
        <p:nvGrpSpPr>
          <p:cNvPr id="4101" name="Group 1026"/>
          <p:cNvGrpSpPr>
            <a:grpSpLocks/>
          </p:cNvGrpSpPr>
          <p:nvPr/>
        </p:nvGrpSpPr>
        <p:grpSpPr bwMode="auto">
          <a:xfrm>
            <a:off x="0" y="0"/>
            <a:ext cx="9144000" cy="6858000"/>
            <a:chOff x="0" y="0"/>
            <a:chExt cx="5970" cy="4956"/>
          </a:xfrm>
        </p:grpSpPr>
        <p:pic>
          <p:nvPicPr>
            <p:cNvPr id="4110"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3"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7620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60" name="Text Box 1060"/>
          <p:cNvSpPr txBox="1">
            <a:spLocks noChangeArrowheads="1"/>
          </p:cNvSpPr>
          <p:nvPr/>
        </p:nvSpPr>
        <p:spPr bwMode="auto">
          <a:xfrm>
            <a:off x="3738563" y="323850"/>
            <a:ext cx="21272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zh-CN" altLang="en-US" sz="36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第</a:t>
            </a:r>
            <a:r>
              <a:rPr lang="en-US" altLang="zh-CN" sz="36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4</a:t>
            </a:r>
            <a:r>
              <a:rPr lang="zh-CN" altLang="en-US" sz="36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章</a:t>
            </a:r>
          </a:p>
          <a:p>
            <a:pPr algn="ctr" eaLnBrk="1" hangingPunct="1">
              <a:defRPr/>
            </a:pPr>
            <a:r>
              <a:rPr lang="zh-CN" altLang="en-US" sz="36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 电路定理</a:t>
            </a:r>
          </a:p>
        </p:txBody>
      </p:sp>
      <p:sp>
        <p:nvSpPr>
          <p:cNvPr id="77862" name="Text Box 1062"/>
          <p:cNvSpPr txBox="1">
            <a:spLocks noChangeArrowheads="1"/>
          </p:cNvSpPr>
          <p:nvPr/>
        </p:nvSpPr>
        <p:spPr bwMode="auto">
          <a:xfrm>
            <a:off x="779463" y="2276475"/>
            <a:ext cx="20697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rPr>
              <a:t>4.1</a:t>
            </a:r>
            <a:r>
              <a:rPr lang="zh-CN" altLang="en-US" sz="2800" dirty="0">
                <a:effectLst>
                  <a:outerShdw blurRad="38100" dist="38100" dir="2700000" algn="tl">
                    <a:srgbClr val="C0C0C0"/>
                  </a:outerShdw>
                </a:effectLst>
                <a:latin typeface="Times New Roman" panose="02020603050405020304" pitchFamily="18" charset="0"/>
                <a:ea typeface="隶书" panose="02010509060101010101" pitchFamily="49" charset="-122"/>
              </a:rPr>
              <a:t>叠加定理</a:t>
            </a:r>
            <a:endPar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endParaRPr>
          </a:p>
        </p:txBody>
      </p:sp>
      <p:sp>
        <p:nvSpPr>
          <p:cNvPr id="77874" name="Text Box 1074"/>
          <p:cNvSpPr txBox="1">
            <a:spLocks noChangeArrowheads="1"/>
          </p:cNvSpPr>
          <p:nvPr/>
        </p:nvSpPr>
        <p:spPr bwMode="auto">
          <a:xfrm>
            <a:off x="779463" y="3495675"/>
            <a:ext cx="53623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rPr>
              <a:t>4.3 </a:t>
            </a:r>
            <a:r>
              <a:rPr lang="zh-CN" altLang="en-US" sz="2800" dirty="0">
                <a:effectLst>
                  <a:outerShdw blurRad="38100" dist="38100" dir="2700000" algn="tl">
                    <a:srgbClr val="C0C0C0"/>
                  </a:outerShdw>
                </a:effectLst>
                <a:latin typeface="Times New Roman" panose="02020603050405020304" pitchFamily="18" charset="0"/>
                <a:ea typeface="隶书" panose="02010509060101010101" pitchFamily="49" charset="-122"/>
              </a:rPr>
              <a:t>戴维南</a:t>
            </a:r>
            <a:r>
              <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rPr>
              <a:t>(</a:t>
            </a:r>
            <a:r>
              <a:rPr lang="zh-CN" altLang="en-US" sz="2800" dirty="0">
                <a:effectLst>
                  <a:outerShdw blurRad="38100" dist="38100" dir="2700000" algn="tl">
                    <a:srgbClr val="C0C0C0"/>
                  </a:outerShdw>
                </a:effectLst>
                <a:latin typeface="Times New Roman" panose="02020603050405020304" pitchFamily="18" charset="0"/>
                <a:ea typeface="隶书" panose="02010509060101010101" pitchFamily="49" charset="-122"/>
              </a:rPr>
              <a:t>诺顿</a:t>
            </a:r>
            <a:r>
              <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rPr>
              <a:t>)</a:t>
            </a:r>
            <a:r>
              <a:rPr lang="zh-CN" altLang="en-US" sz="2800" dirty="0">
                <a:effectLst>
                  <a:outerShdw blurRad="38100" dist="38100" dir="2700000" algn="tl">
                    <a:srgbClr val="C0C0C0"/>
                  </a:outerShdw>
                </a:effectLst>
                <a:latin typeface="Times New Roman" panose="02020603050405020304" pitchFamily="18" charset="0"/>
                <a:ea typeface="隶书" panose="02010509060101010101" pitchFamily="49" charset="-122"/>
              </a:rPr>
              <a:t>定理 </a:t>
            </a:r>
            <a:r>
              <a:rPr lang="zh-CN" altLang="en-US" sz="28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a:t>
            </a:r>
            <a:endParaRPr lang="en-US" altLang="zh-CN" sz="28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endParaRPr>
          </a:p>
        </p:txBody>
      </p:sp>
      <p:sp>
        <p:nvSpPr>
          <p:cNvPr id="77876" name="Text Box 1076"/>
          <p:cNvSpPr txBox="1">
            <a:spLocks noChangeArrowheads="1"/>
          </p:cNvSpPr>
          <p:nvPr/>
        </p:nvSpPr>
        <p:spPr bwMode="auto">
          <a:xfrm>
            <a:off x="779463" y="4722813"/>
            <a:ext cx="35958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rPr>
              <a:t>4.5 </a:t>
            </a:r>
            <a:r>
              <a:rPr lang="zh-CN" altLang="en-US" sz="2800" dirty="0">
                <a:effectLst>
                  <a:outerShdw blurRad="38100" dist="38100" dir="2700000" algn="tl">
                    <a:srgbClr val="C0C0C0"/>
                  </a:outerShdw>
                </a:effectLst>
                <a:latin typeface="Times New Roman" panose="02020603050405020304" pitchFamily="18" charset="0"/>
                <a:ea typeface="隶书" panose="02010509060101010101" pitchFamily="49" charset="-122"/>
              </a:rPr>
              <a:t>特勒根和互易定理</a:t>
            </a:r>
          </a:p>
        </p:txBody>
      </p:sp>
      <p:sp>
        <p:nvSpPr>
          <p:cNvPr id="77878" name="Text Box 1078"/>
          <p:cNvSpPr txBox="1">
            <a:spLocks noChangeArrowheads="1"/>
          </p:cNvSpPr>
          <p:nvPr/>
        </p:nvSpPr>
        <p:spPr bwMode="auto">
          <a:xfrm>
            <a:off x="779463" y="4105275"/>
            <a:ext cx="35958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rPr>
              <a:t>4.4 </a:t>
            </a:r>
            <a:r>
              <a:rPr lang="zh-CN" altLang="en-US" sz="2800" dirty="0">
                <a:effectLst>
                  <a:outerShdw blurRad="38100" dist="38100" dir="2700000" algn="tl">
                    <a:srgbClr val="C0C0C0"/>
                  </a:outerShdw>
                </a:effectLst>
                <a:latin typeface="Times New Roman" panose="02020603050405020304" pitchFamily="18" charset="0"/>
                <a:ea typeface="隶书" panose="02010509060101010101" pitchFamily="49" charset="-122"/>
              </a:rPr>
              <a:t>最大功率传输定理</a:t>
            </a:r>
            <a:endPar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endParaRPr>
          </a:p>
        </p:txBody>
      </p:sp>
      <p:sp>
        <p:nvSpPr>
          <p:cNvPr id="77880" name="Text Box 1080"/>
          <p:cNvSpPr txBox="1">
            <a:spLocks noChangeArrowheads="1"/>
          </p:cNvSpPr>
          <p:nvPr/>
        </p:nvSpPr>
        <p:spPr bwMode="auto">
          <a:xfrm>
            <a:off x="755650" y="2898775"/>
            <a:ext cx="20697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rPr>
              <a:t>4.2</a:t>
            </a:r>
            <a:r>
              <a:rPr lang="zh-CN" altLang="en-US" sz="2800" dirty="0">
                <a:effectLst>
                  <a:outerShdw blurRad="38100" dist="38100" dir="2700000" algn="tl">
                    <a:srgbClr val="C0C0C0"/>
                  </a:outerShdw>
                </a:effectLst>
                <a:latin typeface="Times New Roman" panose="02020603050405020304" pitchFamily="18" charset="0"/>
                <a:ea typeface="隶书" panose="02010509060101010101" pitchFamily="49" charset="-122"/>
              </a:rPr>
              <a:t>替代定理</a:t>
            </a:r>
            <a:endParaRPr lang="en-US" altLang="zh-CN" sz="2800" dirty="0">
              <a:effectLst>
                <a:outerShdw blurRad="38100" dist="38100" dir="2700000" algn="tl">
                  <a:srgbClr val="C0C0C0"/>
                </a:outerShdw>
              </a:effectLst>
              <a:latin typeface="Times New Roman" panose="02020603050405020304" pitchFamily="18" charset="0"/>
              <a:ea typeface="隶书" panose="020105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C8C5B62A-5354-498C-9599-0B2CFFA87B77}" type="datetime1">
              <a:rPr lang="zh-CN" altLang="en-US"/>
              <a:pPr>
                <a:defRPr/>
              </a:pPr>
              <a:t>2024/8/17</a:t>
            </a:fld>
            <a:endParaRPr lang="en-US" altLang="zh-CN"/>
          </a:p>
        </p:txBody>
      </p:sp>
      <p:sp>
        <p:nvSpPr>
          <p:cNvPr id="12" name="页脚占位符 4"/>
          <p:cNvSpPr>
            <a:spLocks noGrp="1"/>
          </p:cNvSpPr>
          <p:nvPr>
            <p:ph type="ftr" sz="quarter" idx="11"/>
          </p:nvPr>
        </p:nvSpPr>
        <p:spPr/>
        <p:txBody>
          <a:bodyPr/>
          <a:lstStyle/>
          <a:p>
            <a:pPr>
              <a:defRPr/>
            </a:pPr>
            <a:endParaRPr lang="en-US" altLang="zh-CN"/>
          </a:p>
        </p:txBody>
      </p:sp>
      <p:sp>
        <p:nvSpPr>
          <p:cNvPr id="13" name="灯片编号占位符 5"/>
          <p:cNvSpPr>
            <a:spLocks noGrp="1"/>
          </p:cNvSpPr>
          <p:nvPr>
            <p:ph type="sldNum" sz="quarter" idx="12"/>
          </p:nvPr>
        </p:nvSpPr>
        <p:spPr/>
        <p:txBody>
          <a:bodyPr/>
          <a:lstStyle/>
          <a:p>
            <a:pPr>
              <a:defRPr/>
            </a:pPr>
            <a:fld id="{239C9D16-A908-400C-8EE1-346D90E52B38}" type="slidenum">
              <a:rPr lang="en-US" altLang="zh-CN"/>
              <a:pPr>
                <a:defRPr/>
              </a:pPr>
              <a:t>59</a:t>
            </a:fld>
            <a:endParaRPr lang="en-US" altLang="zh-CN"/>
          </a:p>
        </p:txBody>
      </p:sp>
      <p:sp>
        <p:nvSpPr>
          <p:cNvPr id="264194" name="Rectangle 2"/>
          <p:cNvSpPr>
            <a:spLocks noGrp="1" noChangeArrowheads="1"/>
          </p:cNvSpPr>
          <p:nvPr>
            <p:ph type="title"/>
          </p:nvPr>
        </p:nvSpPr>
        <p:spPr/>
        <p:txBody>
          <a:bodyPr>
            <a:normAutofit/>
          </a:bodyPr>
          <a:lstStyle/>
          <a:p>
            <a:pPr algn="l" eaLnBrk="1" hangingPunct="1">
              <a:defRPr/>
            </a:pPr>
            <a:r>
              <a:rPr lang="en-US" altLang="zh-CN" sz="3600" dirty="0">
                <a:solidFill>
                  <a:schemeClr val="tx1"/>
                </a:solidFill>
                <a:effectLst>
                  <a:outerShdw blurRad="38100" dist="38100" dir="2700000" algn="tl">
                    <a:srgbClr val="C0C0C0"/>
                  </a:outerShdw>
                </a:effectLst>
                <a:ea typeface="隶书" panose="02010509060101010101" pitchFamily="49" charset="-122"/>
              </a:rPr>
              <a:t>4.1 </a:t>
            </a:r>
            <a:r>
              <a:rPr lang="zh-CN" altLang="en-US" sz="3600" dirty="0">
                <a:solidFill>
                  <a:schemeClr val="tx1"/>
                </a:solidFill>
                <a:effectLst>
                  <a:outerShdw blurRad="38100" dist="38100" dir="2700000" algn="tl">
                    <a:srgbClr val="C0C0C0"/>
                  </a:outerShdw>
                </a:effectLst>
                <a:ea typeface="隶书" panose="02010509060101010101" pitchFamily="49" charset="-122"/>
              </a:rPr>
              <a:t>叠加定理 </a:t>
            </a:r>
            <a:r>
              <a:rPr lang="en-US" altLang="zh-CN" sz="3600" dirty="0">
                <a:solidFill>
                  <a:schemeClr val="tx1"/>
                </a:solidFill>
                <a:effectLst>
                  <a:outerShdw blurRad="38100" dist="38100" dir="2700000" algn="tl">
                    <a:srgbClr val="C0C0C0"/>
                  </a:outerShdw>
                </a:effectLst>
                <a:ea typeface="隶书" panose="02010509060101010101" pitchFamily="49" charset="-122"/>
              </a:rPr>
              <a:t>Superposition Theorem</a:t>
            </a:r>
            <a:endParaRPr lang="en-US" altLang="zh-CN" sz="3600" u="sng" dirty="0">
              <a:ea typeface="隶书" panose="02010509060101010101" pitchFamily="49" charset="-122"/>
            </a:endParaRPr>
          </a:p>
        </p:txBody>
      </p:sp>
      <p:graphicFrame>
        <p:nvGraphicFramePr>
          <p:cNvPr id="264195" name="Object 3"/>
          <p:cNvGraphicFramePr>
            <a:graphicFrameLocks noChangeAspect="1"/>
          </p:cNvGraphicFramePr>
          <p:nvPr/>
        </p:nvGraphicFramePr>
        <p:xfrm>
          <a:off x="611188" y="4868863"/>
          <a:ext cx="2957512" cy="844550"/>
        </p:xfrm>
        <a:graphic>
          <a:graphicData uri="http://schemas.openxmlformats.org/presentationml/2006/ole">
            <mc:AlternateContent xmlns:mc="http://schemas.openxmlformats.org/markup-compatibility/2006">
              <mc:Choice xmlns:v="urn:schemas-microsoft-com:vml" Requires="v">
                <p:oleObj name="Equation" r:id="rId2" imgW="1304784" imgH="352529" progId="Equation.DSMT4">
                  <p:embed/>
                </p:oleObj>
              </mc:Choice>
              <mc:Fallback>
                <p:oleObj name="Equation" r:id="rId2" imgW="1304784" imgH="352529" progId="Equation.DSMT4">
                  <p:embed/>
                  <p:pic>
                    <p:nvPicPr>
                      <p:cNvPr id="26419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4868863"/>
                        <a:ext cx="2957512"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4196" name="Object 4"/>
          <p:cNvGraphicFramePr>
            <a:graphicFrameLocks noChangeAspect="1"/>
          </p:cNvGraphicFramePr>
          <p:nvPr/>
        </p:nvGraphicFramePr>
        <p:xfrm>
          <a:off x="152400" y="1158875"/>
          <a:ext cx="4203700" cy="2274888"/>
        </p:xfrm>
        <a:graphic>
          <a:graphicData uri="http://schemas.openxmlformats.org/presentationml/2006/ole">
            <mc:AlternateContent xmlns:mc="http://schemas.openxmlformats.org/markup-compatibility/2006">
              <mc:Choice xmlns:v="urn:schemas-microsoft-com:vml" Requires="v">
                <p:oleObj name="Visio" r:id="rId4" imgW="2828068" imgH="1543907" progId="Visio.Drawing.11">
                  <p:embed/>
                </p:oleObj>
              </mc:Choice>
              <mc:Fallback>
                <p:oleObj name="Visio" r:id="rId4" imgW="2828068" imgH="1543907" progId="Visio.Drawing.11">
                  <p:embed/>
                  <p:pic>
                    <p:nvPicPr>
                      <p:cNvPr id="26419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158875"/>
                        <a:ext cx="4203700" cy="227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4197" name="Object 5"/>
          <p:cNvGraphicFramePr>
            <a:graphicFrameLocks noChangeAspect="1"/>
          </p:cNvGraphicFramePr>
          <p:nvPr/>
        </p:nvGraphicFramePr>
        <p:xfrm>
          <a:off x="4427538" y="1196975"/>
          <a:ext cx="3810000" cy="2633663"/>
        </p:xfrm>
        <a:graphic>
          <a:graphicData uri="http://schemas.openxmlformats.org/presentationml/2006/ole">
            <mc:AlternateContent xmlns:mc="http://schemas.openxmlformats.org/markup-compatibility/2006">
              <mc:Choice xmlns:v="urn:schemas-microsoft-com:vml" Requires="v">
                <p:oleObj name="Visio" r:id="rId6" imgW="2658761" imgH="1847374" progId="Visio.Drawing.11">
                  <p:embed/>
                </p:oleObj>
              </mc:Choice>
              <mc:Fallback>
                <p:oleObj name="Visio" r:id="rId6" imgW="2658761" imgH="1847374" progId="Visio.Drawing.11">
                  <p:embed/>
                  <p:pic>
                    <p:nvPicPr>
                      <p:cNvPr id="26419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538" y="1196975"/>
                        <a:ext cx="3810000" cy="263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4198" name="Object 6"/>
          <p:cNvGraphicFramePr>
            <a:graphicFrameLocks noChangeAspect="1"/>
          </p:cNvGraphicFramePr>
          <p:nvPr/>
        </p:nvGraphicFramePr>
        <p:xfrm>
          <a:off x="4291013" y="3856038"/>
          <a:ext cx="3886200" cy="2379662"/>
        </p:xfrm>
        <a:graphic>
          <a:graphicData uri="http://schemas.openxmlformats.org/presentationml/2006/ole">
            <mc:AlternateContent xmlns:mc="http://schemas.openxmlformats.org/markup-compatibility/2006">
              <mc:Choice xmlns:v="urn:schemas-microsoft-com:vml" Requires="v">
                <p:oleObj name="Visio" r:id="rId8" imgW="2781338" imgH="1709882" progId="Visio.Drawing.11">
                  <p:embed/>
                </p:oleObj>
              </mc:Choice>
              <mc:Fallback>
                <p:oleObj name="Visio" r:id="rId8" imgW="2781338" imgH="1709882" progId="Visio.Drawing.11">
                  <p:embed/>
                  <p:pic>
                    <p:nvPicPr>
                      <p:cNvPr id="264198" name="Object 6"/>
                      <p:cNvPicPr>
                        <a:picLocks noChangeAspect="1" noChangeArrowheads="1"/>
                      </p:cNvPicPr>
                      <p:nvPr/>
                    </p:nvPicPr>
                    <p:blipFill>
                      <a:blip r:embed="rId9"/>
                      <a:srcRect/>
                      <a:stretch>
                        <a:fillRect/>
                      </a:stretch>
                    </p:blipFill>
                    <p:spPr bwMode="auto">
                      <a:xfrm>
                        <a:off x="4291013" y="3856038"/>
                        <a:ext cx="3886200" cy="237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4199" name="Object 7"/>
          <p:cNvGraphicFramePr>
            <a:graphicFrameLocks noChangeAspect="1"/>
          </p:cNvGraphicFramePr>
          <p:nvPr/>
        </p:nvGraphicFramePr>
        <p:xfrm>
          <a:off x="7375525" y="3132138"/>
          <a:ext cx="1660525" cy="873125"/>
        </p:xfrm>
        <a:graphic>
          <a:graphicData uri="http://schemas.openxmlformats.org/presentationml/2006/ole">
            <mc:AlternateContent xmlns:mc="http://schemas.openxmlformats.org/markup-compatibility/2006">
              <mc:Choice xmlns:v="urn:schemas-microsoft-com:vml" Requires="v">
                <p:oleObj name="Equation" r:id="rId10" imgW="695184" imgH="352529" progId="Equation.DSMT4">
                  <p:embed/>
                </p:oleObj>
              </mc:Choice>
              <mc:Fallback>
                <p:oleObj name="Equation" r:id="rId10" imgW="695184" imgH="352529" progId="Equation.DSMT4">
                  <p:embed/>
                  <p:pic>
                    <p:nvPicPr>
                      <p:cNvPr id="264199"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75525" y="3132138"/>
                        <a:ext cx="1660525" cy="87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4200" name="Object 8"/>
          <p:cNvGraphicFramePr>
            <a:graphicFrameLocks noChangeAspect="1"/>
          </p:cNvGraphicFramePr>
          <p:nvPr/>
        </p:nvGraphicFramePr>
        <p:xfrm>
          <a:off x="7215188" y="5622925"/>
          <a:ext cx="1717675" cy="874713"/>
        </p:xfrm>
        <a:graphic>
          <a:graphicData uri="http://schemas.openxmlformats.org/presentationml/2006/ole">
            <mc:AlternateContent xmlns:mc="http://schemas.openxmlformats.org/markup-compatibility/2006">
              <mc:Choice xmlns:v="urn:schemas-microsoft-com:vml" Requires="v">
                <p:oleObj name="Equation" r:id="rId12" imgW="724013" imgH="352529" progId="Equation.DSMT4">
                  <p:embed/>
                </p:oleObj>
              </mc:Choice>
              <mc:Fallback>
                <p:oleObj name="Equation" r:id="rId12" imgW="724013" imgH="352529" progId="Equation.DSMT4">
                  <p:embed/>
                  <p:pic>
                    <p:nvPicPr>
                      <p:cNvPr id="26420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15188" y="5622925"/>
                        <a:ext cx="1717675" cy="87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4210" name="Rectangle 18"/>
          <p:cNvSpPr>
            <a:spLocks noChangeArrowheads="1"/>
          </p:cNvSpPr>
          <p:nvPr/>
        </p:nvSpPr>
        <p:spPr bwMode="auto">
          <a:xfrm>
            <a:off x="311150" y="914400"/>
            <a:ext cx="259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800">
                <a:solidFill>
                  <a:srgbClr val="CC3300"/>
                </a:solidFill>
                <a:effectLst>
                  <a:outerShdw blurRad="38100" dist="38100" dir="2700000" algn="tl">
                    <a:srgbClr val="C0C0C0"/>
                  </a:outerShdw>
                </a:effectLst>
                <a:latin typeface="Times New Roman" panose="02020603050405020304" pitchFamily="18" charset="0"/>
                <a:ea typeface="隶书" panose="02010509060101010101" pitchFamily="49" charset="-122"/>
              </a:rPr>
              <a:t>2. </a:t>
            </a:r>
            <a:r>
              <a:rPr lang="zh-CN" altLang="en-US" sz="2800">
                <a:solidFill>
                  <a:srgbClr val="CC3300"/>
                </a:solidFill>
                <a:effectLst>
                  <a:outerShdw blurRad="38100" dist="38100" dir="2700000" algn="tl">
                    <a:srgbClr val="C0C0C0"/>
                  </a:outerShdw>
                </a:effectLst>
                <a:latin typeface="Times New Roman" panose="02020603050405020304" pitchFamily="18" charset="0"/>
                <a:ea typeface="隶书" panose="02010509060101010101" pitchFamily="49" charset="-122"/>
              </a:rPr>
              <a:t>线性电路</a:t>
            </a:r>
          </a:p>
        </p:txBody>
      </p:sp>
      <p:graphicFrame>
        <p:nvGraphicFramePr>
          <p:cNvPr id="264212" name="Object 20"/>
          <p:cNvGraphicFramePr>
            <a:graphicFrameLocks noGrp="1" noChangeAspect="1"/>
          </p:cNvGraphicFramePr>
          <p:nvPr>
            <p:ph idx="1"/>
          </p:nvPr>
        </p:nvGraphicFramePr>
        <p:xfrm>
          <a:off x="611188" y="3716338"/>
          <a:ext cx="3024187" cy="881062"/>
        </p:xfrm>
        <a:graphic>
          <a:graphicData uri="http://schemas.openxmlformats.org/presentationml/2006/ole">
            <mc:AlternateContent xmlns:mc="http://schemas.openxmlformats.org/markup-compatibility/2006">
              <mc:Choice xmlns:v="urn:schemas-microsoft-com:vml" Requires="v">
                <p:oleObj name="Equation" r:id="rId14" imgW="1281061" imgH="352529" progId="Equation.DSMT4">
                  <p:embed/>
                </p:oleObj>
              </mc:Choice>
              <mc:Fallback>
                <p:oleObj name="Equation" r:id="rId14" imgW="1281061" imgH="352529" progId="Equation.DSMT4">
                  <p:embed/>
                  <p:pic>
                    <p:nvPicPr>
                      <p:cNvPr id="264212"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1188" y="3716338"/>
                        <a:ext cx="3024187" cy="88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64196"/>
                                        </p:tgtEl>
                                        <p:attrNameLst>
                                          <p:attrName>style.visibility</p:attrName>
                                        </p:attrNameLst>
                                      </p:cBhvr>
                                      <p:to>
                                        <p:strVal val="visible"/>
                                      </p:to>
                                    </p:set>
                                    <p:animEffect transition="in" filter="box(in)">
                                      <p:cBhvr>
                                        <p:cTn id="7" dur="500"/>
                                        <p:tgtEl>
                                          <p:spTgt spid="264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64212"/>
                                        </p:tgtEl>
                                        <p:attrNameLst>
                                          <p:attrName>style.visibility</p:attrName>
                                        </p:attrNameLst>
                                      </p:cBhvr>
                                      <p:to>
                                        <p:strVal val="visible"/>
                                      </p:to>
                                    </p:set>
                                    <p:animEffect transition="in" filter="box(in)">
                                      <p:cBhvr>
                                        <p:cTn id="12" dur="500"/>
                                        <p:tgtEl>
                                          <p:spTgt spid="2642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64195"/>
                                        </p:tgtEl>
                                        <p:attrNameLst>
                                          <p:attrName>style.visibility</p:attrName>
                                        </p:attrNameLst>
                                      </p:cBhvr>
                                      <p:to>
                                        <p:strVal val="visible"/>
                                      </p:to>
                                    </p:set>
                                    <p:animEffect transition="in" filter="box(in)">
                                      <p:cBhvr>
                                        <p:cTn id="17" dur="500"/>
                                        <p:tgtEl>
                                          <p:spTgt spid="2641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64197"/>
                                        </p:tgtEl>
                                        <p:attrNameLst>
                                          <p:attrName>style.visibility</p:attrName>
                                        </p:attrNameLst>
                                      </p:cBhvr>
                                      <p:to>
                                        <p:strVal val="visible"/>
                                      </p:to>
                                    </p:set>
                                    <p:animEffect transition="in" filter="box(in)">
                                      <p:cBhvr>
                                        <p:cTn id="22" dur="500"/>
                                        <p:tgtEl>
                                          <p:spTgt spid="2641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64199"/>
                                        </p:tgtEl>
                                        <p:attrNameLst>
                                          <p:attrName>style.visibility</p:attrName>
                                        </p:attrNameLst>
                                      </p:cBhvr>
                                      <p:to>
                                        <p:strVal val="visible"/>
                                      </p:to>
                                    </p:set>
                                    <p:animEffect transition="in" filter="box(in)">
                                      <p:cBhvr>
                                        <p:cTn id="27" dur="500"/>
                                        <p:tgtEl>
                                          <p:spTgt spid="2641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64198"/>
                                        </p:tgtEl>
                                        <p:attrNameLst>
                                          <p:attrName>style.visibility</p:attrName>
                                        </p:attrNameLst>
                                      </p:cBhvr>
                                      <p:to>
                                        <p:strVal val="visible"/>
                                      </p:to>
                                    </p:set>
                                    <p:animEffect transition="in" filter="box(in)">
                                      <p:cBhvr>
                                        <p:cTn id="32" dur="500"/>
                                        <p:tgtEl>
                                          <p:spTgt spid="2641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64200"/>
                                        </p:tgtEl>
                                        <p:attrNameLst>
                                          <p:attrName>style.visibility</p:attrName>
                                        </p:attrNameLst>
                                      </p:cBhvr>
                                      <p:to>
                                        <p:strVal val="visible"/>
                                      </p:to>
                                    </p:set>
                                    <p:animEffect transition="in" filter="box(in)">
                                      <p:cBhvr>
                                        <p:cTn id="37" dur="500"/>
                                        <p:tgtEl>
                                          <p:spTgt spid="264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85750" y="333375"/>
            <a:ext cx="8572500" cy="4772025"/>
          </a:xfrm>
          <a:prstGeom prst="rect">
            <a:avLst/>
          </a:prstGeom>
        </p:spPr>
      </p:pic>
      <p:sp>
        <p:nvSpPr>
          <p:cNvPr id="3" name="文本框 2"/>
          <p:cNvSpPr txBox="1"/>
          <p:nvPr/>
        </p:nvSpPr>
        <p:spPr>
          <a:xfrm>
            <a:off x="490220" y="5427980"/>
            <a:ext cx="4775200" cy="521970"/>
          </a:xfrm>
          <a:prstGeom prst="rect">
            <a:avLst/>
          </a:prstGeom>
          <a:noFill/>
        </p:spPr>
        <p:txBody>
          <a:bodyPr wrap="square" rtlCol="0">
            <a:spAutoFit/>
          </a:bodyPr>
          <a:lstStyle/>
          <a:p>
            <a:r>
              <a:rPr lang="zh-CN" altLang="en-US" sz="2800">
                <a:latin typeface="华文行楷" panose="02010800040101010101" charset="-122"/>
                <a:ea typeface="华文行楷" panose="02010800040101010101" charset="-122"/>
              </a:rPr>
              <a:t>不要把受控源也单独激励了！</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900113" y="1149350"/>
            <a:ext cx="7615237"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defRPr kumimoji="1">
                <a:solidFill>
                  <a:schemeClr val="tx1"/>
                </a:solidFill>
                <a:latin typeface="幼圆" panose="02010509060101010101" pitchFamily="49" charset="-122"/>
                <a:ea typeface="幼圆" panose="02010509060101010101" pitchFamily="49" charset="-122"/>
              </a:defRPr>
            </a:lvl1pPr>
            <a:lvl2pPr marL="742950" indent="-285750">
              <a:defRPr kumimoji="1">
                <a:solidFill>
                  <a:schemeClr val="tx1"/>
                </a:solidFill>
                <a:latin typeface="幼圆" panose="02010509060101010101" pitchFamily="49" charset="-122"/>
                <a:ea typeface="幼圆" panose="02010509060101010101" pitchFamily="49" charset="-122"/>
              </a:defRPr>
            </a:lvl2pPr>
            <a:lvl3pPr marL="1143000" indent="-228600">
              <a:defRPr kumimoji="1">
                <a:solidFill>
                  <a:schemeClr val="tx1"/>
                </a:solidFill>
                <a:latin typeface="幼圆" panose="02010509060101010101" pitchFamily="49" charset="-122"/>
                <a:ea typeface="幼圆" panose="02010509060101010101" pitchFamily="49" charset="-122"/>
              </a:defRPr>
            </a:lvl3pPr>
            <a:lvl4pPr marL="1600200" indent="-228600">
              <a:defRPr kumimoji="1">
                <a:solidFill>
                  <a:schemeClr val="tx1"/>
                </a:solidFill>
                <a:latin typeface="幼圆" panose="02010509060101010101" pitchFamily="49" charset="-122"/>
                <a:ea typeface="幼圆" panose="02010509060101010101" pitchFamily="49" charset="-122"/>
              </a:defRPr>
            </a:lvl4pPr>
            <a:lvl5pPr marL="2057400" indent="-228600">
              <a:defRPr kumimoji="1">
                <a:solidFill>
                  <a:schemeClr val="tx1"/>
                </a:solidFill>
                <a:latin typeface="幼圆" panose="02010509060101010101" pitchFamily="49" charset="-122"/>
                <a:ea typeface="幼圆" panose="02010509060101010101" pitchFamily="49" charset="-122"/>
              </a:defRPr>
            </a:lvl5pPr>
            <a:lvl6pPr marL="25146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6pPr>
            <a:lvl7pPr marL="29718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7pPr>
            <a:lvl8pPr marL="34290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8pPr>
            <a:lvl9pPr marL="38862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9pPr>
          </a:lstStyle>
          <a:p>
            <a:pPr>
              <a:spcBef>
                <a:spcPct val="50000"/>
              </a:spcBef>
              <a:buClr>
                <a:schemeClr val="accent2"/>
              </a:buClr>
              <a:buSzPct val="75000"/>
              <a:buFont typeface="Monotype Sorts" pitchFamily="2" charset="2"/>
              <a:buNone/>
            </a:pPr>
            <a:r>
              <a:rPr kumimoji="0" lang="en-US" altLang="zh-CN" sz="2400" b="1">
                <a:latin typeface="隶书" panose="02010509060101010101" pitchFamily="49" charset="-122"/>
                <a:ea typeface="隶书" panose="02010509060101010101" pitchFamily="49" charset="-122"/>
              </a:rPr>
              <a:t>1.</a:t>
            </a:r>
            <a:r>
              <a:rPr kumimoji="0" lang="en-US" altLang="zh-CN" sz="2400" b="1">
                <a:solidFill>
                  <a:srgbClr val="FF66FF"/>
                </a:solidFill>
                <a:latin typeface="隶书" panose="02010509060101010101" pitchFamily="49" charset="-122"/>
                <a:ea typeface="隶书" panose="02010509060101010101" pitchFamily="49" charset="-122"/>
              </a:rPr>
              <a:t> </a:t>
            </a:r>
            <a:r>
              <a:rPr kumimoji="0" lang="zh-CN" altLang="en-US" sz="2400" b="1">
                <a:latin typeface="隶书" panose="02010509060101010101" pitchFamily="49" charset="-122"/>
                <a:ea typeface="隶书" panose="02010509060101010101" pitchFamily="49" charset="-122"/>
              </a:rPr>
              <a:t>叠加定理只</a:t>
            </a:r>
            <a:r>
              <a:rPr kumimoji="0" lang="zh-CN" altLang="en-US" sz="2400" b="1">
                <a:solidFill>
                  <a:srgbClr val="FF3300"/>
                </a:solidFill>
                <a:latin typeface="隶书" panose="02010509060101010101" pitchFamily="49" charset="-122"/>
                <a:ea typeface="隶书" panose="02010509060101010101" pitchFamily="49" charset="-122"/>
              </a:rPr>
              <a:t>适用于</a:t>
            </a:r>
            <a:r>
              <a:rPr kumimoji="0" lang="zh-CN" altLang="en-US" sz="2400" b="1">
                <a:latin typeface="隶书" panose="02010509060101010101" pitchFamily="49" charset="-122"/>
                <a:ea typeface="隶书" panose="02010509060101010101" pitchFamily="49" charset="-122"/>
              </a:rPr>
              <a:t>线性电路</a:t>
            </a:r>
            <a:r>
              <a:rPr kumimoji="0" lang="zh-CN" altLang="en-US" sz="2400" b="1">
                <a:solidFill>
                  <a:srgbClr val="FF3300"/>
                </a:solidFill>
                <a:latin typeface="隶书" panose="02010509060101010101" pitchFamily="49" charset="-122"/>
                <a:ea typeface="隶书" panose="02010509060101010101" pitchFamily="49" charset="-122"/>
              </a:rPr>
              <a:t>求电压</a:t>
            </a:r>
            <a:r>
              <a:rPr kumimoji="0" lang="zh-CN" altLang="en-US" sz="2400" b="1">
                <a:latin typeface="隶书" panose="02010509060101010101" pitchFamily="49" charset="-122"/>
                <a:ea typeface="隶书" panose="02010509060101010101" pitchFamily="49" charset="-122"/>
              </a:rPr>
              <a:t>和</a:t>
            </a:r>
            <a:r>
              <a:rPr kumimoji="0" lang="zh-CN" altLang="en-US" sz="2400" b="1">
                <a:solidFill>
                  <a:srgbClr val="FF3300"/>
                </a:solidFill>
                <a:latin typeface="隶书" panose="02010509060101010101" pitchFamily="49" charset="-122"/>
                <a:ea typeface="隶书" panose="02010509060101010101" pitchFamily="49" charset="-122"/>
              </a:rPr>
              <a:t>电流</a:t>
            </a:r>
            <a:r>
              <a:rPr kumimoji="0" lang="zh-CN" altLang="en-US" sz="2400" b="1">
                <a:latin typeface="隶书" panose="02010509060101010101" pitchFamily="49" charset="-122"/>
                <a:ea typeface="隶书" panose="02010509060101010101" pitchFamily="49" charset="-122"/>
              </a:rPr>
              <a:t>；</a:t>
            </a:r>
          </a:p>
          <a:p>
            <a:pPr>
              <a:spcBef>
                <a:spcPct val="50000"/>
              </a:spcBef>
              <a:buClr>
                <a:schemeClr val="accent2"/>
              </a:buClr>
              <a:buSzPct val="75000"/>
              <a:buFont typeface="Monotype Sorts" pitchFamily="2" charset="2"/>
              <a:buNone/>
            </a:pPr>
            <a:r>
              <a:rPr kumimoji="0" lang="zh-CN" altLang="en-US" sz="2400" b="1">
                <a:latin typeface="隶书" panose="02010509060101010101" pitchFamily="49" charset="-122"/>
                <a:ea typeface="隶书" panose="02010509060101010101" pitchFamily="49" charset="-122"/>
              </a:rPr>
              <a:t>    不能用叠加定理求功率</a:t>
            </a:r>
            <a:r>
              <a:rPr kumimoji="0" lang="en-US" altLang="zh-CN" sz="2400" b="1">
                <a:latin typeface="隶书" panose="02010509060101010101" pitchFamily="49" charset="-122"/>
                <a:ea typeface="隶书" panose="02010509060101010101" pitchFamily="49" charset="-122"/>
              </a:rPr>
              <a:t>(</a:t>
            </a:r>
            <a:r>
              <a:rPr kumimoji="0" lang="zh-CN" altLang="en-US" sz="2400" b="1">
                <a:latin typeface="隶书" panose="02010509060101010101" pitchFamily="49" charset="-122"/>
                <a:ea typeface="隶书" panose="02010509060101010101" pitchFamily="49" charset="-122"/>
              </a:rPr>
              <a:t>功率为电源的二次函数</a:t>
            </a:r>
            <a:r>
              <a:rPr kumimoji="0" lang="en-US" altLang="zh-CN" sz="2400" b="1">
                <a:latin typeface="隶书" panose="02010509060101010101" pitchFamily="49" charset="-122"/>
                <a:ea typeface="隶书" panose="02010509060101010101" pitchFamily="49" charset="-122"/>
              </a:rPr>
              <a:t>)</a:t>
            </a:r>
            <a:r>
              <a:rPr kumimoji="0" lang="zh-CN" altLang="en-US" sz="2400" b="1">
                <a:latin typeface="隶书" panose="02010509060101010101" pitchFamily="49" charset="-122"/>
                <a:ea typeface="隶书" panose="02010509060101010101" pitchFamily="49" charset="-122"/>
              </a:rPr>
              <a:t>。</a:t>
            </a:r>
          </a:p>
          <a:p>
            <a:pPr>
              <a:spcBef>
                <a:spcPct val="50000"/>
              </a:spcBef>
              <a:buClr>
                <a:schemeClr val="accent2"/>
              </a:buClr>
              <a:buSzPct val="75000"/>
              <a:buFont typeface="Monotype Sorts" pitchFamily="2" charset="2"/>
              <a:buNone/>
            </a:pPr>
            <a:r>
              <a:rPr kumimoji="0" lang="zh-CN" altLang="en-US" sz="2400" b="1">
                <a:latin typeface="隶书" panose="02010509060101010101" pitchFamily="49" charset="-122"/>
                <a:ea typeface="隶书" panose="02010509060101010101" pitchFamily="49" charset="-122"/>
              </a:rPr>
              <a:t>    不适用于非线性电路。</a:t>
            </a:r>
          </a:p>
        </p:txBody>
      </p:sp>
      <p:sp>
        <p:nvSpPr>
          <p:cNvPr id="159747" name="Text Box 3"/>
          <p:cNvSpPr txBox="1">
            <a:spLocks noChangeArrowheads="1"/>
          </p:cNvSpPr>
          <p:nvPr/>
        </p:nvSpPr>
        <p:spPr bwMode="auto">
          <a:xfrm>
            <a:off x="900113" y="2932113"/>
            <a:ext cx="60674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defRPr kumimoji="1">
                <a:solidFill>
                  <a:schemeClr val="tx1"/>
                </a:solidFill>
                <a:latin typeface="幼圆" panose="02010509060101010101" pitchFamily="49" charset="-122"/>
                <a:ea typeface="幼圆" panose="02010509060101010101" pitchFamily="49" charset="-122"/>
              </a:defRPr>
            </a:lvl1pPr>
            <a:lvl2pPr marL="742950" indent="-285750">
              <a:defRPr kumimoji="1">
                <a:solidFill>
                  <a:schemeClr val="tx1"/>
                </a:solidFill>
                <a:latin typeface="幼圆" panose="02010509060101010101" pitchFamily="49" charset="-122"/>
                <a:ea typeface="幼圆" panose="02010509060101010101" pitchFamily="49" charset="-122"/>
              </a:defRPr>
            </a:lvl2pPr>
            <a:lvl3pPr marL="1143000" indent="-228600">
              <a:defRPr kumimoji="1">
                <a:solidFill>
                  <a:schemeClr val="tx1"/>
                </a:solidFill>
                <a:latin typeface="幼圆" panose="02010509060101010101" pitchFamily="49" charset="-122"/>
                <a:ea typeface="幼圆" panose="02010509060101010101" pitchFamily="49" charset="-122"/>
              </a:defRPr>
            </a:lvl3pPr>
            <a:lvl4pPr marL="1600200" indent="-228600">
              <a:defRPr kumimoji="1">
                <a:solidFill>
                  <a:schemeClr val="tx1"/>
                </a:solidFill>
                <a:latin typeface="幼圆" panose="02010509060101010101" pitchFamily="49" charset="-122"/>
                <a:ea typeface="幼圆" panose="02010509060101010101" pitchFamily="49" charset="-122"/>
              </a:defRPr>
            </a:lvl4pPr>
            <a:lvl5pPr marL="2057400" indent="-228600">
              <a:defRPr kumimoji="1">
                <a:solidFill>
                  <a:schemeClr val="tx1"/>
                </a:solidFill>
                <a:latin typeface="幼圆" panose="02010509060101010101" pitchFamily="49" charset="-122"/>
                <a:ea typeface="幼圆" panose="02010509060101010101" pitchFamily="49" charset="-122"/>
              </a:defRPr>
            </a:lvl5pPr>
            <a:lvl6pPr marL="25146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6pPr>
            <a:lvl7pPr marL="29718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7pPr>
            <a:lvl8pPr marL="34290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8pPr>
            <a:lvl9pPr marL="38862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9pPr>
          </a:lstStyle>
          <a:p>
            <a:pPr algn="ctr">
              <a:spcBef>
                <a:spcPct val="50000"/>
              </a:spcBef>
              <a:buClr>
                <a:schemeClr val="accent2"/>
              </a:buClr>
              <a:buSzPct val="75000"/>
              <a:buFont typeface="Monotype Sorts" pitchFamily="2" charset="2"/>
              <a:buNone/>
            </a:pPr>
            <a:r>
              <a:rPr kumimoji="0" lang="en-US" altLang="zh-CN" sz="2400" b="1">
                <a:latin typeface="隶书" panose="02010509060101010101" pitchFamily="49" charset="-122"/>
                <a:ea typeface="隶书" panose="02010509060101010101" pitchFamily="49" charset="-122"/>
              </a:rPr>
              <a:t>2.  </a:t>
            </a:r>
            <a:r>
              <a:rPr kumimoji="0" lang="zh-CN" altLang="en-US" sz="2400" b="1">
                <a:latin typeface="隶书" panose="02010509060101010101" pitchFamily="49" charset="-122"/>
                <a:ea typeface="隶书" panose="02010509060101010101" pitchFamily="49" charset="-122"/>
              </a:rPr>
              <a:t>应用时电路的结构参数必须</a:t>
            </a:r>
            <a:r>
              <a:rPr kumimoji="0" lang="zh-CN" altLang="en-US" sz="2400" b="1">
                <a:solidFill>
                  <a:srgbClr val="FF3300"/>
                </a:solidFill>
                <a:latin typeface="隶书" panose="02010509060101010101" pitchFamily="49" charset="-122"/>
                <a:ea typeface="隶书" panose="02010509060101010101" pitchFamily="49" charset="-122"/>
              </a:rPr>
              <a:t>前后一致</a:t>
            </a:r>
            <a:r>
              <a:rPr kumimoji="0" lang="zh-CN" altLang="en-US" sz="2400" b="1">
                <a:latin typeface="隶书" panose="02010509060101010101" pitchFamily="49" charset="-122"/>
                <a:ea typeface="隶书" panose="02010509060101010101" pitchFamily="49" charset="-122"/>
              </a:rPr>
              <a:t>。</a:t>
            </a:r>
          </a:p>
        </p:txBody>
      </p:sp>
      <p:sp>
        <p:nvSpPr>
          <p:cNvPr id="9220" name="Text Box 4"/>
          <p:cNvSpPr txBox="1">
            <a:spLocks noChangeArrowheads="1"/>
          </p:cNvSpPr>
          <p:nvPr/>
        </p:nvSpPr>
        <p:spPr bwMode="auto">
          <a:xfrm>
            <a:off x="754063" y="454025"/>
            <a:ext cx="451167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kumimoji="1">
                <a:solidFill>
                  <a:schemeClr val="tx1"/>
                </a:solidFill>
                <a:latin typeface="幼圆" panose="02010509060101010101" pitchFamily="49" charset="-122"/>
                <a:ea typeface="幼圆" panose="02010509060101010101" pitchFamily="49" charset="-122"/>
              </a:defRPr>
            </a:lvl1pPr>
            <a:lvl2pPr marL="742950" indent="-285750">
              <a:defRPr kumimoji="1">
                <a:solidFill>
                  <a:schemeClr val="tx1"/>
                </a:solidFill>
                <a:latin typeface="幼圆" panose="02010509060101010101" pitchFamily="49" charset="-122"/>
                <a:ea typeface="幼圆" panose="02010509060101010101" pitchFamily="49" charset="-122"/>
              </a:defRPr>
            </a:lvl2pPr>
            <a:lvl3pPr marL="1143000" indent="-228600">
              <a:defRPr kumimoji="1">
                <a:solidFill>
                  <a:schemeClr val="tx1"/>
                </a:solidFill>
                <a:latin typeface="幼圆" panose="02010509060101010101" pitchFamily="49" charset="-122"/>
                <a:ea typeface="幼圆" panose="02010509060101010101" pitchFamily="49" charset="-122"/>
              </a:defRPr>
            </a:lvl3pPr>
            <a:lvl4pPr marL="1600200" indent="-228600">
              <a:defRPr kumimoji="1">
                <a:solidFill>
                  <a:schemeClr val="tx1"/>
                </a:solidFill>
                <a:latin typeface="幼圆" panose="02010509060101010101" pitchFamily="49" charset="-122"/>
                <a:ea typeface="幼圆" panose="02010509060101010101" pitchFamily="49" charset="-122"/>
              </a:defRPr>
            </a:lvl4pPr>
            <a:lvl5pPr marL="2057400" indent="-228600">
              <a:defRPr kumimoji="1">
                <a:solidFill>
                  <a:schemeClr val="tx1"/>
                </a:solidFill>
                <a:latin typeface="幼圆" panose="02010509060101010101" pitchFamily="49" charset="-122"/>
                <a:ea typeface="幼圆" panose="02010509060101010101" pitchFamily="49" charset="-122"/>
              </a:defRPr>
            </a:lvl5pPr>
            <a:lvl6pPr marL="25146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6pPr>
            <a:lvl7pPr marL="29718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7pPr>
            <a:lvl8pPr marL="34290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8pPr>
            <a:lvl9pPr marL="38862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9pPr>
          </a:lstStyle>
          <a:p>
            <a:pPr algn="ctr">
              <a:spcBef>
                <a:spcPct val="50000"/>
              </a:spcBef>
              <a:buClr>
                <a:schemeClr val="accent2"/>
              </a:buClr>
              <a:buSzPct val="75000"/>
              <a:buFont typeface="Monotype Sorts" pitchFamily="2" charset="2"/>
              <a:buNone/>
            </a:pPr>
            <a:r>
              <a:rPr kumimoji="0" lang="zh-CN" altLang="en-US" sz="2400" b="1">
                <a:solidFill>
                  <a:srgbClr val="0000FF"/>
                </a:solidFill>
                <a:latin typeface="隶书" panose="02010509060101010101" pitchFamily="49" charset="-122"/>
                <a:ea typeface="隶书" panose="02010509060101010101" pitchFamily="49" charset="-122"/>
              </a:rPr>
              <a:t>应用叠加定理时注意以下几点：</a:t>
            </a:r>
          </a:p>
        </p:txBody>
      </p:sp>
      <p:sp>
        <p:nvSpPr>
          <p:cNvPr id="159749" name="Text Box 5"/>
          <p:cNvSpPr txBox="1">
            <a:spLocks noChangeArrowheads="1"/>
          </p:cNvSpPr>
          <p:nvPr/>
        </p:nvSpPr>
        <p:spPr bwMode="auto">
          <a:xfrm>
            <a:off x="900113" y="4879975"/>
            <a:ext cx="5443537"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kumimoji="1">
                <a:solidFill>
                  <a:schemeClr val="tx1"/>
                </a:solidFill>
                <a:latin typeface="幼圆" panose="02010509060101010101" pitchFamily="49" charset="-122"/>
                <a:ea typeface="幼圆" panose="02010509060101010101" pitchFamily="49" charset="-122"/>
              </a:defRPr>
            </a:lvl1pPr>
            <a:lvl2pPr marL="742950" indent="-285750">
              <a:defRPr kumimoji="1">
                <a:solidFill>
                  <a:schemeClr val="tx1"/>
                </a:solidFill>
                <a:latin typeface="幼圆" panose="02010509060101010101" pitchFamily="49" charset="-122"/>
                <a:ea typeface="幼圆" panose="02010509060101010101" pitchFamily="49" charset="-122"/>
              </a:defRPr>
            </a:lvl2pPr>
            <a:lvl3pPr marL="1143000" indent="-228600">
              <a:defRPr kumimoji="1">
                <a:solidFill>
                  <a:schemeClr val="tx1"/>
                </a:solidFill>
                <a:latin typeface="幼圆" panose="02010509060101010101" pitchFamily="49" charset="-122"/>
                <a:ea typeface="幼圆" panose="02010509060101010101" pitchFamily="49" charset="-122"/>
              </a:defRPr>
            </a:lvl3pPr>
            <a:lvl4pPr marL="1600200" indent="-228600">
              <a:defRPr kumimoji="1">
                <a:solidFill>
                  <a:schemeClr val="tx1"/>
                </a:solidFill>
                <a:latin typeface="幼圆" panose="02010509060101010101" pitchFamily="49" charset="-122"/>
                <a:ea typeface="幼圆" panose="02010509060101010101" pitchFamily="49" charset="-122"/>
              </a:defRPr>
            </a:lvl4pPr>
            <a:lvl5pPr marL="2057400" indent="-228600">
              <a:defRPr kumimoji="1">
                <a:solidFill>
                  <a:schemeClr val="tx1"/>
                </a:solidFill>
                <a:latin typeface="幼圆" panose="02010509060101010101" pitchFamily="49" charset="-122"/>
                <a:ea typeface="幼圆" panose="02010509060101010101" pitchFamily="49" charset="-122"/>
              </a:defRPr>
            </a:lvl5pPr>
            <a:lvl6pPr marL="25146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6pPr>
            <a:lvl7pPr marL="29718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7pPr>
            <a:lvl8pPr marL="34290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8pPr>
            <a:lvl9pPr marL="38862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9pPr>
          </a:lstStyle>
          <a:p>
            <a:pPr algn="ctr">
              <a:spcBef>
                <a:spcPct val="50000"/>
              </a:spcBef>
              <a:buClr>
                <a:schemeClr val="accent2"/>
              </a:buClr>
              <a:buSzPct val="75000"/>
              <a:buFont typeface="Monotype Sorts" pitchFamily="2" charset="2"/>
              <a:buNone/>
            </a:pPr>
            <a:r>
              <a:rPr kumimoji="0" lang="en-US" altLang="zh-CN" sz="2400" b="1">
                <a:latin typeface="隶书" panose="02010509060101010101" pitchFamily="49" charset="-122"/>
                <a:ea typeface="隶书" panose="02010509060101010101" pitchFamily="49" charset="-122"/>
              </a:rPr>
              <a:t>5.  </a:t>
            </a:r>
            <a:r>
              <a:rPr kumimoji="0" lang="zh-CN" altLang="en-US" sz="2400" b="1">
                <a:latin typeface="隶书" panose="02010509060101010101" pitchFamily="49" charset="-122"/>
                <a:ea typeface="隶书" panose="02010509060101010101" pitchFamily="49" charset="-122"/>
              </a:rPr>
              <a:t>叠加时注意</a:t>
            </a:r>
            <a:r>
              <a:rPr kumimoji="0" lang="zh-CN" altLang="en-US" sz="2400" b="1">
                <a:solidFill>
                  <a:srgbClr val="FF3300"/>
                </a:solidFill>
                <a:latin typeface="隶书" panose="02010509060101010101" pitchFamily="49" charset="-122"/>
                <a:ea typeface="隶书" panose="02010509060101010101" pitchFamily="49" charset="-122"/>
              </a:rPr>
              <a:t>参考方向</a:t>
            </a:r>
            <a:r>
              <a:rPr kumimoji="0" lang="zh-CN" altLang="en-US" sz="2400" b="1">
                <a:latin typeface="隶书" panose="02010509060101010101" pitchFamily="49" charset="-122"/>
                <a:ea typeface="隶书" panose="02010509060101010101" pitchFamily="49" charset="-122"/>
              </a:rPr>
              <a:t>下求</a:t>
            </a:r>
            <a:r>
              <a:rPr kumimoji="0" lang="zh-CN" altLang="en-US" sz="2400" b="1">
                <a:solidFill>
                  <a:srgbClr val="FF3300"/>
                </a:solidFill>
                <a:latin typeface="隶书" panose="02010509060101010101" pitchFamily="49" charset="-122"/>
                <a:ea typeface="隶书" panose="02010509060101010101" pitchFamily="49" charset="-122"/>
              </a:rPr>
              <a:t>代数和</a:t>
            </a:r>
            <a:r>
              <a:rPr kumimoji="0" lang="zh-CN" altLang="en-US" sz="2400" b="1">
                <a:latin typeface="隶书" panose="02010509060101010101" pitchFamily="49" charset="-122"/>
                <a:ea typeface="隶书" panose="02010509060101010101" pitchFamily="49" charset="-122"/>
              </a:rPr>
              <a:t>。</a:t>
            </a:r>
          </a:p>
        </p:txBody>
      </p:sp>
      <p:sp>
        <p:nvSpPr>
          <p:cNvPr id="159750" name="Text Box 6"/>
          <p:cNvSpPr txBox="1">
            <a:spLocks noChangeArrowheads="1"/>
          </p:cNvSpPr>
          <p:nvPr/>
        </p:nvSpPr>
        <p:spPr bwMode="auto">
          <a:xfrm>
            <a:off x="900113" y="3598863"/>
            <a:ext cx="6992937"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a:solidFill>
                  <a:schemeClr val="tx1"/>
                </a:solidFill>
                <a:latin typeface="幼圆" panose="02010509060101010101" pitchFamily="49" charset="-122"/>
                <a:ea typeface="幼圆" panose="02010509060101010101" pitchFamily="49" charset="-122"/>
              </a:defRPr>
            </a:lvl1pPr>
            <a:lvl2pPr marL="742950" indent="-285750">
              <a:defRPr kumimoji="1">
                <a:solidFill>
                  <a:schemeClr val="tx1"/>
                </a:solidFill>
                <a:latin typeface="幼圆" panose="02010509060101010101" pitchFamily="49" charset="-122"/>
                <a:ea typeface="幼圆" panose="02010509060101010101" pitchFamily="49" charset="-122"/>
              </a:defRPr>
            </a:lvl2pPr>
            <a:lvl3pPr marL="1143000" indent="-228600">
              <a:defRPr kumimoji="1">
                <a:solidFill>
                  <a:schemeClr val="tx1"/>
                </a:solidFill>
                <a:latin typeface="幼圆" panose="02010509060101010101" pitchFamily="49" charset="-122"/>
                <a:ea typeface="幼圆" panose="02010509060101010101" pitchFamily="49" charset="-122"/>
              </a:defRPr>
            </a:lvl3pPr>
            <a:lvl4pPr marL="1600200" indent="-228600">
              <a:defRPr kumimoji="1">
                <a:solidFill>
                  <a:schemeClr val="tx1"/>
                </a:solidFill>
                <a:latin typeface="幼圆" panose="02010509060101010101" pitchFamily="49" charset="-122"/>
                <a:ea typeface="幼圆" panose="02010509060101010101" pitchFamily="49" charset="-122"/>
              </a:defRPr>
            </a:lvl4pPr>
            <a:lvl5pPr marL="2057400" indent="-228600">
              <a:defRPr kumimoji="1">
                <a:solidFill>
                  <a:schemeClr val="tx1"/>
                </a:solidFill>
                <a:latin typeface="幼圆" panose="02010509060101010101" pitchFamily="49" charset="-122"/>
                <a:ea typeface="幼圆" panose="02010509060101010101" pitchFamily="49" charset="-122"/>
              </a:defRPr>
            </a:lvl5pPr>
            <a:lvl6pPr marL="25146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6pPr>
            <a:lvl7pPr marL="29718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7pPr>
            <a:lvl8pPr marL="34290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8pPr>
            <a:lvl9pPr marL="38862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9pPr>
          </a:lstStyle>
          <a:p>
            <a:pPr>
              <a:spcBef>
                <a:spcPct val="50000"/>
              </a:spcBef>
            </a:pPr>
            <a:r>
              <a:rPr kumimoji="0" lang="en-US" altLang="zh-CN" sz="2400" b="1">
                <a:latin typeface="隶书" panose="02010509060101010101" pitchFamily="49" charset="-122"/>
                <a:ea typeface="隶书" panose="02010509060101010101" pitchFamily="49" charset="-122"/>
              </a:rPr>
              <a:t>3.  </a:t>
            </a:r>
            <a:r>
              <a:rPr kumimoji="0" lang="zh-CN" altLang="en-US" sz="2400" b="1">
                <a:latin typeface="隶书" panose="02010509060101010101" pitchFamily="49" charset="-122"/>
                <a:ea typeface="隶书" panose="02010509060101010101" pitchFamily="49" charset="-122"/>
              </a:rPr>
              <a:t>不作用的电压源</a:t>
            </a:r>
            <a:r>
              <a:rPr kumimoji="0" lang="zh-CN" altLang="en-US" sz="2400" b="1">
                <a:solidFill>
                  <a:srgbClr val="FF3300"/>
                </a:solidFill>
                <a:latin typeface="隶书" panose="02010509060101010101" pitchFamily="49" charset="-122"/>
                <a:ea typeface="隶书" panose="02010509060101010101" pitchFamily="49" charset="-122"/>
              </a:rPr>
              <a:t>短路</a:t>
            </a:r>
            <a:r>
              <a:rPr kumimoji="0" lang="zh-CN" altLang="en-US" sz="2400" b="1">
                <a:latin typeface="隶书" panose="02010509060101010101" pitchFamily="49" charset="-122"/>
                <a:ea typeface="隶书" panose="02010509060101010101" pitchFamily="49" charset="-122"/>
              </a:rPr>
              <a:t>；不作用的电流源</a:t>
            </a:r>
            <a:r>
              <a:rPr kumimoji="0" lang="zh-CN" altLang="en-US" sz="2400" b="1">
                <a:solidFill>
                  <a:srgbClr val="FF3300"/>
                </a:solidFill>
                <a:latin typeface="隶书" panose="02010509060101010101" pitchFamily="49" charset="-122"/>
                <a:ea typeface="隶书" panose="02010509060101010101" pitchFamily="49" charset="-122"/>
              </a:rPr>
              <a:t>开路。</a:t>
            </a:r>
          </a:p>
        </p:txBody>
      </p:sp>
      <p:sp>
        <p:nvSpPr>
          <p:cNvPr id="159751" name="Text Box 7"/>
          <p:cNvSpPr txBox="1">
            <a:spLocks noChangeArrowheads="1"/>
          </p:cNvSpPr>
          <p:nvPr/>
        </p:nvSpPr>
        <p:spPr bwMode="auto">
          <a:xfrm>
            <a:off x="900113" y="4254500"/>
            <a:ext cx="823334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a:solidFill>
                  <a:schemeClr val="tx1"/>
                </a:solidFill>
                <a:latin typeface="幼圆" panose="02010509060101010101" pitchFamily="49" charset="-122"/>
                <a:ea typeface="幼圆" panose="02010509060101010101" pitchFamily="49" charset="-122"/>
              </a:defRPr>
            </a:lvl1pPr>
            <a:lvl2pPr marL="742950" indent="-285750">
              <a:defRPr kumimoji="1">
                <a:solidFill>
                  <a:schemeClr val="tx1"/>
                </a:solidFill>
                <a:latin typeface="幼圆" panose="02010509060101010101" pitchFamily="49" charset="-122"/>
                <a:ea typeface="幼圆" panose="02010509060101010101" pitchFamily="49" charset="-122"/>
              </a:defRPr>
            </a:lvl2pPr>
            <a:lvl3pPr marL="1143000" indent="-228600">
              <a:defRPr kumimoji="1">
                <a:solidFill>
                  <a:schemeClr val="tx1"/>
                </a:solidFill>
                <a:latin typeface="幼圆" panose="02010509060101010101" pitchFamily="49" charset="-122"/>
                <a:ea typeface="幼圆" panose="02010509060101010101" pitchFamily="49" charset="-122"/>
              </a:defRPr>
            </a:lvl3pPr>
            <a:lvl4pPr marL="1600200" indent="-228600">
              <a:defRPr kumimoji="1">
                <a:solidFill>
                  <a:schemeClr val="tx1"/>
                </a:solidFill>
                <a:latin typeface="幼圆" panose="02010509060101010101" pitchFamily="49" charset="-122"/>
                <a:ea typeface="幼圆" panose="02010509060101010101" pitchFamily="49" charset="-122"/>
              </a:defRPr>
            </a:lvl4pPr>
            <a:lvl5pPr marL="2057400" indent="-228600">
              <a:defRPr kumimoji="1">
                <a:solidFill>
                  <a:schemeClr val="tx1"/>
                </a:solidFill>
                <a:latin typeface="幼圆" panose="02010509060101010101" pitchFamily="49" charset="-122"/>
                <a:ea typeface="幼圆" panose="02010509060101010101" pitchFamily="49" charset="-122"/>
              </a:defRPr>
            </a:lvl5pPr>
            <a:lvl6pPr marL="25146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6pPr>
            <a:lvl7pPr marL="29718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7pPr>
            <a:lvl8pPr marL="34290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8pPr>
            <a:lvl9pPr marL="3886200" indent="-228600" eaLnBrk="0" fontAlgn="base" hangingPunct="0">
              <a:spcBef>
                <a:spcPct val="0"/>
              </a:spcBef>
              <a:spcAft>
                <a:spcPct val="0"/>
              </a:spcAft>
              <a:defRPr kumimoji="1">
                <a:solidFill>
                  <a:schemeClr val="tx1"/>
                </a:solidFill>
                <a:latin typeface="幼圆" panose="02010509060101010101" pitchFamily="49" charset="-122"/>
                <a:ea typeface="幼圆" panose="02010509060101010101" pitchFamily="49" charset="-122"/>
              </a:defRPr>
            </a:lvl9pPr>
          </a:lstStyle>
          <a:p>
            <a:pPr>
              <a:spcBef>
                <a:spcPct val="50000"/>
              </a:spcBef>
            </a:pPr>
            <a:r>
              <a:rPr kumimoji="0" lang="en-US" altLang="zh-CN" sz="2400" b="1" dirty="0">
                <a:latin typeface="隶书" panose="02010509060101010101" pitchFamily="49" charset="-122"/>
                <a:ea typeface="隶书" panose="02010509060101010101" pitchFamily="49" charset="-122"/>
              </a:rPr>
              <a:t>4.  </a:t>
            </a:r>
            <a:r>
              <a:rPr kumimoji="0" lang="zh-CN" altLang="en-US" sz="2400" b="1" dirty="0">
                <a:latin typeface="隶书" panose="02010509060101010101" pitchFamily="49" charset="-122"/>
                <a:ea typeface="隶书" panose="02010509060101010101" pitchFamily="49" charset="-122"/>
              </a:rPr>
              <a:t>含受控源</a:t>
            </a:r>
            <a:r>
              <a:rPr kumimoji="0" lang="en-US" altLang="zh-CN" sz="2400" b="1" dirty="0">
                <a:latin typeface="隶书" panose="02010509060101010101" pitchFamily="49" charset="-122"/>
                <a:ea typeface="隶书" panose="02010509060101010101" pitchFamily="49" charset="-122"/>
              </a:rPr>
              <a:t>(</a:t>
            </a:r>
            <a:r>
              <a:rPr kumimoji="0" lang="zh-CN" altLang="en-US" sz="2400" b="1" dirty="0">
                <a:latin typeface="隶书" panose="02010509060101010101" pitchFamily="49" charset="-122"/>
                <a:ea typeface="隶书" panose="02010509060101010101" pitchFamily="49" charset="-122"/>
              </a:rPr>
              <a:t>线性</a:t>
            </a:r>
            <a:r>
              <a:rPr kumimoji="0" lang="en-US" altLang="zh-CN" sz="2400" b="1" dirty="0">
                <a:latin typeface="隶书" panose="02010509060101010101" pitchFamily="49" charset="-122"/>
                <a:ea typeface="隶书" panose="02010509060101010101" pitchFamily="49" charset="-122"/>
              </a:rPr>
              <a:t>)</a:t>
            </a:r>
            <a:r>
              <a:rPr kumimoji="0" lang="zh-CN" altLang="en-US" sz="2400" b="1" dirty="0">
                <a:latin typeface="隶书" panose="02010509060101010101" pitchFamily="49" charset="-122"/>
                <a:ea typeface="隶书" panose="02010509060101010101" pitchFamily="49" charset="-122"/>
              </a:rPr>
              <a:t>电路亦可用叠加，</a:t>
            </a:r>
            <a:r>
              <a:rPr kumimoji="0" lang="zh-CN" altLang="en-US" sz="2400" b="1" dirty="0">
                <a:solidFill>
                  <a:srgbClr val="FF3300"/>
                </a:solidFill>
                <a:latin typeface="隶书" panose="02010509060101010101" pitchFamily="49" charset="-122"/>
                <a:ea typeface="隶书" panose="02010509060101010101" pitchFamily="49" charset="-122"/>
              </a:rPr>
              <a:t>受控源</a:t>
            </a:r>
            <a:r>
              <a:rPr kumimoji="0" lang="zh-CN" altLang="en-US" sz="2400" b="1" dirty="0">
                <a:latin typeface="隶书" panose="02010509060101010101" pitchFamily="49" charset="-122"/>
                <a:ea typeface="隶书" panose="02010509060101010101" pitchFamily="49" charset="-122"/>
              </a:rPr>
              <a:t>应始终</a:t>
            </a:r>
            <a:r>
              <a:rPr kumimoji="0" lang="zh-CN" altLang="en-US" sz="2400" b="1" dirty="0">
                <a:solidFill>
                  <a:srgbClr val="FF3300"/>
                </a:solidFill>
                <a:latin typeface="隶书" panose="02010509060101010101" pitchFamily="49" charset="-122"/>
                <a:ea typeface="隶书" panose="02010509060101010101" pitchFamily="49" charset="-122"/>
              </a:rPr>
              <a:t>保留</a:t>
            </a:r>
            <a:r>
              <a:rPr kumimoji="0" lang="zh-CN" altLang="en-US" sz="2400" b="1" dirty="0">
                <a:latin typeface="隶书" panose="02010509060101010101" pitchFamily="49" charset="-122"/>
                <a:ea typeface="隶书" panose="020105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checkerboard(across)">
                                      <p:cBhvr>
                                        <p:cTn id="7" dur="500"/>
                                        <p:tgtEl>
                                          <p:spTgt spid="159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59747"/>
                                        </p:tgtEl>
                                        <p:attrNameLst>
                                          <p:attrName>style.visibility</p:attrName>
                                        </p:attrNameLst>
                                      </p:cBhvr>
                                      <p:to>
                                        <p:strVal val="visible"/>
                                      </p:to>
                                    </p:set>
                                    <p:animEffect transition="in" filter="box(in)">
                                      <p:cBhvr>
                                        <p:cTn id="12" dur="500"/>
                                        <p:tgtEl>
                                          <p:spTgt spid="1597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9750"/>
                                        </p:tgtEl>
                                        <p:attrNameLst>
                                          <p:attrName>style.visibility</p:attrName>
                                        </p:attrNameLst>
                                      </p:cBhvr>
                                      <p:to>
                                        <p:strVal val="visible"/>
                                      </p:to>
                                    </p:set>
                                    <p:animEffect transition="in" filter="wipe(left)">
                                      <p:cBhvr>
                                        <p:cTn id="17" dur="500"/>
                                        <p:tgtEl>
                                          <p:spTgt spid="1597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9751">
                                            <p:txEl>
                                              <p:pRg st="0" end="0"/>
                                            </p:txEl>
                                          </p:spTgt>
                                        </p:tgtEl>
                                        <p:attrNameLst>
                                          <p:attrName>style.visibility</p:attrName>
                                        </p:attrNameLst>
                                      </p:cBhvr>
                                      <p:to>
                                        <p:strVal val="visible"/>
                                      </p:to>
                                    </p:set>
                                    <p:animEffect transition="in" filter="wipe(left)">
                                      <p:cBhvr>
                                        <p:cTn id="22" dur="500"/>
                                        <p:tgtEl>
                                          <p:spTgt spid="15975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9749">
                                            <p:txEl>
                                              <p:pRg st="0" end="0"/>
                                            </p:txEl>
                                          </p:spTgt>
                                        </p:tgtEl>
                                        <p:attrNameLst>
                                          <p:attrName>style.visibility</p:attrName>
                                        </p:attrNameLst>
                                      </p:cBhvr>
                                      <p:to>
                                        <p:strVal val="visible"/>
                                      </p:to>
                                    </p:set>
                                    <p:animEffect transition="in" filter="wipe(left)">
                                      <p:cBhvr>
                                        <p:cTn id="27" dur="500"/>
                                        <p:tgtEl>
                                          <p:spTgt spid="1597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autoUpdateAnimBg="0"/>
      <p:bldP spid="159747" grpId="0" autoUpdateAnimBg="0"/>
      <p:bldP spid="159749" grpId="0" build="p" autoUpdateAnimBg="0"/>
      <p:bldP spid="159750" grpId="0" autoUpdateAnimBg="0"/>
      <p:bldP spid="159751"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14020" y="444500"/>
            <a:ext cx="8515350" cy="5295900"/>
          </a:xfrm>
          <a:prstGeom prst="rect">
            <a:avLst/>
          </a:prstGeom>
        </p:spPr>
      </p:pic>
      <p:sp>
        <p:nvSpPr>
          <p:cNvPr id="3" name="文本框 2"/>
          <p:cNvSpPr txBox="1"/>
          <p:nvPr/>
        </p:nvSpPr>
        <p:spPr>
          <a:xfrm>
            <a:off x="4479925" y="5964555"/>
            <a:ext cx="4174490" cy="460375"/>
          </a:xfrm>
          <a:prstGeom prst="rect">
            <a:avLst/>
          </a:prstGeom>
          <a:noFill/>
        </p:spPr>
        <p:txBody>
          <a:bodyPr wrap="square" rtlCol="0">
            <a:spAutoFit/>
          </a:bodyPr>
          <a:lstStyle/>
          <a:p>
            <a:r>
              <a:rPr lang="zh-CN" altLang="en-US" sz="24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功率计算需要使用</a:t>
            </a:r>
            <a:r>
              <a:rPr lang="en-US" altLang="zh-CN" sz="24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14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总</a:t>
            </a:r>
            <a:r>
              <a:rPr lang="zh-CN" altLang="en-US" sz="24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14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总</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4"/>
          <p:cNvSpPr>
            <a:spLocks noGrp="1"/>
          </p:cNvSpPr>
          <p:nvPr>
            <p:ph type="ftr" sz="quarter" idx="11"/>
          </p:nvPr>
        </p:nvSpPr>
        <p:spPr>
          <a:xfrm>
            <a:off x="3005138" y="6553200"/>
            <a:ext cx="2895600" cy="457200"/>
          </a:xfrm>
        </p:spPr>
        <p:txBody>
          <a:bodyPr/>
          <a:lstStyle/>
          <a:p>
            <a:pPr>
              <a:defRPr/>
            </a:pPr>
            <a:endParaRPr lang="en-US" altLang="zh-CN"/>
          </a:p>
        </p:txBody>
      </p:sp>
      <p:sp>
        <p:nvSpPr>
          <p:cNvPr id="8" name="灯片编号占位符 5"/>
          <p:cNvSpPr>
            <a:spLocks noGrp="1"/>
          </p:cNvSpPr>
          <p:nvPr>
            <p:ph type="sldNum" sz="quarter" idx="12"/>
          </p:nvPr>
        </p:nvSpPr>
        <p:spPr>
          <a:xfrm>
            <a:off x="7131050" y="6535738"/>
            <a:ext cx="1905000" cy="457200"/>
          </a:xfrm>
        </p:spPr>
        <p:txBody>
          <a:bodyPr/>
          <a:lstStyle/>
          <a:p>
            <a:pPr>
              <a:defRPr/>
            </a:pPr>
            <a:fld id="{8C5E62C9-F616-4D4D-A935-C86C9EBDAD85}" type="slidenum">
              <a:rPr lang="en-US" altLang="zh-CN"/>
              <a:pPr>
                <a:defRPr/>
              </a:pPr>
              <a:t>63</a:t>
            </a:fld>
            <a:endParaRPr lang="en-US" altLang="zh-CN"/>
          </a:p>
        </p:txBody>
      </p:sp>
      <p:sp>
        <p:nvSpPr>
          <p:cNvPr id="62" name="日期占位符 3"/>
          <p:cNvSpPr>
            <a:spLocks noGrp="1"/>
          </p:cNvSpPr>
          <p:nvPr>
            <p:ph type="dt" sz="quarter" idx="10"/>
          </p:nvPr>
        </p:nvSpPr>
        <p:spPr>
          <a:xfrm>
            <a:off x="217488" y="6572250"/>
            <a:ext cx="1905000" cy="457200"/>
          </a:xfrm>
        </p:spPr>
        <p:txBody>
          <a:bodyPr/>
          <a:lstStyle/>
          <a:p>
            <a:pPr>
              <a:defRPr/>
            </a:pPr>
            <a:fld id="{B05C6924-59F1-4DE7-B858-6D1F0656D12C}" type="datetime1">
              <a:rPr lang="zh-CN" altLang="en-US"/>
              <a:pPr>
                <a:defRPr/>
              </a:pPr>
              <a:t>2024/8/17</a:t>
            </a:fld>
            <a:endParaRPr lang="en-US" altLang="zh-CN" dirty="0"/>
          </a:p>
        </p:txBody>
      </p:sp>
      <p:grpSp>
        <p:nvGrpSpPr>
          <p:cNvPr id="138" name="组合 137"/>
          <p:cNvGrpSpPr>
            <a:grpSpLocks/>
          </p:cNvGrpSpPr>
          <p:nvPr/>
        </p:nvGrpSpPr>
        <p:grpSpPr bwMode="auto">
          <a:xfrm>
            <a:off x="34925" y="1125538"/>
            <a:ext cx="3856038" cy="3240087"/>
            <a:chOff x="1343472" y="876657"/>
            <a:chExt cx="3855054" cy="3239548"/>
          </a:xfrm>
        </p:grpSpPr>
        <p:graphicFrame>
          <p:nvGraphicFramePr>
            <p:cNvPr id="17483" name="对象 138"/>
            <p:cNvGraphicFramePr>
              <a:graphicFrameLocks noChangeAspect="1"/>
            </p:cNvGraphicFramePr>
            <p:nvPr/>
          </p:nvGraphicFramePr>
          <p:xfrm>
            <a:off x="1343472" y="876657"/>
            <a:ext cx="3855054" cy="3239548"/>
          </p:xfrm>
          <a:graphic>
            <a:graphicData uri="http://schemas.openxmlformats.org/presentationml/2006/ole">
              <mc:AlternateContent xmlns:mc="http://schemas.openxmlformats.org/markup-compatibility/2006">
                <mc:Choice xmlns:v="urn:schemas-microsoft-com:vml" Requires="v">
                  <p:oleObj name="Visio" r:id="rId2" imgW="1927354" imgH="1619855" progId="Visio.Drawing.11">
                    <p:embed/>
                  </p:oleObj>
                </mc:Choice>
                <mc:Fallback>
                  <p:oleObj name="Visio" r:id="rId2" imgW="1927354" imgH="1619855" progId="Visio.Drawing.11">
                    <p:embed/>
                    <p:pic>
                      <p:nvPicPr>
                        <p:cNvPr id="17483" name="对象 1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472" y="876657"/>
                          <a:ext cx="3855054" cy="323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0" name="矩形 139"/>
            <p:cNvSpPr/>
            <p:nvPr/>
          </p:nvSpPr>
          <p:spPr>
            <a:xfrm>
              <a:off x="2673458" y="1759160"/>
              <a:ext cx="1012567" cy="1199950"/>
            </a:xfrm>
            <a:prstGeom prst="rect">
              <a:avLst/>
            </a:prstGeom>
          </p:spPr>
          <p:txBody>
            <a:bodyPr>
              <a:spAutoFit/>
            </a:bodyPr>
            <a:lstStyle/>
            <a:p>
              <a:pPr algn="ctr" eaLnBrk="1" fontAlgn="auto" hangingPunct="1">
                <a:spcBef>
                  <a:spcPts val="0"/>
                </a:spcBef>
                <a:spcAft>
                  <a:spcPts val="0"/>
                </a:spcAft>
                <a:defRPr/>
              </a:pPr>
              <a:r>
                <a:rPr kumimoji="0" lang="zh-CN" altLang="en-US" kern="100" dirty="0">
                  <a:solidFill>
                    <a:srgbClr val="FF0000"/>
                  </a:solidFill>
                  <a:latin typeface="华文细黑" panose="02010600040101010101" pitchFamily="2" charset="-122"/>
                  <a:ea typeface="华文细黑" panose="02010600040101010101" pitchFamily="2" charset="-122"/>
                  <a:cs typeface="Times New Roman" panose="02020603050405020304" pitchFamily="18" charset="0"/>
                </a:rPr>
                <a:t>线性</a:t>
              </a:r>
              <a:endParaRPr kumimoji="0" lang="en-US" altLang="zh-CN" kern="100" dirty="0">
                <a:solidFill>
                  <a:srgbClr val="FF0000"/>
                </a:solidFill>
                <a:latin typeface="华文细黑" panose="02010600040101010101" pitchFamily="2" charset="-122"/>
                <a:ea typeface="华文细黑" panose="02010600040101010101" pitchFamily="2" charset="-122"/>
                <a:cs typeface="Times New Roman" panose="02020603050405020304" pitchFamily="18" charset="0"/>
              </a:endParaRPr>
            </a:p>
            <a:p>
              <a:pPr algn="ctr" eaLnBrk="1" fontAlgn="auto" hangingPunct="1">
                <a:spcBef>
                  <a:spcPts val="0"/>
                </a:spcBef>
                <a:spcAft>
                  <a:spcPts val="0"/>
                </a:spcAft>
                <a:defRPr/>
              </a:pPr>
              <a:r>
                <a:rPr kumimoji="0" lang="zh-CN" altLang="en-US" kern="100" dirty="0">
                  <a:solidFill>
                    <a:srgbClr val="FF0000"/>
                  </a:solidFill>
                  <a:latin typeface="华文细黑" panose="02010600040101010101" pitchFamily="2" charset="-122"/>
                  <a:ea typeface="华文细黑" panose="02010600040101010101" pitchFamily="2" charset="-122"/>
                  <a:cs typeface="Times New Roman" panose="02020603050405020304" pitchFamily="18" charset="0"/>
                </a:rPr>
                <a:t>不含独立电源</a:t>
              </a:r>
              <a:endParaRPr kumimoji="0" lang="en-US" altLang="zh-CN" kern="100" dirty="0">
                <a:solidFill>
                  <a:srgbClr val="FF0000"/>
                </a:solidFill>
                <a:latin typeface="华文细黑" panose="02010600040101010101" pitchFamily="2" charset="-122"/>
                <a:ea typeface="华文细黑" panose="02010600040101010101" pitchFamily="2" charset="-122"/>
                <a:cs typeface="Times New Roman" panose="02020603050405020304" pitchFamily="18" charset="0"/>
              </a:endParaRPr>
            </a:p>
            <a:p>
              <a:pPr algn="ctr" eaLnBrk="1" fontAlgn="auto" hangingPunct="1">
                <a:spcBef>
                  <a:spcPts val="0"/>
                </a:spcBef>
                <a:spcAft>
                  <a:spcPts val="0"/>
                </a:spcAft>
                <a:defRPr/>
              </a:pPr>
              <a:r>
                <a:rPr kumimoji="0" lang="zh-CN" altLang="en-US" kern="100" dirty="0">
                  <a:solidFill>
                    <a:srgbClr val="FF0000"/>
                  </a:solidFill>
                  <a:latin typeface="华文细黑" panose="02010600040101010101" pitchFamily="2" charset="-122"/>
                  <a:ea typeface="华文细黑" panose="02010600040101010101" pitchFamily="2" charset="-122"/>
                  <a:cs typeface="Times New Roman" panose="02020603050405020304" pitchFamily="18" charset="0"/>
                </a:rPr>
                <a:t>网络</a:t>
              </a:r>
              <a:endParaRPr kumimoji="0" lang="zh-CN" altLang="en-US" kern="0" dirty="0">
                <a:solidFill>
                  <a:prstClr val="white"/>
                </a:solidFill>
                <a:latin typeface="Perpetua"/>
                <a:ea typeface="宋体" panose="02010600030101010101" pitchFamily="2" charset="-122"/>
              </a:endParaRPr>
            </a:p>
          </p:txBody>
        </p:sp>
      </p:grpSp>
      <p:grpSp>
        <p:nvGrpSpPr>
          <p:cNvPr id="141" name="组合 140"/>
          <p:cNvGrpSpPr>
            <a:grpSpLocks/>
          </p:cNvGrpSpPr>
          <p:nvPr/>
        </p:nvGrpSpPr>
        <p:grpSpPr bwMode="auto">
          <a:xfrm>
            <a:off x="3206750" y="3856038"/>
            <a:ext cx="3694113" cy="485775"/>
            <a:chOff x="4408502" y="3907862"/>
            <a:chExt cx="3695055" cy="486538"/>
          </a:xfrm>
        </p:grpSpPr>
        <p:sp>
          <p:nvSpPr>
            <p:cNvPr id="142" name="矩形 141"/>
            <p:cNvSpPr/>
            <p:nvPr/>
          </p:nvSpPr>
          <p:spPr>
            <a:xfrm>
              <a:off x="4408502" y="3907862"/>
              <a:ext cx="3695055" cy="429298"/>
            </a:xfrm>
            <a:prstGeom prst="rect">
              <a:avLst/>
            </a:prstGeom>
          </p:spPr>
          <p:txBody>
            <a:bodyPr>
              <a:spAutoFit/>
            </a:bodyPr>
            <a:lstStyle/>
            <a:p>
              <a:pPr eaLnBrk="1" fontAlgn="auto" hangingPunct="1">
                <a:lnSpc>
                  <a:spcPct val="120000"/>
                </a:lnSpc>
                <a:spcBef>
                  <a:spcPts val="0"/>
                </a:spcBef>
                <a:spcAft>
                  <a:spcPts val="0"/>
                </a:spcAft>
                <a:defRPr/>
              </a:pPr>
              <a:r>
                <a:rPr kumimoji="0" lang="zh-CN" altLang="en-US" sz="2000" kern="100" dirty="0">
                  <a:solidFill>
                    <a:prstClr val="black"/>
                  </a:solidFill>
                  <a:latin typeface="华文细黑" panose="02010600040101010101" pitchFamily="2" charset="-122"/>
                  <a:ea typeface="华文细黑" panose="02010600040101010101" pitchFamily="2" charset="-122"/>
                  <a:cs typeface="Times New Roman" panose="02020603050405020304" pitchFamily="18" charset="0"/>
                </a:rPr>
                <a:t>激励为                 响应</a:t>
              </a:r>
              <a:endParaRPr kumimoji="0" lang="zh-CN" altLang="en-US" sz="2000" kern="0" dirty="0">
                <a:solidFill>
                  <a:srgbClr val="FF0000"/>
                </a:solidFill>
                <a:latin typeface="华文细黑" panose="02010600040101010101" pitchFamily="2" charset="-122"/>
                <a:ea typeface="华文细黑" panose="02010600040101010101" pitchFamily="2" charset="-122"/>
              </a:endParaRPr>
            </a:p>
          </p:txBody>
        </p:sp>
        <p:graphicFrame>
          <p:nvGraphicFramePr>
            <p:cNvPr id="17481" name="对象 142"/>
            <p:cNvGraphicFramePr>
              <a:graphicFrameLocks noChangeAspect="1"/>
            </p:cNvGraphicFramePr>
            <p:nvPr/>
          </p:nvGraphicFramePr>
          <p:xfrm>
            <a:off x="5302537" y="3918150"/>
            <a:ext cx="412750" cy="476250"/>
          </p:xfrm>
          <a:graphic>
            <a:graphicData uri="http://schemas.openxmlformats.org/presentationml/2006/ole">
              <mc:AlternateContent xmlns:mc="http://schemas.openxmlformats.org/markup-compatibility/2006">
                <mc:Choice xmlns:v="urn:schemas-microsoft-com:vml" Requires="v">
                  <p:oleObj name="Equation" r:id="rId4" imgW="164957" imgH="190335" progId="Equation.DSMT4">
                    <p:embed/>
                  </p:oleObj>
                </mc:Choice>
                <mc:Fallback>
                  <p:oleObj name="Equation" r:id="rId4" imgW="164957" imgH="190335" progId="Equation.DSMT4">
                    <p:embed/>
                    <p:pic>
                      <p:nvPicPr>
                        <p:cNvPr id="17481" name="对象 1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2537" y="3918150"/>
                          <a:ext cx="4127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82" name="对象 144"/>
            <p:cNvGraphicFramePr>
              <a:graphicFrameLocks noChangeAspect="1"/>
            </p:cNvGraphicFramePr>
            <p:nvPr/>
          </p:nvGraphicFramePr>
          <p:xfrm>
            <a:off x="7036405" y="3965841"/>
            <a:ext cx="666750" cy="381000"/>
          </p:xfrm>
          <a:graphic>
            <a:graphicData uri="http://schemas.openxmlformats.org/presentationml/2006/ole">
              <mc:AlternateContent xmlns:mc="http://schemas.openxmlformats.org/markup-compatibility/2006">
                <mc:Choice xmlns:v="urn:schemas-microsoft-com:vml" Requires="v">
                  <p:oleObj name="Equation" r:id="rId6" imgW="266469" imgH="152268" progId="Equation.DSMT4">
                    <p:embed/>
                  </p:oleObj>
                </mc:Choice>
                <mc:Fallback>
                  <p:oleObj name="Equation" r:id="rId6" imgW="266469" imgH="152268" progId="Equation.DSMT4">
                    <p:embed/>
                    <p:pic>
                      <p:nvPicPr>
                        <p:cNvPr id="17482" name="对象 1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36405" y="3965841"/>
                          <a:ext cx="666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6" name="组合 145"/>
          <p:cNvGrpSpPr>
            <a:grpSpLocks/>
          </p:cNvGrpSpPr>
          <p:nvPr/>
        </p:nvGrpSpPr>
        <p:grpSpPr bwMode="auto">
          <a:xfrm>
            <a:off x="3206750" y="4403725"/>
            <a:ext cx="3694113" cy="485775"/>
            <a:chOff x="4408502" y="3907862"/>
            <a:chExt cx="3695055" cy="486192"/>
          </a:xfrm>
        </p:grpSpPr>
        <p:sp>
          <p:nvSpPr>
            <p:cNvPr id="147" name="矩形 146"/>
            <p:cNvSpPr/>
            <p:nvPr/>
          </p:nvSpPr>
          <p:spPr>
            <a:xfrm>
              <a:off x="4408502" y="3907862"/>
              <a:ext cx="3695055" cy="428993"/>
            </a:xfrm>
            <a:prstGeom prst="rect">
              <a:avLst/>
            </a:prstGeom>
          </p:spPr>
          <p:txBody>
            <a:bodyPr>
              <a:spAutoFit/>
            </a:bodyPr>
            <a:lstStyle/>
            <a:p>
              <a:pPr eaLnBrk="1" fontAlgn="auto" hangingPunct="1">
                <a:lnSpc>
                  <a:spcPct val="120000"/>
                </a:lnSpc>
                <a:spcBef>
                  <a:spcPts val="0"/>
                </a:spcBef>
                <a:spcAft>
                  <a:spcPts val="0"/>
                </a:spcAft>
                <a:defRPr/>
              </a:pPr>
              <a:r>
                <a:rPr kumimoji="0" lang="zh-CN" altLang="en-US" sz="2000" kern="100" dirty="0">
                  <a:solidFill>
                    <a:prstClr val="black"/>
                  </a:solidFill>
                  <a:latin typeface="华文细黑" panose="02010600040101010101" pitchFamily="2" charset="-122"/>
                  <a:ea typeface="华文细黑" panose="02010600040101010101" pitchFamily="2" charset="-122"/>
                  <a:cs typeface="Times New Roman" panose="02020603050405020304" pitchFamily="18" charset="0"/>
                </a:rPr>
                <a:t>激励为                 响应</a:t>
              </a:r>
              <a:endParaRPr kumimoji="0" lang="zh-CN" altLang="en-US" sz="2000" kern="0" dirty="0">
                <a:solidFill>
                  <a:srgbClr val="FF0000"/>
                </a:solidFill>
                <a:latin typeface="华文细黑" panose="02010600040101010101" pitchFamily="2" charset="-122"/>
                <a:ea typeface="华文细黑" panose="02010600040101010101" pitchFamily="2" charset="-122"/>
              </a:endParaRPr>
            </a:p>
          </p:txBody>
        </p:sp>
        <p:graphicFrame>
          <p:nvGraphicFramePr>
            <p:cNvPr id="17478" name="对象 147"/>
            <p:cNvGraphicFramePr>
              <a:graphicFrameLocks noChangeAspect="1"/>
            </p:cNvGraphicFramePr>
            <p:nvPr/>
          </p:nvGraphicFramePr>
          <p:xfrm>
            <a:off x="5286980" y="3917804"/>
            <a:ext cx="444500" cy="476250"/>
          </p:xfrm>
          <a:graphic>
            <a:graphicData uri="http://schemas.openxmlformats.org/presentationml/2006/ole">
              <mc:AlternateContent xmlns:mc="http://schemas.openxmlformats.org/markup-compatibility/2006">
                <mc:Choice xmlns:v="urn:schemas-microsoft-com:vml" Requires="v">
                  <p:oleObj name="Equation" r:id="rId8" imgW="177646" imgH="190335" progId="Equation.DSMT4">
                    <p:embed/>
                  </p:oleObj>
                </mc:Choice>
                <mc:Fallback>
                  <p:oleObj name="Equation" r:id="rId8" imgW="177646" imgH="190335" progId="Equation.DSMT4">
                    <p:embed/>
                    <p:pic>
                      <p:nvPicPr>
                        <p:cNvPr id="17478" name="对象 1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86980" y="3917804"/>
                          <a:ext cx="4445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79" name="对象 149"/>
            <p:cNvGraphicFramePr>
              <a:graphicFrameLocks noChangeAspect="1"/>
            </p:cNvGraphicFramePr>
            <p:nvPr/>
          </p:nvGraphicFramePr>
          <p:xfrm>
            <a:off x="7036405" y="3965841"/>
            <a:ext cx="666750" cy="381000"/>
          </p:xfrm>
          <a:graphic>
            <a:graphicData uri="http://schemas.openxmlformats.org/presentationml/2006/ole">
              <mc:AlternateContent xmlns:mc="http://schemas.openxmlformats.org/markup-compatibility/2006">
                <mc:Choice xmlns:v="urn:schemas-microsoft-com:vml" Requires="v">
                  <p:oleObj name="Equation" r:id="rId10" imgW="266469" imgH="152268" progId="Equation.DSMT4">
                    <p:embed/>
                  </p:oleObj>
                </mc:Choice>
                <mc:Fallback>
                  <p:oleObj name="Equation" r:id="rId10" imgW="266469" imgH="152268" progId="Equation.DSMT4">
                    <p:embed/>
                    <p:pic>
                      <p:nvPicPr>
                        <p:cNvPr id="17479" name="对象 14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36405" y="3965841"/>
                          <a:ext cx="666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1" name="圆角矩形 150"/>
          <p:cNvSpPr/>
          <p:nvPr/>
        </p:nvSpPr>
        <p:spPr>
          <a:xfrm>
            <a:off x="3206356" y="683214"/>
            <a:ext cx="5830140" cy="1408977"/>
          </a:xfrm>
          <a:prstGeom prst="roundRect">
            <a:avLst/>
          </a:prstGeom>
          <a:noFill/>
          <a:ln w="19050" cap="flat" cmpd="sng" algn="ctr">
            <a:gradFill flip="none" rotWithShape="1">
              <a:gsLst>
                <a:gs pos="0">
                  <a:srgbClr val="009DD9">
                    <a:lumMod val="67000"/>
                  </a:srgbClr>
                </a:gs>
                <a:gs pos="48000">
                  <a:srgbClr val="009DD9">
                    <a:lumMod val="97000"/>
                    <a:lumOff val="3000"/>
                  </a:srgbClr>
                </a:gs>
                <a:gs pos="100000">
                  <a:srgbClr val="009DD9">
                    <a:lumMod val="60000"/>
                    <a:lumOff val="40000"/>
                  </a:srgbClr>
                </a:gs>
              </a:gsLst>
              <a:lin ang="16200000" scaled="1"/>
              <a:tileRect/>
            </a:gradFill>
            <a:prstDash val="solid"/>
          </a:ln>
          <a:effectLst/>
        </p:spPr>
        <p:txBody>
          <a:bodyPr anchor="ctr"/>
          <a:lstStyle/>
          <a:p>
            <a:pPr algn="ctr" eaLnBrk="1" fontAlgn="auto" hangingPunct="1">
              <a:spcBef>
                <a:spcPts val="0"/>
              </a:spcBef>
              <a:spcAft>
                <a:spcPts val="0"/>
              </a:spcAft>
              <a:defRPr/>
            </a:pPr>
            <a:endParaRPr kumimoji="0" lang="zh-CN" altLang="en-US" kern="0">
              <a:solidFill>
                <a:prstClr val="white"/>
              </a:solidFill>
              <a:latin typeface="Perpetua"/>
              <a:ea typeface="宋体" panose="02010600030101010101" pitchFamily="2" charset="-122"/>
            </a:endParaRPr>
          </a:p>
        </p:txBody>
      </p:sp>
      <p:sp>
        <p:nvSpPr>
          <p:cNvPr id="152" name="圆角矩形 151"/>
          <p:cNvSpPr/>
          <p:nvPr/>
        </p:nvSpPr>
        <p:spPr>
          <a:xfrm>
            <a:off x="3206356" y="3229004"/>
            <a:ext cx="5830140" cy="2216220"/>
          </a:xfrm>
          <a:prstGeom prst="roundRect">
            <a:avLst/>
          </a:prstGeom>
          <a:noFill/>
          <a:ln w="19050" cap="flat" cmpd="sng" algn="ctr">
            <a:gradFill flip="none" rotWithShape="1">
              <a:gsLst>
                <a:gs pos="0">
                  <a:srgbClr val="009DD9">
                    <a:lumMod val="67000"/>
                  </a:srgbClr>
                </a:gs>
                <a:gs pos="48000">
                  <a:srgbClr val="009DD9">
                    <a:lumMod val="97000"/>
                    <a:lumOff val="3000"/>
                  </a:srgbClr>
                </a:gs>
                <a:gs pos="100000">
                  <a:srgbClr val="009DD9">
                    <a:lumMod val="60000"/>
                    <a:lumOff val="40000"/>
                  </a:srgbClr>
                </a:gs>
              </a:gsLst>
              <a:lin ang="16200000" scaled="1"/>
              <a:tileRect/>
            </a:gradFill>
            <a:prstDash val="solid"/>
          </a:ln>
          <a:effectLst/>
        </p:spPr>
        <p:txBody>
          <a:bodyPr anchor="ctr"/>
          <a:lstStyle/>
          <a:p>
            <a:pPr algn="ctr" eaLnBrk="1" fontAlgn="auto" hangingPunct="1">
              <a:spcBef>
                <a:spcPts val="0"/>
              </a:spcBef>
              <a:spcAft>
                <a:spcPts val="0"/>
              </a:spcAft>
              <a:defRPr/>
            </a:pPr>
            <a:endParaRPr kumimoji="0" lang="zh-CN" altLang="en-US" kern="0">
              <a:solidFill>
                <a:prstClr val="white"/>
              </a:solidFill>
              <a:latin typeface="Perpetua"/>
              <a:ea typeface="宋体" panose="02010600030101010101" pitchFamily="2" charset="-122"/>
            </a:endParaRPr>
          </a:p>
        </p:txBody>
      </p:sp>
      <p:graphicFrame>
        <p:nvGraphicFramePr>
          <p:cNvPr id="153" name="对象 152"/>
          <p:cNvGraphicFramePr>
            <a:graphicFrameLocks noChangeAspect="1"/>
          </p:cNvGraphicFramePr>
          <p:nvPr/>
        </p:nvGraphicFramePr>
        <p:xfrm>
          <a:off x="817563" y="5111750"/>
          <a:ext cx="1270000" cy="449263"/>
        </p:xfrm>
        <a:graphic>
          <a:graphicData uri="http://schemas.openxmlformats.org/presentationml/2006/ole">
            <mc:AlternateContent xmlns:mc="http://schemas.openxmlformats.org/markup-compatibility/2006">
              <mc:Choice xmlns:v="urn:schemas-microsoft-com:vml" Requires="v">
                <p:oleObj name="Equation" r:id="rId12" imgW="507780" imgH="165028" progId="Equation.DSMT4">
                  <p:embed/>
                </p:oleObj>
              </mc:Choice>
              <mc:Fallback>
                <p:oleObj name="Equation" r:id="rId12" imgW="507780" imgH="165028" progId="Equation.DSMT4">
                  <p:embed/>
                  <p:pic>
                    <p:nvPicPr>
                      <p:cNvPr id="153" name="对象 15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7563" y="5111750"/>
                        <a:ext cx="127000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54" name="组合 153"/>
          <p:cNvGrpSpPr>
            <a:grpSpLocks/>
          </p:cNvGrpSpPr>
          <p:nvPr/>
        </p:nvGrpSpPr>
        <p:grpSpPr bwMode="auto">
          <a:xfrm>
            <a:off x="6499225" y="3363913"/>
            <a:ext cx="2320925" cy="1860550"/>
            <a:chOff x="8959091" y="2720756"/>
            <a:chExt cx="2321485" cy="1860372"/>
          </a:xfrm>
        </p:grpSpPr>
        <p:grpSp>
          <p:nvGrpSpPr>
            <p:cNvPr id="17468" name="组合 154"/>
            <p:cNvGrpSpPr>
              <a:grpSpLocks/>
            </p:cNvGrpSpPr>
            <p:nvPr/>
          </p:nvGrpSpPr>
          <p:grpSpPr bwMode="auto">
            <a:xfrm>
              <a:off x="9451323" y="2720756"/>
              <a:ext cx="1829253" cy="1860372"/>
              <a:chOff x="9235299" y="2878557"/>
              <a:chExt cx="1829253" cy="1860372"/>
            </a:xfrm>
          </p:grpSpPr>
          <p:graphicFrame>
            <p:nvGraphicFramePr>
              <p:cNvPr id="17473" name="对象 159"/>
              <p:cNvGraphicFramePr>
                <a:graphicFrameLocks noChangeAspect="1"/>
              </p:cNvGraphicFramePr>
              <p:nvPr/>
            </p:nvGraphicFramePr>
            <p:xfrm>
              <a:off x="9235299" y="2878557"/>
              <a:ext cx="285750" cy="411163"/>
            </p:xfrm>
            <a:graphic>
              <a:graphicData uri="http://schemas.openxmlformats.org/presentationml/2006/ole">
                <mc:AlternateContent xmlns:mc="http://schemas.openxmlformats.org/markup-compatibility/2006">
                  <mc:Choice xmlns:v="urn:schemas-microsoft-com:vml" Requires="v">
                    <p:oleObj name="Equation" r:id="rId14" imgW="114151" imgH="164885" progId="Equation.DSMT4">
                      <p:embed/>
                    </p:oleObj>
                  </mc:Choice>
                  <mc:Fallback>
                    <p:oleObj name="Equation" r:id="rId14" imgW="114151" imgH="164885" progId="Equation.DSMT4">
                      <p:embed/>
                      <p:pic>
                        <p:nvPicPr>
                          <p:cNvPr id="17473" name="对象 15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235299" y="2878557"/>
                            <a:ext cx="285750" cy="411163"/>
                          </a:xfrm>
                          <a:prstGeom prst="rect">
                            <a:avLst/>
                          </a:prstGeom>
                          <a:solidFill>
                            <a:srgbClr val="DBF5F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74" name="对象 160"/>
              <p:cNvGraphicFramePr>
                <a:graphicFrameLocks noChangeAspect="1"/>
              </p:cNvGraphicFramePr>
              <p:nvPr/>
            </p:nvGraphicFramePr>
            <p:xfrm>
              <a:off x="9708919" y="3340557"/>
              <a:ext cx="317500" cy="412750"/>
            </p:xfrm>
            <a:graphic>
              <a:graphicData uri="http://schemas.openxmlformats.org/presentationml/2006/ole">
                <mc:AlternateContent xmlns:mc="http://schemas.openxmlformats.org/markup-compatibility/2006">
                  <mc:Choice xmlns:v="urn:schemas-microsoft-com:vml" Requires="v">
                    <p:oleObj name="Equation" r:id="rId16" imgW="126780" imgH="164814" progId="Equation.DSMT4">
                      <p:embed/>
                    </p:oleObj>
                  </mc:Choice>
                  <mc:Fallback>
                    <p:oleObj name="Equation" r:id="rId16" imgW="126780" imgH="164814" progId="Equation.DSMT4">
                      <p:embed/>
                      <p:pic>
                        <p:nvPicPr>
                          <p:cNvPr id="17474" name="对象 16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708919" y="3340557"/>
                            <a:ext cx="317500" cy="412750"/>
                          </a:xfrm>
                          <a:prstGeom prst="rect">
                            <a:avLst/>
                          </a:prstGeom>
                          <a:solidFill>
                            <a:srgbClr val="DBF5F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75" name="对象 161"/>
              <p:cNvGraphicFramePr>
                <a:graphicFrameLocks noChangeAspect="1"/>
              </p:cNvGraphicFramePr>
              <p:nvPr/>
            </p:nvGraphicFramePr>
            <p:xfrm>
              <a:off x="10253831" y="3804575"/>
              <a:ext cx="381000" cy="412750"/>
            </p:xfrm>
            <a:graphic>
              <a:graphicData uri="http://schemas.openxmlformats.org/presentationml/2006/ole">
                <mc:AlternateContent xmlns:mc="http://schemas.openxmlformats.org/markup-compatibility/2006">
                  <mc:Choice xmlns:v="urn:schemas-microsoft-com:vml" Requires="v">
                    <p:oleObj name="Equation" r:id="rId18" imgW="152268" imgH="164957" progId="Equation.DSMT4">
                      <p:embed/>
                    </p:oleObj>
                  </mc:Choice>
                  <mc:Fallback>
                    <p:oleObj name="Equation" r:id="rId18" imgW="152268" imgH="164957" progId="Equation.DSMT4">
                      <p:embed/>
                      <p:pic>
                        <p:nvPicPr>
                          <p:cNvPr id="17475" name="对象 16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253831" y="3804575"/>
                            <a:ext cx="381000" cy="412750"/>
                          </a:xfrm>
                          <a:prstGeom prst="rect">
                            <a:avLst/>
                          </a:prstGeom>
                          <a:solidFill>
                            <a:srgbClr val="DBF5F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76" name="对象 162"/>
              <p:cNvGraphicFramePr>
                <a:graphicFrameLocks noChangeAspect="1"/>
              </p:cNvGraphicFramePr>
              <p:nvPr/>
            </p:nvGraphicFramePr>
            <p:xfrm>
              <a:off x="10842302" y="4357929"/>
              <a:ext cx="222250" cy="381000"/>
            </p:xfrm>
            <a:graphic>
              <a:graphicData uri="http://schemas.openxmlformats.org/presentationml/2006/ole">
                <mc:AlternateContent xmlns:mc="http://schemas.openxmlformats.org/markup-compatibility/2006">
                  <mc:Choice xmlns:v="urn:schemas-microsoft-com:vml" Requires="v">
                    <p:oleObj name="Equation" r:id="rId20" imgW="88746" imgH="152136" progId="Equation.DSMT4">
                      <p:embed/>
                    </p:oleObj>
                  </mc:Choice>
                  <mc:Fallback>
                    <p:oleObj name="Equation" r:id="rId20" imgW="88746" imgH="152136" progId="Equation.DSMT4">
                      <p:embed/>
                      <p:pic>
                        <p:nvPicPr>
                          <p:cNvPr id="17476" name="对象 16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842302" y="4357929"/>
                            <a:ext cx="222250" cy="381000"/>
                          </a:xfrm>
                          <a:prstGeom prst="rect">
                            <a:avLst/>
                          </a:prstGeom>
                          <a:solidFill>
                            <a:srgbClr val="DBF5F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cxnSp>
          <p:nvCxnSpPr>
            <p:cNvPr id="156" name="直接箭头连接符 155"/>
            <p:cNvCxnSpPr/>
            <p:nvPr/>
          </p:nvCxnSpPr>
          <p:spPr>
            <a:xfrm flipV="1">
              <a:off x="8981687" y="2926337"/>
              <a:ext cx="469636" cy="70615"/>
            </a:xfrm>
            <a:prstGeom prst="straightConnector1">
              <a:avLst/>
            </a:prstGeom>
            <a:noFill/>
            <a:ln w="12700" cap="flat" cmpd="thinThick" algn="ctr">
              <a:gradFill flip="none" rotWithShape="1">
                <a:gsLst>
                  <a:gs pos="0">
                    <a:srgbClr val="04617B">
                      <a:lumMod val="20000"/>
                      <a:lumOff val="80000"/>
                    </a:srgbClr>
                  </a:gs>
                  <a:gs pos="46000">
                    <a:srgbClr val="A5C249">
                      <a:lumMod val="89000"/>
                    </a:srgbClr>
                  </a:gs>
                  <a:gs pos="61000">
                    <a:srgbClr val="A5C249">
                      <a:lumMod val="75000"/>
                    </a:srgbClr>
                  </a:gs>
                  <a:gs pos="97000">
                    <a:srgbClr val="10CF9B"/>
                  </a:gs>
                </a:gsLst>
                <a:path path="circle">
                  <a:fillToRect l="50000" t="50000" r="50000" b="50000"/>
                </a:path>
                <a:tileRect/>
              </a:gradFill>
              <a:prstDash val="solid"/>
              <a:round/>
              <a:headEnd type="oval"/>
              <a:tailEnd type="stealth" w="med" len="lg"/>
            </a:ln>
            <a:effectLst>
              <a:outerShdw blurRad="57150" dist="38100" dir="5400000" algn="ctr" rotWithShape="0">
                <a:srgbClr val="A5C249">
                  <a:shade val="9000"/>
                  <a:satMod val="105000"/>
                  <a:alpha val="48000"/>
                </a:srgbClr>
              </a:outerShdw>
            </a:effectLst>
          </p:spPr>
        </p:cxnSp>
        <p:cxnSp>
          <p:nvCxnSpPr>
            <p:cNvPr id="157" name="直接箭头连接符 156"/>
            <p:cNvCxnSpPr/>
            <p:nvPr/>
          </p:nvCxnSpPr>
          <p:spPr>
            <a:xfrm flipV="1">
              <a:off x="8959091" y="3389131"/>
              <a:ext cx="965852" cy="80230"/>
            </a:xfrm>
            <a:prstGeom prst="straightConnector1">
              <a:avLst/>
            </a:prstGeom>
            <a:noFill/>
            <a:ln w="12700" cap="flat" cmpd="thinThick" algn="ctr">
              <a:gradFill flip="none" rotWithShape="1">
                <a:gsLst>
                  <a:gs pos="0">
                    <a:srgbClr val="04617B">
                      <a:lumMod val="20000"/>
                      <a:lumOff val="80000"/>
                    </a:srgbClr>
                  </a:gs>
                  <a:gs pos="46000">
                    <a:srgbClr val="A5C249">
                      <a:lumMod val="89000"/>
                    </a:srgbClr>
                  </a:gs>
                  <a:gs pos="61000">
                    <a:srgbClr val="A5C249">
                      <a:lumMod val="75000"/>
                    </a:srgbClr>
                  </a:gs>
                  <a:gs pos="97000">
                    <a:srgbClr val="10CF9B"/>
                  </a:gs>
                </a:gsLst>
                <a:path path="circle">
                  <a:fillToRect l="50000" t="50000" r="50000" b="50000"/>
                </a:path>
                <a:tileRect/>
              </a:gradFill>
              <a:prstDash val="solid"/>
              <a:round/>
              <a:headEnd type="oval"/>
              <a:tailEnd type="stealth" w="med" len="lg"/>
            </a:ln>
            <a:effectLst>
              <a:outerShdw blurRad="57150" dist="38100" dir="5400000" algn="ctr" rotWithShape="0">
                <a:srgbClr val="A5C249">
                  <a:shade val="9000"/>
                  <a:satMod val="105000"/>
                  <a:alpha val="48000"/>
                </a:srgbClr>
              </a:outerShdw>
            </a:effectLst>
          </p:spPr>
        </p:cxnSp>
        <p:cxnSp>
          <p:nvCxnSpPr>
            <p:cNvPr id="158" name="直接箭头连接符 157"/>
            <p:cNvCxnSpPr/>
            <p:nvPr/>
          </p:nvCxnSpPr>
          <p:spPr>
            <a:xfrm flipV="1">
              <a:off x="8959091" y="3853149"/>
              <a:ext cx="1510764" cy="129814"/>
            </a:xfrm>
            <a:prstGeom prst="straightConnector1">
              <a:avLst/>
            </a:prstGeom>
            <a:noFill/>
            <a:ln w="12700" cap="flat" cmpd="thinThick" algn="ctr">
              <a:gradFill flip="none" rotWithShape="1">
                <a:gsLst>
                  <a:gs pos="0">
                    <a:srgbClr val="04617B">
                      <a:lumMod val="20000"/>
                      <a:lumOff val="80000"/>
                    </a:srgbClr>
                  </a:gs>
                  <a:gs pos="46000">
                    <a:srgbClr val="A5C249">
                      <a:lumMod val="89000"/>
                    </a:srgbClr>
                  </a:gs>
                  <a:gs pos="61000">
                    <a:srgbClr val="A5C249">
                      <a:lumMod val="75000"/>
                    </a:srgbClr>
                  </a:gs>
                  <a:gs pos="97000">
                    <a:srgbClr val="10CF9B"/>
                  </a:gs>
                </a:gsLst>
                <a:path path="circle">
                  <a:fillToRect l="50000" t="50000" r="50000" b="50000"/>
                </a:path>
                <a:tileRect/>
              </a:gradFill>
              <a:prstDash val="solid"/>
              <a:round/>
              <a:headEnd type="oval"/>
              <a:tailEnd type="stealth" w="med" len="lg"/>
            </a:ln>
            <a:effectLst>
              <a:outerShdw blurRad="57150" dist="38100" dir="5400000" algn="ctr" rotWithShape="0">
                <a:srgbClr val="A5C249">
                  <a:shade val="9000"/>
                  <a:satMod val="105000"/>
                  <a:alpha val="48000"/>
                </a:srgbClr>
              </a:outerShdw>
            </a:effectLst>
          </p:spPr>
        </p:cxnSp>
        <p:cxnSp>
          <p:nvCxnSpPr>
            <p:cNvPr id="159" name="直接箭头连接符 158"/>
            <p:cNvCxnSpPr/>
            <p:nvPr/>
          </p:nvCxnSpPr>
          <p:spPr>
            <a:xfrm flipV="1">
              <a:off x="10414069" y="4390628"/>
              <a:ext cx="644257" cy="115143"/>
            </a:xfrm>
            <a:prstGeom prst="straightConnector1">
              <a:avLst/>
            </a:prstGeom>
            <a:noFill/>
            <a:ln w="12700" cap="flat" cmpd="thinThick" algn="ctr">
              <a:gradFill flip="none" rotWithShape="1">
                <a:gsLst>
                  <a:gs pos="0">
                    <a:srgbClr val="04617B">
                      <a:lumMod val="20000"/>
                      <a:lumOff val="80000"/>
                    </a:srgbClr>
                  </a:gs>
                  <a:gs pos="46000">
                    <a:srgbClr val="A5C249">
                      <a:lumMod val="89000"/>
                    </a:srgbClr>
                  </a:gs>
                  <a:gs pos="61000">
                    <a:srgbClr val="A5C249">
                      <a:lumMod val="75000"/>
                    </a:srgbClr>
                  </a:gs>
                  <a:gs pos="97000">
                    <a:srgbClr val="10CF9B"/>
                  </a:gs>
                </a:gsLst>
                <a:path path="circle">
                  <a:fillToRect l="50000" t="50000" r="50000" b="50000"/>
                </a:path>
                <a:tileRect/>
              </a:gradFill>
              <a:prstDash val="solid"/>
              <a:round/>
              <a:headEnd type="oval"/>
              <a:tailEnd type="stealth" w="med" len="lg"/>
            </a:ln>
            <a:effectLst>
              <a:outerShdw blurRad="57150" dist="38100" dir="5400000" algn="ctr" rotWithShape="0">
                <a:srgbClr val="A5C249">
                  <a:shade val="9000"/>
                  <a:satMod val="105000"/>
                  <a:alpha val="48000"/>
                </a:srgbClr>
              </a:outerShdw>
            </a:effectLst>
          </p:spPr>
        </p:cxnSp>
      </p:grpSp>
      <p:graphicFrame>
        <p:nvGraphicFramePr>
          <p:cNvPr id="164" name="对象 163"/>
          <p:cNvGraphicFramePr>
            <a:graphicFrameLocks noChangeAspect="1"/>
          </p:cNvGraphicFramePr>
          <p:nvPr/>
        </p:nvGraphicFramePr>
        <p:xfrm>
          <a:off x="5538788" y="5699125"/>
          <a:ext cx="2411412" cy="449263"/>
        </p:xfrm>
        <a:graphic>
          <a:graphicData uri="http://schemas.openxmlformats.org/presentationml/2006/ole">
            <mc:AlternateContent xmlns:mc="http://schemas.openxmlformats.org/markup-compatibility/2006">
              <mc:Choice xmlns:v="urn:schemas-microsoft-com:vml" Requires="v">
                <p:oleObj name="Equation" r:id="rId22" imgW="964781" imgH="165028" progId="Equation.DSMT4">
                  <p:embed/>
                </p:oleObj>
              </mc:Choice>
              <mc:Fallback>
                <p:oleObj name="Equation" r:id="rId22" imgW="964781" imgH="165028" progId="Equation.DSMT4">
                  <p:embed/>
                  <p:pic>
                    <p:nvPicPr>
                      <p:cNvPr id="164" name="对象 16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538788" y="5699125"/>
                        <a:ext cx="2411412"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5" name="组合 164"/>
          <p:cNvGrpSpPr>
            <a:grpSpLocks/>
          </p:cNvGrpSpPr>
          <p:nvPr/>
        </p:nvGrpSpPr>
        <p:grpSpPr bwMode="auto">
          <a:xfrm>
            <a:off x="3206750" y="3375025"/>
            <a:ext cx="3694113" cy="485775"/>
            <a:chOff x="4408502" y="3907862"/>
            <a:chExt cx="3695055" cy="486230"/>
          </a:xfrm>
        </p:grpSpPr>
        <p:sp>
          <p:nvSpPr>
            <p:cNvPr id="166" name="矩形 165"/>
            <p:cNvSpPr/>
            <p:nvPr/>
          </p:nvSpPr>
          <p:spPr>
            <a:xfrm>
              <a:off x="4408502" y="3907862"/>
              <a:ext cx="3695055" cy="429026"/>
            </a:xfrm>
            <a:prstGeom prst="rect">
              <a:avLst/>
            </a:prstGeom>
          </p:spPr>
          <p:txBody>
            <a:bodyPr>
              <a:spAutoFit/>
            </a:bodyPr>
            <a:lstStyle/>
            <a:p>
              <a:pPr eaLnBrk="1" fontAlgn="auto" hangingPunct="1">
                <a:lnSpc>
                  <a:spcPct val="120000"/>
                </a:lnSpc>
                <a:spcBef>
                  <a:spcPts val="0"/>
                </a:spcBef>
                <a:spcAft>
                  <a:spcPts val="0"/>
                </a:spcAft>
                <a:defRPr/>
              </a:pPr>
              <a:r>
                <a:rPr kumimoji="0" lang="zh-CN" altLang="en-US" sz="2000" kern="100" dirty="0">
                  <a:solidFill>
                    <a:prstClr val="black"/>
                  </a:solidFill>
                  <a:latin typeface="华文细黑" panose="02010600040101010101" pitchFamily="2" charset="-122"/>
                  <a:ea typeface="华文细黑" panose="02010600040101010101" pitchFamily="2" charset="-122"/>
                  <a:cs typeface="Times New Roman" panose="02020603050405020304" pitchFamily="18" charset="0"/>
                </a:rPr>
                <a:t>激励为                 响应</a:t>
              </a:r>
              <a:endParaRPr kumimoji="0" lang="zh-CN" altLang="en-US" sz="2000" kern="0" dirty="0">
                <a:solidFill>
                  <a:srgbClr val="FF0000"/>
                </a:solidFill>
                <a:latin typeface="华文细黑" panose="02010600040101010101" pitchFamily="2" charset="-122"/>
                <a:ea typeface="华文细黑" panose="02010600040101010101" pitchFamily="2" charset="-122"/>
              </a:endParaRPr>
            </a:p>
          </p:txBody>
        </p:sp>
        <p:graphicFrame>
          <p:nvGraphicFramePr>
            <p:cNvPr id="17466" name="对象 166"/>
            <p:cNvGraphicFramePr>
              <a:graphicFrameLocks noChangeAspect="1"/>
            </p:cNvGraphicFramePr>
            <p:nvPr/>
          </p:nvGraphicFramePr>
          <p:xfrm>
            <a:off x="5382230" y="3917842"/>
            <a:ext cx="254000" cy="476250"/>
          </p:xfrm>
          <a:graphic>
            <a:graphicData uri="http://schemas.openxmlformats.org/presentationml/2006/ole">
              <mc:AlternateContent xmlns:mc="http://schemas.openxmlformats.org/markup-compatibility/2006">
                <mc:Choice xmlns:v="urn:schemas-microsoft-com:vml" Requires="v">
                  <p:oleObj name="Equation" r:id="rId24" imgW="101556" imgH="190417" progId="Equation.DSMT4">
                    <p:embed/>
                  </p:oleObj>
                </mc:Choice>
                <mc:Fallback>
                  <p:oleObj name="Equation" r:id="rId24" imgW="101556" imgH="190417" progId="Equation.DSMT4">
                    <p:embed/>
                    <p:pic>
                      <p:nvPicPr>
                        <p:cNvPr id="17466" name="对象 16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382230" y="3917842"/>
                          <a:ext cx="254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67" name="对象 168"/>
            <p:cNvGraphicFramePr>
              <a:graphicFrameLocks noChangeAspect="1"/>
            </p:cNvGraphicFramePr>
            <p:nvPr/>
          </p:nvGraphicFramePr>
          <p:xfrm>
            <a:off x="7036405" y="3965841"/>
            <a:ext cx="666750" cy="381000"/>
          </p:xfrm>
          <a:graphic>
            <a:graphicData uri="http://schemas.openxmlformats.org/presentationml/2006/ole">
              <mc:AlternateContent xmlns:mc="http://schemas.openxmlformats.org/markup-compatibility/2006">
                <mc:Choice xmlns:v="urn:schemas-microsoft-com:vml" Requires="v">
                  <p:oleObj name="Equation" r:id="rId26" imgW="266469" imgH="152268" progId="Equation.DSMT4">
                    <p:embed/>
                  </p:oleObj>
                </mc:Choice>
                <mc:Fallback>
                  <p:oleObj name="Equation" r:id="rId26" imgW="266469" imgH="152268" progId="Equation.DSMT4">
                    <p:embed/>
                    <p:pic>
                      <p:nvPicPr>
                        <p:cNvPr id="17467" name="对象 16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36405" y="3965841"/>
                          <a:ext cx="666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70" name="组合 169"/>
          <p:cNvGrpSpPr>
            <a:grpSpLocks/>
          </p:cNvGrpSpPr>
          <p:nvPr/>
        </p:nvGrpSpPr>
        <p:grpSpPr bwMode="auto">
          <a:xfrm>
            <a:off x="3206750" y="722313"/>
            <a:ext cx="5391150" cy="485775"/>
            <a:chOff x="5666461" y="980728"/>
            <a:chExt cx="5391865" cy="486338"/>
          </a:xfrm>
        </p:grpSpPr>
        <p:grpSp>
          <p:nvGrpSpPr>
            <p:cNvPr id="17459" name="组合 170"/>
            <p:cNvGrpSpPr>
              <a:grpSpLocks/>
            </p:cNvGrpSpPr>
            <p:nvPr/>
          </p:nvGrpSpPr>
          <p:grpSpPr bwMode="auto">
            <a:xfrm>
              <a:off x="5666461" y="980728"/>
              <a:ext cx="5391865" cy="464475"/>
              <a:chOff x="4408502" y="3907862"/>
              <a:chExt cx="5391865" cy="464475"/>
            </a:xfrm>
          </p:grpSpPr>
          <p:sp>
            <p:nvSpPr>
              <p:cNvPr id="173" name="矩形 172"/>
              <p:cNvSpPr/>
              <p:nvPr/>
            </p:nvSpPr>
            <p:spPr>
              <a:xfrm>
                <a:off x="4408502" y="3907862"/>
                <a:ext cx="5391865" cy="460909"/>
              </a:xfrm>
              <a:prstGeom prst="rect">
                <a:avLst/>
              </a:prstGeom>
            </p:spPr>
            <p:txBody>
              <a:bodyPr>
                <a:spAutoFit/>
              </a:bodyPr>
              <a:lstStyle/>
              <a:p>
                <a:pPr eaLnBrk="1" fontAlgn="auto" hangingPunct="1">
                  <a:lnSpc>
                    <a:spcPct val="120000"/>
                  </a:lnSpc>
                  <a:spcBef>
                    <a:spcPts val="0"/>
                  </a:spcBef>
                  <a:spcAft>
                    <a:spcPts val="0"/>
                  </a:spcAft>
                  <a:defRPr/>
                </a:pPr>
                <a:r>
                  <a:rPr kumimoji="0" lang="zh-CN" altLang="en-US" sz="2000" kern="100" dirty="0">
                    <a:solidFill>
                      <a:prstClr val="black"/>
                    </a:solidFill>
                    <a:latin typeface="华文细黑" panose="02010600040101010101" pitchFamily="2" charset="-122"/>
                    <a:ea typeface="华文细黑" panose="02010600040101010101" pitchFamily="2" charset="-122"/>
                    <a:cs typeface="Times New Roman" panose="02020603050405020304" pitchFamily="18" charset="0"/>
                  </a:rPr>
                  <a:t>激励为       和                                    响应</a:t>
                </a:r>
                <a:endParaRPr kumimoji="0" lang="zh-CN" altLang="en-US" sz="2000" kern="0" dirty="0">
                  <a:solidFill>
                    <a:srgbClr val="FF0000"/>
                  </a:solidFill>
                  <a:latin typeface="华文细黑" panose="02010600040101010101" pitchFamily="2" charset="-122"/>
                  <a:ea typeface="华文细黑" panose="02010600040101010101" pitchFamily="2" charset="-122"/>
                </a:endParaRPr>
              </a:p>
            </p:txBody>
          </p:sp>
          <p:graphicFrame>
            <p:nvGraphicFramePr>
              <p:cNvPr id="17462" name="对象 173"/>
              <p:cNvGraphicFramePr>
                <a:graphicFrameLocks noChangeAspect="1"/>
              </p:cNvGraphicFramePr>
              <p:nvPr/>
            </p:nvGraphicFramePr>
            <p:xfrm>
              <a:off x="6009039" y="3939382"/>
              <a:ext cx="1702955" cy="432955"/>
            </p:xfrm>
            <a:graphic>
              <a:graphicData uri="http://schemas.openxmlformats.org/presentationml/2006/ole">
                <mc:AlternateContent xmlns:mc="http://schemas.openxmlformats.org/markup-compatibility/2006">
                  <mc:Choice xmlns:v="urn:schemas-microsoft-com:vml" Requires="v">
                    <p:oleObj name="Equation" r:id="rId27" imgW="749300" imgH="190500" progId="Equation.DSMT4">
                      <p:embed/>
                    </p:oleObj>
                  </mc:Choice>
                  <mc:Fallback>
                    <p:oleObj name="Equation" r:id="rId27" imgW="749300" imgH="190500" progId="Equation.DSMT4">
                      <p:embed/>
                      <p:pic>
                        <p:nvPicPr>
                          <p:cNvPr id="17462" name="对象 17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009039" y="3939382"/>
                            <a:ext cx="1702955" cy="43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64" name="对象 175"/>
              <p:cNvGraphicFramePr>
                <a:graphicFrameLocks noChangeAspect="1"/>
              </p:cNvGraphicFramePr>
              <p:nvPr/>
            </p:nvGraphicFramePr>
            <p:xfrm>
              <a:off x="8782085" y="3965775"/>
              <a:ext cx="952500" cy="381000"/>
            </p:xfrm>
            <a:graphic>
              <a:graphicData uri="http://schemas.openxmlformats.org/presentationml/2006/ole">
                <mc:AlternateContent xmlns:mc="http://schemas.openxmlformats.org/markup-compatibility/2006">
                  <mc:Choice xmlns:v="urn:schemas-microsoft-com:vml" Requires="v">
                    <p:oleObj name="Equation" r:id="rId29" imgW="380835" imgH="152334" progId="Equation.DSMT4">
                      <p:embed/>
                    </p:oleObj>
                  </mc:Choice>
                  <mc:Fallback>
                    <p:oleObj name="Equation" r:id="rId29" imgW="380835" imgH="152334" progId="Equation.DSMT4">
                      <p:embed/>
                      <p:pic>
                        <p:nvPicPr>
                          <p:cNvPr id="17464" name="对象 17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782085" y="3965775"/>
                            <a:ext cx="952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460" name="对象 171"/>
            <p:cNvGraphicFramePr>
              <a:graphicFrameLocks noChangeAspect="1"/>
            </p:cNvGraphicFramePr>
            <p:nvPr/>
          </p:nvGraphicFramePr>
          <p:xfrm>
            <a:off x="6600056" y="990816"/>
            <a:ext cx="254000" cy="476250"/>
          </p:xfrm>
          <a:graphic>
            <a:graphicData uri="http://schemas.openxmlformats.org/presentationml/2006/ole">
              <mc:AlternateContent xmlns:mc="http://schemas.openxmlformats.org/markup-compatibility/2006">
                <mc:Choice xmlns:v="urn:schemas-microsoft-com:vml" Requires="v">
                  <p:oleObj name="Equation" r:id="rId31" imgW="101556" imgH="190417" progId="Equation.DSMT4">
                    <p:embed/>
                  </p:oleObj>
                </mc:Choice>
                <mc:Fallback>
                  <p:oleObj name="Equation" r:id="rId31" imgW="101556" imgH="190417" progId="Equation.DSMT4">
                    <p:embed/>
                    <p:pic>
                      <p:nvPicPr>
                        <p:cNvPr id="17460" name="对象 17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600056" y="990816"/>
                          <a:ext cx="254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77" name="组合 176"/>
          <p:cNvGrpSpPr>
            <a:grpSpLocks/>
          </p:cNvGrpSpPr>
          <p:nvPr/>
        </p:nvGrpSpPr>
        <p:grpSpPr bwMode="auto">
          <a:xfrm>
            <a:off x="3206750" y="1123950"/>
            <a:ext cx="5757863" cy="485775"/>
            <a:chOff x="5666461" y="1484743"/>
            <a:chExt cx="5758131" cy="486338"/>
          </a:xfrm>
        </p:grpSpPr>
        <p:grpSp>
          <p:nvGrpSpPr>
            <p:cNvPr id="17453" name="组合 177"/>
            <p:cNvGrpSpPr>
              <a:grpSpLocks/>
            </p:cNvGrpSpPr>
            <p:nvPr/>
          </p:nvGrpSpPr>
          <p:grpSpPr bwMode="auto">
            <a:xfrm>
              <a:off x="5666461" y="1484743"/>
              <a:ext cx="5758131" cy="465285"/>
              <a:chOff x="4408502" y="3907862"/>
              <a:chExt cx="5758131" cy="465285"/>
            </a:xfrm>
          </p:grpSpPr>
          <p:sp>
            <p:nvSpPr>
              <p:cNvPr id="180" name="矩形 179"/>
              <p:cNvSpPr/>
              <p:nvPr/>
            </p:nvSpPr>
            <p:spPr>
              <a:xfrm>
                <a:off x="4408502" y="3907862"/>
                <a:ext cx="5686690" cy="462499"/>
              </a:xfrm>
              <a:prstGeom prst="rect">
                <a:avLst/>
              </a:prstGeom>
            </p:spPr>
            <p:txBody>
              <a:bodyPr>
                <a:spAutoFit/>
              </a:bodyPr>
              <a:lstStyle/>
              <a:p>
                <a:pPr eaLnBrk="1" fontAlgn="auto" hangingPunct="1">
                  <a:lnSpc>
                    <a:spcPct val="120000"/>
                  </a:lnSpc>
                  <a:spcBef>
                    <a:spcPts val="0"/>
                  </a:spcBef>
                  <a:spcAft>
                    <a:spcPts val="0"/>
                  </a:spcAft>
                  <a:defRPr/>
                </a:pPr>
                <a:r>
                  <a:rPr kumimoji="0" lang="zh-CN" altLang="en-US" sz="2000" kern="100" dirty="0">
                    <a:solidFill>
                      <a:prstClr val="black"/>
                    </a:solidFill>
                    <a:latin typeface="华文细黑" panose="02010600040101010101" pitchFamily="2" charset="-122"/>
                    <a:ea typeface="华文细黑" panose="02010600040101010101" pitchFamily="2" charset="-122"/>
                    <a:cs typeface="Times New Roman" panose="02020603050405020304" pitchFamily="18" charset="0"/>
                  </a:rPr>
                  <a:t>激励为       和                                    响应</a:t>
                </a:r>
                <a:endParaRPr kumimoji="0" lang="zh-CN" altLang="en-US" sz="2000" kern="0" dirty="0">
                  <a:solidFill>
                    <a:srgbClr val="FF0000"/>
                  </a:solidFill>
                  <a:latin typeface="华文细黑" panose="02010600040101010101" pitchFamily="2" charset="-122"/>
                  <a:ea typeface="华文细黑" panose="02010600040101010101" pitchFamily="2" charset="-122"/>
                </a:endParaRPr>
              </a:p>
            </p:txBody>
          </p:sp>
          <p:graphicFrame>
            <p:nvGraphicFramePr>
              <p:cNvPr id="17456" name="对象 180"/>
              <p:cNvGraphicFramePr>
                <a:graphicFrameLocks noChangeAspect="1"/>
              </p:cNvGraphicFramePr>
              <p:nvPr/>
            </p:nvGraphicFramePr>
            <p:xfrm>
              <a:off x="6001103" y="3940192"/>
              <a:ext cx="1702955" cy="432955"/>
            </p:xfrm>
            <a:graphic>
              <a:graphicData uri="http://schemas.openxmlformats.org/presentationml/2006/ole">
                <mc:AlternateContent xmlns:mc="http://schemas.openxmlformats.org/markup-compatibility/2006">
                  <mc:Choice xmlns:v="urn:schemas-microsoft-com:vml" Requires="v">
                    <p:oleObj name="Equation" r:id="rId33" imgW="749300" imgH="190500" progId="Equation.DSMT4">
                      <p:embed/>
                    </p:oleObj>
                  </mc:Choice>
                  <mc:Fallback>
                    <p:oleObj name="Equation" r:id="rId33" imgW="749300" imgH="190500" progId="Equation.DSMT4">
                      <p:embed/>
                      <p:pic>
                        <p:nvPicPr>
                          <p:cNvPr id="17456" name="对象 180"/>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001103" y="3940192"/>
                            <a:ext cx="1702955" cy="43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58" name="对象 182"/>
              <p:cNvGraphicFramePr>
                <a:graphicFrameLocks noChangeAspect="1"/>
              </p:cNvGraphicFramePr>
              <p:nvPr/>
            </p:nvGraphicFramePr>
            <p:xfrm>
              <a:off x="8801383" y="3965857"/>
              <a:ext cx="1365250" cy="381000"/>
            </p:xfrm>
            <a:graphic>
              <a:graphicData uri="http://schemas.openxmlformats.org/presentationml/2006/ole">
                <mc:AlternateContent xmlns:mc="http://schemas.openxmlformats.org/markup-compatibility/2006">
                  <mc:Choice xmlns:v="urn:schemas-microsoft-com:vml" Requires="v">
                    <p:oleObj name="Equation" r:id="rId35" imgW="545626" imgH="152268" progId="Equation.DSMT4">
                      <p:embed/>
                    </p:oleObj>
                  </mc:Choice>
                  <mc:Fallback>
                    <p:oleObj name="Equation" r:id="rId35" imgW="545626" imgH="152268" progId="Equation.DSMT4">
                      <p:embed/>
                      <p:pic>
                        <p:nvPicPr>
                          <p:cNvPr id="17458" name="对象 18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8801383" y="3965857"/>
                            <a:ext cx="13652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454" name="对象 178"/>
            <p:cNvGraphicFramePr>
              <a:graphicFrameLocks noChangeAspect="1"/>
            </p:cNvGraphicFramePr>
            <p:nvPr/>
          </p:nvGraphicFramePr>
          <p:xfrm>
            <a:off x="6600056" y="1494831"/>
            <a:ext cx="254000" cy="476250"/>
          </p:xfrm>
          <a:graphic>
            <a:graphicData uri="http://schemas.openxmlformats.org/presentationml/2006/ole">
              <mc:AlternateContent xmlns:mc="http://schemas.openxmlformats.org/markup-compatibility/2006">
                <mc:Choice xmlns:v="urn:schemas-microsoft-com:vml" Requires="v">
                  <p:oleObj name="Equation" r:id="rId37" imgW="101556" imgH="190417" progId="Equation.DSMT4">
                    <p:embed/>
                  </p:oleObj>
                </mc:Choice>
                <mc:Fallback>
                  <p:oleObj name="Equation" r:id="rId37" imgW="101556" imgH="190417" progId="Equation.DSMT4">
                    <p:embed/>
                    <p:pic>
                      <p:nvPicPr>
                        <p:cNvPr id="17454" name="对象 17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600056" y="1494831"/>
                          <a:ext cx="254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84" name="组合 183"/>
          <p:cNvGrpSpPr>
            <a:grpSpLocks/>
          </p:cNvGrpSpPr>
          <p:nvPr/>
        </p:nvGrpSpPr>
        <p:grpSpPr bwMode="auto">
          <a:xfrm>
            <a:off x="3206750" y="1627188"/>
            <a:ext cx="5686425" cy="487362"/>
            <a:chOff x="5666460" y="1988840"/>
            <a:chExt cx="5686123" cy="486937"/>
          </a:xfrm>
        </p:grpSpPr>
        <p:grpSp>
          <p:nvGrpSpPr>
            <p:cNvPr id="17446" name="组合 184"/>
            <p:cNvGrpSpPr>
              <a:grpSpLocks/>
            </p:cNvGrpSpPr>
            <p:nvPr/>
          </p:nvGrpSpPr>
          <p:grpSpPr bwMode="auto">
            <a:xfrm>
              <a:off x="5666460" y="1988840"/>
              <a:ext cx="5686123" cy="486937"/>
              <a:chOff x="4408501" y="3907862"/>
              <a:chExt cx="5686123" cy="486937"/>
            </a:xfrm>
          </p:grpSpPr>
          <p:sp>
            <p:nvSpPr>
              <p:cNvPr id="187" name="矩形 186"/>
              <p:cNvSpPr/>
              <p:nvPr/>
            </p:nvSpPr>
            <p:spPr>
              <a:xfrm>
                <a:off x="4408501" y="3907862"/>
                <a:ext cx="5686123" cy="461559"/>
              </a:xfrm>
              <a:prstGeom prst="rect">
                <a:avLst/>
              </a:prstGeom>
            </p:spPr>
            <p:txBody>
              <a:bodyPr>
                <a:spAutoFit/>
              </a:bodyPr>
              <a:lstStyle/>
              <a:p>
                <a:pPr eaLnBrk="1" fontAlgn="auto" hangingPunct="1">
                  <a:lnSpc>
                    <a:spcPct val="120000"/>
                  </a:lnSpc>
                  <a:spcBef>
                    <a:spcPts val="0"/>
                  </a:spcBef>
                  <a:spcAft>
                    <a:spcPts val="0"/>
                  </a:spcAft>
                  <a:defRPr/>
                </a:pPr>
                <a:r>
                  <a:rPr kumimoji="0" lang="zh-CN" altLang="en-US" sz="2000" kern="100" dirty="0">
                    <a:solidFill>
                      <a:prstClr val="black"/>
                    </a:solidFill>
                    <a:latin typeface="华文细黑" panose="02010600040101010101" pitchFamily="2" charset="-122"/>
                    <a:ea typeface="华文细黑" panose="02010600040101010101" pitchFamily="2" charset="-122"/>
                    <a:cs typeface="Times New Roman" panose="02020603050405020304" pitchFamily="18" charset="0"/>
                  </a:rPr>
                  <a:t>激励为        、     和                          响应</a:t>
                </a:r>
                <a:endParaRPr kumimoji="0" lang="zh-CN" altLang="en-US" sz="2000" kern="0" dirty="0">
                  <a:solidFill>
                    <a:srgbClr val="FF0000"/>
                  </a:solidFill>
                  <a:latin typeface="华文细黑" panose="02010600040101010101" pitchFamily="2" charset="-122"/>
                  <a:ea typeface="华文细黑" panose="02010600040101010101" pitchFamily="2" charset="-122"/>
                </a:endParaRPr>
              </a:p>
            </p:txBody>
          </p:sp>
          <p:graphicFrame>
            <p:nvGraphicFramePr>
              <p:cNvPr id="17449" name="对象 187"/>
              <p:cNvGraphicFramePr>
                <a:graphicFrameLocks noChangeAspect="1"/>
              </p:cNvGraphicFramePr>
              <p:nvPr/>
            </p:nvGraphicFramePr>
            <p:xfrm>
              <a:off x="5918161" y="3918549"/>
              <a:ext cx="412750" cy="476250"/>
            </p:xfrm>
            <a:graphic>
              <a:graphicData uri="http://schemas.openxmlformats.org/presentationml/2006/ole">
                <mc:AlternateContent xmlns:mc="http://schemas.openxmlformats.org/markup-compatibility/2006">
                  <mc:Choice xmlns:v="urn:schemas-microsoft-com:vml" Requires="v">
                    <p:oleObj name="Equation" r:id="rId38" imgW="164880" imgH="190440" progId="Equation.DSMT4">
                      <p:embed/>
                    </p:oleObj>
                  </mc:Choice>
                  <mc:Fallback>
                    <p:oleObj name="Equation" r:id="rId38" imgW="164880" imgH="190440" progId="Equation.DSMT4">
                      <p:embed/>
                      <p:pic>
                        <p:nvPicPr>
                          <p:cNvPr id="17449" name="对象 187"/>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918161" y="3918549"/>
                            <a:ext cx="4127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51" name="对象 189"/>
              <p:cNvGraphicFramePr>
                <a:graphicFrameLocks noChangeAspect="1"/>
              </p:cNvGraphicFramePr>
              <p:nvPr/>
            </p:nvGraphicFramePr>
            <p:xfrm>
              <a:off x="8798481" y="3966174"/>
              <a:ext cx="1143000" cy="381000"/>
            </p:xfrm>
            <a:graphic>
              <a:graphicData uri="http://schemas.openxmlformats.org/presentationml/2006/ole">
                <mc:AlternateContent xmlns:mc="http://schemas.openxmlformats.org/markup-compatibility/2006">
                  <mc:Choice xmlns:v="urn:schemas-microsoft-com:vml" Requires="v">
                    <p:oleObj name="Equation" r:id="rId40" imgW="457200" imgH="152400" progId="Equation.DSMT4">
                      <p:embed/>
                    </p:oleObj>
                  </mc:Choice>
                  <mc:Fallback>
                    <p:oleObj name="Equation" r:id="rId40" imgW="457200" imgH="152400" progId="Equation.DSMT4">
                      <p:embed/>
                      <p:pic>
                        <p:nvPicPr>
                          <p:cNvPr id="17451" name="对象 189"/>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8798481" y="3966174"/>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52" name="对象 190"/>
              <p:cNvGraphicFramePr>
                <a:graphicFrameLocks noChangeAspect="1"/>
              </p:cNvGraphicFramePr>
              <p:nvPr/>
            </p:nvGraphicFramePr>
            <p:xfrm>
              <a:off x="6625789" y="3918232"/>
              <a:ext cx="444500" cy="476250"/>
            </p:xfrm>
            <a:graphic>
              <a:graphicData uri="http://schemas.openxmlformats.org/presentationml/2006/ole">
                <mc:AlternateContent xmlns:mc="http://schemas.openxmlformats.org/markup-compatibility/2006">
                  <mc:Choice xmlns:v="urn:schemas-microsoft-com:vml" Requires="v">
                    <p:oleObj name="Equation" r:id="rId42" imgW="177646" imgH="190335" progId="Equation.DSMT4">
                      <p:embed/>
                    </p:oleObj>
                  </mc:Choice>
                  <mc:Fallback>
                    <p:oleObj name="Equation" r:id="rId42" imgW="177646" imgH="190335" progId="Equation.DSMT4">
                      <p:embed/>
                      <p:pic>
                        <p:nvPicPr>
                          <p:cNvPr id="17452" name="对象 190"/>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6625789" y="3918232"/>
                            <a:ext cx="4445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447" name="对象 185"/>
            <p:cNvGraphicFramePr>
              <a:graphicFrameLocks noChangeAspect="1"/>
            </p:cNvGraphicFramePr>
            <p:nvPr/>
          </p:nvGraphicFramePr>
          <p:xfrm>
            <a:off x="6600056" y="1998928"/>
            <a:ext cx="254000" cy="476250"/>
          </p:xfrm>
          <a:graphic>
            <a:graphicData uri="http://schemas.openxmlformats.org/presentationml/2006/ole">
              <mc:AlternateContent xmlns:mc="http://schemas.openxmlformats.org/markup-compatibility/2006">
                <mc:Choice xmlns:v="urn:schemas-microsoft-com:vml" Requires="v">
                  <p:oleObj name="Equation" r:id="rId44" imgW="101556" imgH="190417" progId="Equation.DSMT4">
                    <p:embed/>
                  </p:oleObj>
                </mc:Choice>
                <mc:Fallback>
                  <p:oleObj name="Equation" r:id="rId44" imgW="101556" imgH="190417" progId="Equation.DSMT4">
                    <p:embed/>
                    <p:pic>
                      <p:nvPicPr>
                        <p:cNvPr id="17447" name="对象 18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600056" y="1998928"/>
                          <a:ext cx="254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92" name="组合 191"/>
          <p:cNvGrpSpPr>
            <a:grpSpLocks/>
          </p:cNvGrpSpPr>
          <p:nvPr/>
        </p:nvGrpSpPr>
        <p:grpSpPr bwMode="auto">
          <a:xfrm>
            <a:off x="3206750" y="4881563"/>
            <a:ext cx="4768850" cy="485775"/>
            <a:chOff x="5666461" y="4953144"/>
            <a:chExt cx="4768697" cy="486643"/>
          </a:xfrm>
        </p:grpSpPr>
        <p:grpSp>
          <p:nvGrpSpPr>
            <p:cNvPr id="17440" name="组合 192"/>
            <p:cNvGrpSpPr>
              <a:grpSpLocks/>
            </p:cNvGrpSpPr>
            <p:nvPr/>
          </p:nvGrpSpPr>
          <p:grpSpPr bwMode="auto">
            <a:xfrm>
              <a:off x="5666461" y="4953144"/>
              <a:ext cx="4768697" cy="486643"/>
              <a:chOff x="4408502" y="3907862"/>
              <a:chExt cx="4768697" cy="486643"/>
            </a:xfrm>
          </p:grpSpPr>
          <p:sp>
            <p:nvSpPr>
              <p:cNvPr id="195" name="矩形 194"/>
              <p:cNvSpPr/>
              <p:nvPr/>
            </p:nvSpPr>
            <p:spPr>
              <a:xfrm>
                <a:off x="4408502" y="3907862"/>
                <a:ext cx="4587728" cy="461198"/>
              </a:xfrm>
              <a:prstGeom prst="rect">
                <a:avLst/>
              </a:prstGeom>
            </p:spPr>
            <p:txBody>
              <a:bodyPr>
                <a:spAutoFit/>
              </a:bodyPr>
              <a:lstStyle/>
              <a:p>
                <a:pPr eaLnBrk="1" fontAlgn="auto" hangingPunct="1">
                  <a:lnSpc>
                    <a:spcPct val="120000"/>
                  </a:lnSpc>
                  <a:spcBef>
                    <a:spcPts val="0"/>
                  </a:spcBef>
                  <a:spcAft>
                    <a:spcPts val="0"/>
                  </a:spcAft>
                  <a:defRPr/>
                </a:pPr>
                <a:r>
                  <a:rPr kumimoji="0" lang="zh-CN" altLang="en-US" sz="2000" kern="100" dirty="0">
                    <a:solidFill>
                      <a:prstClr val="black"/>
                    </a:solidFill>
                    <a:latin typeface="华文细黑" panose="02010600040101010101" pitchFamily="2" charset="-122"/>
                    <a:ea typeface="华文细黑" panose="02010600040101010101" pitchFamily="2" charset="-122"/>
                    <a:cs typeface="Times New Roman" panose="02020603050405020304" pitchFamily="18" charset="0"/>
                  </a:rPr>
                  <a:t>激励为         、      和                   响应</a:t>
                </a:r>
                <a:endParaRPr kumimoji="0" lang="zh-CN" altLang="en-US" sz="2000" kern="0" dirty="0">
                  <a:solidFill>
                    <a:srgbClr val="FF0000"/>
                  </a:solidFill>
                  <a:latin typeface="华文细黑" panose="02010600040101010101" pitchFamily="2" charset="-122"/>
                  <a:ea typeface="华文细黑" panose="02010600040101010101" pitchFamily="2" charset="-122"/>
                </a:endParaRPr>
              </a:p>
            </p:txBody>
          </p:sp>
          <p:graphicFrame>
            <p:nvGraphicFramePr>
              <p:cNvPr id="17443" name="对象 195"/>
              <p:cNvGraphicFramePr>
                <a:graphicFrameLocks noChangeAspect="1"/>
              </p:cNvGraphicFramePr>
              <p:nvPr/>
            </p:nvGraphicFramePr>
            <p:xfrm>
              <a:off x="5918161" y="3918255"/>
              <a:ext cx="603250" cy="476250"/>
            </p:xfrm>
            <a:graphic>
              <a:graphicData uri="http://schemas.openxmlformats.org/presentationml/2006/ole">
                <mc:AlternateContent xmlns:mc="http://schemas.openxmlformats.org/markup-compatibility/2006">
                  <mc:Choice xmlns:v="urn:schemas-microsoft-com:vml" Requires="v">
                    <p:oleObj name="Equation" r:id="rId45" imgW="241195" imgH="190417" progId="Equation.DSMT4">
                      <p:embed/>
                    </p:oleObj>
                  </mc:Choice>
                  <mc:Fallback>
                    <p:oleObj name="Equation" r:id="rId45" imgW="241195" imgH="190417" progId="Equation.DSMT4">
                      <p:embed/>
                      <p:pic>
                        <p:nvPicPr>
                          <p:cNvPr id="17443" name="对象 195"/>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5918161" y="3918255"/>
                            <a:ext cx="6032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44" name="对象 197"/>
              <p:cNvGraphicFramePr>
                <a:graphicFrameLocks noChangeAspect="1"/>
              </p:cNvGraphicFramePr>
              <p:nvPr/>
            </p:nvGraphicFramePr>
            <p:xfrm>
              <a:off x="8510449" y="3965880"/>
              <a:ext cx="666750" cy="381000"/>
            </p:xfrm>
            <a:graphic>
              <a:graphicData uri="http://schemas.openxmlformats.org/presentationml/2006/ole">
                <mc:AlternateContent xmlns:mc="http://schemas.openxmlformats.org/markup-compatibility/2006">
                  <mc:Choice xmlns:v="urn:schemas-microsoft-com:vml" Requires="v">
                    <p:oleObj name="Equation" r:id="rId47" imgW="266469" imgH="152268" progId="Equation.DSMT4">
                      <p:embed/>
                    </p:oleObj>
                  </mc:Choice>
                  <mc:Fallback>
                    <p:oleObj name="Equation" r:id="rId47" imgW="266469" imgH="152268" progId="Equation.DSMT4">
                      <p:embed/>
                      <p:pic>
                        <p:nvPicPr>
                          <p:cNvPr id="17444" name="对象 197"/>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8510449" y="3965880"/>
                            <a:ext cx="666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45" name="对象 198"/>
              <p:cNvGraphicFramePr>
                <a:graphicFrameLocks noChangeAspect="1"/>
              </p:cNvGraphicFramePr>
              <p:nvPr/>
            </p:nvGraphicFramePr>
            <p:xfrm>
              <a:off x="6710249" y="3918255"/>
              <a:ext cx="603250" cy="476250"/>
            </p:xfrm>
            <a:graphic>
              <a:graphicData uri="http://schemas.openxmlformats.org/presentationml/2006/ole">
                <mc:AlternateContent xmlns:mc="http://schemas.openxmlformats.org/markup-compatibility/2006">
                  <mc:Choice xmlns:v="urn:schemas-microsoft-com:vml" Requires="v">
                    <p:oleObj name="Equation" r:id="rId49" imgW="241195" imgH="190417" progId="Equation.DSMT4">
                      <p:embed/>
                    </p:oleObj>
                  </mc:Choice>
                  <mc:Fallback>
                    <p:oleObj name="Equation" r:id="rId49" imgW="241195" imgH="190417" progId="Equation.DSMT4">
                      <p:embed/>
                      <p:pic>
                        <p:nvPicPr>
                          <p:cNvPr id="17445" name="对象 198"/>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6710249" y="3918255"/>
                            <a:ext cx="6032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441" name="对象 193"/>
            <p:cNvGraphicFramePr>
              <a:graphicFrameLocks noChangeAspect="1"/>
            </p:cNvGraphicFramePr>
            <p:nvPr/>
          </p:nvGraphicFramePr>
          <p:xfrm>
            <a:off x="6456040" y="4963537"/>
            <a:ext cx="666750" cy="476250"/>
          </p:xfrm>
          <a:graphic>
            <a:graphicData uri="http://schemas.openxmlformats.org/presentationml/2006/ole">
              <mc:AlternateContent xmlns:mc="http://schemas.openxmlformats.org/markup-compatibility/2006">
                <mc:Choice xmlns:v="urn:schemas-microsoft-com:vml" Requires="v">
                  <p:oleObj name="Equation" r:id="rId51" imgW="266469" imgH="190335" progId="Equation.DSMT4">
                    <p:embed/>
                  </p:oleObj>
                </mc:Choice>
                <mc:Fallback>
                  <p:oleObj name="Equation" r:id="rId51" imgW="266469" imgH="190335" progId="Equation.DSMT4">
                    <p:embed/>
                    <p:pic>
                      <p:nvPicPr>
                        <p:cNvPr id="17441" name="对象 193"/>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6456040" y="4963537"/>
                          <a:ext cx="6667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cxnSp>
        <p:nvCxnSpPr>
          <p:cNvPr id="200" name="直接箭头连接符 199"/>
          <p:cNvCxnSpPr>
            <a:stCxn id="151" idx="2"/>
            <a:endCxn id="152" idx="0"/>
          </p:cNvCxnSpPr>
          <p:nvPr/>
        </p:nvCxnSpPr>
        <p:spPr>
          <a:xfrm>
            <a:off x="4333875" y="2092191"/>
            <a:ext cx="0" cy="1136813"/>
          </a:xfrm>
          <a:prstGeom prst="straightConnector1">
            <a:avLst/>
          </a:prstGeom>
          <a:noFill/>
          <a:ln w="50800" cap="flat" cmpd="sng" algn="ctr">
            <a:gradFill flip="none" rotWithShape="1">
              <a:gsLst>
                <a:gs pos="31000">
                  <a:srgbClr val="E03300">
                    <a:lumMod val="100000"/>
                    <a:alpha val="50000"/>
                  </a:srgbClr>
                </a:gs>
                <a:gs pos="0">
                  <a:srgbClr val="C00000">
                    <a:alpha val="49000"/>
                  </a:srgbClr>
                </a:gs>
                <a:gs pos="68000">
                  <a:srgbClr val="FF6600"/>
                </a:gs>
                <a:gs pos="100000">
                  <a:srgbClr val="FFC000"/>
                </a:gs>
              </a:gsLst>
              <a:path path="circle">
                <a:fillToRect l="50000" t="50000" r="50000" b="50000"/>
              </a:path>
              <a:tileRect/>
            </a:gradFill>
            <a:prstDash val="solid"/>
            <a:round/>
            <a:headEnd type="none" w="med" len="lg"/>
            <a:tailEnd type="stealth" w="med" len="lg"/>
          </a:ln>
          <a:effectLst>
            <a:outerShdw sx="1000" sy="1000" algn="ctr" rotWithShape="0">
              <a:srgbClr val="A5C249">
                <a:shade val="9000"/>
                <a:satMod val="105000"/>
              </a:srgbClr>
            </a:outerShdw>
            <a:reflection endPos="0" dist="50800" dir="5400000" sy="-100000" algn="bl" rotWithShape="0"/>
          </a:effectLst>
          <a:scene3d>
            <a:camera prst="orthographicFront"/>
            <a:lightRig rig="threePt" dir="t"/>
          </a:scene3d>
          <a:sp3d>
            <a:bevelB prst="relaxedInset"/>
          </a:sp3d>
        </p:spPr>
      </p:cxnSp>
      <p:sp>
        <p:nvSpPr>
          <p:cNvPr id="201" name="矩形 200"/>
          <p:cNvSpPr>
            <a:spLocks noChangeArrowheads="1"/>
          </p:cNvSpPr>
          <p:nvPr/>
        </p:nvSpPr>
        <p:spPr bwMode="auto">
          <a:xfrm>
            <a:off x="34925" y="333375"/>
            <a:ext cx="3246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kumimoji="0" lang="en-US" altLang="zh-CN" sz="2000" b="1">
                <a:solidFill>
                  <a:srgbClr val="0000FF"/>
                </a:solidFill>
                <a:latin typeface="华文细黑" panose="02010600040101010101" pitchFamily="2" charset="-122"/>
                <a:ea typeface="华文细黑" panose="02010600040101010101" pitchFamily="2" charset="-122"/>
                <a:cs typeface="Times New Roman" panose="02020603050405020304" pitchFamily="18" charset="0"/>
              </a:rPr>
              <a:t>【</a:t>
            </a:r>
            <a:r>
              <a:rPr kumimoji="0" lang="zh-CN" altLang="en-US" sz="2000" b="1">
                <a:solidFill>
                  <a:srgbClr val="0000FF"/>
                </a:solidFill>
                <a:latin typeface="华文细黑" panose="02010600040101010101" pitchFamily="2" charset="-122"/>
                <a:ea typeface="华文细黑" panose="02010600040101010101" pitchFamily="2" charset="-122"/>
                <a:cs typeface="Times New Roman" panose="02020603050405020304" pitchFamily="18" charset="0"/>
              </a:rPr>
              <a:t>例 </a:t>
            </a:r>
            <a:r>
              <a:rPr kumimoji="0" lang="en-US" altLang="zh-CN" sz="2000" b="1">
                <a:solidFill>
                  <a:srgbClr val="0000FF"/>
                </a:solidFill>
                <a:ea typeface="华文细黑" panose="02010600040101010101" pitchFamily="2" charset="-122"/>
                <a:cs typeface="Times New Roman" panose="02020603050405020304" pitchFamily="18" charset="0"/>
              </a:rPr>
              <a:t>2</a:t>
            </a:r>
            <a:r>
              <a:rPr kumimoji="0" lang="en-US" altLang="zh-CN" sz="2000" b="1">
                <a:solidFill>
                  <a:srgbClr val="0000FF"/>
                </a:solidFill>
                <a:latin typeface="华文细黑" panose="02010600040101010101" pitchFamily="2" charset="-122"/>
                <a:ea typeface="华文细黑" panose="02010600040101010101" pitchFamily="2" charset="-122"/>
                <a:cs typeface="Times New Roman" panose="02020603050405020304" pitchFamily="18" charset="0"/>
              </a:rPr>
              <a:t>】</a:t>
            </a:r>
            <a:r>
              <a:rPr kumimoji="0" lang="zh-CN" altLang="en-US" sz="2000">
                <a:solidFill>
                  <a:srgbClr val="000000"/>
                </a:solidFill>
                <a:ea typeface="华文细黑" panose="02010600040101010101" pitchFamily="2" charset="-122"/>
                <a:cs typeface="Times New Roman" panose="02020603050405020304" pitchFamily="18" charset="0"/>
              </a:rPr>
              <a:t>确定电流  </a:t>
            </a:r>
            <a:r>
              <a:rPr kumimoji="0" lang="en-US" altLang="zh-CN" sz="2000" i="1">
                <a:solidFill>
                  <a:srgbClr val="000000"/>
                </a:solidFill>
                <a:ea typeface="华文细黑" panose="02010600040101010101" pitchFamily="2" charset="-122"/>
                <a:cs typeface="Times New Roman" panose="02020603050405020304" pitchFamily="18" charset="0"/>
              </a:rPr>
              <a:t>i  </a:t>
            </a:r>
            <a:r>
              <a:rPr kumimoji="0" lang="zh-CN" altLang="en-US" sz="2000">
                <a:solidFill>
                  <a:srgbClr val="000000"/>
                </a:solidFill>
                <a:ea typeface="华文细黑" panose="02010600040101010101" pitchFamily="2" charset="-122"/>
                <a:cs typeface="Times New Roman" panose="02020603050405020304" pitchFamily="18" charset="0"/>
              </a:rPr>
              <a:t>。</a:t>
            </a:r>
            <a:r>
              <a:rPr kumimoji="0" lang="en-US" altLang="zh-CN" sz="2000">
                <a:solidFill>
                  <a:srgbClr val="000000"/>
                </a:solidFill>
                <a:ea typeface="华文细黑" panose="02010600040101010101" pitchFamily="2" charset="-122"/>
                <a:cs typeface="Times New Roman" panose="02020603050405020304" pitchFamily="18" charset="0"/>
              </a:rPr>
              <a:t> </a:t>
            </a:r>
            <a:endParaRPr kumimoji="0" lang="zh-CN" altLang="en-US" sz="2000">
              <a:solidFill>
                <a:srgbClr val="000000"/>
              </a:solidFill>
              <a:latin typeface="Perpetua" panose="02020502060401020303" pitchFamily="18" charset="0"/>
              <a:ea typeface="宋体" panose="02010600030101010101" pitchFamily="2" charset="-122"/>
              <a:cs typeface="Times New Roman" panose="02020603050405020304" pitchFamily="18" charset="0"/>
            </a:endParaRPr>
          </a:p>
        </p:txBody>
      </p:sp>
      <p:sp>
        <p:nvSpPr>
          <p:cNvPr id="202" name="矩形 201"/>
          <p:cNvSpPr>
            <a:spLocks noChangeArrowheads="1"/>
          </p:cNvSpPr>
          <p:nvPr/>
        </p:nvSpPr>
        <p:spPr bwMode="auto">
          <a:xfrm>
            <a:off x="6049963" y="2276475"/>
            <a:ext cx="709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kumimoji="0" lang="zh-CN" altLang="en-US" sz="200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确定</a:t>
            </a:r>
            <a:endParaRPr kumimoji="0" lang="zh-CN" altLang="en-US" sz="2000">
              <a:solidFill>
                <a:srgbClr val="FFFFFF"/>
              </a:solidFill>
              <a:latin typeface="华文细黑" panose="02010600040101010101" pitchFamily="2" charset="-122"/>
              <a:ea typeface="华文细黑" panose="02010600040101010101" pitchFamily="2" charset="-122"/>
              <a:cs typeface="Times New Roman" panose="02020603050405020304" pitchFamily="18" charset="0"/>
            </a:endParaRPr>
          </a:p>
        </p:txBody>
      </p:sp>
      <p:graphicFrame>
        <p:nvGraphicFramePr>
          <p:cNvPr id="203" name="对象 202"/>
          <p:cNvGraphicFramePr>
            <a:graphicFrameLocks noChangeAspect="1"/>
          </p:cNvGraphicFramePr>
          <p:nvPr/>
        </p:nvGraphicFramePr>
        <p:xfrm>
          <a:off x="817563" y="5621338"/>
          <a:ext cx="1809750" cy="447675"/>
        </p:xfrm>
        <a:graphic>
          <a:graphicData uri="http://schemas.openxmlformats.org/presentationml/2006/ole">
            <mc:AlternateContent xmlns:mc="http://schemas.openxmlformats.org/markup-compatibility/2006">
              <mc:Choice xmlns:v="urn:schemas-microsoft-com:vml" Requires="v">
                <p:oleObj name="Equation" r:id="rId53" imgW="723586" imgH="165028" progId="Equation.DSMT4">
                  <p:embed/>
                </p:oleObj>
              </mc:Choice>
              <mc:Fallback>
                <p:oleObj name="Equation" r:id="rId53" imgW="723586" imgH="165028" progId="Equation.DSMT4">
                  <p:embed/>
                  <p:pic>
                    <p:nvPicPr>
                      <p:cNvPr id="203" name="对象 202"/>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817563" y="5621338"/>
                        <a:ext cx="18097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 name="对象 203"/>
          <p:cNvGraphicFramePr>
            <a:graphicFrameLocks noChangeAspect="1"/>
          </p:cNvGraphicFramePr>
          <p:nvPr/>
        </p:nvGraphicFramePr>
        <p:xfrm>
          <a:off x="817563" y="6149975"/>
          <a:ext cx="2000250" cy="447675"/>
        </p:xfrm>
        <a:graphic>
          <a:graphicData uri="http://schemas.openxmlformats.org/presentationml/2006/ole">
            <mc:AlternateContent xmlns:mc="http://schemas.openxmlformats.org/markup-compatibility/2006">
              <mc:Choice xmlns:v="urn:schemas-microsoft-com:vml" Requires="v">
                <p:oleObj name="Equation" r:id="rId55" imgW="799753" imgH="165028" progId="Equation.DSMT4">
                  <p:embed/>
                </p:oleObj>
              </mc:Choice>
              <mc:Fallback>
                <p:oleObj name="Equation" r:id="rId55" imgW="799753" imgH="165028" progId="Equation.DSMT4">
                  <p:embed/>
                  <p:pic>
                    <p:nvPicPr>
                      <p:cNvPr id="204" name="对象 203"/>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817563" y="6149975"/>
                        <a:ext cx="20002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 name="左大括号 204"/>
          <p:cNvSpPr/>
          <p:nvPr/>
        </p:nvSpPr>
        <p:spPr>
          <a:xfrm>
            <a:off x="395288" y="5281613"/>
            <a:ext cx="373062" cy="1143000"/>
          </a:xfrm>
          <a:prstGeom prst="leftBrace">
            <a:avLst>
              <a:gd name="adj1" fmla="val 30759"/>
              <a:gd name="adj2" fmla="val 50000"/>
            </a:avLst>
          </a:prstGeom>
          <a:noFill/>
          <a:ln w="38100" cap="flat" cmpd="sng" algn="ctr">
            <a:solidFill>
              <a:srgbClr val="0BD0D9"/>
            </a:solidFill>
            <a:prstDash val="solid"/>
          </a:ln>
          <a:effectLst>
            <a:outerShdw blurRad="57150" dist="38100" dir="5400000" algn="ctr" rotWithShape="0">
              <a:srgbClr val="0BD0D9">
                <a:shade val="9000"/>
                <a:satMod val="105000"/>
                <a:alpha val="48000"/>
              </a:srgbClr>
            </a:outerShdw>
          </a:effectLst>
        </p:spPr>
        <p:txBody>
          <a:bodyPr anchor="ctr"/>
          <a:lstStyle/>
          <a:p>
            <a:pPr algn="ctr" eaLnBrk="1" fontAlgn="auto" hangingPunct="1">
              <a:spcBef>
                <a:spcPts val="0"/>
              </a:spcBef>
              <a:spcAft>
                <a:spcPts val="0"/>
              </a:spcAft>
              <a:defRPr/>
            </a:pPr>
            <a:endParaRPr kumimoji="0" lang="zh-CN" altLang="en-US" kern="0">
              <a:solidFill>
                <a:srgbClr val="FF6600"/>
              </a:solidFill>
              <a:latin typeface="Perpetua"/>
              <a:ea typeface="宋体" panose="02010600030101010101" pitchFamily="2" charset="-122"/>
            </a:endParaRPr>
          </a:p>
        </p:txBody>
      </p:sp>
      <p:sp>
        <p:nvSpPr>
          <p:cNvPr id="206" name="矩形 205"/>
          <p:cNvSpPr>
            <a:spLocks noChangeArrowheads="1"/>
          </p:cNvSpPr>
          <p:nvPr/>
        </p:nvSpPr>
        <p:spPr bwMode="auto">
          <a:xfrm>
            <a:off x="5422900" y="188913"/>
            <a:ext cx="1303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kumimoji="0" lang="zh-CN" altLang="en-US" sz="2000">
                <a:solidFill>
                  <a:srgbClr val="000000"/>
                </a:solidFill>
                <a:latin typeface="华文细黑" panose="02010600040101010101" pitchFamily="2" charset="-122"/>
                <a:ea typeface="华文细黑" panose="02010600040101010101" pitchFamily="2" charset="-122"/>
                <a:cs typeface="Times New Roman" panose="02020603050405020304" pitchFamily="18" charset="0"/>
              </a:rPr>
              <a:t>已知条件</a:t>
            </a:r>
            <a:endParaRPr kumimoji="0" lang="zh-CN" altLang="en-US" sz="2000">
              <a:solidFill>
                <a:srgbClr val="FFFFFF"/>
              </a:solidFill>
              <a:latin typeface="华文细黑" panose="02010600040101010101" pitchFamily="2" charset="-122"/>
              <a:ea typeface="华文细黑" panose="02010600040101010101" pitchFamily="2" charset="-122"/>
              <a:cs typeface="Times New Roman" panose="02020603050405020304" pitchFamily="18" charset="0"/>
            </a:endParaRPr>
          </a:p>
        </p:txBody>
      </p:sp>
      <p:grpSp>
        <p:nvGrpSpPr>
          <p:cNvPr id="207" name="组合 206"/>
          <p:cNvGrpSpPr>
            <a:grpSpLocks/>
          </p:cNvGrpSpPr>
          <p:nvPr/>
        </p:nvGrpSpPr>
        <p:grpSpPr bwMode="auto">
          <a:xfrm>
            <a:off x="2897188" y="5681663"/>
            <a:ext cx="1943100" cy="449262"/>
            <a:chOff x="3197359" y="4646613"/>
            <a:chExt cx="1942966" cy="449262"/>
          </a:xfrm>
        </p:grpSpPr>
        <p:sp>
          <p:nvSpPr>
            <p:cNvPr id="208" name="矩形 207"/>
            <p:cNvSpPr/>
            <p:nvPr/>
          </p:nvSpPr>
          <p:spPr>
            <a:xfrm>
              <a:off x="3197359" y="4675188"/>
              <a:ext cx="1852484" cy="400050"/>
            </a:xfrm>
            <a:prstGeom prst="rect">
              <a:avLst/>
            </a:prstGeom>
          </p:spPr>
          <p:txBody>
            <a:bodyPr>
              <a:spAutoFit/>
            </a:bodyPr>
            <a:lstStyle/>
            <a:p>
              <a:pPr eaLnBrk="1" fontAlgn="auto" hangingPunct="1">
                <a:spcBef>
                  <a:spcPts val="0"/>
                </a:spcBef>
                <a:spcAft>
                  <a:spcPts val="0"/>
                </a:spcAft>
                <a:defRPr/>
              </a:pPr>
              <a:r>
                <a:rPr kumimoji="0" lang="zh-CN" altLang="en-US" sz="2000" kern="0" dirty="0">
                  <a:solidFill>
                    <a:prstClr val="black"/>
                  </a:solidFill>
                  <a:latin typeface="华文细黑" panose="02010600040101010101" pitchFamily="2" charset="-122"/>
                  <a:ea typeface="华文细黑" panose="02010600040101010101" pitchFamily="2" charset="-122"/>
                  <a:cs typeface="Times New Roman" panose="02020603050405020304" pitchFamily="18" charset="0"/>
                </a:rPr>
                <a:t>解得</a:t>
              </a:r>
              <a:endParaRPr kumimoji="0" lang="zh-CN" altLang="en-US" sz="2000" kern="0" dirty="0">
                <a:solidFill>
                  <a:prstClr val="white"/>
                </a:solidFill>
                <a:latin typeface="华文细黑" panose="02010600040101010101" pitchFamily="2" charset="-122"/>
                <a:ea typeface="华文细黑" panose="02010600040101010101" pitchFamily="2" charset="-122"/>
              </a:endParaRPr>
            </a:p>
          </p:txBody>
        </p:sp>
        <p:graphicFrame>
          <p:nvGraphicFramePr>
            <p:cNvPr id="17439" name="对象 208"/>
            <p:cNvGraphicFramePr>
              <a:graphicFrameLocks noChangeAspect="1"/>
            </p:cNvGraphicFramePr>
            <p:nvPr/>
          </p:nvGraphicFramePr>
          <p:xfrm>
            <a:off x="3838575" y="4646613"/>
            <a:ext cx="1301750" cy="449262"/>
          </p:xfrm>
          <a:graphic>
            <a:graphicData uri="http://schemas.openxmlformats.org/presentationml/2006/ole">
              <mc:AlternateContent xmlns:mc="http://schemas.openxmlformats.org/markup-compatibility/2006">
                <mc:Choice xmlns:v="urn:schemas-microsoft-com:vml" Requires="v">
                  <p:oleObj name="Equation" r:id="rId57" imgW="520474" imgH="165028" progId="Equation.DSMT4">
                    <p:embed/>
                  </p:oleObj>
                </mc:Choice>
                <mc:Fallback>
                  <p:oleObj name="Equation" r:id="rId57" imgW="520474" imgH="165028" progId="Equation.DSMT4">
                    <p:embed/>
                    <p:pic>
                      <p:nvPicPr>
                        <p:cNvPr id="17439" name="对象 208"/>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3838575" y="4646613"/>
                          <a:ext cx="130175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wipe(left)">
                                      <p:cBhvr>
                                        <p:cTn id="7" dur="500"/>
                                        <p:tgtEl>
                                          <p:spTgt spid="201"/>
                                        </p:tgtEl>
                                      </p:cBhvr>
                                    </p:animEffect>
                                  </p:childTnLst>
                                </p:cTn>
                              </p:par>
                            </p:childTnLst>
                          </p:cTn>
                        </p:par>
                        <p:par>
                          <p:cTn id="8" fill="hold" nodeType="afterGroup">
                            <p:stCondLst>
                              <p:cond delay="500"/>
                            </p:stCondLst>
                            <p:childTnLst>
                              <p:par>
                                <p:cTn id="9" presetID="31" presetClass="entr" presetSubtype="0" fill="hold" nodeType="afterEffect">
                                  <p:stCondLst>
                                    <p:cond delay="0"/>
                                  </p:stCondLst>
                                  <p:childTnLst>
                                    <p:set>
                                      <p:cBhvr>
                                        <p:cTn id="10" dur="1" fill="hold">
                                          <p:stCondLst>
                                            <p:cond delay="0"/>
                                          </p:stCondLst>
                                        </p:cTn>
                                        <p:tgtEl>
                                          <p:spTgt spid="138"/>
                                        </p:tgtEl>
                                        <p:attrNameLst>
                                          <p:attrName>style.visibility</p:attrName>
                                        </p:attrNameLst>
                                      </p:cBhvr>
                                      <p:to>
                                        <p:strVal val="visible"/>
                                      </p:to>
                                    </p:set>
                                    <p:anim calcmode="lin" valueType="num">
                                      <p:cBhvr>
                                        <p:cTn id="11" dur="2000" fill="hold"/>
                                        <p:tgtEl>
                                          <p:spTgt spid="138"/>
                                        </p:tgtEl>
                                        <p:attrNameLst>
                                          <p:attrName>ppt_w</p:attrName>
                                        </p:attrNameLst>
                                      </p:cBhvr>
                                      <p:tavLst>
                                        <p:tav tm="0">
                                          <p:val>
                                            <p:fltVal val="0"/>
                                          </p:val>
                                        </p:tav>
                                        <p:tav tm="100000">
                                          <p:val>
                                            <p:strVal val="#ppt_w"/>
                                          </p:val>
                                        </p:tav>
                                      </p:tavLst>
                                    </p:anim>
                                    <p:anim calcmode="lin" valueType="num">
                                      <p:cBhvr>
                                        <p:cTn id="12" dur="2000" fill="hold"/>
                                        <p:tgtEl>
                                          <p:spTgt spid="138"/>
                                        </p:tgtEl>
                                        <p:attrNameLst>
                                          <p:attrName>ppt_h</p:attrName>
                                        </p:attrNameLst>
                                      </p:cBhvr>
                                      <p:tavLst>
                                        <p:tav tm="0">
                                          <p:val>
                                            <p:fltVal val="0"/>
                                          </p:val>
                                        </p:tav>
                                        <p:tav tm="100000">
                                          <p:val>
                                            <p:strVal val="#ppt_h"/>
                                          </p:val>
                                        </p:tav>
                                      </p:tavLst>
                                    </p:anim>
                                    <p:anim calcmode="lin" valueType="num">
                                      <p:cBhvr>
                                        <p:cTn id="13" dur="2000" fill="hold"/>
                                        <p:tgtEl>
                                          <p:spTgt spid="138"/>
                                        </p:tgtEl>
                                        <p:attrNameLst>
                                          <p:attrName>style.rotation</p:attrName>
                                        </p:attrNameLst>
                                      </p:cBhvr>
                                      <p:tavLst>
                                        <p:tav tm="0">
                                          <p:val>
                                            <p:fltVal val="90"/>
                                          </p:val>
                                        </p:tav>
                                        <p:tav tm="100000">
                                          <p:val>
                                            <p:fltVal val="0"/>
                                          </p:val>
                                        </p:tav>
                                      </p:tavLst>
                                    </p:anim>
                                    <p:animEffect transition="in" filter="fade">
                                      <p:cBhvr>
                                        <p:cTn id="14" dur="2000"/>
                                        <p:tgtEl>
                                          <p:spTgt spid="13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5" presetClass="entr" presetSubtype="0" fill="hold" grpId="0" nodeType="clickEffect">
                                  <p:stCondLst>
                                    <p:cond delay="0"/>
                                  </p:stCondLst>
                                  <p:childTnLst>
                                    <p:set>
                                      <p:cBhvr>
                                        <p:cTn id="18" dur="1" fill="hold">
                                          <p:stCondLst>
                                            <p:cond delay="0"/>
                                          </p:stCondLst>
                                        </p:cTn>
                                        <p:tgtEl>
                                          <p:spTgt spid="206"/>
                                        </p:tgtEl>
                                        <p:attrNameLst>
                                          <p:attrName>style.visibility</p:attrName>
                                        </p:attrNameLst>
                                      </p:cBhvr>
                                      <p:to>
                                        <p:strVal val="visible"/>
                                      </p:to>
                                    </p:set>
                                    <p:anim calcmode="lin" valueType="num">
                                      <p:cBhvr>
                                        <p:cTn id="19" dur="500" decel="50000" fill="hold">
                                          <p:stCondLst>
                                            <p:cond delay="0"/>
                                          </p:stCondLst>
                                        </p:cTn>
                                        <p:tgtEl>
                                          <p:spTgt spid="206"/>
                                        </p:tgtEl>
                                        <p:attrNameLst>
                                          <p:attrName>style.rotation</p:attrName>
                                        </p:attrNameLst>
                                      </p:cBhvr>
                                      <p:tavLst>
                                        <p:tav tm="0">
                                          <p:val>
                                            <p:fltVal val="-90"/>
                                          </p:val>
                                        </p:tav>
                                        <p:tav tm="100000">
                                          <p:val>
                                            <p:fltVal val="0"/>
                                          </p:val>
                                        </p:tav>
                                      </p:tavLst>
                                    </p:anim>
                                    <p:anim calcmode="lin" valueType="num">
                                      <p:cBhvr>
                                        <p:cTn id="20" dur="500" decel="50000" fill="hold">
                                          <p:stCondLst>
                                            <p:cond delay="0"/>
                                          </p:stCondLst>
                                        </p:cTn>
                                        <p:tgtEl>
                                          <p:spTgt spid="206"/>
                                        </p:tgtEl>
                                        <p:attrNameLst>
                                          <p:attrName>ppt_w</p:attrName>
                                        </p:attrNameLst>
                                      </p:cBhvr>
                                      <p:tavLst>
                                        <p:tav tm="0">
                                          <p:val>
                                            <p:strVal val="#ppt_w"/>
                                          </p:val>
                                        </p:tav>
                                        <p:tav tm="100000">
                                          <p:val>
                                            <p:strVal val="#ppt_w*.05"/>
                                          </p:val>
                                        </p:tav>
                                      </p:tavLst>
                                    </p:anim>
                                    <p:anim calcmode="lin" valueType="num">
                                      <p:cBhvr>
                                        <p:cTn id="21" dur="500" accel="50000" fill="hold">
                                          <p:stCondLst>
                                            <p:cond delay="500"/>
                                          </p:stCondLst>
                                        </p:cTn>
                                        <p:tgtEl>
                                          <p:spTgt spid="206"/>
                                        </p:tgtEl>
                                        <p:attrNameLst>
                                          <p:attrName>ppt_w</p:attrName>
                                        </p:attrNameLst>
                                      </p:cBhvr>
                                      <p:tavLst>
                                        <p:tav tm="0">
                                          <p:val>
                                            <p:strVal val="#ppt_w*.05"/>
                                          </p:val>
                                        </p:tav>
                                        <p:tav tm="100000">
                                          <p:val>
                                            <p:strVal val="#ppt_w"/>
                                          </p:val>
                                        </p:tav>
                                      </p:tavLst>
                                    </p:anim>
                                    <p:anim calcmode="lin" valueType="num">
                                      <p:cBhvr>
                                        <p:cTn id="22" dur="1000" fill="hold"/>
                                        <p:tgtEl>
                                          <p:spTgt spid="206"/>
                                        </p:tgtEl>
                                        <p:attrNameLst>
                                          <p:attrName>ppt_h</p:attrName>
                                        </p:attrNameLst>
                                      </p:cBhvr>
                                      <p:tavLst>
                                        <p:tav tm="0">
                                          <p:val>
                                            <p:strVal val="#ppt_h"/>
                                          </p:val>
                                        </p:tav>
                                        <p:tav tm="100000">
                                          <p:val>
                                            <p:strVal val="#ppt_h"/>
                                          </p:val>
                                        </p:tav>
                                      </p:tavLst>
                                    </p:anim>
                                    <p:anim calcmode="lin" valueType="num">
                                      <p:cBhvr>
                                        <p:cTn id="23" dur="500" decel="50000" fill="hold">
                                          <p:stCondLst>
                                            <p:cond delay="0"/>
                                          </p:stCondLst>
                                        </p:cTn>
                                        <p:tgtEl>
                                          <p:spTgt spid="206"/>
                                        </p:tgtEl>
                                        <p:attrNameLst>
                                          <p:attrName>ppt_x</p:attrName>
                                        </p:attrNameLst>
                                      </p:cBhvr>
                                      <p:tavLst>
                                        <p:tav tm="0">
                                          <p:val>
                                            <p:strVal val="#ppt_x+.4"/>
                                          </p:val>
                                        </p:tav>
                                        <p:tav tm="100000">
                                          <p:val>
                                            <p:strVal val="#ppt_x"/>
                                          </p:val>
                                        </p:tav>
                                      </p:tavLst>
                                    </p:anim>
                                    <p:anim calcmode="lin" valueType="num">
                                      <p:cBhvr>
                                        <p:cTn id="24" dur="500" decel="50000" fill="hold">
                                          <p:stCondLst>
                                            <p:cond delay="0"/>
                                          </p:stCondLst>
                                        </p:cTn>
                                        <p:tgtEl>
                                          <p:spTgt spid="206"/>
                                        </p:tgtEl>
                                        <p:attrNameLst>
                                          <p:attrName>ppt_y</p:attrName>
                                        </p:attrNameLst>
                                      </p:cBhvr>
                                      <p:tavLst>
                                        <p:tav tm="0">
                                          <p:val>
                                            <p:strVal val="#ppt_y-.2"/>
                                          </p:val>
                                        </p:tav>
                                        <p:tav tm="100000">
                                          <p:val>
                                            <p:strVal val="#ppt_y+.1"/>
                                          </p:val>
                                        </p:tav>
                                      </p:tavLst>
                                    </p:anim>
                                    <p:anim calcmode="lin" valueType="num">
                                      <p:cBhvr>
                                        <p:cTn id="25" dur="500" accel="50000" fill="hold">
                                          <p:stCondLst>
                                            <p:cond delay="500"/>
                                          </p:stCondLst>
                                        </p:cTn>
                                        <p:tgtEl>
                                          <p:spTgt spid="206"/>
                                        </p:tgtEl>
                                        <p:attrNameLst>
                                          <p:attrName>ppt_y</p:attrName>
                                        </p:attrNameLst>
                                      </p:cBhvr>
                                      <p:tavLst>
                                        <p:tav tm="0">
                                          <p:val>
                                            <p:strVal val="#ppt_y+.1"/>
                                          </p:val>
                                        </p:tav>
                                        <p:tav tm="100000">
                                          <p:val>
                                            <p:strVal val="#ppt_y"/>
                                          </p:val>
                                        </p:tav>
                                      </p:tavLst>
                                    </p:anim>
                                    <p:animEffect transition="in" filter="fade">
                                      <p:cBhvr>
                                        <p:cTn id="26" dur="1000" decel="50000">
                                          <p:stCondLst>
                                            <p:cond delay="0"/>
                                          </p:stCondLst>
                                        </p:cTn>
                                        <p:tgtEl>
                                          <p:spTgt spid="206"/>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151"/>
                                        </p:tgtEl>
                                        <p:attrNameLst>
                                          <p:attrName>style.visibility</p:attrName>
                                        </p:attrNameLst>
                                      </p:cBhvr>
                                      <p:to>
                                        <p:strVal val="visible"/>
                                      </p:to>
                                    </p:set>
                                    <p:animEffect transition="in" filter="wipe(left)">
                                      <p:cBhvr>
                                        <p:cTn id="30" dur="2000"/>
                                        <p:tgtEl>
                                          <p:spTgt spid="15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70"/>
                                        </p:tgtEl>
                                        <p:attrNameLst>
                                          <p:attrName>style.visibility</p:attrName>
                                        </p:attrNameLst>
                                      </p:cBhvr>
                                      <p:to>
                                        <p:strVal val="visible"/>
                                      </p:to>
                                    </p:set>
                                    <p:animEffect transition="in" filter="wipe(left)">
                                      <p:cBhvr>
                                        <p:cTn id="35" dur="2000"/>
                                        <p:tgtEl>
                                          <p:spTgt spid="17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77"/>
                                        </p:tgtEl>
                                        <p:attrNameLst>
                                          <p:attrName>style.visibility</p:attrName>
                                        </p:attrNameLst>
                                      </p:cBhvr>
                                      <p:to>
                                        <p:strVal val="visible"/>
                                      </p:to>
                                    </p:set>
                                    <p:animEffect transition="in" filter="wipe(left)">
                                      <p:cBhvr>
                                        <p:cTn id="40" dur="2000"/>
                                        <p:tgtEl>
                                          <p:spTgt spid="17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84"/>
                                        </p:tgtEl>
                                        <p:attrNameLst>
                                          <p:attrName>style.visibility</p:attrName>
                                        </p:attrNameLst>
                                      </p:cBhvr>
                                      <p:to>
                                        <p:strVal val="visible"/>
                                      </p:to>
                                    </p:set>
                                    <p:animEffect transition="in" filter="wipe(left)">
                                      <p:cBhvr>
                                        <p:cTn id="45" dur="2000"/>
                                        <p:tgtEl>
                                          <p:spTgt spid="184"/>
                                        </p:tgtEl>
                                      </p:cBhvr>
                                    </p:animEffect>
                                  </p:childTnLst>
                                </p:cTn>
                              </p:par>
                            </p:childTnLst>
                          </p:cTn>
                        </p:par>
                        <p:par>
                          <p:cTn id="46" fill="hold" nodeType="afterGroup">
                            <p:stCondLst>
                              <p:cond delay="2000"/>
                            </p:stCondLst>
                            <p:childTnLst>
                              <p:par>
                                <p:cTn id="47" presetID="22" presetClass="entr" presetSubtype="8" fill="hold" nodeType="afterEffect">
                                  <p:stCondLst>
                                    <p:cond delay="0"/>
                                  </p:stCondLst>
                                  <p:childTnLst>
                                    <p:set>
                                      <p:cBhvr>
                                        <p:cTn id="48" dur="1" fill="hold">
                                          <p:stCondLst>
                                            <p:cond delay="0"/>
                                          </p:stCondLst>
                                        </p:cTn>
                                        <p:tgtEl>
                                          <p:spTgt spid="200"/>
                                        </p:tgtEl>
                                        <p:attrNameLst>
                                          <p:attrName>style.visibility</p:attrName>
                                        </p:attrNameLst>
                                      </p:cBhvr>
                                      <p:to>
                                        <p:strVal val="visible"/>
                                      </p:to>
                                    </p:set>
                                    <p:animEffect transition="in" filter="wipe(left)">
                                      <p:cBhvr>
                                        <p:cTn id="49" dur="1000"/>
                                        <p:tgtEl>
                                          <p:spTgt spid="200"/>
                                        </p:tgtEl>
                                      </p:cBhvr>
                                    </p:animEffect>
                                  </p:childTnLst>
                                </p:cTn>
                              </p:par>
                            </p:childTnLst>
                          </p:cTn>
                        </p:par>
                        <p:par>
                          <p:cTn id="50" fill="hold" nodeType="afterGroup">
                            <p:stCondLst>
                              <p:cond delay="3000"/>
                            </p:stCondLst>
                            <p:childTnLst>
                              <p:par>
                                <p:cTn id="51" presetID="25" presetClass="entr" presetSubtype="0" fill="hold" grpId="0" nodeType="afterEffect">
                                  <p:stCondLst>
                                    <p:cond delay="0"/>
                                  </p:stCondLst>
                                  <p:childTnLst>
                                    <p:set>
                                      <p:cBhvr>
                                        <p:cTn id="52" dur="1" fill="hold">
                                          <p:stCondLst>
                                            <p:cond delay="0"/>
                                          </p:stCondLst>
                                        </p:cTn>
                                        <p:tgtEl>
                                          <p:spTgt spid="202"/>
                                        </p:tgtEl>
                                        <p:attrNameLst>
                                          <p:attrName>style.visibility</p:attrName>
                                        </p:attrNameLst>
                                      </p:cBhvr>
                                      <p:to>
                                        <p:strVal val="visible"/>
                                      </p:to>
                                    </p:set>
                                    <p:anim calcmode="lin" valueType="num">
                                      <p:cBhvr>
                                        <p:cTn id="53" dur="500" decel="50000" fill="hold">
                                          <p:stCondLst>
                                            <p:cond delay="0"/>
                                          </p:stCondLst>
                                        </p:cTn>
                                        <p:tgtEl>
                                          <p:spTgt spid="202"/>
                                        </p:tgtEl>
                                        <p:attrNameLst>
                                          <p:attrName>style.rotation</p:attrName>
                                        </p:attrNameLst>
                                      </p:cBhvr>
                                      <p:tavLst>
                                        <p:tav tm="0">
                                          <p:val>
                                            <p:fltVal val="-90"/>
                                          </p:val>
                                        </p:tav>
                                        <p:tav tm="100000">
                                          <p:val>
                                            <p:fltVal val="0"/>
                                          </p:val>
                                        </p:tav>
                                      </p:tavLst>
                                    </p:anim>
                                    <p:anim calcmode="lin" valueType="num">
                                      <p:cBhvr>
                                        <p:cTn id="54" dur="500" decel="50000" fill="hold">
                                          <p:stCondLst>
                                            <p:cond delay="0"/>
                                          </p:stCondLst>
                                        </p:cTn>
                                        <p:tgtEl>
                                          <p:spTgt spid="202"/>
                                        </p:tgtEl>
                                        <p:attrNameLst>
                                          <p:attrName>ppt_w</p:attrName>
                                        </p:attrNameLst>
                                      </p:cBhvr>
                                      <p:tavLst>
                                        <p:tav tm="0">
                                          <p:val>
                                            <p:strVal val="#ppt_w"/>
                                          </p:val>
                                        </p:tav>
                                        <p:tav tm="100000">
                                          <p:val>
                                            <p:strVal val="#ppt_w*.05"/>
                                          </p:val>
                                        </p:tav>
                                      </p:tavLst>
                                    </p:anim>
                                    <p:anim calcmode="lin" valueType="num">
                                      <p:cBhvr>
                                        <p:cTn id="55" dur="500" accel="50000" fill="hold">
                                          <p:stCondLst>
                                            <p:cond delay="500"/>
                                          </p:stCondLst>
                                        </p:cTn>
                                        <p:tgtEl>
                                          <p:spTgt spid="202"/>
                                        </p:tgtEl>
                                        <p:attrNameLst>
                                          <p:attrName>ppt_w</p:attrName>
                                        </p:attrNameLst>
                                      </p:cBhvr>
                                      <p:tavLst>
                                        <p:tav tm="0">
                                          <p:val>
                                            <p:strVal val="#ppt_w*.05"/>
                                          </p:val>
                                        </p:tav>
                                        <p:tav tm="100000">
                                          <p:val>
                                            <p:strVal val="#ppt_w"/>
                                          </p:val>
                                        </p:tav>
                                      </p:tavLst>
                                    </p:anim>
                                    <p:anim calcmode="lin" valueType="num">
                                      <p:cBhvr>
                                        <p:cTn id="56" dur="1000" fill="hold"/>
                                        <p:tgtEl>
                                          <p:spTgt spid="202"/>
                                        </p:tgtEl>
                                        <p:attrNameLst>
                                          <p:attrName>ppt_h</p:attrName>
                                        </p:attrNameLst>
                                      </p:cBhvr>
                                      <p:tavLst>
                                        <p:tav tm="0">
                                          <p:val>
                                            <p:strVal val="#ppt_h"/>
                                          </p:val>
                                        </p:tav>
                                        <p:tav tm="100000">
                                          <p:val>
                                            <p:strVal val="#ppt_h"/>
                                          </p:val>
                                        </p:tav>
                                      </p:tavLst>
                                    </p:anim>
                                    <p:anim calcmode="lin" valueType="num">
                                      <p:cBhvr>
                                        <p:cTn id="57" dur="500" decel="50000" fill="hold">
                                          <p:stCondLst>
                                            <p:cond delay="0"/>
                                          </p:stCondLst>
                                        </p:cTn>
                                        <p:tgtEl>
                                          <p:spTgt spid="202"/>
                                        </p:tgtEl>
                                        <p:attrNameLst>
                                          <p:attrName>ppt_x</p:attrName>
                                        </p:attrNameLst>
                                      </p:cBhvr>
                                      <p:tavLst>
                                        <p:tav tm="0">
                                          <p:val>
                                            <p:strVal val="#ppt_x+.4"/>
                                          </p:val>
                                        </p:tav>
                                        <p:tav tm="100000">
                                          <p:val>
                                            <p:strVal val="#ppt_x"/>
                                          </p:val>
                                        </p:tav>
                                      </p:tavLst>
                                    </p:anim>
                                    <p:anim calcmode="lin" valueType="num">
                                      <p:cBhvr>
                                        <p:cTn id="58" dur="500" decel="50000" fill="hold">
                                          <p:stCondLst>
                                            <p:cond delay="0"/>
                                          </p:stCondLst>
                                        </p:cTn>
                                        <p:tgtEl>
                                          <p:spTgt spid="202"/>
                                        </p:tgtEl>
                                        <p:attrNameLst>
                                          <p:attrName>ppt_y</p:attrName>
                                        </p:attrNameLst>
                                      </p:cBhvr>
                                      <p:tavLst>
                                        <p:tav tm="0">
                                          <p:val>
                                            <p:strVal val="#ppt_y-.2"/>
                                          </p:val>
                                        </p:tav>
                                        <p:tav tm="100000">
                                          <p:val>
                                            <p:strVal val="#ppt_y+.1"/>
                                          </p:val>
                                        </p:tav>
                                      </p:tavLst>
                                    </p:anim>
                                    <p:anim calcmode="lin" valueType="num">
                                      <p:cBhvr>
                                        <p:cTn id="59" dur="500" accel="50000" fill="hold">
                                          <p:stCondLst>
                                            <p:cond delay="500"/>
                                          </p:stCondLst>
                                        </p:cTn>
                                        <p:tgtEl>
                                          <p:spTgt spid="202"/>
                                        </p:tgtEl>
                                        <p:attrNameLst>
                                          <p:attrName>ppt_y</p:attrName>
                                        </p:attrNameLst>
                                      </p:cBhvr>
                                      <p:tavLst>
                                        <p:tav tm="0">
                                          <p:val>
                                            <p:strVal val="#ppt_y+.1"/>
                                          </p:val>
                                        </p:tav>
                                        <p:tav tm="100000">
                                          <p:val>
                                            <p:strVal val="#ppt_y"/>
                                          </p:val>
                                        </p:tav>
                                      </p:tavLst>
                                    </p:anim>
                                    <p:animEffect transition="in" filter="fade">
                                      <p:cBhvr>
                                        <p:cTn id="60" dur="1000" decel="50000">
                                          <p:stCondLst>
                                            <p:cond delay="0"/>
                                          </p:stCondLst>
                                        </p:cTn>
                                        <p:tgtEl>
                                          <p:spTgt spid="20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52"/>
                                        </p:tgtEl>
                                        <p:attrNameLst>
                                          <p:attrName>style.visibility</p:attrName>
                                        </p:attrNameLst>
                                      </p:cBhvr>
                                      <p:to>
                                        <p:strVal val="visible"/>
                                      </p:to>
                                    </p:set>
                                    <p:animEffect transition="in" filter="wipe(left)">
                                      <p:cBhvr>
                                        <p:cTn id="65" dur="2000"/>
                                        <p:tgtEl>
                                          <p:spTgt spid="15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165"/>
                                        </p:tgtEl>
                                        <p:attrNameLst>
                                          <p:attrName>style.visibility</p:attrName>
                                        </p:attrNameLst>
                                      </p:cBhvr>
                                      <p:to>
                                        <p:strVal val="visible"/>
                                      </p:to>
                                    </p:set>
                                    <p:animEffect transition="in" filter="wipe(left)">
                                      <p:cBhvr>
                                        <p:cTn id="70" dur="2000"/>
                                        <p:tgtEl>
                                          <p:spTgt spid="165"/>
                                        </p:tgtEl>
                                      </p:cBhvr>
                                    </p:animEffect>
                                  </p:childTnLst>
                                </p:cTn>
                              </p:par>
                            </p:childTnLst>
                          </p:cTn>
                        </p:par>
                        <p:par>
                          <p:cTn id="71" fill="hold" nodeType="afterGroup">
                            <p:stCondLst>
                              <p:cond delay="2000"/>
                            </p:stCondLst>
                            <p:childTnLst>
                              <p:par>
                                <p:cTn id="72" presetID="22" presetClass="entr" presetSubtype="8" fill="hold" nodeType="afterEffect">
                                  <p:stCondLst>
                                    <p:cond delay="0"/>
                                  </p:stCondLst>
                                  <p:childTnLst>
                                    <p:set>
                                      <p:cBhvr>
                                        <p:cTn id="73" dur="1" fill="hold">
                                          <p:stCondLst>
                                            <p:cond delay="0"/>
                                          </p:stCondLst>
                                        </p:cTn>
                                        <p:tgtEl>
                                          <p:spTgt spid="141"/>
                                        </p:tgtEl>
                                        <p:attrNameLst>
                                          <p:attrName>style.visibility</p:attrName>
                                        </p:attrNameLst>
                                      </p:cBhvr>
                                      <p:to>
                                        <p:strVal val="visible"/>
                                      </p:to>
                                    </p:set>
                                    <p:animEffect transition="in" filter="wipe(left)">
                                      <p:cBhvr>
                                        <p:cTn id="74" dur="2000"/>
                                        <p:tgtEl>
                                          <p:spTgt spid="141"/>
                                        </p:tgtEl>
                                      </p:cBhvr>
                                    </p:animEffect>
                                  </p:childTnLst>
                                </p:cTn>
                              </p:par>
                            </p:childTnLst>
                          </p:cTn>
                        </p:par>
                        <p:par>
                          <p:cTn id="75" fill="hold" nodeType="afterGroup">
                            <p:stCondLst>
                              <p:cond delay="4000"/>
                            </p:stCondLst>
                            <p:childTnLst>
                              <p:par>
                                <p:cTn id="76" presetID="22" presetClass="entr" presetSubtype="8" fill="hold" nodeType="afterEffect">
                                  <p:stCondLst>
                                    <p:cond delay="0"/>
                                  </p:stCondLst>
                                  <p:childTnLst>
                                    <p:set>
                                      <p:cBhvr>
                                        <p:cTn id="77" dur="1" fill="hold">
                                          <p:stCondLst>
                                            <p:cond delay="0"/>
                                          </p:stCondLst>
                                        </p:cTn>
                                        <p:tgtEl>
                                          <p:spTgt spid="146"/>
                                        </p:tgtEl>
                                        <p:attrNameLst>
                                          <p:attrName>style.visibility</p:attrName>
                                        </p:attrNameLst>
                                      </p:cBhvr>
                                      <p:to>
                                        <p:strVal val="visible"/>
                                      </p:to>
                                    </p:set>
                                    <p:animEffect transition="in" filter="wipe(left)">
                                      <p:cBhvr>
                                        <p:cTn id="78" dur="2000"/>
                                        <p:tgtEl>
                                          <p:spTgt spid="14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192"/>
                                        </p:tgtEl>
                                        <p:attrNameLst>
                                          <p:attrName>style.visibility</p:attrName>
                                        </p:attrNameLst>
                                      </p:cBhvr>
                                      <p:to>
                                        <p:strVal val="visible"/>
                                      </p:to>
                                    </p:set>
                                    <p:animEffect transition="in" filter="wipe(left)">
                                      <p:cBhvr>
                                        <p:cTn id="83" dur="2000"/>
                                        <p:tgtEl>
                                          <p:spTgt spid="19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nodeType="clickEffect">
                                  <p:stCondLst>
                                    <p:cond delay="0"/>
                                  </p:stCondLst>
                                  <p:childTnLst>
                                    <p:set>
                                      <p:cBhvr>
                                        <p:cTn id="87" dur="1" fill="hold">
                                          <p:stCondLst>
                                            <p:cond delay="0"/>
                                          </p:stCondLst>
                                        </p:cTn>
                                        <p:tgtEl>
                                          <p:spTgt spid="154"/>
                                        </p:tgtEl>
                                        <p:attrNameLst>
                                          <p:attrName>style.visibility</p:attrName>
                                        </p:attrNameLst>
                                      </p:cBhvr>
                                      <p:to>
                                        <p:strVal val="visible"/>
                                      </p:to>
                                    </p:set>
                                    <p:animEffect transition="in" filter="wipe(up)">
                                      <p:cBhvr>
                                        <p:cTn id="88" dur="2000"/>
                                        <p:tgtEl>
                                          <p:spTgt spid="15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53"/>
                                        </p:tgtEl>
                                        <p:attrNameLst>
                                          <p:attrName>style.visibility</p:attrName>
                                        </p:attrNameLst>
                                      </p:cBhvr>
                                      <p:to>
                                        <p:strVal val="visible"/>
                                      </p:to>
                                    </p:set>
                                    <p:animEffect transition="in" filter="wipe(left)">
                                      <p:cBhvr>
                                        <p:cTn id="93" dur="2000"/>
                                        <p:tgtEl>
                                          <p:spTgt spid="153"/>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203"/>
                                        </p:tgtEl>
                                        <p:attrNameLst>
                                          <p:attrName>style.visibility</p:attrName>
                                        </p:attrNameLst>
                                      </p:cBhvr>
                                      <p:to>
                                        <p:strVal val="visible"/>
                                      </p:to>
                                    </p:set>
                                    <p:animEffect transition="in" filter="wipe(left)">
                                      <p:cBhvr>
                                        <p:cTn id="98" dur="2000"/>
                                        <p:tgtEl>
                                          <p:spTgt spid="20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204"/>
                                        </p:tgtEl>
                                        <p:attrNameLst>
                                          <p:attrName>style.visibility</p:attrName>
                                        </p:attrNameLst>
                                      </p:cBhvr>
                                      <p:to>
                                        <p:strVal val="visible"/>
                                      </p:to>
                                    </p:set>
                                    <p:animEffect transition="in" filter="wipe(left)">
                                      <p:cBhvr>
                                        <p:cTn id="103" dur="2000"/>
                                        <p:tgtEl>
                                          <p:spTgt spid="204"/>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2" presetClass="entr" presetSubtype="8" fill="hold" grpId="0" nodeType="clickEffect">
                                  <p:stCondLst>
                                    <p:cond delay="0"/>
                                  </p:stCondLst>
                                  <p:childTnLst>
                                    <p:set>
                                      <p:cBhvr>
                                        <p:cTn id="107" dur="1" fill="hold">
                                          <p:stCondLst>
                                            <p:cond delay="0"/>
                                          </p:stCondLst>
                                        </p:cTn>
                                        <p:tgtEl>
                                          <p:spTgt spid="205"/>
                                        </p:tgtEl>
                                        <p:attrNameLst>
                                          <p:attrName>style.visibility</p:attrName>
                                        </p:attrNameLst>
                                      </p:cBhvr>
                                      <p:to>
                                        <p:strVal val="visible"/>
                                      </p:to>
                                    </p:set>
                                    <p:anim calcmode="lin" valueType="num">
                                      <p:cBhvr additive="base">
                                        <p:cTn id="108" dur="500"/>
                                        <p:tgtEl>
                                          <p:spTgt spid="205"/>
                                        </p:tgtEl>
                                        <p:attrNameLst>
                                          <p:attrName>ppt_x</p:attrName>
                                        </p:attrNameLst>
                                      </p:cBhvr>
                                      <p:tavLst>
                                        <p:tav tm="0">
                                          <p:val>
                                            <p:strVal val="#ppt_x-#ppt_w*1.125000"/>
                                          </p:val>
                                        </p:tav>
                                        <p:tav tm="100000">
                                          <p:val>
                                            <p:strVal val="#ppt_x"/>
                                          </p:val>
                                        </p:tav>
                                      </p:tavLst>
                                    </p:anim>
                                    <p:animEffect transition="in" filter="wipe(right)">
                                      <p:cBhvr>
                                        <p:cTn id="109" dur="500"/>
                                        <p:tgtEl>
                                          <p:spTgt spid="205"/>
                                        </p:tgtEl>
                                      </p:cBhvr>
                                    </p:animEffect>
                                  </p:childTnLst>
                                </p:cTn>
                              </p:par>
                            </p:childTnLst>
                          </p:cTn>
                        </p:par>
                        <p:par>
                          <p:cTn id="110" fill="hold" nodeType="afterGroup">
                            <p:stCondLst>
                              <p:cond delay="500"/>
                            </p:stCondLst>
                            <p:childTnLst>
                              <p:par>
                                <p:cTn id="111" presetID="25" presetClass="entr" presetSubtype="0" fill="hold" nodeType="afterEffect">
                                  <p:stCondLst>
                                    <p:cond delay="0"/>
                                  </p:stCondLst>
                                  <p:childTnLst>
                                    <p:set>
                                      <p:cBhvr>
                                        <p:cTn id="112" dur="1" fill="hold">
                                          <p:stCondLst>
                                            <p:cond delay="0"/>
                                          </p:stCondLst>
                                        </p:cTn>
                                        <p:tgtEl>
                                          <p:spTgt spid="207"/>
                                        </p:tgtEl>
                                        <p:attrNameLst>
                                          <p:attrName>style.visibility</p:attrName>
                                        </p:attrNameLst>
                                      </p:cBhvr>
                                      <p:to>
                                        <p:strVal val="visible"/>
                                      </p:to>
                                    </p:set>
                                    <p:anim calcmode="lin" valueType="num">
                                      <p:cBhvr>
                                        <p:cTn id="113" dur="500" decel="50000" fill="hold">
                                          <p:stCondLst>
                                            <p:cond delay="0"/>
                                          </p:stCondLst>
                                        </p:cTn>
                                        <p:tgtEl>
                                          <p:spTgt spid="207"/>
                                        </p:tgtEl>
                                        <p:attrNameLst>
                                          <p:attrName>style.rotation</p:attrName>
                                        </p:attrNameLst>
                                      </p:cBhvr>
                                      <p:tavLst>
                                        <p:tav tm="0">
                                          <p:val>
                                            <p:fltVal val="-90"/>
                                          </p:val>
                                        </p:tav>
                                        <p:tav tm="100000">
                                          <p:val>
                                            <p:fltVal val="0"/>
                                          </p:val>
                                        </p:tav>
                                      </p:tavLst>
                                    </p:anim>
                                    <p:anim calcmode="lin" valueType="num">
                                      <p:cBhvr>
                                        <p:cTn id="114" dur="500" decel="50000" fill="hold">
                                          <p:stCondLst>
                                            <p:cond delay="0"/>
                                          </p:stCondLst>
                                        </p:cTn>
                                        <p:tgtEl>
                                          <p:spTgt spid="207"/>
                                        </p:tgtEl>
                                        <p:attrNameLst>
                                          <p:attrName>ppt_w</p:attrName>
                                        </p:attrNameLst>
                                      </p:cBhvr>
                                      <p:tavLst>
                                        <p:tav tm="0">
                                          <p:val>
                                            <p:strVal val="#ppt_w"/>
                                          </p:val>
                                        </p:tav>
                                        <p:tav tm="100000">
                                          <p:val>
                                            <p:strVal val="#ppt_w*.05"/>
                                          </p:val>
                                        </p:tav>
                                      </p:tavLst>
                                    </p:anim>
                                    <p:anim calcmode="lin" valueType="num">
                                      <p:cBhvr>
                                        <p:cTn id="115" dur="500" accel="50000" fill="hold">
                                          <p:stCondLst>
                                            <p:cond delay="500"/>
                                          </p:stCondLst>
                                        </p:cTn>
                                        <p:tgtEl>
                                          <p:spTgt spid="207"/>
                                        </p:tgtEl>
                                        <p:attrNameLst>
                                          <p:attrName>ppt_w</p:attrName>
                                        </p:attrNameLst>
                                      </p:cBhvr>
                                      <p:tavLst>
                                        <p:tav tm="0">
                                          <p:val>
                                            <p:strVal val="#ppt_w*.05"/>
                                          </p:val>
                                        </p:tav>
                                        <p:tav tm="100000">
                                          <p:val>
                                            <p:strVal val="#ppt_w"/>
                                          </p:val>
                                        </p:tav>
                                      </p:tavLst>
                                    </p:anim>
                                    <p:anim calcmode="lin" valueType="num">
                                      <p:cBhvr>
                                        <p:cTn id="116" dur="1000" fill="hold"/>
                                        <p:tgtEl>
                                          <p:spTgt spid="207"/>
                                        </p:tgtEl>
                                        <p:attrNameLst>
                                          <p:attrName>ppt_h</p:attrName>
                                        </p:attrNameLst>
                                      </p:cBhvr>
                                      <p:tavLst>
                                        <p:tav tm="0">
                                          <p:val>
                                            <p:strVal val="#ppt_h"/>
                                          </p:val>
                                        </p:tav>
                                        <p:tav tm="100000">
                                          <p:val>
                                            <p:strVal val="#ppt_h"/>
                                          </p:val>
                                        </p:tav>
                                      </p:tavLst>
                                    </p:anim>
                                    <p:anim calcmode="lin" valueType="num">
                                      <p:cBhvr>
                                        <p:cTn id="117" dur="500" decel="50000" fill="hold">
                                          <p:stCondLst>
                                            <p:cond delay="0"/>
                                          </p:stCondLst>
                                        </p:cTn>
                                        <p:tgtEl>
                                          <p:spTgt spid="207"/>
                                        </p:tgtEl>
                                        <p:attrNameLst>
                                          <p:attrName>ppt_x</p:attrName>
                                        </p:attrNameLst>
                                      </p:cBhvr>
                                      <p:tavLst>
                                        <p:tav tm="0">
                                          <p:val>
                                            <p:strVal val="#ppt_x+.4"/>
                                          </p:val>
                                        </p:tav>
                                        <p:tav tm="100000">
                                          <p:val>
                                            <p:strVal val="#ppt_x"/>
                                          </p:val>
                                        </p:tav>
                                      </p:tavLst>
                                    </p:anim>
                                    <p:anim calcmode="lin" valueType="num">
                                      <p:cBhvr>
                                        <p:cTn id="118" dur="500" decel="50000" fill="hold">
                                          <p:stCondLst>
                                            <p:cond delay="0"/>
                                          </p:stCondLst>
                                        </p:cTn>
                                        <p:tgtEl>
                                          <p:spTgt spid="207"/>
                                        </p:tgtEl>
                                        <p:attrNameLst>
                                          <p:attrName>ppt_y</p:attrName>
                                        </p:attrNameLst>
                                      </p:cBhvr>
                                      <p:tavLst>
                                        <p:tav tm="0">
                                          <p:val>
                                            <p:strVal val="#ppt_y-.2"/>
                                          </p:val>
                                        </p:tav>
                                        <p:tav tm="100000">
                                          <p:val>
                                            <p:strVal val="#ppt_y+.1"/>
                                          </p:val>
                                        </p:tav>
                                      </p:tavLst>
                                    </p:anim>
                                    <p:anim calcmode="lin" valueType="num">
                                      <p:cBhvr>
                                        <p:cTn id="119" dur="500" accel="50000" fill="hold">
                                          <p:stCondLst>
                                            <p:cond delay="500"/>
                                          </p:stCondLst>
                                        </p:cTn>
                                        <p:tgtEl>
                                          <p:spTgt spid="207"/>
                                        </p:tgtEl>
                                        <p:attrNameLst>
                                          <p:attrName>ppt_y</p:attrName>
                                        </p:attrNameLst>
                                      </p:cBhvr>
                                      <p:tavLst>
                                        <p:tav tm="0">
                                          <p:val>
                                            <p:strVal val="#ppt_y+.1"/>
                                          </p:val>
                                        </p:tav>
                                        <p:tav tm="100000">
                                          <p:val>
                                            <p:strVal val="#ppt_y"/>
                                          </p:val>
                                        </p:tav>
                                      </p:tavLst>
                                    </p:anim>
                                    <p:animEffect transition="in" filter="fade">
                                      <p:cBhvr>
                                        <p:cTn id="120" dur="1000" decel="50000">
                                          <p:stCondLst>
                                            <p:cond delay="0"/>
                                          </p:stCondLst>
                                        </p:cTn>
                                        <p:tgtEl>
                                          <p:spTgt spid="207"/>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164"/>
                                        </p:tgtEl>
                                        <p:attrNameLst>
                                          <p:attrName>style.visibility</p:attrName>
                                        </p:attrNameLst>
                                      </p:cBhvr>
                                      <p:to>
                                        <p:strVal val="visible"/>
                                      </p:to>
                                    </p:set>
                                    <p:animEffect transition="in" filter="wipe(left)">
                                      <p:cBhvr>
                                        <p:cTn id="125" dur="20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 grpId="0"/>
      <p:bldP spid="202" grpId="0"/>
      <p:bldP spid="205" grpId="0" animBg="1"/>
      <p:bldP spid="20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22250" y="406400"/>
            <a:ext cx="8591550" cy="519112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66725" y="1047750"/>
            <a:ext cx="8210550" cy="47625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255270" y="284480"/>
            <a:ext cx="6852285" cy="4159250"/>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255270" y="4443730"/>
            <a:ext cx="5529580" cy="241490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347345" y="823595"/>
            <a:ext cx="8448675" cy="521017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352424" y="579438"/>
            <a:ext cx="27794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a:solidFill>
                  <a:srgbClr val="FF3300"/>
                </a:solidFill>
                <a:latin typeface="隶书" panose="02010509060101010101" pitchFamily="49" charset="-122"/>
                <a:ea typeface="隶书" panose="02010509060101010101" pitchFamily="49" charset="-122"/>
              </a:rPr>
              <a:t>2.  </a:t>
            </a:r>
            <a:r>
              <a:rPr lang="zh-CN" altLang="en-US" sz="2800" b="1">
                <a:solidFill>
                  <a:srgbClr val="FF3300"/>
                </a:solidFill>
                <a:latin typeface="隶书" panose="02010509060101010101" pitchFamily="49" charset="-122"/>
                <a:ea typeface="隶书" panose="02010509060101010101" pitchFamily="49" charset="-122"/>
              </a:rPr>
              <a:t>戴维南定理  </a:t>
            </a:r>
          </a:p>
        </p:txBody>
      </p:sp>
      <p:sp>
        <p:nvSpPr>
          <p:cNvPr id="173059" name="Text Box 3"/>
          <p:cNvSpPr txBox="1">
            <a:spLocks noChangeArrowheads="1"/>
          </p:cNvSpPr>
          <p:nvPr/>
        </p:nvSpPr>
        <p:spPr bwMode="auto">
          <a:xfrm>
            <a:off x="685800" y="1143000"/>
            <a:ext cx="77724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1500">
              <a:defRPr kumimoji="1" sz="2400">
                <a:solidFill>
                  <a:schemeClr val="tx1"/>
                </a:solidFill>
                <a:latin typeface="Times New Roman" panose="02020603050405020304" pitchFamily="18" charset="0"/>
                <a:ea typeface="宋体" panose="02010600030101010101" pitchFamily="2" charset="-122"/>
              </a:defRPr>
            </a:lvl1pPr>
            <a:lvl2pPr marL="762000">
              <a:defRPr kumimoji="1" sz="2400">
                <a:solidFill>
                  <a:schemeClr val="tx1"/>
                </a:solidFill>
                <a:latin typeface="Times New Roman" panose="02020603050405020304" pitchFamily="18" charset="0"/>
                <a:ea typeface="宋体" panose="02010600030101010101" pitchFamily="2" charset="-122"/>
              </a:defRPr>
            </a:lvl2pPr>
            <a:lvl3pPr marL="9525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50000"/>
              </a:lnSpc>
              <a:spcBef>
                <a:spcPct val="50000"/>
              </a:spcBef>
            </a:pPr>
            <a:r>
              <a:rPr lang="zh-CN" altLang="en-US" b="1" dirty="0"/>
              <a:t>任何一个含有独立电源、线性电阻和线性受控源的一端口网络，对外电路来说，可以用一个电压源（</a:t>
            </a:r>
            <a:r>
              <a:rPr lang="en-US" altLang="zh-CN" b="1" i="1" dirty="0" err="1"/>
              <a:t>U</a:t>
            </a:r>
            <a:r>
              <a:rPr lang="en-US" altLang="zh-CN" b="1" baseline="-25000" dirty="0" err="1"/>
              <a:t>oc</a:t>
            </a:r>
            <a:r>
              <a:rPr lang="zh-CN" altLang="en-US" b="1" dirty="0"/>
              <a:t>） 和电阻</a:t>
            </a:r>
            <a:r>
              <a:rPr lang="en-US" altLang="zh-CN" b="1" i="1" dirty="0" err="1"/>
              <a:t>R</a:t>
            </a:r>
            <a:r>
              <a:rPr lang="en-US" altLang="zh-CN" sz="3200" b="1" baseline="-25000" dirty="0" err="1"/>
              <a:t>i</a:t>
            </a:r>
            <a:r>
              <a:rPr lang="zh-CN" altLang="en-US" b="1" dirty="0"/>
              <a:t>的串联组合来等效替代；此电压源的电压等于外电路断开时端口处的开路电压，而电阻等于一端口中全部独立电源置零后的端口等效电阻。  </a:t>
            </a:r>
          </a:p>
        </p:txBody>
      </p:sp>
      <p:sp>
        <p:nvSpPr>
          <p:cNvPr id="173060" name="AutoShape 4"/>
          <p:cNvSpPr>
            <a:spLocks noChangeArrowheads="1"/>
          </p:cNvSpPr>
          <p:nvPr/>
        </p:nvSpPr>
        <p:spPr bwMode="auto">
          <a:xfrm>
            <a:off x="3733800" y="5029200"/>
            <a:ext cx="609600" cy="304800"/>
          </a:xfrm>
          <a:prstGeom prst="rightArrow">
            <a:avLst>
              <a:gd name="adj1" fmla="val 50000"/>
              <a:gd name="adj2" fmla="val 50000"/>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3061" name="Group 5"/>
          <p:cNvGrpSpPr>
            <a:grpSpLocks/>
          </p:cNvGrpSpPr>
          <p:nvPr/>
        </p:nvGrpSpPr>
        <p:grpSpPr bwMode="auto">
          <a:xfrm>
            <a:off x="1231900" y="3962400"/>
            <a:ext cx="2174875" cy="1943100"/>
            <a:chOff x="768" y="2496"/>
            <a:chExt cx="1370" cy="1224"/>
          </a:xfrm>
        </p:grpSpPr>
        <p:sp>
          <p:nvSpPr>
            <p:cNvPr id="173062" name="Rectangle 6"/>
            <p:cNvSpPr>
              <a:spLocks noChangeArrowheads="1"/>
            </p:cNvSpPr>
            <p:nvPr/>
          </p:nvSpPr>
          <p:spPr bwMode="auto">
            <a:xfrm>
              <a:off x="768" y="2832"/>
              <a:ext cx="528" cy="816"/>
            </a:xfrm>
            <a:prstGeom prst="rect">
              <a:avLst/>
            </a:prstGeom>
            <a:solidFill>
              <a:srgbClr val="CC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63" name="Text Box 7"/>
            <p:cNvSpPr txBox="1">
              <a:spLocks noChangeArrowheads="1"/>
            </p:cNvSpPr>
            <p:nvPr/>
          </p:nvSpPr>
          <p:spPr bwMode="auto">
            <a:xfrm>
              <a:off x="894" y="3072"/>
              <a:ext cx="278" cy="327"/>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sz="2800" b="1"/>
                <a:t>A</a:t>
              </a:r>
              <a:endParaRPr lang="en-US" altLang="zh-CN" b="1"/>
            </a:p>
          </p:txBody>
        </p:sp>
        <p:sp>
          <p:nvSpPr>
            <p:cNvPr id="173064" name="Freeform 8"/>
            <p:cNvSpPr>
              <a:spLocks/>
            </p:cNvSpPr>
            <p:nvPr/>
          </p:nvSpPr>
          <p:spPr bwMode="auto">
            <a:xfrm>
              <a:off x="1298" y="2891"/>
              <a:ext cx="528" cy="1"/>
            </a:xfrm>
            <a:custGeom>
              <a:avLst/>
              <a:gdLst>
                <a:gd name="T0" fmla="*/ 0 w 528"/>
                <a:gd name="T1" fmla="*/ 1 h 1"/>
                <a:gd name="T2" fmla="*/ 528 w 528"/>
                <a:gd name="T3" fmla="*/ 0 h 1"/>
              </a:gdLst>
              <a:ahLst/>
              <a:cxnLst>
                <a:cxn ang="0">
                  <a:pos x="T0" y="T1"/>
                </a:cxn>
                <a:cxn ang="0">
                  <a:pos x="T2" y="T3"/>
                </a:cxn>
              </a:cxnLst>
              <a:rect l="0" t="0" r="r" b="b"/>
              <a:pathLst>
                <a:path w="528" h="1">
                  <a:moveTo>
                    <a:pt x="0" y="1"/>
                  </a:moveTo>
                  <a:lnTo>
                    <a:pt x="528"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65" name="Freeform 9"/>
            <p:cNvSpPr>
              <a:spLocks/>
            </p:cNvSpPr>
            <p:nvPr/>
          </p:nvSpPr>
          <p:spPr bwMode="auto">
            <a:xfrm>
              <a:off x="1302" y="3588"/>
              <a:ext cx="516" cy="1"/>
            </a:xfrm>
            <a:custGeom>
              <a:avLst/>
              <a:gdLst>
                <a:gd name="T0" fmla="*/ 0 w 516"/>
                <a:gd name="T1" fmla="*/ 0 h 1"/>
                <a:gd name="T2" fmla="*/ 516 w 516"/>
                <a:gd name="T3" fmla="*/ 0 h 1"/>
              </a:gdLst>
              <a:ahLst/>
              <a:cxnLst>
                <a:cxn ang="0">
                  <a:pos x="T0" y="T1"/>
                </a:cxn>
                <a:cxn ang="0">
                  <a:pos x="T2" y="T3"/>
                </a:cxn>
              </a:cxnLst>
              <a:rect l="0" t="0" r="r" b="b"/>
              <a:pathLst>
                <a:path w="516" h="1">
                  <a:moveTo>
                    <a:pt x="0" y="0"/>
                  </a:moveTo>
                  <a:lnTo>
                    <a:pt x="516"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66" name="Line 10"/>
            <p:cNvSpPr>
              <a:spLocks noChangeShapeType="1"/>
            </p:cNvSpPr>
            <p:nvPr/>
          </p:nvSpPr>
          <p:spPr bwMode="auto">
            <a:xfrm>
              <a:off x="1440" y="2808"/>
              <a:ext cx="336"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67" name="Oval 11"/>
            <p:cNvSpPr>
              <a:spLocks noChangeArrowheads="1"/>
            </p:cNvSpPr>
            <p:nvPr/>
          </p:nvSpPr>
          <p:spPr bwMode="auto">
            <a:xfrm>
              <a:off x="1824" y="285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68" name="Oval 12"/>
            <p:cNvSpPr>
              <a:spLocks noChangeArrowheads="1"/>
            </p:cNvSpPr>
            <p:nvPr/>
          </p:nvSpPr>
          <p:spPr bwMode="auto">
            <a:xfrm>
              <a:off x="1824" y="355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69" name="Text Box 13"/>
            <p:cNvSpPr txBox="1">
              <a:spLocks noChangeArrowheads="1"/>
            </p:cNvSpPr>
            <p:nvPr/>
          </p:nvSpPr>
          <p:spPr bwMode="auto">
            <a:xfrm>
              <a:off x="1915" y="2712"/>
              <a:ext cx="212"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a:t>a</a:t>
              </a:r>
            </a:p>
          </p:txBody>
        </p:sp>
        <p:sp>
          <p:nvSpPr>
            <p:cNvPr id="173070" name="Text Box 14"/>
            <p:cNvSpPr txBox="1">
              <a:spLocks noChangeArrowheads="1"/>
            </p:cNvSpPr>
            <p:nvPr/>
          </p:nvSpPr>
          <p:spPr bwMode="auto">
            <a:xfrm>
              <a:off x="1915" y="3432"/>
              <a:ext cx="223"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a:t>b</a:t>
              </a:r>
            </a:p>
          </p:txBody>
        </p:sp>
        <p:sp>
          <p:nvSpPr>
            <p:cNvPr id="173071" name="Text Box 15"/>
            <p:cNvSpPr txBox="1">
              <a:spLocks noChangeArrowheads="1"/>
            </p:cNvSpPr>
            <p:nvPr/>
          </p:nvSpPr>
          <p:spPr bwMode="auto">
            <a:xfrm>
              <a:off x="1548" y="2496"/>
              <a:ext cx="169"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i="1"/>
                <a:t>i</a:t>
              </a:r>
              <a:endParaRPr lang="en-US" altLang="zh-CN" b="1"/>
            </a:p>
          </p:txBody>
        </p:sp>
        <p:sp>
          <p:nvSpPr>
            <p:cNvPr id="173072" name="Text Box 16"/>
            <p:cNvSpPr txBox="1">
              <a:spLocks noChangeArrowheads="1"/>
            </p:cNvSpPr>
            <p:nvPr/>
          </p:nvSpPr>
          <p:spPr bwMode="auto">
            <a:xfrm>
              <a:off x="1648" y="3144"/>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b="1" i="1">
                  <a:solidFill>
                    <a:srgbClr val="FF0000"/>
                  </a:solidFill>
                  <a:sym typeface="Symbol" panose="05050102010706020507" pitchFamily="18" charset="2"/>
                </a:rPr>
                <a:t>u</a:t>
              </a:r>
            </a:p>
          </p:txBody>
        </p:sp>
        <p:sp>
          <p:nvSpPr>
            <p:cNvPr id="173073" name="Rectangle 17"/>
            <p:cNvSpPr>
              <a:spLocks noChangeArrowheads="1"/>
            </p:cNvSpPr>
            <p:nvPr/>
          </p:nvSpPr>
          <p:spPr bwMode="auto">
            <a:xfrm>
              <a:off x="1649" y="2896"/>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a:spcBef>
                  <a:spcPct val="50000"/>
                </a:spcBef>
                <a:buClr>
                  <a:schemeClr val="accent2"/>
                </a:buClr>
                <a:buSzPct val="75000"/>
                <a:buFont typeface="Monotype Sorts" pitchFamily="2" charset="2"/>
                <a:buNone/>
              </a:pPr>
              <a:r>
                <a:rPr lang="en-US" altLang="zh-CN" b="1">
                  <a:solidFill>
                    <a:srgbClr val="FF0000"/>
                  </a:solidFill>
                </a:rPr>
                <a:t>+</a:t>
              </a:r>
            </a:p>
          </p:txBody>
        </p:sp>
        <p:sp>
          <p:nvSpPr>
            <p:cNvPr id="173074" name="Rectangle 18"/>
            <p:cNvSpPr>
              <a:spLocks noChangeArrowheads="1"/>
            </p:cNvSpPr>
            <p:nvPr/>
          </p:nvSpPr>
          <p:spPr bwMode="auto">
            <a:xfrm>
              <a:off x="1663" y="3360"/>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a:spcBef>
                  <a:spcPct val="50000"/>
                </a:spcBef>
                <a:buClr>
                  <a:schemeClr val="accent2"/>
                </a:buClr>
                <a:buSzPct val="75000"/>
                <a:buFont typeface="Monotype Sorts" pitchFamily="2" charset="2"/>
                <a:buNone/>
              </a:pPr>
              <a:r>
                <a:rPr lang="en-US" altLang="zh-CN" b="1">
                  <a:solidFill>
                    <a:srgbClr val="FF0000"/>
                  </a:solidFill>
                </a:rPr>
                <a:t>–</a:t>
              </a:r>
            </a:p>
          </p:txBody>
        </p:sp>
      </p:grpSp>
      <p:grpSp>
        <p:nvGrpSpPr>
          <p:cNvPr id="173075" name="Group 19"/>
          <p:cNvGrpSpPr>
            <a:grpSpLocks/>
          </p:cNvGrpSpPr>
          <p:nvPr/>
        </p:nvGrpSpPr>
        <p:grpSpPr bwMode="auto">
          <a:xfrm>
            <a:off x="4762500" y="4038600"/>
            <a:ext cx="2171700" cy="2057400"/>
            <a:chOff x="3000" y="2544"/>
            <a:chExt cx="1368" cy="1296"/>
          </a:xfrm>
        </p:grpSpPr>
        <p:sp>
          <p:nvSpPr>
            <p:cNvPr id="173076" name="Oval 20"/>
            <p:cNvSpPr>
              <a:spLocks noChangeArrowheads="1"/>
            </p:cNvSpPr>
            <p:nvPr/>
          </p:nvSpPr>
          <p:spPr bwMode="auto">
            <a:xfrm>
              <a:off x="3336" y="3408"/>
              <a:ext cx="228" cy="216"/>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77" name="Line 21"/>
            <p:cNvSpPr>
              <a:spLocks noChangeShapeType="1"/>
            </p:cNvSpPr>
            <p:nvPr/>
          </p:nvSpPr>
          <p:spPr bwMode="auto">
            <a:xfrm>
              <a:off x="3600" y="2784"/>
              <a:ext cx="336"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78" name="Text Box 22"/>
            <p:cNvSpPr txBox="1">
              <a:spLocks noChangeArrowheads="1"/>
            </p:cNvSpPr>
            <p:nvPr/>
          </p:nvSpPr>
          <p:spPr bwMode="auto">
            <a:xfrm>
              <a:off x="3648" y="2544"/>
              <a:ext cx="192"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b="1" i="1"/>
                <a:t>i</a:t>
              </a:r>
              <a:endParaRPr lang="en-US" altLang="zh-CN" b="1"/>
            </a:p>
          </p:txBody>
        </p:sp>
        <p:sp>
          <p:nvSpPr>
            <p:cNvPr id="173079" name="Line 23"/>
            <p:cNvSpPr>
              <a:spLocks noChangeShapeType="1"/>
            </p:cNvSpPr>
            <p:nvPr/>
          </p:nvSpPr>
          <p:spPr bwMode="auto">
            <a:xfrm>
              <a:off x="3456" y="2880"/>
              <a:ext cx="5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80" name="Line 24"/>
            <p:cNvSpPr>
              <a:spLocks noChangeShapeType="1"/>
            </p:cNvSpPr>
            <p:nvPr/>
          </p:nvSpPr>
          <p:spPr bwMode="auto">
            <a:xfrm>
              <a:off x="3456" y="2880"/>
              <a:ext cx="0"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81" name="Line 25"/>
            <p:cNvSpPr>
              <a:spLocks noChangeShapeType="1"/>
            </p:cNvSpPr>
            <p:nvPr/>
          </p:nvSpPr>
          <p:spPr bwMode="auto">
            <a:xfrm>
              <a:off x="3456" y="3744"/>
              <a:ext cx="5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82" name="Text Box 26"/>
            <p:cNvSpPr txBox="1">
              <a:spLocks noChangeArrowheads="1"/>
            </p:cNvSpPr>
            <p:nvPr/>
          </p:nvSpPr>
          <p:spPr bwMode="auto">
            <a:xfrm>
              <a:off x="4032"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a:t>
              </a:r>
            </a:p>
          </p:txBody>
        </p:sp>
        <p:sp>
          <p:nvSpPr>
            <p:cNvPr id="173083" name="Text Box 27"/>
            <p:cNvSpPr txBox="1">
              <a:spLocks noChangeArrowheads="1"/>
            </p:cNvSpPr>
            <p:nvPr/>
          </p:nvSpPr>
          <p:spPr bwMode="auto">
            <a:xfrm>
              <a:off x="4032" y="35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b</a:t>
              </a:r>
            </a:p>
          </p:txBody>
        </p:sp>
        <p:sp>
          <p:nvSpPr>
            <p:cNvPr id="173084" name="Rectangle 28"/>
            <p:cNvSpPr>
              <a:spLocks noChangeArrowheads="1"/>
            </p:cNvSpPr>
            <p:nvPr/>
          </p:nvSpPr>
          <p:spPr bwMode="auto">
            <a:xfrm>
              <a:off x="3396" y="3012"/>
              <a:ext cx="108" cy="252"/>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85" name="Text Box 29"/>
            <p:cNvSpPr txBox="1">
              <a:spLocks noChangeArrowheads="1"/>
            </p:cNvSpPr>
            <p:nvPr/>
          </p:nvSpPr>
          <p:spPr bwMode="auto">
            <a:xfrm>
              <a:off x="3120" y="286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b="1" baseline="-25000"/>
                <a:t>i</a:t>
              </a:r>
              <a:endParaRPr lang="en-US" altLang="zh-CN" b="1"/>
            </a:p>
          </p:txBody>
        </p:sp>
        <p:sp>
          <p:nvSpPr>
            <p:cNvPr id="173086" name="Text Box 30"/>
            <p:cNvSpPr txBox="1">
              <a:spLocks noChangeArrowheads="1"/>
            </p:cNvSpPr>
            <p:nvPr/>
          </p:nvSpPr>
          <p:spPr bwMode="auto">
            <a:xfrm>
              <a:off x="3000" y="3312"/>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oc</a:t>
              </a:r>
              <a:endParaRPr lang="en-US" altLang="zh-CN" b="1"/>
            </a:p>
          </p:txBody>
        </p:sp>
        <p:sp>
          <p:nvSpPr>
            <p:cNvPr id="173087" name="Oval 31"/>
            <p:cNvSpPr>
              <a:spLocks noChangeArrowheads="1"/>
            </p:cNvSpPr>
            <p:nvPr/>
          </p:nvSpPr>
          <p:spPr bwMode="auto">
            <a:xfrm>
              <a:off x="3984" y="369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88" name="Oval 32"/>
            <p:cNvSpPr>
              <a:spLocks noChangeArrowheads="1"/>
            </p:cNvSpPr>
            <p:nvPr/>
          </p:nvSpPr>
          <p:spPr bwMode="auto">
            <a:xfrm>
              <a:off x="3984" y="283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3089" name="Text Box 33"/>
            <p:cNvSpPr txBox="1">
              <a:spLocks noChangeArrowheads="1"/>
            </p:cNvSpPr>
            <p:nvPr/>
          </p:nvSpPr>
          <p:spPr bwMode="auto">
            <a:xfrm>
              <a:off x="3232" y="3216"/>
              <a:ext cx="225"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a:t>+</a:t>
              </a:r>
            </a:p>
          </p:txBody>
        </p:sp>
        <p:sp>
          <p:nvSpPr>
            <p:cNvPr id="173090" name="Text Box 34"/>
            <p:cNvSpPr txBox="1">
              <a:spLocks noChangeArrowheads="1"/>
            </p:cNvSpPr>
            <p:nvPr/>
          </p:nvSpPr>
          <p:spPr bwMode="auto">
            <a:xfrm>
              <a:off x="3244" y="3552"/>
              <a:ext cx="212"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a:latin typeface="黑体" panose="02010609060101010101" pitchFamily="49" charset="-122"/>
                  <a:ea typeface="黑体" panose="02010609060101010101" pitchFamily="49" charset="-122"/>
                </a:rPr>
                <a:t>-</a:t>
              </a:r>
            </a:p>
          </p:txBody>
        </p:sp>
        <p:sp>
          <p:nvSpPr>
            <p:cNvPr id="173091" name="Text Box 35"/>
            <p:cNvSpPr txBox="1">
              <a:spLocks noChangeArrowheads="1"/>
            </p:cNvSpPr>
            <p:nvPr/>
          </p:nvSpPr>
          <p:spPr bwMode="auto">
            <a:xfrm>
              <a:off x="3952" y="3192"/>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b="1" i="1">
                  <a:solidFill>
                    <a:srgbClr val="FF0000"/>
                  </a:solidFill>
                  <a:sym typeface="Symbol" panose="05050102010706020507" pitchFamily="18" charset="2"/>
                </a:rPr>
                <a:t>u</a:t>
              </a:r>
            </a:p>
          </p:txBody>
        </p:sp>
        <p:sp>
          <p:nvSpPr>
            <p:cNvPr id="173092" name="Rectangle 36"/>
            <p:cNvSpPr>
              <a:spLocks noChangeArrowheads="1"/>
            </p:cNvSpPr>
            <p:nvPr/>
          </p:nvSpPr>
          <p:spPr bwMode="auto">
            <a:xfrm>
              <a:off x="3961" y="291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a:spcBef>
                  <a:spcPct val="50000"/>
                </a:spcBef>
                <a:buClr>
                  <a:schemeClr val="accent2"/>
                </a:buClr>
                <a:buSzPct val="75000"/>
                <a:buFont typeface="Monotype Sorts" pitchFamily="2" charset="2"/>
                <a:buNone/>
              </a:pPr>
              <a:r>
                <a:rPr lang="en-US" altLang="zh-CN" b="1">
                  <a:solidFill>
                    <a:srgbClr val="FF0000"/>
                  </a:solidFill>
                </a:rPr>
                <a:t>+</a:t>
              </a:r>
            </a:p>
          </p:txBody>
        </p:sp>
        <p:sp>
          <p:nvSpPr>
            <p:cNvPr id="173093" name="Rectangle 37"/>
            <p:cNvSpPr>
              <a:spLocks noChangeArrowheads="1"/>
            </p:cNvSpPr>
            <p:nvPr/>
          </p:nvSpPr>
          <p:spPr bwMode="auto">
            <a:xfrm>
              <a:off x="3975" y="3424"/>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a:spcBef>
                  <a:spcPct val="50000"/>
                </a:spcBef>
                <a:buClr>
                  <a:schemeClr val="accent2"/>
                </a:buClr>
                <a:buSzPct val="75000"/>
                <a:buFont typeface="Monotype Sorts" pitchFamily="2" charset="2"/>
                <a:buNone/>
              </a:pPr>
              <a:r>
                <a:rPr lang="en-US" altLang="zh-CN" b="1">
                  <a:solidFill>
                    <a:srgbClr val="FF0000"/>
                  </a:solidFill>
                </a:rPr>
                <a:t>–</a:t>
              </a:r>
            </a:p>
          </p:txBody>
        </p:sp>
      </p:grpSp>
    </p:spTree>
    <p:extLst>
      <p:ext uri="{BB962C8B-B14F-4D97-AF65-F5344CB8AC3E}">
        <p14:creationId xmlns:p14="http://schemas.microsoft.com/office/powerpoint/2010/main" val="37982679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3059"/>
                                        </p:tgtEl>
                                        <p:attrNameLst>
                                          <p:attrName>style.visibility</p:attrName>
                                        </p:attrNameLst>
                                      </p:cBhvr>
                                      <p:to>
                                        <p:strVal val="visible"/>
                                      </p:to>
                                    </p:set>
                                    <p:animEffect transition="in" filter="box(out)">
                                      <p:cBhvr>
                                        <p:cTn id="7" dur="500"/>
                                        <p:tgtEl>
                                          <p:spTgt spid="1730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3061"/>
                                        </p:tgtEl>
                                        <p:attrNameLst>
                                          <p:attrName>style.visibility</p:attrName>
                                        </p:attrNameLst>
                                      </p:cBhvr>
                                      <p:to>
                                        <p:strVal val="visible"/>
                                      </p:to>
                                    </p:set>
                                    <p:animEffect transition="in" filter="wipe(left)">
                                      <p:cBhvr>
                                        <p:cTn id="12" dur="500"/>
                                        <p:tgtEl>
                                          <p:spTgt spid="173061"/>
                                        </p:tgtEl>
                                      </p:cBhvr>
                                    </p:animEffect>
                                  </p:childTnLst>
                                </p:cTn>
                              </p:par>
                            </p:childTnLst>
                          </p:cTn>
                        </p:par>
                        <p:par>
                          <p:cTn id="13" fill="hold" nodeType="afterGroup">
                            <p:stCondLst>
                              <p:cond delay="500"/>
                            </p:stCondLst>
                            <p:childTnLst>
                              <p:par>
                                <p:cTn id="14" presetID="12" presetClass="entr" presetSubtype="4" fill="hold" nodeType="afterEffect">
                                  <p:stCondLst>
                                    <p:cond delay="0"/>
                                  </p:stCondLst>
                                  <p:childTnLst>
                                    <p:set>
                                      <p:cBhvr>
                                        <p:cTn id="15" dur="1" fill="hold">
                                          <p:stCondLst>
                                            <p:cond delay="0"/>
                                          </p:stCondLst>
                                        </p:cTn>
                                        <p:tgtEl>
                                          <p:spTgt spid="173060"/>
                                        </p:tgtEl>
                                        <p:attrNameLst>
                                          <p:attrName>style.visibility</p:attrName>
                                        </p:attrNameLst>
                                      </p:cBhvr>
                                      <p:to>
                                        <p:strVal val="visible"/>
                                      </p:to>
                                    </p:set>
                                    <p:animEffect transition="in" filter="slide(fromBottom)">
                                      <p:cBhvr>
                                        <p:cTn id="16" dur="500"/>
                                        <p:tgtEl>
                                          <p:spTgt spid="17306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73075"/>
                                        </p:tgtEl>
                                        <p:attrNameLst>
                                          <p:attrName>style.visibility</p:attrName>
                                        </p:attrNameLst>
                                      </p:cBhvr>
                                      <p:to>
                                        <p:strVal val="visible"/>
                                      </p:to>
                                    </p:set>
                                    <p:animEffect transition="in" filter="wipe(left)">
                                      <p:cBhvr>
                                        <p:cTn id="21" dur="500"/>
                                        <p:tgtEl>
                                          <p:spTgt spid="17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9"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p:cNvSpPr txBox="1">
            <a:spLocks noChangeArrowheads="1"/>
          </p:cNvSpPr>
          <p:nvPr/>
        </p:nvSpPr>
        <p:spPr bwMode="auto">
          <a:xfrm>
            <a:off x="123106" y="87015"/>
            <a:ext cx="13525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FF0000"/>
                </a:solidFill>
              </a:rPr>
              <a:t>小结：    </a:t>
            </a:r>
          </a:p>
        </p:txBody>
      </p:sp>
      <p:sp>
        <p:nvSpPr>
          <p:cNvPr id="175107" name="Text Box 3"/>
          <p:cNvSpPr txBox="1">
            <a:spLocks noChangeArrowheads="1"/>
          </p:cNvSpPr>
          <p:nvPr/>
        </p:nvSpPr>
        <p:spPr bwMode="auto">
          <a:xfrm>
            <a:off x="254000" y="469900"/>
            <a:ext cx="82296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6667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50000"/>
              </a:spcBef>
            </a:pPr>
            <a:r>
              <a:rPr lang="en-US" altLang="zh-CN" b="1">
                <a:solidFill>
                  <a:srgbClr val="0000FF"/>
                </a:solidFill>
              </a:rPr>
              <a:t>      </a:t>
            </a:r>
            <a:r>
              <a:rPr lang="zh-CN" altLang="en-US" b="1">
                <a:solidFill>
                  <a:srgbClr val="0000FF"/>
                </a:solidFill>
              </a:rPr>
              <a:t>（</a:t>
            </a:r>
            <a:r>
              <a:rPr lang="en-US" altLang="zh-CN" b="1">
                <a:solidFill>
                  <a:srgbClr val="0000FF"/>
                </a:solidFill>
              </a:rPr>
              <a:t>1</a:t>
            </a:r>
            <a:r>
              <a:rPr lang="zh-CN" altLang="en-US" b="1">
                <a:solidFill>
                  <a:srgbClr val="0000FF"/>
                </a:solidFill>
              </a:rPr>
              <a:t>）</a:t>
            </a:r>
            <a:r>
              <a:rPr lang="zh-CN" altLang="en-US" b="1"/>
              <a:t>戴维南等效电路中电压源电压等于将外电路断开时 的开路电压</a:t>
            </a:r>
            <a:r>
              <a:rPr lang="en-US" altLang="zh-CN" b="1" i="1"/>
              <a:t>U</a:t>
            </a:r>
            <a:r>
              <a:rPr lang="en-US" altLang="zh-CN" sz="3200" b="1" baseline="-25000"/>
              <a:t>oc</a:t>
            </a:r>
            <a:r>
              <a:rPr lang="zh-CN" altLang="en-US" sz="3200" b="1"/>
              <a:t>，</a:t>
            </a:r>
            <a:r>
              <a:rPr lang="zh-CN" altLang="en-US" b="1"/>
              <a:t>电压源方向与所求开路电压方向相同。  </a:t>
            </a:r>
          </a:p>
        </p:txBody>
      </p:sp>
      <p:sp>
        <p:nvSpPr>
          <p:cNvPr id="175108" name="Text Box 4"/>
          <p:cNvSpPr txBox="1">
            <a:spLocks noChangeArrowheads="1"/>
          </p:cNvSpPr>
          <p:nvPr/>
        </p:nvSpPr>
        <p:spPr bwMode="auto">
          <a:xfrm>
            <a:off x="228600" y="1524000"/>
            <a:ext cx="82296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6667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50000"/>
              </a:spcBef>
            </a:pPr>
            <a:r>
              <a:rPr lang="en-US" altLang="zh-CN" b="1">
                <a:solidFill>
                  <a:srgbClr val="0000FF"/>
                </a:solidFill>
              </a:rPr>
              <a:t>      </a:t>
            </a:r>
            <a:r>
              <a:rPr lang="zh-CN" altLang="en-US" b="1">
                <a:solidFill>
                  <a:srgbClr val="0000FF"/>
                </a:solidFill>
              </a:rPr>
              <a:t>（</a:t>
            </a:r>
            <a:r>
              <a:rPr lang="en-US" altLang="zh-CN" b="1">
                <a:solidFill>
                  <a:srgbClr val="0000FF"/>
                </a:solidFill>
              </a:rPr>
              <a:t>2</a:t>
            </a:r>
            <a:r>
              <a:rPr lang="zh-CN" altLang="en-US" b="1">
                <a:solidFill>
                  <a:srgbClr val="0000FF"/>
                </a:solidFill>
              </a:rPr>
              <a:t>）</a:t>
            </a:r>
            <a:r>
              <a:rPr lang="zh-CN" altLang="en-US" b="1"/>
              <a:t>串联电阻为将一端口内部独立电源全部置零（电压 源短路，电流源开路）后，所得一端口网络的等效电阻。 </a:t>
            </a:r>
          </a:p>
        </p:txBody>
      </p:sp>
      <p:sp>
        <p:nvSpPr>
          <p:cNvPr id="175109" name="Text Box 5"/>
          <p:cNvSpPr txBox="1">
            <a:spLocks noChangeArrowheads="1"/>
          </p:cNvSpPr>
          <p:nvPr/>
        </p:nvSpPr>
        <p:spPr bwMode="auto">
          <a:xfrm>
            <a:off x="815975" y="2607295"/>
            <a:ext cx="3352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0000FF"/>
                </a:solidFill>
              </a:rPr>
              <a:t>等效电阻的计算方法：  </a:t>
            </a:r>
            <a:endParaRPr lang="zh-CN" altLang="en-US" sz="2400" b="1" dirty="0"/>
          </a:p>
        </p:txBody>
      </p:sp>
      <p:sp>
        <p:nvSpPr>
          <p:cNvPr id="175110" name="Text Box 6"/>
          <p:cNvSpPr txBox="1">
            <a:spLocks noChangeArrowheads="1"/>
          </p:cNvSpPr>
          <p:nvPr/>
        </p:nvSpPr>
        <p:spPr bwMode="auto">
          <a:xfrm>
            <a:off x="333375" y="3140968"/>
            <a:ext cx="82677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7850">
              <a:defRPr kumimoji="1" sz="2400">
                <a:solidFill>
                  <a:schemeClr val="tx1"/>
                </a:solidFill>
                <a:latin typeface="Times New Roman" panose="02020603050405020304" pitchFamily="18" charset="0"/>
                <a:ea typeface="宋体" panose="02010600030101010101" pitchFamily="2" charset="-122"/>
              </a:defRPr>
            </a:lvl1pPr>
            <a:lvl2pPr marL="768350">
              <a:defRPr kumimoji="1" sz="2400">
                <a:solidFill>
                  <a:schemeClr val="tx1"/>
                </a:solidFill>
                <a:latin typeface="Times New Roman" panose="02020603050405020304" pitchFamily="18" charset="0"/>
                <a:ea typeface="宋体" panose="02010600030101010101" pitchFamily="2" charset="-122"/>
              </a:defRPr>
            </a:lvl2pPr>
            <a:lvl3pPr marL="95885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t>a.  </a:t>
            </a:r>
            <a:r>
              <a:rPr lang="zh-CN" altLang="en-US" b="1" dirty="0"/>
              <a:t>当网络内部不含有受控源时可采用电阻串并联的方法 计算；  </a:t>
            </a:r>
          </a:p>
        </p:txBody>
      </p:sp>
      <p:sp>
        <p:nvSpPr>
          <p:cNvPr id="175111" name="Text Box 7"/>
          <p:cNvSpPr txBox="1">
            <a:spLocks noChangeArrowheads="1"/>
          </p:cNvSpPr>
          <p:nvPr/>
        </p:nvSpPr>
        <p:spPr bwMode="auto">
          <a:xfrm>
            <a:off x="295275" y="3837012"/>
            <a:ext cx="84105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3575">
              <a:defRPr kumimoji="1" sz="2400">
                <a:solidFill>
                  <a:schemeClr val="tx1"/>
                </a:solidFill>
                <a:latin typeface="Times New Roman" panose="02020603050405020304" pitchFamily="18" charset="0"/>
                <a:ea typeface="宋体" panose="02010600030101010101" pitchFamily="2" charset="-122"/>
              </a:defRPr>
            </a:lvl1pPr>
            <a:lvl2pPr marL="854075">
              <a:defRPr kumimoji="1" sz="2400">
                <a:solidFill>
                  <a:schemeClr val="tx1"/>
                </a:solidFill>
                <a:latin typeface="Times New Roman" panose="02020603050405020304" pitchFamily="18" charset="0"/>
                <a:ea typeface="宋体" panose="02010600030101010101" pitchFamily="2" charset="-122"/>
              </a:defRPr>
            </a:lvl2pPr>
            <a:lvl3pPr marL="1044575">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t>b.  </a:t>
            </a:r>
            <a:r>
              <a:rPr lang="zh-CN" altLang="en-US" b="1" dirty="0"/>
              <a:t>加压求流法：端口加电压求电流法或加电流求电压法（内部独立电 源置零）。  </a:t>
            </a:r>
          </a:p>
        </p:txBody>
      </p:sp>
      <p:sp>
        <p:nvSpPr>
          <p:cNvPr id="175112" name="Text Box 8"/>
          <p:cNvSpPr txBox="1">
            <a:spLocks noChangeArrowheads="1"/>
          </p:cNvSpPr>
          <p:nvPr/>
        </p:nvSpPr>
        <p:spPr bwMode="auto">
          <a:xfrm>
            <a:off x="390525" y="4614227"/>
            <a:ext cx="81819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7850">
              <a:defRPr kumimoji="1" sz="2400">
                <a:solidFill>
                  <a:schemeClr val="tx1"/>
                </a:solidFill>
                <a:latin typeface="Times New Roman" panose="02020603050405020304" pitchFamily="18" charset="0"/>
                <a:ea typeface="宋体" panose="02010600030101010101" pitchFamily="2" charset="-122"/>
              </a:defRPr>
            </a:lvl1pPr>
            <a:lvl2pPr marL="768350">
              <a:defRPr kumimoji="1" sz="2400">
                <a:solidFill>
                  <a:schemeClr val="tx1"/>
                </a:solidFill>
                <a:latin typeface="Times New Roman" panose="02020603050405020304" pitchFamily="18" charset="0"/>
                <a:ea typeface="宋体" panose="02010600030101010101" pitchFamily="2" charset="-122"/>
              </a:defRPr>
            </a:lvl2pPr>
            <a:lvl3pPr marL="95885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t>c.  </a:t>
            </a:r>
            <a:r>
              <a:rPr lang="zh-CN" altLang="en-US" b="1" dirty="0"/>
              <a:t>开路电压短路电流法：等效电阻等于端口的开路电压与短路电流的比（内部独立电源保留） 。  </a:t>
            </a:r>
          </a:p>
        </p:txBody>
      </p:sp>
      <p:sp>
        <p:nvSpPr>
          <p:cNvPr id="175113" name="Text Box 9"/>
          <p:cNvSpPr txBox="1">
            <a:spLocks noChangeArrowheads="1"/>
          </p:cNvSpPr>
          <p:nvPr/>
        </p:nvSpPr>
        <p:spPr bwMode="auto">
          <a:xfrm>
            <a:off x="381000" y="5412953"/>
            <a:ext cx="81534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6667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50000"/>
              </a:spcBef>
            </a:pPr>
            <a:r>
              <a:rPr lang="en-US" altLang="zh-CN" b="1" dirty="0">
                <a:solidFill>
                  <a:srgbClr val="0000FF"/>
                </a:solidFill>
              </a:rPr>
              <a:t>      </a:t>
            </a:r>
            <a:r>
              <a:rPr lang="zh-CN" altLang="en-US" b="1" dirty="0">
                <a:solidFill>
                  <a:srgbClr val="0000FF"/>
                </a:solidFill>
              </a:rPr>
              <a:t>（</a:t>
            </a:r>
            <a:r>
              <a:rPr lang="en-US" altLang="zh-CN" b="1" dirty="0">
                <a:solidFill>
                  <a:srgbClr val="0000FF"/>
                </a:solidFill>
              </a:rPr>
              <a:t>3</a:t>
            </a:r>
            <a:r>
              <a:rPr lang="zh-CN" altLang="en-US" b="1" dirty="0">
                <a:solidFill>
                  <a:srgbClr val="0000FF"/>
                </a:solidFill>
              </a:rPr>
              <a:t>）</a:t>
            </a:r>
            <a:r>
              <a:rPr lang="zh-CN" altLang="en-US" b="1" dirty="0"/>
              <a:t> 当一端口内部含有受控源时，控制支路与受控源 支路必须包含在被等效变换的同一部分电路中。  </a:t>
            </a:r>
          </a:p>
        </p:txBody>
      </p:sp>
    </p:spTree>
    <p:extLst>
      <p:ext uri="{BB962C8B-B14F-4D97-AF65-F5344CB8AC3E}">
        <p14:creationId xmlns:p14="http://schemas.microsoft.com/office/powerpoint/2010/main" val="33363401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5107"/>
                                        </p:tgtEl>
                                        <p:attrNameLst>
                                          <p:attrName>style.visibility</p:attrName>
                                        </p:attrNameLst>
                                      </p:cBhvr>
                                      <p:to>
                                        <p:strVal val="visible"/>
                                      </p:to>
                                    </p:set>
                                    <p:animEffect transition="in" filter="wipe(left)">
                                      <p:cBhvr>
                                        <p:cTn id="7" dur="500"/>
                                        <p:tgtEl>
                                          <p:spTgt spid="1751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5108"/>
                                        </p:tgtEl>
                                        <p:attrNameLst>
                                          <p:attrName>style.visibility</p:attrName>
                                        </p:attrNameLst>
                                      </p:cBhvr>
                                      <p:to>
                                        <p:strVal val="visible"/>
                                      </p:to>
                                    </p:set>
                                    <p:animEffect transition="in" filter="wipe(left)">
                                      <p:cBhvr>
                                        <p:cTn id="12" dur="500"/>
                                        <p:tgtEl>
                                          <p:spTgt spid="1751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5109"/>
                                        </p:tgtEl>
                                        <p:attrNameLst>
                                          <p:attrName>style.visibility</p:attrName>
                                        </p:attrNameLst>
                                      </p:cBhvr>
                                      <p:to>
                                        <p:strVal val="visible"/>
                                      </p:to>
                                    </p:set>
                                    <p:animEffect transition="in" filter="wipe(left)">
                                      <p:cBhvr>
                                        <p:cTn id="17" dur="500"/>
                                        <p:tgtEl>
                                          <p:spTgt spid="1751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5110"/>
                                        </p:tgtEl>
                                        <p:attrNameLst>
                                          <p:attrName>style.visibility</p:attrName>
                                        </p:attrNameLst>
                                      </p:cBhvr>
                                      <p:to>
                                        <p:strVal val="visible"/>
                                      </p:to>
                                    </p:set>
                                    <p:animEffect transition="in" filter="wipe(left)">
                                      <p:cBhvr>
                                        <p:cTn id="22" dur="500"/>
                                        <p:tgtEl>
                                          <p:spTgt spid="1751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5111"/>
                                        </p:tgtEl>
                                        <p:attrNameLst>
                                          <p:attrName>style.visibility</p:attrName>
                                        </p:attrNameLst>
                                      </p:cBhvr>
                                      <p:to>
                                        <p:strVal val="visible"/>
                                      </p:to>
                                    </p:set>
                                    <p:animEffect transition="in" filter="wipe(left)">
                                      <p:cBhvr>
                                        <p:cTn id="27" dur="500"/>
                                        <p:tgtEl>
                                          <p:spTgt spid="1751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5112"/>
                                        </p:tgtEl>
                                        <p:attrNameLst>
                                          <p:attrName>style.visibility</p:attrName>
                                        </p:attrNameLst>
                                      </p:cBhvr>
                                      <p:to>
                                        <p:strVal val="visible"/>
                                      </p:to>
                                    </p:set>
                                    <p:animEffect transition="in" filter="wipe(left)">
                                      <p:cBhvr>
                                        <p:cTn id="32" dur="500"/>
                                        <p:tgtEl>
                                          <p:spTgt spid="1751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5113"/>
                                        </p:tgtEl>
                                        <p:attrNameLst>
                                          <p:attrName>style.visibility</p:attrName>
                                        </p:attrNameLst>
                                      </p:cBhvr>
                                      <p:to>
                                        <p:strVal val="visible"/>
                                      </p:to>
                                    </p:set>
                                    <p:animEffect transition="in" filter="wipe(left)">
                                      <p:cBhvr>
                                        <p:cTn id="37" dur="500"/>
                                        <p:tgtEl>
                                          <p:spTgt spid="175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7" grpId="0" autoUpdateAnimBg="0"/>
      <p:bldP spid="175108" grpId="0" autoUpdateAnimBg="0"/>
      <p:bldP spid="175109" grpId="0" autoUpdateAnimBg="0"/>
      <p:bldP spid="175110" grpId="0" autoUpdateAnimBg="0"/>
      <p:bldP spid="175111" grpId="0" autoUpdateAnimBg="0"/>
      <p:bldP spid="175112" grpId="0" autoUpdateAnimBg="0"/>
      <p:bldP spid="175113"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295275" y="2971800"/>
            <a:ext cx="1304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00FF"/>
                </a:solidFill>
              </a:rPr>
              <a:t>解  </a:t>
            </a:r>
            <a:endParaRPr lang="zh-CN" altLang="en-US" b="1"/>
          </a:p>
        </p:txBody>
      </p:sp>
      <p:sp>
        <p:nvSpPr>
          <p:cNvPr id="176131" name="Text Box 3"/>
          <p:cNvSpPr txBox="1">
            <a:spLocks noChangeArrowheads="1"/>
          </p:cNvSpPr>
          <p:nvPr/>
        </p:nvSpPr>
        <p:spPr bwMode="auto">
          <a:xfrm>
            <a:off x="940168" y="2932526"/>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t>保留</a:t>
            </a:r>
            <a:r>
              <a:rPr lang="en-US" altLang="zh-CN" b="1" i="1" dirty="0"/>
              <a:t>R</a:t>
            </a:r>
            <a:r>
              <a:rPr lang="en-US" altLang="zh-CN" sz="3200" b="1" i="1" baseline="-25000" dirty="0"/>
              <a:t>x</a:t>
            </a:r>
            <a:r>
              <a:rPr lang="zh-CN" altLang="en-US" b="1" dirty="0"/>
              <a:t>支路，将其余一端口化为戴维南等效电路：  </a:t>
            </a:r>
          </a:p>
        </p:txBody>
      </p:sp>
      <p:sp>
        <p:nvSpPr>
          <p:cNvPr id="176132" name="AutoShape 4"/>
          <p:cNvSpPr>
            <a:spLocks noChangeArrowheads="1"/>
          </p:cNvSpPr>
          <p:nvPr/>
        </p:nvSpPr>
        <p:spPr bwMode="auto">
          <a:xfrm>
            <a:off x="4572000" y="4876800"/>
            <a:ext cx="917575" cy="211138"/>
          </a:xfrm>
          <a:prstGeom prst="rightArrow">
            <a:avLst>
              <a:gd name="adj1" fmla="val 50000"/>
              <a:gd name="adj2" fmla="val 10864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6133" name="Group 5"/>
          <p:cNvGrpSpPr>
            <a:grpSpLocks/>
          </p:cNvGrpSpPr>
          <p:nvPr/>
        </p:nvGrpSpPr>
        <p:grpSpPr bwMode="auto">
          <a:xfrm>
            <a:off x="838200" y="3505200"/>
            <a:ext cx="3586163" cy="2886075"/>
            <a:chOff x="528" y="2208"/>
            <a:chExt cx="2259" cy="1818"/>
          </a:xfrm>
        </p:grpSpPr>
        <p:sp>
          <p:nvSpPr>
            <p:cNvPr id="176134" name="Text Box 6"/>
            <p:cNvSpPr txBox="1">
              <a:spLocks noChangeArrowheads="1"/>
            </p:cNvSpPr>
            <p:nvPr/>
          </p:nvSpPr>
          <p:spPr bwMode="auto">
            <a:xfrm>
              <a:off x="2451" y="2208"/>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6135" name="Text Box 7"/>
            <p:cNvSpPr txBox="1">
              <a:spLocks noChangeArrowheads="1"/>
            </p:cNvSpPr>
            <p:nvPr/>
          </p:nvSpPr>
          <p:spPr bwMode="auto">
            <a:xfrm>
              <a:off x="2451" y="3203"/>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endParaRPr lang="en-US" altLang="zh-CN" b="1"/>
            </a:p>
          </p:txBody>
        </p:sp>
        <p:sp>
          <p:nvSpPr>
            <p:cNvPr id="176136" name="Text Box 8"/>
            <p:cNvSpPr txBox="1">
              <a:spLocks noChangeArrowheads="1"/>
            </p:cNvSpPr>
            <p:nvPr/>
          </p:nvSpPr>
          <p:spPr bwMode="auto">
            <a:xfrm>
              <a:off x="723" y="3635"/>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6137" name="Text Box 9"/>
            <p:cNvSpPr txBox="1">
              <a:spLocks noChangeArrowheads="1"/>
            </p:cNvSpPr>
            <p:nvPr/>
          </p:nvSpPr>
          <p:spPr bwMode="auto">
            <a:xfrm>
              <a:off x="1260" y="3635"/>
              <a:ext cx="2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6138" name="Text Box 10"/>
            <p:cNvSpPr txBox="1">
              <a:spLocks noChangeArrowheads="1"/>
            </p:cNvSpPr>
            <p:nvPr/>
          </p:nvSpPr>
          <p:spPr bwMode="auto">
            <a:xfrm>
              <a:off x="867" y="3491"/>
              <a:ext cx="5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10V</a:t>
              </a:r>
            </a:p>
          </p:txBody>
        </p:sp>
        <p:sp>
          <p:nvSpPr>
            <p:cNvPr id="176139" name="Text Box 11"/>
            <p:cNvSpPr txBox="1">
              <a:spLocks noChangeArrowheads="1"/>
            </p:cNvSpPr>
            <p:nvPr/>
          </p:nvSpPr>
          <p:spPr bwMode="auto">
            <a:xfrm rot="-2712686">
              <a:off x="1014" y="2864"/>
              <a:ext cx="4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r>
                <a:rPr lang="en-US" altLang="zh-CN" b="1">
                  <a:sym typeface="Symbol" panose="05050102010706020507" pitchFamily="18" charset="2"/>
                </a:rPr>
                <a:t></a:t>
              </a:r>
              <a:endParaRPr lang="en-US" altLang="zh-CN" b="1"/>
            </a:p>
          </p:txBody>
        </p:sp>
        <p:sp>
          <p:nvSpPr>
            <p:cNvPr id="176140" name="Text Box 12"/>
            <p:cNvSpPr txBox="1">
              <a:spLocks noChangeArrowheads="1"/>
            </p:cNvSpPr>
            <p:nvPr/>
          </p:nvSpPr>
          <p:spPr bwMode="auto">
            <a:xfrm rot="-18817037">
              <a:off x="1281" y="2418"/>
              <a:ext cx="4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6141" name="Freeform 13"/>
            <p:cNvSpPr>
              <a:spLocks/>
            </p:cNvSpPr>
            <p:nvPr/>
          </p:nvSpPr>
          <p:spPr bwMode="auto">
            <a:xfrm>
              <a:off x="579" y="2897"/>
              <a:ext cx="1" cy="978"/>
            </a:xfrm>
            <a:custGeom>
              <a:avLst/>
              <a:gdLst>
                <a:gd name="T0" fmla="*/ 0 w 1"/>
                <a:gd name="T1" fmla="*/ 0 h 978"/>
                <a:gd name="T2" fmla="*/ 1 w 1"/>
                <a:gd name="T3" fmla="*/ 978 h 978"/>
              </a:gdLst>
              <a:ahLst/>
              <a:cxnLst>
                <a:cxn ang="0">
                  <a:pos x="T0" y="T1"/>
                </a:cxn>
                <a:cxn ang="0">
                  <a:pos x="T2" y="T3"/>
                </a:cxn>
              </a:cxnLst>
              <a:rect l="0" t="0" r="r" b="b"/>
              <a:pathLst>
                <a:path w="1" h="978">
                  <a:moveTo>
                    <a:pt x="0" y="0"/>
                  </a:moveTo>
                  <a:lnTo>
                    <a:pt x="1" y="978"/>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42" name="Freeform 14"/>
            <p:cNvSpPr>
              <a:spLocks/>
            </p:cNvSpPr>
            <p:nvPr/>
          </p:nvSpPr>
          <p:spPr bwMode="auto">
            <a:xfrm>
              <a:off x="1587" y="2903"/>
              <a:ext cx="1" cy="978"/>
            </a:xfrm>
            <a:custGeom>
              <a:avLst/>
              <a:gdLst>
                <a:gd name="T0" fmla="*/ 0 w 1"/>
                <a:gd name="T1" fmla="*/ 0 h 978"/>
                <a:gd name="T2" fmla="*/ 0 w 1"/>
                <a:gd name="T3" fmla="*/ 978 h 978"/>
              </a:gdLst>
              <a:ahLst/>
              <a:cxnLst>
                <a:cxn ang="0">
                  <a:pos x="T0" y="T1"/>
                </a:cxn>
                <a:cxn ang="0">
                  <a:pos x="T2" y="T3"/>
                </a:cxn>
              </a:cxnLst>
              <a:rect l="0" t="0" r="r" b="b"/>
              <a:pathLst>
                <a:path w="1" h="978">
                  <a:moveTo>
                    <a:pt x="0" y="0"/>
                  </a:moveTo>
                  <a:lnTo>
                    <a:pt x="0" y="978"/>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43" name="Line 15"/>
            <p:cNvSpPr>
              <a:spLocks noChangeShapeType="1"/>
            </p:cNvSpPr>
            <p:nvPr/>
          </p:nvSpPr>
          <p:spPr bwMode="auto">
            <a:xfrm>
              <a:off x="579" y="3875"/>
              <a:ext cx="100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44" name="Line 16"/>
            <p:cNvSpPr>
              <a:spLocks noChangeShapeType="1"/>
            </p:cNvSpPr>
            <p:nvPr/>
          </p:nvSpPr>
          <p:spPr bwMode="auto">
            <a:xfrm>
              <a:off x="1059" y="3395"/>
              <a:ext cx="13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45" name="Line 17"/>
            <p:cNvSpPr>
              <a:spLocks noChangeShapeType="1"/>
            </p:cNvSpPr>
            <p:nvPr/>
          </p:nvSpPr>
          <p:spPr bwMode="auto">
            <a:xfrm>
              <a:off x="1107" y="2401"/>
              <a:ext cx="12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46" name="Line 18"/>
            <p:cNvSpPr>
              <a:spLocks noChangeShapeType="1"/>
            </p:cNvSpPr>
            <p:nvPr/>
          </p:nvSpPr>
          <p:spPr bwMode="auto">
            <a:xfrm flipV="1">
              <a:off x="2403" y="2376"/>
              <a:ext cx="0" cy="10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47" name="Text Box 19"/>
            <p:cNvSpPr txBox="1">
              <a:spLocks noChangeArrowheads="1"/>
            </p:cNvSpPr>
            <p:nvPr/>
          </p:nvSpPr>
          <p:spPr bwMode="auto">
            <a:xfrm rot="2691986">
              <a:off x="775" y="2915"/>
              <a:ext cx="4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6148" name="Text Box 20"/>
            <p:cNvSpPr txBox="1">
              <a:spLocks noChangeArrowheads="1"/>
            </p:cNvSpPr>
            <p:nvPr/>
          </p:nvSpPr>
          <p:spPr bwMode="auto">
            <a:xfrm rot="-2486295">
              <a:off x="528" y="2387"/>
              <a:ext cx="3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r>
                <a:rPr lang="en-US" altLang="zh-CN" b="1">
                  <a:sym typeface="Symbol" panose="05050102010706020507" pitchFamily="18" charset="2"/>
                </a:rPr>
                <a:t></a:t>
              </a:r>
            </a:p>
          </p:txBody>
        </p:sp>
        <p:sp>
          <p:nvSpPr>
            <p:cNvPr id="176149" name="Line 21"/>
            <p:cNvSpPr>
              <a:spLocks noChangeShapeType="1"/>
            </p:cNvSpPr>
            <p:nvPr/>
          </p:nvSpPr>
          <p:spPr bwMode="auto">
            <a:xfrm>
              <a:off x="2547" y="2664"/>
              <a:ext cx="0" cy="347"/>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50" name="Text Box 22"/>
            <p:cNvSpPr txBox="1">
              <a:spLocks noChangeArrowheads="1"/>
            </p:cNvSpPr>
            <p:nvPr/>
          </p:nvSpPr>
          <p:spPr bwMode="auto">
            <a:xfrm>
              <a:off x="2588" y="2675"/>
              <a:ext cx="1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p>
          </p:txBody>
        </p:sp>
        <p:sp>
          <p:nvSpPr>
            <p:cNvPr id="176151" name="Text Box 23"/>
            <p:cNvSpPr txBox="1">
              <a:spLocks noChangeArrowheads="1"/>
            </p:cNvSpPr>
            <p:nvPr/>
          </p:nvSpPr>
          <p:spPr bwMode="auto">
            <a:xfrm>
              <a:off x="2019" y="2675"/>
              <a:ext cx="3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b="1" i="1" baseline="-25000"/>
                <a:t>x</a:t>
              </a:r>
              <a:endParaRPr lang="en-US" altLang="zh-CN" b="1" baseline="-25000"/>
            </a:p>
          </p:txBody>
        </p:sp>
        <p:sp>
          <p:nvSpPr>
            <p:cNvPr id="176152" name="AutoShape 24"/>
            <p:cNvSpPr>
              <a:spLocks noChangeArrowheads="1"/>
            </p:cNvSpPr>
            <p:nvPr/>
          </p:nvSpPr>
          <p:spPr bwMode="auto">
            <a:xfrm>
              <a:off x="579" y="2387"/>
              <a:ext cx="1020" cy="1020"/>
            </a:xfrm>
            <a:prstGeom prst="diamond">
              <a:avLst/>
            </a:prstGeom>
            <a:noFill/>
            <a:ln w="19050">
              <a:solidFill>
                <a:schemeClr val="tx1"/>
              </a:solidFill>
              <a:miter lim="800000"/>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53" name="Rectangle 25"/>
            <p:cNvSpPr>
              <a:spLocks noChangeArrowheads="1"/>
            </p:cNvSpPr>
            <p:nvPr/>
          </p:nvSpPr>
          <p:spPr bwMode="auto">
            <a:xfrm rot="2700000">
              <a:off x="1297" y="3007"/>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54" name="Rectangle 26"/>
            <p:cNvSpPr>
              <a:spLocks noChangeArrowheads="1"/>
            </p:cNvSpPr>
            <p:nvPr/>
          </p:nvSpPr>
          <p:spPr bwMode="auto">
            <a:xfrm rot="2700000">
              <a:off x="815" y="2480"/>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55" name="Rectangle 27"/>
            <p:cNvSpPr>
              <a:spLocks noChangeArrowheads="1"/>
            </p:cNvSpPr>
            <p:nvPr/>
          </p:nvSpPr>
          <p:spPr bwMode="auto">
            <a:xfrm rot="-2700000">
              <a:off x="773" y="3005"/>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56" name="Rectangle 28"/>
            <p:cNvSpPr>
              <a:spLocks noChangeArrowheads="1"/>
            </p:cNvSpPr>
            <p:nvPr/>
          </p:nvSpPr>
          <p:spPr bwMode="auto">
            <a:xfrm rot="-2700000">
              <a:off x="1299" y="2531"/>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57" name="Rectangle 29"/>
            <p:cNvSpPr>
              <a:spLocks noChangeArrowheads="1"/>
            </p:cNvSpPr>
            <p:nvPr/>
          </p:nvSpPr>
          <p:spPr bwMode="auto">
            <a:xfrm>
              <a:off x="2355" y="2717"/>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58" name="Oval 30"/>
            <p:cNvSpPr>
              <a:spLocks noChangeArrowheads="1"/>
            </p:cNvSpPr>
            <p:nvPr/>
          </p:nvSpPr>
          <p:spPr bwMode="auto">
            <a:xfrm>
              <a:off x="1059" y="2367"/>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59" name="Oval 31"/>
            <p:cNvSpPr>
              <a:spLocks noChangeArrowheads="1"/>
            </p:cNvSpPr>
            <p:nvPr/>
          </p:nvSpPr>
          <p:spPr bwMode="auto">
            <a:xfrm>
              <a:off x="1539" y="2867"/>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60" name="Oval 32"/>
            <p:cNvSpPr>
              <a:spLocks noChangeArrowheads="1"/>
            </p:cNvSpPr>
            <p:nvPr/>
          </p:nvSpPr>
          <p:spPr bwMode="auto">
            <a:xfrm>
              <a:off x="559" y="2867"/>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61" name="Oval 33"/>
            <p:cNvSpPr>
              <a:spLocks noChangeArrowheads="1"/>
            </p:cNvSpPr>
            <p:nvPr/>
          </p:nvSpPr>
          <p:spPr bwMode="auto">
            <a:xfrm>
              <a:off x="1059" y="3347"/>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62" name="Oval 34"/>
            <p:cNvSpPr>
              <a:spLocks noChangeArrowheads="1"/>
            </p:cNvSpPr>
            <p:nvPr/>
          </p:nvSpPr>
          <p:spPr bwMode="auto">
            <a:xfrm>
              <a:off x="2355" y="2367"/>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63" name="Oval 35"/>
            <p:cNvSpPr>
              <a:spLocks noChangeArrowheads="1"/>
            </p:cNvSpPr>
            <p:nvPr/>
          </p:nvSpPr>
          <p:spPr bwMode="auto">
            <a:xfrm>
              <a:off x="2355" y="3347"/>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6164" name="Group 36"/>
            <p:cNvGrpSpPr>
              <a:grpSpLocks/>
            </p:cNvGrpSpPr>
            <p:nvPr/>
          </p:nvGrpSpPr>
          <p:grpSpPr bwMode="auto">
            <a:xfrm>
              <a:off x="915" y="3731"/>
              <a:ext cx="295" cy="295"/>
              <a:chOff x="1632" y="2400"/>
              <a:chExt cx="295" cy="295"/>
            </a:xfrm>
          </p:grpSpPr>
          <p:sp>
            <p:nvSpPr>
              <p:cNvPr id="176165" name="Oval 37"/>
              <p:cNvSpPr>
                <a:spLocks noChangeArrowheads="1"/>
              </p:cNvSpPr>
              <p:nvPr/>
            </p:nvSpPr>
            <p:spPr bwMode="auto">
              <a:xfrm>
                <a:off x="1632" y="2400"/>
                <a:ext cx="295" cy="295"/>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66" name="Line 38"/>
              <p:cNvSpPr>
                <a:spLocks noChangeShapeType="1"/>
              </p:cNvSpPr>
              <p:nvPr/>
            </p:nvSpPr>
            <p:spPr bwMode="auto">
              <a:xfrm>
                <a:off x="1632" y="2544"/>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76167" name="Group 39"/>
          <p:cNvGrpSpPr>
            <a:grpSpLocks/>
          </p:cNvGrpSpPr>
          <p:nvPr/>
        </p:nvGrpSpPr>
        <p:grpSpPr bwMode="auto">
          <a:xfrm>
            <a:off x="5334000" y="3505200"/>
            <a:ext cx="3436938" cy="2819400"/>
            <a:chOff x="3360" y="2208"/>
            <a:chExt cx="2165" cy="1776"/>
          </a:xfrm>
        </p:grpSpPr>
        <p:sp>
          <p:nvSpPr>
            <p:cNvPr id="176168" name="Text Box 40"/>
            <p:cNvSpPr txBox="1">
              <a:spLocks noChangeArrowheads="1"/>
            </p:cNvSpPr>
            <p:nvPr/>
          </p:nvSpPr>
          <p:spPr bwMode="auto">
            <a:xfrm>
              <a:off x="5039" y="2928"/>
              <a:ext cx="48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sz="3200" b="1" i="1" baseline="-25000"/>
                <a:t>x</a:t>
              </a:r>
            </a:p>
          </p:txBody>
        </p:sp>
        <p:sp>
          <p:nvSpPr>
            <p:cNvPr id="176169" name="Line 41"/>
            <p:cNvSpPr>
              <a:spLocks noChangeShapeType="1"/>
            </p:cNvSpPr>
            <p:nvPr/>
          </p:nvSpPr>
          <p:spPr bwMode="auto">
            <a:xfrm>
              <a:off x="4127" y="2496"/>
              <a:ext cx="48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70" name="Text Box 42"/>
            <p:cNvSpPr txBox="1">
              <a:spLocks noChangeArrowheads="1"/>
            </p:cNvSpPr>
            <p:nvPr/>
          </p:nvSpPr>
          <p:spPr bwMode="auto">
            <a:xfrm>
              <a:off x="4271" y="2208"/>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endParaRPr lang="en-US" altLang="zh-CN" b="1"/>
            </a:p>
          </p:txBody>
        </p:sp>
        <p:sp>
          <p:nvSpPr>
            <p:cNvPr id="176171" name="Text Box 43"/>
            <p:cNvSpPr txBox="1">
              <a:spLocks noChangeArrowheads="1"/>
            </p:cNvSpPr>
            <p:nvPr/>
          </p:nvSpPr>
          <p:spPr bwMode="auto">
            <a:xfrm>
              <a:off x="4837" y="2256"/>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6172" name="Text Box 44"/>
            <p:cNvSpPr txBox="1">
              <a:spLocks noChangeArrowheads="1"/>
            </p:cNvSpPr>
            <p:nvPr/>
          </p:nvSpPr>
          <p:spPr bwMode="auto">
            <a:xfrm>
              <a:off x="4837" y="3696"/>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p>
          </p:txBody>
        </p:sp>
        <p:sp>
          <p:nvSpPr>
            <p:cNvPr id="176173" name="Text Box 45"/>
            <p:cNvSpPr txBox="1">
              <a:spLocks noChangeArrowheads="1"/>
            </p:cNvSpPr>
            <p:nvPr/>
          </p:nvSpPr>
          <p:spPr bwMode="auto">
            <a:xfrm>
              <a:off x="3360" y="3246"/>
              <a:ext cx="5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oc</a:t>
              </a:r>
              <a:endParaRPr lang="en-US" altLang="zh-CN" b="1"/>
            </a:p>
          </p:txBody>
        </p:sp>
        <p:sp>
          <p:nvSpPr>
            <p:cNvPr id="176174" name="Text Box 46"/>
            <p:cNvSpPr txBox="1">
              <a:spLocks noChangeArrowheads="1"/>
            </p:cNvSpPr>
            <p:nvPr/>
          </p:nvSpPr>
          <p:spPr bwMode="auto">
            <a:xfrm>
              <a:off x="3610" y="3029"/>
              <a:ext cx="2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6175" name="Text Box 47"/>
            <p:cNvSpPr txBox="1">
              <a:spLocks noChangeArrowheads="1"/>
            </p:cNvSpPr>
            <p:nvPr/>
          </p:nvSpPr>
          <p:spPr bwMode="auto">
            <a:xfrm>
              <a:off x="3599" y="3456"/>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6176" name="Text Box 48"/>
            <p:cNvSpPr txBox="1">
              <a:spLocks noChangeArrowheads="1"/>
            </p:cNvSpPr>
            <p:nvPr/>
          </p:nvSpPr>
          <p:spPr bwMode="auto">
            <a:xfrm>
              <a:off x="4079" y="3216"/>
              <a:ext cx="4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b="1"/>
            </a:p>
          </p:txBody>
        </p:sp>
        <p:grpSp>
          <p:nvGrpSpPr>
            <p:cNvPr id="176177" name="Group 49"/>
            <p:cNvGrpSpPr>
              <a:grpSpLocks/>
            </p:cNvGrpSpPr>
            <p:nvPr/>
          </p:nvGrpSpPr>
          <p:grpSpPr bwMode="auto">
            <a:xfrm>
              <a:off x="3838" y="2592"/>
              <a:ext cx="1105" cy="1088"/>
              <a:chOff x="3456" y="720"/>
              <a:chExt cx="768" cy="720"/>
            </a:xfrm>
          </p:grpSpPr>
          <p:sp>
            <p:nvSpPr>
              <p:cNvPr id="176178" name="Line 50"/>
              <p:cNvSpPr>
                <a:spLocks noChangeShapeType="1"/>
              </p:cNvSpPr>
              <p:nvPr/>
            </p:nvSpPr>
            <p:spPr bwMode="auto">
              <a:xfrm>
                <a:off x="3456" y="720"/>
                <a:ext cx="0"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79" name="Line 51"/>
              <p:cNvSpPr>
                <a:spLocks noChangeShapeType="1"/>
              </p:cNvSpPr>
              <p:nvPr/>
            </p:nvSpPr>
            <p:spPr bwMode="auto">
              <a:xfrm>
                <a:off x="3456" y="720"/>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80" name="Line 52"/>
              <p:cNvSpPr>
                <a:spLocks noChangeShapeType="1"/>
              </p:cNvSpPr>
              <p:nvPr/>
            </p:nvSpPr>
            <p:spPr bwMode="auto">
              <a:xfrm>
                <a:off x="3456" y="1440"/>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6181" name="Line 53"/>
            <p:cNvSpPr>
              <a:spLocks noChangeShapeType="1"/>
            </p:cNvSpPr>
            <p:nvPr/>
          </p:nvSpPr>
          <p:spPr bwMode="auto">
            <a:xfrm>
              <a:off x="4943" y="2595"/>
              <a:ext cx="0" cy="10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82" name="Rectangle 54"/>
            <p:cNvSpPr>
              <a:spLocks noChangeArrowheads="1"/>
            </p:cNvSpPr>
            <p:nvPr/>
          </p:nvSpPr>
          <p:spPr bwMode="auto">
            <a:xfrm>
              <a:off x="4875" y="2927"/>
              <a:ext cx="136" cy="385"/>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83" name="Text Box 55"/>
            <p:cNvSpPr txBox="1">
              <a:spLocks noChangeArrowheads="1"/>
            </p:cNvSpPr>
            <p:nvPr/>
          </p:nvSpPr>
          <p:spPr bwMode="auto">
            <a:xfrm>
              <a:off x="3450" y="2739"/>
              <a:ext cx="4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b="1" baseline="-25000"/>
                <a:t>i</a:t>
              </a:r>
              <a:endParaRPr lang="en-US" altLang="zh-CN" b="1"/>
            </a:p>
          </p:txBody>
        </p:sp>
        <p:sp>
          <p:nvSpPr>
            <p:cNvPr id="176184" name="Rectangle 56"/>
            <p:cNvSpPr>
              <a:spLocks noChangeArrowheads="1"/>
            </p:cNvSpPr>
            <p:nvPr/>
          </p:nvSpPr>
          <p:spPr bwMode="auto">
            <a:xfrm>
              <a:off x="3769" y="2688"/>
              <a:ext cx="136" cy="385"/>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6185" name="Group 57"/>
            <p:cNvGrpSpPr>
              <a:grpSpLocks/>
            </p:cNvGrpSpPr>
            <p:nvPr/>
          </p:nvGrpSpPr>
          <p:grpSpPr bwMode="auto">
            <a:xfrm>
              <a:off x="3695" y="3257"/>
              <a:ext cx="295" cy="295"/>
              <a:chOff x="4416" y="1680"/>
              <a:chExt cx="295" cy="295"/>
            </a:xfrm>
          </p:grpSpPr>
          <p:sp>
            <p:nvSpPr>
              <p:cNvPr id="176186" name="Oval 58"/>
              <p:cNvSpPr>
                <a:spLocks noChangeArrowheads="1"/>
              </p:cNvSpPr>
              <p:nvPr/>
            </p:nvSpPr>
            <p:spPr bwMode="auto">
              <a:xfrm>
                <a:off x="4416" y="1680"/>
                <a:ext cx="295" cy="295"/>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87" name="Line 59"/>
              <p:cNvSpPr>
                <a:spLocks noChangeShapeType="1"/>
              </p:cNvSpPr>
              <p:nvPr/>
            </p:nvSpPr>
            <p:spPr bwMode="auto">
              <a:xfrm>
                <a:off x="4560" y="1680"/>
                <a:ext cx="0" cy="288"/>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6188" name="Oval 60"/>
            <p:cNvSpPr>
              <a:spLocks noChangeArrowheads="1"/>
            </p:cNvSpPr>
            <p:nvPr/>
          </p:nvSpPr>
          <p:spPr bwMode="auto">
            <a:xfrm>
              <a:off x="4909" y="2544"/>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89" name="Oval 61"/>
            <p:cNvSpPr>
              <a:spLocks noChangeArrowheads="1"/>
            </p:cNvSpPr>
            <p:nvPr/>
          </p:nvSpPr>
          <p:spPr bwMode="auto">
            <a:xfrm>
              <a:off x="4909" y="3648"/>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6190" name="AutoShape 62"/>
          <p:cNvSpPr>
            <a:spLocks noChangeArrowheads="1"/>
          </p:cNvSpPr>
          <p:nvPr/>
        </p:nvSpPr>
        <p:spPr bwMode="auto">
          <a:xfrm>
            <a:off x="533400" y="3581400"/>
            <a:ext cx="2514600" cy="2971800"/>
          </a:xfrm>
          <a:prstGeom prst="flowChartAlternateProcess">
            <a:avLst/>
          </a:prstGeom>
          <a:noFill/>
          <a:ln w="38100">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nvGrpSpPr>
          <p:cNvPr id="176191" name="Group 63"/>
          <p:cNvGrpSpPr>
            <a:grpSpLocks/>
          </p:cNvGrpSpPr>
          <p:nvPr/>
        </p:nvGrpSpPr>
        <p:grpSpPr bwMode="auto">
          <a:xfrm>
            <a:off x="100013" y="0"/>
            <a:ext cx="8839200" cy="2533650"/>
            <a:chOff x="63" y="0"/>
            <a:chExt cx="5568" cy="1596"/>
          </a:xfrm>
        </p:grpSpPr>
        <p:sp>
          <p:nvSpPr>
            <p:cNvPr id="176192" name="Text Box 64"/>
            <p:cNvSpPr txBox="1">
              <a:spLocks noChangeArrowheads="1"/>
            </p:cNvSpPr>
            <p:nvPr/>
          </p:nvSpPr>
          <p:spPr bwMode="auto">
            <a:xfrm>
              <a:off x="63" y="79"/>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33CC"/>
                  </a:solidFill>
                </a:rPr>
                <a:t>例</a:t>
              </a:r>
              <a:r>
                <a:rPr lang="en-US" altLang="zh-CN" b="1">
                  <a:solidFill>
                    <a:srgbClr val="FF33CC"/>
                  </a:solidFill>
                </a:rPr>
                <a:t>1  </a:t>
              </a:r>
              <a:endParaRPr lang="en-US" altLang="zh-CN" b="1"/>
            </a:p>
          </p:txBody>
        </p:sp>
        <p:grpSp>
          <p:nvGrpSpPr>
            <p:cNvPr id="176193" name="Group 65"/>
            <p:cNvGrpSpPr>
              <a:grpSpLocks/>
            </p:cNvGrpSpPr>
            <p:nvPr/>
          </p:nvGrpSpPr>
          <p:grpSpPr bwMode="auto">
            <a:xfrm>
              <a:off x="591" y="0"/>
              <a:ext cx="1488" cy="1596"/>
              <a:chOff x="720" y="132"/>
              <a:chExt cx="1488" cy="1596"/>
            </a:xfrm>
          </p:grpSpPr>
          <p:sp>
            <p:nvSpPr>
              <p:cNvPr id="176194" name="Rectangle 66"/>
              <p:cNvSpPr>
                <a:spLocks noChangeArrowheads="1"/>
              </p:cNvSpPr>
              <p:nvPr/>
            </p:nvSpPr>
            <p:spPr bwMode="auto">
              <a:xfrm>
                <a:off x="720" y="432"/>
                <a:ext cx="1488" cy="115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95" name="Line 67"/>
              <p:cNvSpPr>
                <a:spLocks noChangeShapeType="1"/>
              </p:cNvSpPr>
              <p:nvPr/>
            </p:nvSpPr>
            <p:spPr bwMode="auto">
              <a:xfrm>
                <a:off x="720" y="1008"/>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96" name="Line 68"/>
              <p:cNvSpPr>
                <a:spLocks noChangeShapeType="1"/>
              </p:cNvSpPr>
              <p:nvPr/>
            </p:nvSpPr>
            <p:spPr bwMode="auto">
              <a:xfrm>
                <a:off x="1440" y="432"/>
                <a:ext cx="0" cy="57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97" name="Line 69"/>
              <p:cNvSpPr>
                <a:spLocks noChangeShapeType="1"/>
              </p:cNvSpPr>
              <p:nvPr/>
            </p:nvSpPr>
            <p:spPr bwMode="auto">
              <a:xfrm>
                <a:off x="1536" y="576"/>
                <a:ext cx="0" cy="28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198" name="Text Box 70"/>
              <p:cNvSpPr txBox="1">
                <a:spLocks noChangeArrowheads="1"/>
              </p:cNvSpPr>
              <p:nvPr/>
            </p:nvSpPr>
            <p:spPr bwMode="auto">
              <a:xfrm>
                <a:off x="1536" y="52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endParaRPr lang="en-US" altLang="zh-CN" b="1"/>
              </a:p>
            </p:txBody>
          </p:sp>
          <p:sp>
            <p:nvSpPr>
              <p:cNvPr id="176199" name="Rectangle 71"/>
              <p:cNvSpPr>
                <a:spLocks noChangeArrowheads="1"/>
              </p:cNvSpPr>
              <p:nvPr/>
            </p:nvSpPr>
            <p:spPr bwMode="auto">
              <a:xfrm>
                <a:off x="1392" y="624"/>
                <a:ext cx="91" cy="227"/>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200" name="Text Box 72"/>
              <p:cNvSpPr txBox="1">
                <a:spLocks noChangeArrowheads="1"/>
              </p:cNvSpPr>
              <p:nvPr/>
            </p:nvSpPr>
            <p:spPr bwMode="auto">
              <a:xfrm>
                <a:off x="1104" y="52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b="1" i="1" baseline="-25000"/>
                  <a:t>x</a:t>
                </a:r>
              </a:p>
            </p:txBody>
          </p:sp>
          <p:sp>
            <p:nvSpPr>
              <p:cNvPr id="176201" name="Text Box 73"/>
              <p:cNvSpPr txBox="1">
                <a:spLocks noChangeArrowheads="1"/>
              </p:cNvSpPr>
              <p:nvPr/>
            </p:nvSpPr>
            <p:spPr bwMode="auto">
              <a:xfrm>
                <a:off x="1344" y="14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a:t>
                </a:r>
              </a:p>
            </p:txBody>
          </p:sp>
          <p:sp>
            <p:nvSpPr>
              <p:cNvPr id="176202" name="Text Box 74"/>
              <p:cNvSpPr txBox="1">
                <a:spLocks noChangeArrowheads="1"/>
              </p:cNvSpPr>
              <p:nvPr/>
            </p:nvSpPr>
            <p:spPr bwMode="auto">
              <a:xfrm>
                <a:off x="1344" y="96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b</a:t>
                </a:r>
              </a:p>
            </p:txBody>
          </p:sp>
          <p:sp>
            <p:nvSpPr>
              <p:cNvPr id="176203" name="Oval 75"/>
              <p:cNvSpPr>
                <a:spLocks noChangeArrowheads="1"/>
              </p:cNvSpPr>
              <p:nvPr/>
            </p:nvSpPr>
            <p:spPr bwMode="auto">
              <a:xfrm>
                <a:off x="1344" y="1440"/>
                <a:ext cx="288" cy="288"/>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76204" name="AutoShape 76"/>
              <p:cNvCxnSpPr>
                <a:cxnSpLocks noChangeShapeType="1"/>
                <a:stCxn id="176203" idx="2"/>
                <a:endCxn id="176203" idx="6"/>
              </p:cNvCxnSpPr>
              <p:nvPr/>
            </p:nvCxnSpPr>
            <p:spPr bwMode="auto">
              <a:xfrm>
                <a:off x="1334" y="1584"/>
                <a:ext cx="308" cy="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6205" name="Text Box 77"/>
              <p:cNvSpPr txBox="1">
                <a:spLocks noChangeArrowheads="1"/>
              </p:cNvSpPr>
              <p:nvPr/>
            </p:nvSpPr>
            <p:spPr bwMode="auto">
              <a:xfrm>
                <a:off x="1104" y="134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6206" name="Text Box 78"/>
              <p:cNvSpPr txBox="1">
                <a:spLocks noChangeArrowheads="1"/>
              </p:cNvSpPr>
              <p:nvPr/>
            </p:nvSpPr>
            <p:spPr bwMode="auto">
              <a:xfrm>
                <a:off x="1632" y="13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6207" name="Text Box 79"/>
              <p:cNvSpPr txBox="1">
                <a:spLocks noChangeArrowheads="1"/>
              </p:cNvSpPr>
              <p:nvPr/>
            </p:nvSpPr>
            <p:spPr bwMode="auto">
              <a:xfrm>
                <a:off x="1296" y="1200"/>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10V</a:t>
                </a:r>
              </a:p>
            </p:txBody>
          </p:sp>
          <p:sp>
            <p:nvSpPr>
              <p:cNvPr id="176208" name="Text Box 80"/>
              <p:cNvSpPr txBox="1">
                <a:spLocks noChangeArrowheads="1"/>
              </p:cNvSpPr>
              <p:nvPr/>
            </p:nvSpPr>
            <p:spPr bwMode="auto">
              <a:xfrm>
                <a:off x="1632" y="67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r>
                  <a:rPr lang="en-US" altLang="zh-CN" b="1">
                    <a:sym typeface="Symbol" panose="05050102010706020507" pitchFamily="18" charset="2"/>
                  </a:rPr>
                  <a:t></a:t>
                </a:r>
                <a:endParaRPr lang="en-US" altLang="zh-CN" b="1"/>
              </a:p>
            </p:txBody>
          </p:sp>
          <p:sp>
            <p:nvSpPr>
              <p:cNvPr id="176209" name="Text Box 81"/>
              <p:cNvSpPr txBox="1">
                <a:spLocks noChangeArrowheads="1"/>
              </p:cNvSpPr>
              <p:nvPr/>
            </p:nvSpPr>
            <p:spPr bwMode="auto">
              <a:xfrm>
                <a:off x="1632" y="13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6210" name="Text Box 82"/>
              <p:cNvSpPr txBox="1">
                <a:spLocks noChangeArrowheads="1"/>
              </p:cNvSpPr>
              <p:nvPr/>
            </p:nvSpPr>
            <p:spPr bwMode="auto">
              <a:xfrm>
                <a:off x="912" y="708"/>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6211" name="Rectangle 83"/>
              <p:cNvSpPr>
                <a:spLocks noChangeArrowheads="1"/>
              </p:cNvSpPr>
              <p:nvPr/>
            </p:nvSpPr>
            <p:spPr bwMode="auto">
              <a:xfrm>
                <a:off x="960" y="384"/>
                <a:ext cx="227" cy="91"/>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212" name="Text Box 84"/>
              <p:cNvSpPr txBox="1">
                <a:spLocks noChangeArrowheads="1"/>
              </p:cNvSpPr>
              <p:nvPr/>
            </p:nvSpPr>
            <p:spPr bwMode="auto">
              <a:xfrm>
                <a:off x="912" y="132"/>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r>
                  <a:rPr lang="en-US" altLang="zh-CN" b="1">
                    <a:sym typeface="Symbol" panose="05050102010706020507" pitchFamily="18" charset="2"/>
                  </a:rPr>
                  <a:t></a:t>
                </a:r>
              </a:p>
            </p:txBody>
          </p:sp>
          <p:sp>
            <p:nvSpPr>
              <p:cNvPr id="176213" name="Rectangle 85"/>
              <p:cNvSpPr>
                <a:spLocks noChangeArrowheads="1"/>
              </p:cNvSpPr>
              <p:nvPr/>
            </p:nvSpPr>
            <p:spPr bwMode="auto">
              <a:xfrm>
                <a:off x="1680" y="384"/>
                <a:ext cx="227" cy="91"/>
              </a:xfrm>
              <a:prstGeom prst="rect">
                <a:avLst/>
              </a:prstGeom>
              <a:solidFill>
                <a:srgbClr val="66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214" name="Rectangle 86"/>
              <p:cNvSpPr>
                <a:spLocks noChangeArrowheads="1"/>
              </p:cNvSpPr>
              <p:nvPr/>
            </p:nvSpPr>
            <p:spPr bwMode="auto">
              <a:xfrm>
                <a:off x="960" y="960"/>
                <a:ext cx="227" cy="91"/>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6215" name="Rectangle 87"/>
              <p:cNvSpPr>
                <a:spLocks noChangeArrowheads="1"/>
              </p:cNvSpPr>
              <p:nvPr/>
            </p:nvSpPr>
            <p:spPr bwMode="auto">
              <a:xfrm>
                <a:off x="1680" y="960"/>
                <a:ext cx="227" cy="91"/>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6216" name="Text Box 88"/>
            <p:cNvSpPr txBox="1">
              <a:spLocks noChangeArrowheads="1"/>
            </p:cNvSpPr>
            <p:nvPr/>
          </p:nvSpPr>
          <p:spPr bwMode="auto">
            <a:xfrm>
              <a:off x="2226" y="471"/>
              <a:ext cx="3245"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t>（</a:t>
              </a:r>
              <a:r>
                <a:rPr lang="en-US" altLang="zh-CN" b="1" dirty="0"/>
                <a:t>1</a:t>
              </a:r>
              <a:r>
                <a:rPr lang="zh-CN" altLang="en-US" b="1" dirty="0"/>
                <a:t>） 计算</a:t>
              </a:r>
              <a:r>
                <a:rPr lang="en-US" altLang="zh-CN" b="1" i="1" dirty="0"/>
                <a:t>R</a:t>
              </a:r>
              <a:r>
                <a:rPr lang="en-US" altLang="zh-CN" sz="3200" b="1" i="1" baseline="-25000" dirty="0"/>
                <a:t>x</a:t>
              </a:r>
              <a:r>
                <a:rPr lang="zh-CN" altLang="en-US" b="1" dirty="0"/>
                <a:t>分别为</a:t>
              </a:r>
              <a:r>
                <a:rPr lang="en-US" altLang="zh-CN" b="1" dirty="0"/>
                <a:t>1.2</a:t>
              </a:r>
              <a:r>
                <a:rPr lang="en-US" altLang="zh-CN" b="1" dirty="0">
                  <a:sym typeface="Symbol" panose="05050102010706020507" pitchFamily="18" charset="2"/>
                </a:rPr>
                <a:t></a:t>
              </a:r>
              <a:r>
                <a:rPr lang="zh-CN" altLang="en-US" b="1" dirty="0"/>
                <a:t>、</a:t>
              </a:r>
              <a:r>
                <a:rPr lang="en-US" altLang="zh-CN" b="1" dirty="0"/>
                <a:t>5.2</a:t>
              </a:r>
              <a:r>
                <a:rPr lang="en-US" altLang="zh-CN" b="1" dirty="0">
                  <a:sym typeface="Symbol" panose="05050102010706020507" pitchFamily="18" charset="2"/>
                </a:rPr>
                <a:t></a:t>
              </a:r>
              <a:r>
                <a:rPr lang="zh-CN" altLang="en-US" b="1" dirty="0"/>
                <a:t>时的  </a:t>
              </a:r>
            </a:p>
            <a:p>
              <a:pPr>
                <a:spcBef>
                  <a:spcPct val="50000"/>
                </a:spcBef>
              </a:pPr>
              <a:r>
                <a:rPr lang="zh-CN" altLang="en-US" b="1" dirty="0"/>
                <a:t>            电流</a:t>
              </a:r>
              <a:r>
                <a:rPr lang="en-US" altLang="zh-CN" b="1" i="1" dirty="0"/>
                <a:t>I</a:t>
              </a:r>
              <a:r>
                <a:rPr lang="zh-CN" altLang="en-US" b="1" dirty="0"/>
                <a:t>；</a:t>
              </a:r>
              <a:endParaRPr lang="zh-CN" altLang="en-US" b="1" i="1" dirty="0"/>
            </a:p>
          </p:txBody>
        </p:sp>
        <p:sp>
          <p:nvSpPr>
            <p:cNvPr id="176217" name="Text Box 89"/>
            <p:cNvSpPr txBox="1">
              <a:spLocks noChangeArrowheads="1"/>
            </p:cNvSpPr>
            <p:nvPr/>
          </p:nvSpPr>
          <p:spPr bwMode="auto">
            <a:xfrm>
              <a:off x="2226" y="1152"/>
              <a:ext cx="34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t>（</a:t>
              </a:r>
              <a:r>
                <a:rPr lang="en-US" altLang="zh-CN" b="1" dirty="0"/>
                <a:t>2</a:t>
              </a:r>
              <a:r>
                <a:rPr lang="zh-CN" altLang="en-US" b="1" dirty="0"/>
                <a:t>） </a:t>
              </a:r>
              <a:r>
                <a:rPr lang="en-US" altLang="zh-CN" b="1" i="1" dirty="0"/>
                <a:t>R</a:t>
              </a:r>
              <a:r>
                <a:rPr lang="en-US" altLang="zh-CN" sz="3200" b="1" i="1" baseline="-25000" dirty="0"/>
                <a:t>x</a:t>
              </a:r>
              <a:r>
                <a:rPr lang="zh-CN" altLang="en-US" b="1" dirty="0"/>
                <a:t>为何值时，其上获最大功率</a:t>
              </a:r>
              <a:r>
                <a:rPr lang="en-US" altLang="zh-CN" b="1" dirty="0"/>
                <a:t>?</a:t>
              </a:r>
            </a:p>
          </p:txBody>
        </p:sp>
        <p:sp>
          <p:nvSpPr>
            <p:cNvPr id="176218" name="Text Box 90"/>
            <p:cNvSpPr txBox="1">
              <a:spLocks noChangeArrowheads="1"/>
            </p:cNvSpPr>
            <p:nvPr/>
          </p:nvSpPr>
          <p:spPr bwMode="auto">
            <a:xfrm>
              <a:off x="2211" y="115"/>
              <a:ext cx="12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a:spcBef>
                  <a:spcPct val="50000"/>
                </a:spcBef>
                <a:buClr>
                  <a:schemeClr val="accent2"/>
                </a:buClr>
                <a:buSzPct val="75000"/>
                <a:buFont typeface="Monotype Sorts" pitchFamily="2" charset="2"/>
                <a:buNone/>
              </a:pPr>
              <a:r>
                <a:rPr kumimoji="0" lang="zh-CN" altLang="en-US" b="1"/>
                <a:t>电路如图所示</a:t>
              </a:r>
            </a:p>
          </p:txBody>
        </p:sp>
      </p:grpSp>
    </p:spTree>
    <p:extLst>
      <p:ext uri="{BB962C8B-B14F-4D97-AF65-F5344CB8AC3E}">
        <p14:creationId xmlns:p14="http://schemas.microsoft.com/office/powerpoint/2010/main" val="35343408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76130"/>
                                        </p:tgtEl>
                                        <p:attrNameLst>
                                          <p:attrName>style.visibility</p:attrName>
                                        </p:attrNameLst>
                                      </p:cBhvr>
                                      <p:to>
                                        <p:strVal val="visible"/>
                                      </p:to>
                                    </p:set>
                                    <p:anim calcmode="lin" valueType="num">
                                      <p:cBhvr>
                                        <p:cTn id="7" dur="1000" fill="hold"/>
                                        <p:tgtEl>
                                          <p:spTgt spid="176130"/>
                                        </p:tgtEl>
                                        <p:attrNameLst>
                                          <p:attrName>ppt_w</p:attrName>
                                        </p:attrNameLst>
                                      </p:cBhvr>
                                      <p:tavLst>
                                        <p:tav tm="0">
                                          <p:val>
                                            <p:fltVal val="0"/>
                                          </p:val>
                                        </p:tav>
                                        <p:tav tm="100000">
                                          <p:val>
                                            <p:strVal val="#ppt_w"/>
                                          </p:val>
                                        </p:tav>
                                      </p:tavLst>
                                    </p:anim>
                                    <p:anim calcmode="lin" valueType="num">
                                      <p:cBhvr>
                                        <p:cTn id="8" dur="1000" fill="hold"/>
                                        <p:tgtEl>
                                          <p:spTgt spid="176130"/>
                                        </p:tgtEl>
                                        <p:attrNameLst>
                                          <p:attrName>ppt_h</p:attrName>
                                        </p:attrNameLst>
                                      </p:cBhvr>
                                      <p:tavLst>
                                        <p:tav tm="0">
                                          <p:val>
                                            <p:fltVal val="0"/>
                                          </p:val>
                                        </p:tav>
                                        <p:tav tm="100000">
                                          <p:val>
                                            <p:strVal val="#ppt_h"/>
                                          </p:val>
                                        </p:tav>
                                      </p:tavLst>
                                    </p:anim>
                                    <p:anim calcmode="lin" valueType="num">
                                      <p:cBhvr>
                                        <p:cTn id="9" dur="1000" fill="hold"/>
                                        <p:tgtEl>
                                          <p:spTgt spid="17613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7613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6131"/>
                                        </p:tgtEl>
                                        <p:attrNameLst>
                                          <p:attrName>style.visibility</p:attrName>
                                        </p:attrNameLst>
                                      </p:cBhvr>
                                      <p:to>
                                        <p:strVal val="visible"/>
                                      </p:to>
                                    </p:set>
                                    <p:anim calcmode="lin" valueType="num">
                                      <p:cBhvr>
                                        <p:cTn id="15" dur="500" fill="hold"/>
                                        <p:tgtEl>
                                          <p:spTgt spid="176131"/>
                                        </p:tgtEl>
                                        <p:attrNameLst>
                                          <p:attrName>ppt_x</p:attrName>
                                        </p:attrNameLst>
                                      </p:cBhvr>
                                      <p:tavLst>
                                        <p:tav tm="0">
                                          <p:val>
                                            <p:strVal val="#ppt_x-#ppt_w/2"/>
                                          </p:val>
                                        </p:tav>
                                        <p:tav tm="100000">
                                          <p:val>
                                            <p:strVal val="#ppt_x"/>
                                          </p:val>
                                        </p:tav>
                                      </p:tavLst>
                                    </p:anim>
                                    <p:anim calcmode="lin" valueType="num">
                                      <p:cBhvr>
                                        <p:cTn id="16" dur="500" fill="hold"/>
                                        <p:tgtEl>
                                          <p:spTgt spid="176131"/>
                                        </p:tgtEl>
                                        <p:attrNameLst>
                                          <p:attrName>ppt_y</p:attrName>
                                        </p:attrNameLst>
                                      </p:cBhvr>
                                      <p:tavLst>
                                        <p:tav tm="0">
                                          <p:val>
                                            <p:strVal val="#ppt_y"/>
                                          </p:val>
                                        </p:tav>
                                        <p:tav tm="100000">
                                          <p:val>
                                            <p:strVal val="#ppt_y"/>
                                          </p:val>
                                        </p:tav>
                                      </p:tavLst>
                                    </p:anim>
                                    <p:anim calcmode="lin" valueType="num">
                                      <p:cBhvr>
                                        <p:cTn id="17" dur="500" fill="hold"/>
                                        <p:tgtEl>
                                          <p:spTgt spid="176131"/>
                                        </p:tgtEl>
                                        <p:attrNameLst>
                                          <p:attrName>ppt_w</p:attrName>
                                        </p:attrNameLst>
                                      </p:cBhvr>
                                      <p:tavLst>
                                        <p:tav tm="0">
                                          <p:val>
                                            <p:fltVal val="0"/>
                                          </p:val>
                                        </p:tav>
                                        <p:tav tm="100000">
                                          <p:val>
                                            <p:strVal val="#ppt_w"/>
                                          </p:val>
                                        </p:tav>
                                      </p:tavLst>
                                    </p:anim>
                                    <p:anim calcmode="lin" valueType="num">
                                      <p:cBhvr>
                                        <p:cTn id="18" dur="500" fill="hold"/>
                                        <p:tgtEl>
                                          <p:spTgt spid="176131"/>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176133"/>
                                        </p:tgtEl>
                                        <p:attrNameLst>
                                          <p:attrName>style.visibility</p:attrName>
                                        </p:attrNameLst>
                                      </p:cBhvr>
                                      <p:to>
                                        <p:strVal val="visible"/>
                                      </p:to>
                                    </p:set>
                                    <p:animEffect transition="in" filter="wipe(down)">
                                      <p:cBhvr>
                                        <p:cTn id="23" dur="500"/>
                                        <p:tgtEl>
                                          <p:spTgt spid="17613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288" fill="hold" nodeType="clickEffect">
                                  <p:stCondLst>
                                    <p:cond delay="0"/>
                                  </p:stCondLst>
                                  <p:childTnLst>
                                    <p:set>
                                      <p:cBhvr>
                                        <p:cTn id="27" dur="1" fill="hold">
                                          <p:stCondLst>
                                            <p:cond delay="0"/>
                                          </p:stCondLst>
                                        </p:cTn>
                                        <p:tgtEl>
                                          <p:spTgt spid="176190"/>
                                        </p:tgtEl>
                                        <p:attrNameLst>
                                          <p:attrName>style.visibility</p:attrName>
                                        </p:attrNameLst>
                                      </p:cBhvr>
                                      <p:to>
                                        <p:strVal val="visible"/>
                                      </p:to>
                                    </p:set>
                                    <p:anim calcmode="lin" valueType="num">
                                      <p:cBhvr>
                                        <p:cTn id="28" dur="500" fill="hold"/>
                                        <p:tgtEl>
                                          <p:spTgt spid="176190"/>
                                        </p:tgtEl>
                                        <p:attrNameLst>
                                          <p:attrName>ppt_w</p:attrName>
                                        </p:attrNameLst>
                                      </p:cBhvr>
                                      <p:tavLst>
                                        <p:tav tm="0">
                                          <p:val>
                                            <p:strVal val="4/3*#ppt_w"/>
                                          </p:val>
                                        </p:tav>
                                        <p:tav tm="100000">
                                          <p:val>
                                            <p:strVal val="#ppt_w"/>
                                          </p:val>
                                        </p:tav>
                                      </p:tavLst>
                                    </p:anim>
                                    <p:anim calcmode="lin" valueType="num">
                                      <p:cBhvr>
                                        <p:cTn id="29" dur="500" fill="hold"/>
                                        <p:tgtEl>
                                          <p:spTgt spid="176190"/>
                                        </p:tgtEl>
                                        <p:attrNameLst>
                                          <p:attrName>ppt_h</p:attrName>
                                        </p:attrNameLst>
                                      </p:cBhvr>
                                      <p:tavLst>
                                        <p:tav tm="0">
                                          <p:val>
                                            <p:strVal val="4/3*#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8" fill="hold" nodeType="clickEffect">
                                  <p:stCondLst>
                                    <p:cond delay="0"/>
                                  </p:stCondLst>
                                  <p:childTnLst>
                                    <p:set>
                                      <p:cBhvr>
                                        <p:cTn id="33" dur="1" fill="hold">
                                          <p:stCondLst>
                                            <p:cond delay="0"/>
                                          </p:stCondLst>
                                        </p:cTn>
                                        <p:tgtEl>
                                          <p:spTgt spid="176132"/>
                                        </p:tgtEl>
                                        <p:attrNameLst>
                                          <p:attrName>style.visibility</p:attrName>
                                        </p:attrNameLst>
                                      </p:cBhvr>
                                      <p:to>
                                        <p:strVal val="visible"/>
                                      </p:to>
                                    </p:set>
                                    <p:animEffect transition="in" filter="slide(fromLeft)">
                                      <p:cBhvr>
                                        <p:cTn id="34" dur="500"/>
                                        <p:tgtEl>
                                          <p:spTgt spid="17613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nodeType="clickEffect">
                                  <p:stCondLst>
                                    <p:cond delay="0"/>
                                  </p:stCondLst>
                                  <p:childTnLst>
                                    <p:set>
                                      <p:cBhvr>
                                        <p:cTn id="38" dur="1" fill="hold">
                                          <p:stCondLst>
                                            <p:cond delay="0"/>
                                          </p:stCondLst>
                                        </p:cTn>
                                        <p:tgtEl>
                                          <p:spTgt spid="176167"/>
                                        </p:tgtEl>
                                        <p:attrNameLst>
                                          <p:attrName>style.visibility</p:attrName>
                                        </p:attrNameLst>
                                      </p:cBhvr>
                                      <p:to>
                                        <p:strVal val="visible"/>
                                      </p:to>
                                    </p:set>
                                    <p:animEffect transition="in" filter="dissolve">
                                      <p:cBhvr>
                                        <p:cTn id="39" dur="500"/>
                                        <p:tgtEl>
                                          <p:spTgt spid="176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autoUpdateAnimBg="0"/>
      <p:bldP spid="176131"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152400" y="304800"/>
            <a:ext cx="2590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a:t>
            </a:r>
            <a:r>
              <a:rPr lang="en-US" altLang="zh-CN" b="1"/>
              <a:t>1</a:t>
            </a:r>
            <a:r>
              <a:rPr lang="zh-CN" altLang="en-US" b="1"/>
              <a:t>）求开路电压  </a:t>
            </a:r>
          </a:p>
        </p:txBody>
      </p:sp>
      <p:sp>
        <p:nvSpPr>
          <p:cNvPr id="177155" name="Text Box 3"/>
          <p:cNvSpPr txBox="1">
            <a:spLocks noChangeArrowheads="1"/>
          </p:cNvSpPr>
          <p:nvPr/>
        </p:nvSpPr>
        <p:spPr bwMode="auto">
          <a:xfrm>
            <a:off x="4572000" y="457200"/>
            <a:ext cx="4375150" cy="1552575"/>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just">
              <a:spcBef>
                <a:spcPct val="50000"/>
              </a:spcBef>
            </a:pPr>
            <a:r>
              <a:rPr lang="en-US" altLang="zh-CN" b="1" i="1"/>
              <a:t>U</a:t>
            </a:r>
            <a:r>
              <a:rPr lang="en-US" altLang="zh-CN" b="1" baseline="-25000"/>
              <a:t>oc</a:t>
            </a:r>
            <a:r>
              <a:rPr lang="en-US" altLang="zh-CN" b="1"/>
              <a:t> = </a:t>
            </a:r>
            <a:r>
              <a:rPr lang="en-US" altLang="zh-CN" b="1" i="1"/>
              <a:t>U</a:t>
            </a:r>
            <a:r>
              <a:rPr lang="en-US" altLang="zh-CN" b="1" baseline="-25000"/>
              <a:t>1</a:t>
            </a:r>
            <a:r>
              <a:rPr lang="en-US" altLang="zh-CN" b="1"/>
              <a:t> + </a:t>
            </a:r>
            <a:r>
              <a:rPr lang="en-US" altLang="zh-CN" b="1" i="1"/>
              <a:t>U</a:t>
            </a:r>
            <a:r>
              <a:rPr lang="en-US" altLang="zh-CN" b="1" baseline="-25000"/>
              <a:t>2</a:t>
            </a:r>
            <a:r>
              <a:rPr lang="en-US" altLang="zh-CN" b="1"/>
              <a:t>   </a:t>
            </a:r>
          </a:p>
          <a:p>
            <a:pPr algn="just">
              <a:spcBef>
                <a:spcPct val="50000"/>
              </a:spcBef>
            </a:pPr>
            <a:r>
              <a:rPr lang="en-US" altLang="zh-CN" b="1"/>
              <a:t>       = </a:t>
            </a:r>
            <a:r>
              <a:rPr lang="en-US" altLang="zh-CN">
                <a:latin typeface="黑体" panose="02010609060101010101" pitchFamily="49" charset="-122"/>
                <a:ea typeface="黑体" panose="02010609060101010101" pitchFamily="49" charset="-122"/>
              </a:rPr>
              <a:t>-</a:t>
            </a:r>
            <a:r>
              <a:rPr lang="en-US" altLang="zh-CN" b="1"/>
              <a:t>10</a:t>
            </a:r>
            <a:r>
              <a:rPr lang="en-US" altLang="zh-CN" b="1">
                <a:sym typeface="Symbol" panose="05050102010706020507" pitchFamily="18" charset="2"/>
              </a:rPr>
              <a:t>4/(4+6)+10  6/(4+6)  </a:t>
            </a:r>
          </a:p>
          <a:p>
            <a:pPr algn="just">
              <a:spcBef>
                <a:spcPct val="50000"/>
              </a:spcBef>
            </a:pPr>
            <a:r>
              <a:rPr lang="en-US" altLang="zh-CN" b="1"/>
              <a:t>       = </a:t>
            </a:r>
            <a:r>
              <a:rPr lang="en-US" altLang="zh-CN">
                <a:latin typeface="黑体" panose="02010609060101010101" pitchFamily="49" charset="-122"/>
                <a:ea typeface="黑体" panose="02010609060101010101" pitchFamily="49" charset="-122"/>
              </a:rPr>
              <a:t>-</a:t>
            </a:r>
            <a:r>
              <a:rPr lang="en-US" altLang="zh-CN" b="1"/>
              <a:t>4+6=2V  </a:t>
            </a:r>
            <a:endParaRPr lang="en-US" altLang="zh-CN" b="1">
              <a:sym typeface="Symbol" panose="05050102010706020507" pitchFamily="18" charset="2"/>
            </a:endParaRPr>
          </a:p>
        </p:txBody>
      </p:sp>
      <p:grpSp>
        <p:nvGrpSpPr>
          <p:cNvPr id="177156" name="Group 4"/>
          <p:cNvGrpSpPr>
            <a:grpSpLocks/>
          </p:cNvGrpSpPr>
          <p:nvPr/>
        </p:nvGrpSpPr>
        <p:grpSpPr bwMode="auto">
          <a:xfrm>
            <a:off x="685800" y="542925"/>
            <a:ext cx="3392488" cy="2886075"/>
            <a:chOff x="432" y="342"/>
            <a:chExt cx="2137" cy="1818"/>
          </a:xfrm>
        </p:grpSpPr>
        <p:sp>
          <p:nvSpPr>
            <p:cNvPr id="177157" name="Text Box 5"/>
            <p:cNvSpPr txBox="1">
              <a:spLocks noChangeArrowheads="1"/>
            </p:cNvSpPr>
            <p:nvPr/>
          </p:nvSpPr>
          <p:spPr bwMode="auto">
            <a:xfrm>
              <a:off x="2355" y="342"/>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7158" name="Text Box 6"/>
            <p:cNvSpPr txBox="1">
              <a:spLocks noChangeArrowheads="1"/>
            </p:cNvSpPr>
            <p:nvPr/>
          </p:nvSpPr>
          <p:spPr bwMode="auto">
            <a:xfrm>
              <a:off x="2355" y="1337"/>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endParaRPr lang="en-US" altLang="zh-CN" b="1"/>
            </a:p>
          </p:txBody>
        </p:sp>
        <p:sp>
          <p:nvSpPr>
            <p:cNvPr id="177159" name="Text Box 7"/>
            <p:cNvSpPr txBox="1">
              <a:spLocks noChangeArrowheads="1"/>
            </p:cNvSpPr>
            <p:nvPr/>
          </p:nvSpPr>
          <p:spPr bwMode="auto">
            <a:xfrm>
              <a:off x="627" y="1769"/>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7160" name="Text Box 8"/>
            <p:cNvSpPr txBox="1">
              <a:spLocks noChangeArrowheads="1"/>
            </p:cNvSpPr>
            <p:nvPr/>
          </p:nvSpPr>
          <p:spPr bwMode="auto">
            <a:xfrm>
              <a:off x="1164" y="1769"/>
              <a:ext cx="2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7161" name="Text Box 9"/>
            <p:cNvSpPr txBox="1">
              <a:spLocks noChangeArrowheads="1"/>
            </p:cNvSpPr>
            <p:nvPr/>
          </p:nvSpPr>
          <p:spPr bwMode="auto">
            <a:xfrm>
              <a:off x="771" y="1625"/>
              <a:ext cx="5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10V</a:t>
              </a:r>
            </a:p>
          </p:txBody>
        </p:sp>
        <p:sp>
          <p:nvSpPr>
            <p:cNvPr id="177162" name="Text Box 10"/>
            <p:cNvSpPr txBox="1">
              <a:spLocks noChangeArrowheads="1"/>
            </p:cNvSpPr>
            <p:nvPr/>
          </p:nvSpPr>
          <p:spPr bwMode="auto">
            <a:xfrm rot="-2712686">
              <a:off x="918" y="998"/>
              <a:ext cx="4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r>
                <a:rPr lang="en-US" altLang="zh-CN" b="1">
                  <a:sym typeface="Symbol" panose="05050102010706020507" pitchFamily="18" charset="2"/>
                </a:rPr>
                <a:t></a:t>
              </a:r>
              <a:endParaRPr lang="en-US" altLang="zh-CN" b="1"/>
            </a:p>
          </p:txBody>
        </p:sp>
        <p:sp>
          <p:nvSpPr>
            <p:cNvPr id="177163" name="Text Box 11"/>
            <p:cNvSpPr txBox="1">
              <a:spLocks noChangeArrowheads="1"/>
            </p:cNvSpPr>
            <p:nvPr/>
          </p:nvSpPr>
          <p:spPr bwMode="auto">
            <a:xfrm rot="-18817037">
              <a:off x="1185" y="552"/>
              <a:ext cx="4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7164" name="Freeform 12"/>
            <p:cNvSpPr>
              <a:spLocks/>
            </p:cNvSpPr>
            <p:nvPr/>
          </p:nvSpPr>
          <p:spPr bwMode="auto">
            <a:xfrm>
              <a:off x="483" y="1031"/>
              <a:ext cx="1" cy="978"/>
            </a:xfrm>
            <a:custGeom>
              <a:avLst/>
              <a:gdLst>
                <a:gd name="T0" fmla="*/ 0 w 1"/>
                <a:gd name="T1" fmla="*/ 0 h 978"/>
                <a:gd name="T2" fmla="*/ 1 w 1"/>
                <a:gd name="T3" fmla="*/ 978 h 978"/>
              </a:gdLst>
              <a:ahLst/>
              <a:cxnLst>
                <a:cxn ang="0">
                  <a:pos x="T0" y="T1"/>
                </a:cxn>
                <a:cxn ang="0">
                  <a:pos x="T2" y="T3"/>
                </a:cxn>
              </a:cxnLst>
              <a:rect l="0" t="0" r="r" b="b"/>
              <a:pathLst>
                <a:path w="1" h="978">
                  <a:moveTo>
                    <a:pt x="0" y="0"/>
                  </a:moveTo>
                  <a:lnTo>
                    <a:pt x="1" y="978"/>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5" name="Freeform 13"/>
            <p:cNvSpPr>
              <a:spLocks/>
            </p:cNvSpPr>
            <p:nvPr/>
          </p:nvSpPr>
          <p:spPr bwMode="auto">
            <a:xfrm>
              <a:off x="1491" y="1037"/>
              <a:ext cx="1" cy="978"/>
            </a:xfrm>
            <a:custGeom>
              <a:avLst/>
              <a:gdLst>
                <a:gd name="T0" fmla="*/ 0 w 1"/>
                <a:gd name="T1" fmla="*/ 0 h 978"/>
                <a:gd name="T2" fmla="*/ 0 w 1"/>
                <a:gd name="T3" fmla="*/ 978 h 978"/>
              </a:gdLst>
              <a:ahLst/>
              <a:cxnLst>
                <a:cxn ang="0">
                  <a:pos x="T0" y="T1"/>
                </a:cxn>
                <a:cxn ang="0">
                  <a:pos x="T2" y="T3"/>
                </a:cxn>
              </a:cxnLst>
              <a:rect l="0" t="0" r="r" b="b"/>
              <a:pathLst>
                <a:path w="1" h="978">
                  <a:moveTo>
                    <a:pt x="0" y="0"/>
                  </a:moveTo>
                  <a:lnTo>
                    <a:pt x="0" y="978"/>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6" name="Line 14"/>
            <p:cNvSpPr>
              <a:spLocks noChangeShapeType="1"/>
            </p:cNvSpPr>
            <p:nvPr/>
          </p:nvSpPr>
          <p:spPr bwMode="auto">
            <a:xfrm>
              <a:off x="483" y="2009"/>
              <a:ext cx="100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7" name="Line 15"/>
            <p:cNvSpPr>
              <a:spLocks noChangeShapeType="1"/>
            </p:cNvSpPr>
            <p:nvPr/>
          </p:nvSpPr>
          <p:spPr bwMode="auto">
            <a:xfrm>
              <a:off x="963" y="1529"/>
              <a:ext cx="13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8" name="Line 16"/>
            <p:cNvSpPr>
              <a:spLocks noChangeShapeType="1"/>
            </p:cNvSpPr>
            <p:nvPr/>
          </p:nvSpPr>
          <p:spPr bwMode="auto">
            <a:xfrm>
              <a:off x="1011" y="535"/>
              <a:ext cx="12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9" name="Text Box 17"/>
            <p:cNvSpPr txBox="1">
              <a:spLocks noChangeArrowheads="1"/>
            </p:cNvSpPr>
            <p:nvPr/>
          </p:nvSpPr>
          <p:spPr bwMode="auto">
            <a:xfrm rot="2691986">
              <a:off x="679" y="1049"/>
              <a:ext cx="4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7170" name="Text Box 18"/>
            <p:cNvSpPr txBox="1">
              <a:spLocks noChangeArrowheads="1"/>
            </p:cNvSpPr>
            <p:nvPr/>
          </p:nvSpPr>
          <p:spPr bwMode="auto">
            <a:xfrm>
              <a:off x="771" y="1433"/>
              <a:ext cx="17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7171" name="Text Box 19"/>
            <p:cNvSpPr txBox="1">
              <a:spLocks noChangeArrowheads="1"/>
            </p:cNvSpPr>
            <p:nvPr/>
          </p:nvSpPr>
          <p:spPr bwMode="auto">
            <a:xfrm>
              <a:off x="456" y="1193"/>
              <a:ext cx="17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7172" name="Text Box 20"/>
            <p:cNvSpPr txBox="1">
              <a:spLocks noChangeArrowheads="1"/>
            </p:cNvSpPr>
            <p:nvPr/>
          </p:nvSpPr>
          <p:spPr bwMode="auto">
            <a:xfrm>
              <a:off x="526" y="1337"/>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2</a:t>
              </a:r>
              <a:endParaRPr lang="en-US" altLang="zh-CN" b="1"/>
            </a:p>
          </p:txBody>
        </p:sp>
        <p:sp>
          <p:nvSpPr>
            <p:cNvPr id="177173" name="Text Box 21"/>
            <p:cNvSpPr txBox="1">
              <a:spLocks noChangeArrowheads="1"/>
            </p:cNvSpPr>
            <p:nvPr/>
          </p:nvSpPr>
          <p:spPr bwMode="auto">
            <a:xfrm rot="-2486295">
              <a:off x="432" y="521"/>
              <a:ext cx="3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r>
                <a:rPr lang="en-US" altLang="zh-CN" b="1">
                  <a:sym typeface="Symbol" panose="05050102010706020507" pitchFamily="18" charset="2"/>
                </a:rPr>
                <a:t></a:t>
              </a:r>
            </a:p>
          </p:txBody>
        </p:sp>
        <p:sp>
          <p:nvSpPr>
            <p:cNvPr id="177174" name="Text Box 22"/>
            <p:cNvSpPr txBox="1">
              <a:spLocks noChangeArrowheads="1"/>
            </p:cNvSpPr>
            <p:nvPr/>
          </p:nvSpPr>
          <p:spPr bwMode="auto">
            <a:xfrm>
              <a:off x="867" y="569"/>
              <a:ext cx="17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7175" name="Text Box 23"/>
            <p:cNvSpPr txBox="1">
              <a:spLocks noChangeArrowheads="1"/>
            </p:cNvSpPr>
            <p:nvPr/>
          </p:nvSpPr>
          <p:spPr bwMode="auto">
            <a:xfrm>
              <a:off x="531" y="857"/>
              <a:ext cx="17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7176" name="Text Box 24"/>
            <p:cNvSpPr txBox="1">
              <a:spLocks noChangeArrowheads="1"/>
            </p:cNvSpPr>
            <p:nvPr/>
          </p:nvSpPr>
          <p:spPr bwMode="auto">
            <a:xfrm>
              <a:off x="723" y="761"/>
              <a:ext cx="34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1</a:t>
              </a:r>
            </a:p>
          </p:txBody>
        </p:sp>
        <p:sp>
          <p:nvSpPr>
            <p:cNvPr id="177177" name="AutoShape 25"/>
            <p:cNvSpPr>
              <a:spLocks noChangeArrowheads="1"/>
            </p:cNvSpPr>
            <p:nvPr/>
          </p:nvSpPr>
          <p:spPr bwMode="auto">
            <a:xfrm>
              <a:off x="483" y="521"/>
              <a:ext cx="1020" cy="1020"/>
            </a:xfrm>
            <a:prstGeom prst="diamond">
              <a:avLst/>
            </a:prstGeom>
            <a:noFill/>
            <a:ln w="19050">
              <a:solidFill>
                <a:schemeClr val="tx1"/>
              </a:solidFill>
              <a:miter lim="800000"/>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78" name="Rectangle 26"/>
            <p:cNvSpPr>
              <a:spLocks noChangeArrowheads="1"/>
            </p:cNvSpPr>
            <p:nvPr/>
          </p:nvSpPr>
          <p:spPr bwMode="auto">
            <a:xfrm rot="2700000">
              <a:off x="1201" y="1141"/>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79" name="Rectangle 27"/>
            <p:cNvSpPr>
              <a:spLocks noChangeArrowheads="1"/>
            </p:cNvSpPr>
            <p:nvPr/>
          </p:nvSpPr>
          <p:spPr bwMode="auto">
            <a:xfrm rot="2700000">
              <a:off x="719" y="614"/>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80" name="Rectangle 28"/>
            <p:cNvSpPr>
              <a:spLocks noChangeArrowheads="1"/>
            </p:cNvSpPr>
            <p:nvPr/>
          </p:nvSpPr>
          <p:spPr bwMode="auto">
            <a:xfrm rot="-2700000">
              <a:off x="677" y="1139"/>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81" name="Rectangle 29"/>
            <p:cNvSpPr>
              <a:spLocks noChangeArrowheads="1"/>
            </p:cNvSpPr>
            <p:nvPr/>
          </p:nvSpPr>
          <p:spPr bwMode="auto">
            <a:xfrm rot="-2700000">
              <a:off x="1203" y="665"/>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82" name="Oval 30"/>
            <p:cNvSpPr>
              <a:spLocks noChangeArrowheads="1"/>
            </p:cNvSpPr>
            <p:nvPr/>
          </p:nvSpPr>
          <p:spPr bwMode="auto">
            <a:xfrm>
              <a:off x="963" y="50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83" name="Oval 31"/>
            <p:cNvSpPr>
              <a:spLocks noChangeArrowheads="1"/>
            </p:cNvSpPr>
            <p:nvPr/>
          </p:nvSpPr>
          <p:spPr bwMode="auto">
            <a:xfrm>
              <a:off x="1443" y="100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84" name="Oval 32"/>
            <p:cNvSpPr>
              <a:spLocks noChangeArrowheads="1"/>
            </p:cNvSpPr>
            <p:nvPr/>
          </p:nvSpPr>
          <p:spPr bwMode="auto">
            <a:xfrm>
              <a:off x="463" y="100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85" name="Oval 33"/>
            <p:cNvSpPr>
              <a:spLocks noChangeArrowheads="1"/>
            </p:cNvSpPr>
            <p:nvPr/>
          </p:nvSpPr>
          <p:spPr bwMode="auto">
            <a:xfrm>
              <a:off x="963" y="148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86" name="Oval 34"/>
            <p:cNvSpPr>
              <a:spLocks noChangeArrowheads="1"/>
            </p:cNvSpPr>
            <p:nvPr/>
          </p:nvSpPr>
          <p:spPr bwMode="auto">
            <a:xfrm>
              <a:off x="2259" y="50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87" name="Oval 35"/>
            <p:cNvSpPr>
              <a:spLocks noChangeArrowheads="1"/>
            </p:cNvSpPr>
            <p:nvPr/>
          </p:nvSpPr>
          <p:spPr bwMode="auto">
            <a:xfrm>
              <a:off x="2259" y="148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7188" name="Group 36"/>
            <p:cNvGrpSpPr>
              <a:grpSpLocks/>
            </p:cNvGrpSpPr>
            <p:nvPr/>
          </p:nvGrpSpPr>
          <p:grpSpPr bwMode="auto">
            <a:xfrm>
              <a:off x="819" y="1865"/>
              <a:ext cx="295" cy="295"/>
              <a:chOff x="1632" y="2400"/>
              <a:chExt cx="295" cy="295"/>
            </a:xfrm>
          </p:grpSpPr>
          <p:sp>
            <p:nvSpPr>
              <p:cNvPr id="177189" name="Oval 37"/>
              <p:cNvSpPr>
                <a:spLocks noChangeArrowheads="1"/>
              </p:cNvSpPr>
              <p:nvPr/>
            </p:nvSpPr>
            <p:spPr bwMode="auto">
              <a:xfrm>
                <a:off x="1632" y="2400"/>
                <a:ext cx="295" cy="295"/>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90" name="Line 38"/>
              <p:cNvSpPr>
                <a:spLocks noChangeShapeType="1"/>
              </p:cNvSpPr>
              <p:nvPr/>
            </p:nvSpPr>
            <p:spPr bwMode="auto">
              <a:xfrm>
                <a:off x="1632" y="2544"/>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7191" name="Text Box 39"/>
            <p:cNvSpPr txBox="1">
              <a:spLocks noChangeArrowheads="1"/>
            </p:cNvSpPr>
            <p:nvPr/>
          </p:nvSpPr>
          <p:spPr bwMode="auto">
            <a:xfrm>
              <a:off x="2176" y="582"/>
              <a:ext cx="225"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a:t>+</a:t>
              </a:r>
            </a:p>
          </p:txBody>
        </p:sp>
        <p:sp>
          <p:nvSpPr>
            <p:cNvPr id="177192" name="Text Box 40"/>
            <p:cNvSpPr txBox="1">
              <a:spLocks noChangeArrowheads="1"/>
            </p:cNvSpPr>
            <p:nvPr/>
          </p:nvSpPr>
          <p:spPr bwMode="auto">
            <a:xfrm>
              <a:off x="2160" y="1206"/>
              <a:ext cx="210"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b="1">
                  <a:latin typeface="宋体" panose="02010600030101010101" pitchFamily="2" charset="-122"/>
                </a:rPr>
                <a:t>-</a:t>
              </a:r>
            </a:p>
          </p:txBody>
        </p:sp>
        <p:sp>
          <p:nvSpPr>
            <p:cNvPr id="177193" name="Text Box 41"/>
            <p:cNvSpPr txBox="1">
              <a:spLocks noChangeArrowheads="1"/>
            </p:cNvSpPr>
            <p:nvPr/>
          </p:nvSpPr>
          <p:spPr bwMode="auto">
            <a:xfrm>
              <a:off x="2168" y="894"/>
              <a:ext cx="376"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i="1"/>
                <a:t>U</a:t>
              </a:r>
              <a:r>
                <a:rPr lang="en-US" altLang="zh-CN" b="1" baseline="-25000"/>
                <a:t>oc</a:t>
              </a:r>
              <a:endParaRPr lang="en-US" altLang="zh-CN" b="1"/>
            </a:p>
          </p:txBody>
        </p:sp>
      </p:grpSp>
      <p:sp>
        <p:nvSpPr>
          <p:cNvPr id="177194" name="Text Box 42"/>
          <p:cNvSpPr txBox="1">
            <a:spLocks noChangeArrowheads="1"/>
          </p:cNvSpPr>
          <p:nvPr/>
        </p:nvSpPr>
        <p:spPr bwMode="auto">
          <a:xfrm>
            <a:off x="152400" y="34290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a:t>
            </a:r>
            <a:r>
              <a:rPr lang="en-US" altLang="zh-CN" b="1"/>
              <a:t>2</a:t>
            </a:r>
            <a:r>
              <a:rPr lang="zh-CN" altLang="en-US" b="1"/>
              <a:t>） 求等效电阻</a:t>
            </a:r>
            <a:r>
              <a:rPr lang="en-US" altLang="zh-CN" b="1" i="1"/>
              <a:t>R</a:t>
            </a:r>
            <a:r>
              <a:rPr lang="en-US" altLang="zh-CN" sz="3200" b="1" baseline="-25000"/>
              <a:t>i  </a:t>
            </a:r>
          </a:p>
        </p:txBody>
      </p:sp>
      <p:sp>
        <p:nvSpPr>
          <p:cNvPr id="177195" name="Text Box 43"/>
          <p:cNvSpPr txBox="1">
            <a:spLocks noChangeArrowheads="1"/>
          </p:cNvSpPr>
          <p:nvPr/>
        </p:nvSpPr>
        <p:spPr bwMode="auto">
          <a:xfrm>
            <a:off x="304800" y="59436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sz="3200" b="1" baseline="-25000"/>
              <a:t>i</a:t>
            </a:r>
            <a:r>
              <a:rPr lang="en-US" altLang="zh-CN" b="1"/>
              <a:t>=4//6+6//4=4.8</a:t>
            </a:r>
            <a:r>
              <a:rPr lang="en-US" altLang="zh-CN" b="1">
                <a:sym typeface="Symbol" panose="05050102010706020507" pitchFamily="18" charset="2"/>
              </a:rPr>
              <a:t>  </a:t>
            </a:r>
            <a:endParaRPr lang="en-US" altLang="zh-CN" b="1"/>
          </a:p>
        </p:txBody>
      </p:sp>
      <p:sp>
        <p:nvSpPr>
          <p:cNvPr id="177196" name="Text Box 44"/>
          <p:cNvSpPr txBox="1">
            <a:spLocks noChangeArrowheads="1"/>
          </p:cNvSpPr>
          <p:nvPr/>
        </p:nvSpPr>
        <p:spPr bwMode="auto">
          <a:xfrm>
            <a:off x="3200400" y="4724400"/>
            <a:ext cx="2667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 </a:t>
            </a:r>
            <a:r>
              <a:rPr lang="en-US" altLang="zh-CN" b="1" i="1"/>
              <a:t>R</a:t>
            </a:r>
            <a:r>
              <a:rPr lang="en-US" altLang="zh-CN" sz="3200" b="1" i="1" baseline="-25000"/>
              <a:t>x</a:t>
            </a:r>
            <a:r>
              <a:rPr lang="en-US" altLang="zh-CN" b="1" i="1"/>
              <a:t> </a:t>
            </a:r>
            <a:r>
              <a:rPr lang="en-US" altLang="zh-CN" b="1"/>
              <a:t>=1.2</a:t>
            </a:r>
            <a:r>
              <a:rPr lang="en-US" altLang="zh-CN" b="1">
                <a:sym typeface="Symbol" panose="05050102010706020507" pitchFamily="18" charset="2"/>
              </a:rPr>
              <a:t></a:t>
            </a:r>
            <a:r>
              <a:rPr lang="zh-CN" altLang="en-US" b="1">
                <a:sym typeface="Symbol" panose="05050102010706020507" pitchFamily="18" charset="2"/>
              </a:rPr>
              <a:t>时，  </a:t>
            </a:r>
          </a:p>
        </p:txBody>
      </p:sp>
      <p:sp>
        <p:nvSpPr>
          <p:cNvPr id="177197" name="Text Box 45"/>
          <p:cNvSpPr txBox="1">
            <a:spLocks noChangeArrowheads="1"/>
          </p:cNvSpPr>
          <p:nvPr/>
        </p:nvSpPr>
        <p:spPr bwMode="auto">
          <a:xfrm>
            <a:off x="5410200" y="4724400"/>
            <a:ext cx="3505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a:t>= </a:t>
            </a:r>
            <a:r>
              <a:rPr lang="en-US" altLang="zh-CN" b="1" i="1"/>
              <a:t>U</a:t>
            </a:r>
            <a:r>
              <a:rPr lang="en-US" altLang="zh-CN" sz="3200" b="1" baseline="-25000"/>
              <a:t>oc</a:t>
            </a:r>
            <a:r>
              <a:rPr lang="en-US" altLang="zh-CN" b="1"/>
              <a:t> /(</a:t>
            </a:r>
            <a:r>
              <a:rPr lang="en-US" altLang="zh-CN" b="1" i="1"/>
              <a:t>R</a:t>
            </a:r>
            <a:r>
              <a:rPr lang="en-US" altLang="zh-CN" sz="3200" b="1" baseline="-25000"/>
              <a:t>i</a:t>
            </a:r>
            <a:r>
              <a:rPr lang="en-US" altLang="zh-CN" b="1"/>
              <a:t> + </a:t>
            </a:r>
            <a:r>
              <a:rPr lang="en-US" altLang="zh-CN" b="1" i="1"/>
              <a:t>R</a:t>
            </a:r>
            <a:r>
              <a:rPr lang="en-US" altLang="zh-CN" sz="3200" b="1" i="1" baseline="-25000"/>
              <a:t>x</a:t>
            </a:r>
            <a:r>
              <a:rPr lang="en-US" altLang="zh-CN" b="1"/>
              <a:t>) =0.333</a:t>
            </a:r>
            <a:r>
              <a:rPr lang="en-US" altLang="zh-CN" sz="2000" b="1"/>
              <a:t>A  </a:t>
            </a:r>
            <a:endParaRPr lang="en-US" altLang="zh-CN" b="1"/>
          </a:p>
        </p:txBody>
      </p:sp>
      <p:sp>
        <p:nvSpPr>
          <p:cNvPr id="177198" name="Text Box 46"/>
          <p:cNvSpPr txBox="1">
            <a:spLocks noChangeArrowheads="1"/>
          </p:cNvSpPr>
          <p:nvPr/>
        </p:nvSpPr>
        <p:spPr bwMode="auto">
          <a:xfrm>
            <a:off x="3657600" y="5257800"/>
            <a:ext cx="2057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sz="3200" b="1" i="1" baseline="-25000"/>
              <a:t>x</a:t>
            </a:r>
            <a:r>
              <a:rPr lang="en-US" altLang="zh-CN" b="1"/>
              <a:t> =5.2</a:t>
            </a:r>
            <a:r>
              <a:rPr lang="en-US" altLang="zh-CN" b="1">
                <a:sym typeface="Symbol" panose="05050102010706020507" pitchFamily="18" charset="2"/>
              </a:rPr>
              <a:t></a:t>
            </a:r>
            <a:r>
              <a:rPr lang="zh-CN" altLang="en-US" b="1">
                <a:sym typeface="Symbol" panose="05050102010706020507" pitchFamily="18" charset="2"/>
              </a:rPr>
              <a:t>时，  </a:t>
            </a:r>
          </a:p>
        </p:txBody>
      </p:sp>
      <p:sp>
        <p:nvSpPr>
          <p:cNvPr id="177199" name="Text Box 47"/>
          <p:cNvSpPr txBox="1">
            <a:spLocks noChangeArrowheads="1"/>
          </p:cNvSpPr>
          <p:nvPr/>
        </p:nvSpPr>
        <p:spPr bwMode="auto">
          <a:xfrm>
            <a:off x="5410200" y="5257800"/>
            <a:ext cx="3352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a:t>= </a:t>
            </a:r>
            <a:r>
              <a:rPr lang="en-US" altLang="zh-CN" b="1" i="1"/>
              <a:t>U</a:t>
            </a:r>
            <a:r>
              <a:rPr lang="en-US" altLang="zh-CN" sz="3200" b="1" baseline="-25000"/>
              <a:t>oc</a:t>
            </a:r>
            <a:r>
              <a:rPr lang="en-US" altLang="zh-CN" b="1"/>
              <a:t> /(</a:t>
            </a:r>
            <a:r>
              <a:rPr lang="en-US" altLang="zh-CN" b="1" i="1"/>
              <a:t>R</a:t>
            </a:r>
            <a:r>
              <a:rPr lang="en-US" altLang="zh-CN" sz="3200" b="1" baseline="-25000"/>
              <a:t>i</a:t>
            </a:r>
            <a:r>
              <a:rPr lang="en-US" altLang="zh-CN" b="1"/>
              <a:t> + </a:t>
            </a:r>
            <a:r>
              <a:rPr lang="en-US" altLang="zh-CN" b="1" i="1"/>
              <a:t>R</a:t>
            </a:r>
            <a:r>
              <a:rPr lang="en-US" altLang="zh-CN" sz="3200" b="1" i="1" baseline="-25000"/>
              <a:t>x</a:t>
            </a:r>
            <a:r>
              <a:rPr lang="en-US" altLang="zh-CN" b="1"/>
              <a:t>) =0.2</a:t>
            </a:r>
            <a:r>
              <a:rPr lang="en-US" altLang="zh-CN" sz="2000" b="1"/>
              <a:t>A  </a:t>
            </a:r>
            <a:endParaRPr lang="en-US" altLang="zh-CN" b="1"/>
          </a:p>
        </p:txBody>
      </p:sp>
      <p:sp>
        <p:nvSpPr>
          <p:cNvPr id="177200" name="Text Box 48"/>
          <p:cNvSpPr txBox="1">
            <a:spLocks noChangeArrowheads="1"/>
          </p:cNvSpPr>
          <p:nvPr/>
        </p:nvSpPr>
        <p:spPr bwMode="auto">
          <a:xfrm>
            <a:off x="3613150" y="5791200"/>
            <a:ext cx="5205413" cy="45720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i="1">
                <a:solidFill>
                  <a:srgbClr val="FF3300"/>
                </a:solidFill>
              </a:rPr>
              <a:t>R</a:t>
            </a:r>
            <a:r>
              <a:rPr lang="en-US" altLang="zh-CN" sz="3200" b="1" i="1" baseline="-25000">
                <a:solidFill>
                  <a:srgbClr val="FF3300"/>
                </a:solidFill>
              </a:rPr>
              <a:t>x</a:t>
            </a:r>
            <a:r>
              <a:rPr lang="en-US" altLang="zh-CN" b="1" i="1">
                <a:solidFill>
                  <a:srgbClr val="FF3300"/>
                </a:solidFill>
              </a:rPr>
              <a:t> </a:t>
            </a:r>
            <a:r>
              <a:rPr lang="en-US" altLang="zh-CN" b="1">
                <a:solidFill>
                  <a:srgbClr val="FF3300"/>
                </a:solidFill>
              </a:rPr>
              <a:t>= </a:t>
            </a:r>
            <a:r>
              <a:rPr lang="en-US" altLang="zh-CN" b="1" i="1">
                <a:solidFill>
                  <a:srgbClr val="FF3300"/>
                </a:solidFill>
              </a:rPr>
              <a:t>R</a:t>
            </a:r>
            <a:r>
              <a:rPr lang="en-US" altLang="zh-CN" sz="3200" b="1" baseline="-25000">
                <a:solidFill>
                  <a:srgbClr val="FF3300"/>
                </a:solidFill>
              </a:rPr>
              <a:t>i</a:t>
            </a:r>
            <a:r>
              <a:rPr lang="en-US" altLang="zh-CN" b="1">
                <a:solidFill>
                  <a:srgbClr val="FF3300"/>
                </a:solidFill>
              </a:rPr>
              <a:t> =4.8</a:t>
            </a:r>
            <a:r>
              <a:rPr lang="en-US" altLang="zh-CN" b="1">
                <a:solidFill>
                  <a:srgbClr val="FF3300"/>
                </a:solidFill>
                <a:sym typeface="Symbol" panose="05050102010706020507" pitchFamily="18" charset="2"/>
              </a:rPr>
              <a:t></a:t>
            </a:r>
            <a:r>
              <a:rPr lang="zh-CN" altLang="en-US" b="1">
                <a:solidFill>
                  <a:srgbClr val="FF3300"/>
                </a:solidFill>
              </a:rPr>
              <a:t>时，其上获最大功率。  </a:t>
            </a:r>
          </a:p>
        </p:txBody>
      </p:sp>
      <p:grpSp>
        <p:nvGrpSpPr>
          <p:cNvPr id="177201" name="Group 49"/>
          <p:cNvGrpSpPr>
            <a:grpSpLocks/>
          </p:cNvGrpSpPr>
          <p:nvPr/>
        </p:nvGrpSpPr>
        <p:grpSpPr bwMode="auto">
          <a:xfrm>
            <a:off x="4087813" y="2057400"/>
            <a:ext cx="3455987" cy="2743200"/>
            <a:chOff x="2575" y="1296"/>
            <a:chExt cx="2177" cy="1728"/>
          </a:xfrm>
        </p:grpSpPr>
        <p:sp>
          <p:nvSpPr>
            <p:cNvPr id="177202" name="Oval 50"/>
            <p:cNvSpPr>
              <a:spLocks noChangeArrowheads="1"/>
            </p:cNvSpPr>
            <p:nvPr/>
          </p:nvSpPr>
          <p:spPr bwMode="auto">
            <a:xfrm>
              <a:off x="2910" y="2297"/>
              <a:ext cx="295" cy="295"/>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03" name="Line 51"/>
            <p:cNvSpPr>
              <a:spLocks noChangeShapeType="1"/>
            </p:cNvSpPr>
            <p:nvPr/>
          </p:nvSpPr>
          <p:spPr bwMode="auto">
            <a:xfrm rot="5400000">
              <a:off x="3698" y="2160"/>
              <a:ext cx="48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04" name="Text Box 52"/>
            <p:cNvSpPr txBox="1">
              <a:spLocks noChangeArrowheads="1"/>
            </p:cNvSpPr>
            <p:nvPr/>
          </p:nvSpPr>
          <p:spPr bwMode="auto">
            <a:xfrm>
              <a:off x="3714" y="1992"/>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endParaRPr lang="en-US" altLang="zh-CN" b="1"/>
            </a:p>
          </p:txBody>
        </p:sp>
        <p:sp>
          <p:nvSpPr>
            <p:cNvPr id="177205" name="Text Box 53"/>
            <p:cNvSpPr txBox="1">
              <a:spLocks noChangeArrowheads="1"/>
            </p:cNvSpPr>
            <p:nvPr/>
          </p:nvSpPr>
          <p:spPr bwMode="auto">
            <a:xfrm>
              <a:off x="4064" y="1296"/>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7206" name="Text Box 54"/>
            <p:cNvSpPr txBox="1">
              <a:spLocks noChangeArrowheads="1"/>
            </p:cNvSpPr>
            <p:nvPr/>
          </p:nvSpPr>
          <p:spPr bwMode="auto">
            <a:xfrm>
              <a:off x="4064" y="2736"/>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p>
          </p:txBody>
        </p:sp>
        <p:sp>
          <p:nvSpPr>
            <p:cNvPr id="177207" name="Text Box 55"/>
            <p:cNvSpPr txBox="1">
              <a:spLocks noChangeArrowheads="1"/>
            </p:cNvSpPr>
            <p:nvPr/>
          </p:nvSpPr>
          <p:spPr bwMode="auto">
            <a:xfrm>
              <a:off x="2575" y="2286"/>
              <a:ext cx="5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oc</a:t>
              </a:r>
              <a:endParaRPr lang="en-US" altLang="zh-CN" b="1"/>
            </a:p>
          </p:txBody>
        </p:sp>
        <p:sp>
          <p:nvSpPr>
            <p:cNvPr id="177208" name="Text Box 56"/>
            <p:cNvSpPr txBox="1">
              <a:spLocks noChangeArrowheads="1"/>
            </p:cNvSpPr>
            <p:nvPr/>
          </p:nvSpPr>
          <p:spPr bwMode="auto">
            <a:xfrm>
              <a:off x="2837" y="2069"/>
              <a:ext cx="2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7209" name="Text Box 57"/>
            <p:cNvSpPr txBox="1">
              <a:spLocks noChangeArrowheads="1"/>
            </p:cNvSpPr>
            <p:nvPr/>
          </p:nvSpPr>
          <p:spPr bwMode="auto">
            <a:xfrm>
              <a:off x="2826" y="2496"/>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7210" name="Text Box 58"/>
            <p:cNvSpPr txBox="1">
              <a:spLocks noChangeArrowheads="1"/>
            </p:cNvSpPr>
            <p:nvPr/>
          </p:nvSpPr>
          <p:spPr bwMode="auto">
            <a:xfrm>
              <a:off x="3306" y="2256"/>
              <a:ext cx="4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b="1"/>
            </a:p>
          </p:txBody>
        </p:sp>
        <p:grpSp>
          <p:nvGrpSpPr>
            <p:cNvPr id="177211" name="Group 59"/>
            <p:cNvGrpSpPr>
              <a:grpSpLocks/>
            </p:cNvGrpSpPr>
            <p:nvPr/>
          </p:nvGrpSpPr>
          <p:grpSpPr bwMode="auto">
            <a:xfrm>
              <a:off x="3065" y="1632"/>
              <a:ext cx="1105" cy="1088"/>
              <a:chOff x="3456" y="720"/>
              <a:chExt cx="768" cy="720"/>
            </a:xfrm>
          </p:grpSpPr>
          <p:sp>
            <p:nvSpPr>
              <p:cNvPr id="177212" name="Line 60"/>
              <p:cNvSpPr>
                <a:spLocks noChangeShapeType="1"/>
              </p:cNvSpPr>
              <p:nvPr/>
            </p:nvSpPr>
            <p:spPr bwMode="auto">
              <a:xfrm>
                <a:off x="3456" y="720"/>
                <a:ext cx="0"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13" name="Line 61"/>
              <p:cNvSpPr>
                <a:spLocks noChangeShapeType="1"/>
              </p:cNvSpPr>
              <p:nvPr/>
            </p:nvSpPr>
            <p:spPr bwMode="auto">
              <a:xfrm>
                <a:off x="3456" y="720"/>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14" name="Line 62"/>
              <p:cNvSpPr>
                <a:spLocks noChangeShapeType="1"/>
              </p:cNvSpPr>
              <p:nvPr/>
            </p:nvSpPr>
            <p:spPr bwMode="auto">
              <a:xfrm>
                <a:off x="3456" y="1440"/>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7215" name="Line 63"/>
            <p:cNvSpPr>
              <a:spLocks noChangeShapeType="1"/>
            </p:cNvSpPr>
            <p:nvPr/>
          </p:nvSpPr>
          <p:spPr bwMode="auto">
            <a:xfrm>
              <a:off x="4170" y="1635"/>
              <a:ext cx="0" cy="10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16" name="Rectangle 64"/>
            <p:cNvSpPr>
              <a:spLocks noChangeArrowheads="1"/>
            </p:cNvSpPr>
            <p:nvPr/>
          </p:nvSpPr>
          <p:spPr bwMode="auto">
            <a:xfrm>
              <a:off x="4102" y="1967"/>
              <a:ext cx="136" cy="385"/>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17" name="Text Box 65"/>
            <p:cNvSpPr txBox="1">
              <a:spLocks noChangeArrowheads="1"/>
            </p:cNvSpPr>
            <p:nvPr/>
          </p:nvSpPr>
          <p:spPr bwMode="auto">
            <a:xfrm>
              <a:off x="4266" y="1968"/>
              <a:ext cx="48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sz="3200" b="1" i="1" baseline="-25000"/>
                <a:t>x</a:t>
              </a:r>
            </a:p>
          </p:txBody>
        </p:sp>
        <p:sp>
          <p:nvSpPr>
            <p:cNvPr id="177218" name="Text Box 66"/>
            <p:cNvSpPr txBox="1">
              <a:spLocks noChangeArrowheads="1"/>
            </p:cNvSpPr>
            <p:nvPr/>
          </p:nvSpPr>
          <p:spPr bwMode="auto">
            <a:xfrm>
              <a:off x="2677" y="1779"/>
              <a:ext cx="4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b="1" baseline="-25000"/>
                <a:t>i</a:t>
              </a:r>
              <a:endParaRPr lang="en-US" altLang="zh-CN" b="1"/>
            </a:p>
          </p:txBody>
        </p:sp>
        <p:sp>
          <p:nvSpPr>
            <p:cNvPr id="177219" name="Rectangle 67"/>
            <p:cNvSpPr>
              <a:spLocks noChangeArrowheads="1"/>
            </p:cNvSpPr>
            <p:nvPr/>
          </p:nvSpPr>
          <p:spPr bwMode="auto">
            <a:xfrm>
              <a:off x="2996" y="1728"/>
              <a:ext cx="136" cy="385"/>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20" name="Oval 68"/>
            <p:cNvSpPr>
              <a:spLocks noChangeArrowheads="1"/>
            </p:cNvSpPr>
            <p:nvPr/>
          </p:nvSpPr>
          <p:spPr bwMode="auto">
            <a:xfrm>
              <a:off x="4136" y="1584"/>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21" name="Oval 69"/>
            <p:cNvSpPr>
              <a:spLocks noChangeArrowheads="1"/>
            </p:cNvSpPr>
            <p:nvPr/>
          </p:nvSpPr>
          <p:spPr bwMode="auto">
            <a:xfrm>
              <a:off x="4136" y="2688"/>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7222" name="Group 70"/>
          <p:cNvGrpSpPr>
            <a:grpSpLocks/>
          </p:cNvGrpSpPr>
          <p:nvPr/>
        </p:nvGrpSpPr>
        <p:grpSpPr bwMode="auto">
          <a:xfrm>
            <a:off x="304800" y="3733800"/>
            <a:ext cx="2743200" cy="2133600"/>
            <a:chOff x="192" y="2352"/>
            <a:chExt cx="1728" cy="1344"/>
          </a:xfrm>
        </p:grpSpPr>
        <p:sp>
          <p:nvSpPr>
            <p:cNvPr id="177223" name="AutoShape 71"/>
            <p:cNvSpPr>
              <a:spLocks noChangeArrowheads="1"/>
            </p:cNvSpPr>
            <p:nvPr/>
          </p:nvSpPr>
          <p:spPr bwMode="auto">
            <a:xfrm>
              <a:off x="1440" y="3024"/>
              <a:ext cx="288" cy="144"/>
            </a:xfrm>
            <a:prstGeom prst="leftArrow">
              <a:avLst>
                <a:gd name="adj1" fmla="val 50000"/>
                <a:gd name="adj2" fmla="val 50000"/>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24" name="Text Box 72"/>
            <p:cNvSpPr txBox="1">
              <a:spLocks noChangeArrowheads="1"/>
            </p:cNvSpPr>
            <p:nvPr/>
          </p:nvSpPr>
          <p:spPr bwMode="auto">
            <a:xfrm>
              <a:off x="1536" y="2760"/>
              <a:ext cx="33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sz="3200" b="1" baseline="-25000"/>
                <a:t>i</a:t>
              </a:r>
            </a:p>
          </p:txBody>
        </p:sp>
        <p:sp>
          <p:nvSpPr>
            <p:cNvPr id="177225" name="Text Box 73"/>
            <p:cNvSpPr txBox="1">
              <a:spLocks noChangeArrowheads="1"/>
            </p:cNvSpPr>
            <p:nvPr/>
          </p:nvSpPr>
          <p:spPr bwMode="auto">
            <a:xfrm>
              <a:off x="1680" y="2352"/>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7226" name="Text Box 74"/>
            <p:cNvSpPr txBox="1">
              <a:spLocks noChangeArrowheads="1"/>
            </p:cNvSpPr>
            <p:nvPr/>
          </p:nvSpPr>
          <p:spPr bwMode="auto">
            <a:xfrm>
              <a:off x="1731" y="3408"/>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endParaRPr lang="en-US" altLang="zh-CN" b="1"/>
            </a:p>
          </p:txBody>
        </p:sp>
        <p:sp>
          <p:nvSpPr>
            <p:cNvPr id="177227" name="Text Box 75"/>
            <p:cNvSpPr txBox="1">
              <a:spLocks noChangeArrowheads="1"/>
            </p:cNvSpPr>
            <p:nvPr/>
          </p:nvSpPr>
          <p:spPr bwMode="auto">
            <a:xfrm rot="-2712686">
              <a:off x="678" y="3008"/>
              <a:ext cx="4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r>
                <a:rPr lang="en-US" altLang="zh-CN" b="1">
                  <a:sym typeface="Symbol" panose="05050102010706020507" pitchFamily="18" charset="2"/>
                </a:rPr>
                <a:t></a:t>
              </a:r>
              <a:endParaRPr lang="en-US" altLang="zh-CN" b="1"/>
            </a:p>
          </p:txBody>
        </p:sp>
        <p:sp>
          <p:nvSpPr>
            <p:cNvPr id="177228" name="Text Box 76"/>
            <p:cNvSpPr txBox="1">
              <a:spLocks noChangeArrowheads="1"/>
            </p:cNvSpPr>
            <p:nvPr/>
          </p:nvSpPr>
          <p:spPr bwMode="auto">
            <a:xfrm rot="-18817037">
              <a:off x="945" y="2562"/>
              <a:ext cx="4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7229" name="Freeform 77"/>
            <p:cNvSpPr>
              <a:spLocks/>
            </p:cNvSpPr>
            <p:nvPr/>
          </p:nvSpPr>
          <p:spPr bwMode="auto">
            <a:xfrm>
              <a:off x="252" y="3036"/>
              <a:ext cx="972" cy="1"/>
            </a:xfrm>
            <a:custGeom>
              <a:avLst/>
              <a:gdLst>
                <a:gd name="T0" fmla="*/ 0 w 972"/>
                <a:gd name="T1" fmla="*/ 0 h 1"/>
                <a:gd name="T2" fmla="*/ 972 w 972"/>
                <a:gd name="T3" fmla="*/ 0 h 1"/>
              </a:gdLst>
              <a:ahLst/>
              <a:cxnLst>
                <a:cxn ang="0">
                  <a:pos x="T0" y="T1"/>
                </a:cxn>
                <a:cxn ang="0">
                  <a:pos x="T2" y="T3"/>
                </a:cxn>
              </a:cxnLst>
              <a:rect l="0" t="0" r="r" b="b"/>
              <a:pathLst>
                <a:path w="972" h="1">
                  <a:moveTo>
                    <a:pt x="0" y="0"/>
                  </a:moveTo>
                  <a:lnTo>
                    <a:pt x="972"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30" name="Text Box 78"/>
            <p:cNvSpPr txBox="1">
              <a:spLocks noChangeArrowheads="1"/>
            </p:cNvSpPr>
            <p:nvPr/>
          </p:nvSpPr>
          <p:spPr bwMode="auto">
            <a:xfrm rot="2691986">
              <a:off x="439" y="3059"/>
              <a:ext cx="4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7231" name="Text Box 79"/>
            <p:cNvSpPr txBox="1">
              <a:spLocks noChangeArrowheads="1"/>
            </p:cNvSpPr>
            <p:nvPr/>
          </p:nvSpPr>
          <p:spPr bwMode="auto">
            <a:xfrm rot="-2486295">
              <a:off x="192" y="2531"/>
              <a:ext cx="3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r>
                <a:rPr lang="en-US" altLang="zh-CN" b="1">
                  <a:sym typeface="Symbol" panose="05050102010706020507" pitchFamily="18" charset="2"/>
                </a:rPr>
                <a:t></a:t>
              </a:r>
            </a:p>
          </p:txBody>
        </p:sp>
        <p:sp>
          <p:nvSpPr>
            <p:cNvPr id="177232" name="AutoShape 80"/>
            <p:cNvSpPr>
              <a:spLocks noChangeArrowheads="1"/>
            </p:cNvSpPr>
            <p:nvPr/>
          </p:nvSpPr>
          <p:spPr bwMode="auto">
            <a:xfrm>
              <a:off x="243" y="2531"/>
              <a:ext cx="1020" cy="1020"/>
            </a:xfrm>
            <a:prstGeom prst="diamond">
              <a:avLst/>
            </a:prstGeom>
            <a:noFill/>
            <a:ln w="19050">
              <a:solidFill>
                <a:schemeClr val="tx1"/>
              </a:solidFill>
              <a:miter lim="800000"/>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33" name="Rectangle 81"/>
            <p:cNvSpPr>
              <a:spLocks noChangeArrowheads="1"/>
            </p:cNvSpPr>
            <p:nvPr/>
          </p:nvSpPr>
          <p:spPr bwMode="auto">
            <a:xfrm rot="2700000">
              <a:off x="961" y="3151"/>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34" name="Rectangle 82"/>
            <p:cNvSpPr>
              <a:spLocks noChangeArrowheads="1"/>
            </p:cNvSpPr>
            <p:nvPr/>
          </p:nvSpPr>
          <p:spPr bwMode="auto">
            <a:xfrm rot="2700000">
              <a:off x="479" y="2624"/>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35" name="Rectangle 83"/>
            <p:cNvSpPr>
              <a:spLocks noChangeArrowheads="1"/>
            </p:cNvSpPr>
            <p:nvPr/>
          </p:nvSpPr>
          <p:spPr bwMode="auto">
            <a:xfrm rot="-2700000">
              <a:off x="437" y="3149"/>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36" name="Rectangle 84"/>
            <p:cNvSpPr>
              <a:spLocks noChangeArrowheads="1"/>
            </p:cNvSpPr>
            <p:nvPr/>
          </p:nvSpPr>
          <p:spPr bwMode="auto">
            <a:xfrm rot="-2700000">
              <a:off x="963" y="2675"/>
              <a:ext cx="97" cy="29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37" name="Oval 85"/>
            <p:cNvSpPr>
              <a:spLocks noChangeArrowheads="1"/>
            </p:cNvSpPr>
            <p:nvPr/>
          </p:nvSpPr>
          <p:spPr bwMode="auto">
            <a:xfrm>
              <a:off x="723" y="251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38" name="Oval 86"/>
            <p:cNvSpPr>
              <a:spLocks noChangeArrowheads="1"/>
            </p:cNvSpPr>
            <p:nvPr/>
          </p:nvSpPr>
          <p:spPr bwMode="auto">
            <a:xfrm>
              <a:off x="1203" y="301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39" name="Oval 87"/>
            <p:cNvSpPr>
              <a:spLocks noChangeArrowheads="1"/>
            </p:cNvSpPr>
            <p:nvPr/>
          </p:nvSpPr>
          <p:spPr bwMode="auto">
            <a:xfrm>
              <a:off x="223" y="301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40" name="Oval 88"/>
            <p:cNvSpPr>
              <a:spLocks noChangeArrowheads="1"/>
            </p:cNvSpPr>
            <p:nvPr/>
          </p:nvSpPr>
          <p:spPr bwMode="auto">
            <a:xfrm>
              <a:off x="723" y="3491"/>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41" name="Oval 89"/>
            <p:cNvSpPr>
              <a:spLocks noChangeArrowheads="1"/>
            </p:cNvSpPr>
            <p:nvPr/>
          </p:nvSpPr>
          <p:spPr bwMode="auto">
            <a:xfrm>
              <a:off x="1632" y="2496"/>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42" name="Oval 90"/>
            <p:cNvSpPr>
              <a:spLocks noChangeArrowheads="1"/>
            </p:cNvSpPr>
            <p:nvPr/>
          </p:nvSpPr>
          <p:spPr bwMode="auto">
            <a:xfrm>
              <a:off x="1660" y="3508"/>
              <a:ext cx="68" cy="68"/>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243" name="Line 91"/>
            <p:cNvSpPr>
              <a:spLocks noChangeShapeType="1"/>
            </p:cNvSpPr>
            <p:nvPr/>
          </p:nvSpPr>
          <p:spPr bwMode="auto">
            <a:xfrm>
              <a:off x="768" y="2544"/>
              <a:ext cx="9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77244" name="Line 92"/>
            <p:cNvSpPr>
              <a:spLocks noChangeShapeType="1"/>
            </p:cNvSpPr>
            <p:nvPr/>
          </p:nvSpPr>
          <p:spPr bwMode="auto">
            <a:xfrm>
              <a:off x="756" y="3540"/>
              <a:ext cx="9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sp>
        <p:nvSpPr>
          <p:cNvPr id="177248" name="AutoShape 96"/>
          <p:cNvSpPr>
            <a:spLocks noChangeArrowheads="1"/>
          </p:cNvSpPr>
          <p:nvPr/>
        </p:nvSpPr>
        <p:spPr bwMode="auto">
          <a:xfrm rot="-2064370">
            <a:off x="3038475" y="3878263"/>
            <a:ext cx="1241425" cy="153987"/>
          </a:xfrm>
          <a:prstGeom prst="rightArrow">
            <a:avLst>
              <a:gd name="adj1" fmla="val 50000"/>
              <a:gd name="adj2" fmla="val 201547"/>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Tree>
    <p:extLst>
      <p:ext uri="{BB962C8B-B14F-4D97-AF65-F5344CB8AC3E}">
        <p14:creationId xmlns:p14="http://schemas.microsoft.com/office/powerpoint/2010/main" val="10261761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7156"/>
                                        </p:tgtEl>
                                        <p:attrNameLst>
                                          <p:attrName>style.visibility</p:attrName>
                                        </p:attrNameLst>
                                      </p:cBhvr>
                                      <p:to>
                                        <p:strVal val="visible"/>
                                      </p:to>
                                    </p:set>
                                    <p:animEffect transition="in" filter="dissolve">
                                      <p:cBhvr>
                                        <p:cTn id="7" dur="500"/>
                                        <p:tgtEl>
                                          <p:spTgt spid="1771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177155"/>
                                        </p:tgtEl>
                                        <p:attrNameLst>
                                          <p:attrName>style.visibility</p:attrName>
                                        </p:attrNameLst>
                                      </p:cBhvr>
                                      <p:to>
                                        <p:strVal val="visible"/>
                                      </p:to>
                                    </p:set>
                                    <p:anim calcmode="lin" valueType="num">
                                      <p:cBhvr>
                                        <p:cTn id="12" dur="500" fill="hold"/>
                                        <p:tgtEl>
                                          <p:spTgt spid="177155"/>
                                        </p:tgtEl>
                                        <p:attrNameLst>
                                          <p:attrName>ppt_x</p:attrName>
                                        </p:attrNameLst>
                                      </p:cBhvr>
                                      <p:tavLst>
                                        <p:tav tm="0">
                                          <p:val>
                                            <p:strVal val="#ppt_x-#ppt_w/2"/>
                                          </p:val>
                                        </p:tav>
                                        <p:tav tm="100000">
                                          <p:val>
                                            <p:strVal val="#ppt_x"/>
                                          </p:val>
                                        </p:tav>
                                      </p:tavLst>
                                    </p:anim>
                                    <p:anim calcmode="lin" valueType="num">
                                      <p:cBhvr>
                                        <p:cTn id="13" dur="500" fill="hold"/>
                                        <p:tgtEl>
                                          <p:spTgt spid="177155"/>
                                        </p:tgtEl>
                                        <p:attrNameLst>
                                          <p:attrName>ppt_y</p:attrName>
                                        </p:attrNameLst>
                                      </p:cBhvr>
                                      <p:tavLst>
                                        <p:tav tm="0">
                                          <p:val>
                                            <p:strVal val="#ppt_y"/>
                                          </p:val>
                                        </p:tav>
                                        <p:tav tm="100000">
                                          <p:val>
                                            <p:strVal val="#ppt_y"/>
                                          </p:val>
                                        </p:tav>
                                      </p:tavLst>
                                    </p:anim>
                                    <p:anim calcmode="lin" valueType="num">
                                      <p:cBhvr>
                                        <p:cTn id="14" dur="500" fill="hold"/>
                                        <p:tgtEl>
                                          <p:spTgt spid="177155"/>
                                        </p:tgtEl>
                                        <p:attrNameLst>
                                          <p:attrName>ppt_w</p:attrName>
                                        </p:attrNameLst>
                                      </p:cBhvr>
                                      <p:tavLst>
                                        <p:tav tm="0">
                                          <p:val>
                                            <p:fltVal val="0"/>
                                          </p:val>
                                        </p:tav>
                                        <p:tav tm="100000">
                                          <p:val>
                                            <p:strVal val="#ppt_w"/>
                                          </p:val>
                                        </p:tav>
                                      </p:tavLst>
                                    </p:anim>
                                    <p:anim calcmode="lin" valueType="num">
                                      <p:cBhvr>
                                        <p:cTn id="15" dur="500" fill="hold"/>
                                        <p:tgtEl>
                                          <p:spTgt spid="177155"/>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177194"/>
                                        </p:tgtEl>
                                        <p:attrNameLst>
                                          <p:attrName>style.visibility</p:attrName>
                                        </p:attrNameLst>
                                      </p:cBhvr>
                                      <p:to>
                                        <p:strVal val="visible"/>
                                      </p:to>
                                    </p:set>
                                    <p:anim calcmode="lin" valueType="num">
                                      <p:cBhvr>
                                        <p:cTn id="20" dur="500" fill="hold"/>
                                        <p:tgtEl>
                                          <p:spTgt spid="177194"/>
                                        </p:tgtEl>
                                        <p:attrNameLst>
                                          <p:attrName>ppt_w</p:attrName>
                                        </p:attrNameLst>
                                      </p:cBhvr>
                                      <p:tavLst>
                                        <p:tav tm="0">
                                          <p:val>
                                            <p:fltVal val="0"/>
                                          </p:val>
                                        </p:tav>
                                        <p:tav tm="100000">
                                          <p:val>
                                            <p:strVal val="#ppt_w"/>
                                          </p:val>
                                        </p:tav>
                                      </p:tavLst>
                                    </p:anim>
                                    <p:anim calcmode="lin" valueType="num">
                                      <p:cBhvr>
                                        <p:cTn id="21" dur="500" fill="hold"/>
                                        <p:tgtEl>
                                          <p:spTgt spid="177194"/>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nodeType="clickEffect">
                                  <p:stCondLst>
                                    <p:cond delay="0"/>
                                  </p:stCondLst>
                                  <p:childTnLst>
                                    <p:set>
                                      <p:cBhvr>
                                        <p:cTn id="25" dur="1" fill="hold">
                                          <p:stCondLst>
                                            <p:cond delay="0"/>
                                          </p:stCondLst>
                                        </p:cTn>
                                        <p:tgtEl>
                                          <p:spTgt spid="177222"/>
                                        </p:tgtEl>
                                        <p:attrNameLst>
                                          <p:attrName>style.visibility</p:attrName>
                                        </p:attrNameLst>
                                      </p:cBhvr>
                                      <p:to>
                                        <p:strVal val="visible"/>
                                      </p:to>
                                    </p:set>
                                    <p:anim calcmode="lin" valueType="num">
                                      <p:cBhvr additive="base">
                                        <p:cTn id="26" dur="500" fill="hold"/>
                                        <p:tgtEl>
                                          <p:spTgt spid="177222"/>
                                        </p:tgtEl>
                                        <p:attrNameLst>
                                          <p:attrName>ppt_x</p:attrName>
                                        </p:attrNameLst>
                                      </p:cBhvr>
                                      <p:tavLst>
                                        <p:tav tm="0">
                                          <p:val>
                                            <p:strVal val="0-#ppt_w/2"/>
                                          </p:val>
                                        </p:tav>
                                        <p:tav tm="100000">
                                          <p:val>
                                            <p:strVal val="#ppt_x"/>
                                          </p:val>
                                        </p:tav>
                                      </p:tavLst>
                                    </p:anim>
                                    <p:anim calcmode="lin" valueType="num">
                                      <p:cBhvr additive="base">
                                        <p:cTn id="27" dur="500" fill="hold"/>
                                        <p:tgtEl>
                                          <p:spTgt spid="177222"/>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77195"/>
                                        </p:tgtEl>
                                        <p:attrNameLst>
                                          <p:attrName>style.visibility</p:attrName>
                                        </p:attrNameLst>
                                      </p:cBhvr>
                                      <p:to>
                                        <p:strVal val="visible"/>
                                      </p:to>
                                    </p:set>
                                    <p:anim calcmode="lin" valueType="num">
                                      <p:cBhvr additive="base">
                                        <p:cTn id="32" dur="500" fill="hold"/>
                                        <p:tgtEl>
                                          <p:spTgt spid="177195"/>
                                        </p:tgtEl>
                                        <p:attrNameLst>
                                          <p:attrName>ppt_x</p:attrName>
                                        </p:attrNameLst>
                                      </p:cBhvr>
                                      <p:tavLst>
                                        <p:tav tm="0">
                                          <p:val>
                                            <p:strVal val="#ppt_x"/>
                                          </p:val>
                                        </p:tav>
                                        <p:tav tm="100000">
                                          <p:val>
                                            <p:strVal val="#ppt_x"/>
                                          </p:val>
                                        </p:tav>
                                      </p:tavLst>
                                    </p:anim>
                                    <p:anim calcmode="lin" valueType="num">
                                      <p:cBhvr additive="base">
                                        <p:cTn id="33" dur="500" fill="hold"/>
                                        <p:tgtEl>
                                          <p:spTgt spid="177195"/>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177248"/>
                                        </p:tgtEl>
                                        <p:attrNameLst>
                                          <p:attrName>style.visibility</p:attrName>
                                        </p:attrNameLst>
                                      </p:cBhvr>
                                      <p:to>
                                        <p:strVal val="visible"/>
                                      </p:to>
                                    </p:set>
                                    <p:animEffect transition="in" filter="wipe(down)">
                                      <p:cBhvr>
                                        <p:cTn id="38" dur="500"/>
                                        <p:tgtEl>
                                          <p:spTgt spid="17724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77201"/>
                                        </p:tgtEl>
                                        <p:attrNameLst>
                                          <p:attrName>style.visibility</p:attrName>
                                        </p:attrNameLst>
                                      </p:cBhvr>
                                      <p:to>
                                        <p:strVal val="visible"/>
                                      </p:to>
                                    </p:set>
                                    <p:animEffect transition="in" filter="wipe(left)">
                                      <p:cBhvr>
                                        <p:cTn id="43" dur="500"/>
                                        <p:tgtEl>
                                          <p:spTgt spid="17720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5" fill="hold" grpId="0" nodeType="clickEffect">
                                  <p:stCondLst>
                                    <p:cond delay="0"/>
                                  </p:stCondLst>
                                  <p:childTnLst>
                                    <p:set>
                                      <p:cBhvr>
                                        <p:cTn id="47" dur="1" fill="hold">
                                          <p:stCondLst>
                                            <p:cond delay="0"/>
                                          </p:stCondLst>
                                        </p:cTn>
                                        <p:tgtEl>
                                          <p:spTgt spid="177196"/>
                                        </p:tgtEl>
                                        <p:attrNameLst>
                                          <p:attrName>style.visibility</p:attrName>
                                        </p:attrNameLst>
                                      </p:cBhvr>
                                      <p:to>
                                        <p:strVal val="visible"/>
                                      </p:to>
                                    </p:set>
                                    <p:animEffect transition="in" filter="blinds(vertical)">
                                      <p:cBhvr>
                                        <p:cTn id="48" dur="500"/>
                                        <p:tgtEl>
                                          <p:spTgt spid="177196"/>
                                        </p:tgtEl>
                                      </p:cBhvr>
                                    </p:animEffect>
                                  </p:childTnLst>
                                </p:cTn>
                              </p:par>
                            </p:childTnLst>
                          </p:cTn>
                        </p:par>
                        <p:par>
                          <p:cTn id="49" fill="hold" nodeType="afterGroup">
                            <p:stCondLst>
                              <p:cond delay="500"/>
                            </p:stCondLst>
                            <p:childTnLst>
                              <p:par>
                                <p:cTn id="50" presetID="4" presetClass="entr" presetSubtype="16" fill="hold" grpId="0" nodeType="afterEffect">
                                  <p:stCondLst>
                                    <p:cond delay="1000"/>
                                  </p:stCondLst>
                                  <p:childTnLst>
                                    <p:set>
                                      <p:cBhvr>
                                        <p:cTn id="51" dur="1" fill="hold">
                                          <p:stCondLst>
                                            <p:cond delay="0"/>
                                          </p:stCondLst>
                                        </p:cTn>
                                        <p:tgtEl>
                                          <p:spTgt spid="177197"/>
                                        </p:tgtEl>
                                        <p:attrNameLst>
                                          <p:attrName>style.visibility</p:attrName>
                                        </p:attrNameLst>
                                      </p:cBhvr>
                                      <p:to>
                                        <p:strVal val="visible"/>
                                      </p:to>
                                    </p:set>
                                    <p:animEffect transition="in" filter="box(in)">
                                      <p:cBhvr>
                                        <p:cTn id="52" dur="500"/>
                                        <p:tgtEl>
                                          <p:spTgt spid="17719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2" fill="hold" grpId="0" nodeType="clickEffect">
                                  <p:stCondLst>
                                    <p:cond delay="0"/>
                                  </p:stCondLst>
                                  <p:childTnLst>
                                    <p:set>
                                      <p:cBhvr>
                                        <p:cTn id="56" dur="1" fill="hold">
                                          <p:stCondLst>
                                            <p:cond delay="0"/>
                                          </p:stCondLst>
                                        </p:cTn>
                                        <p:tgtEl>
                                          <p:spTgt spid="177198"/>
                                        </p:tgtEl>
                                        <p:attrNameLst>
                                          <p:attrName>style.visibility</p:attrName>
                                        </p:attrNameLst>
                                      </p:cBhvr>
                                      <p:to>
                                        <p:strVal val="visible"/>
                                      </p:to>
                                    </p:set>
                                    <p:anim calcmode="lin" valueType="num">
                                      <p:cBhvr>
                                        <p:cTn id="57" dur="500" fill="hold"/>
                                        <p:tgtEl>
                                          <p:spTgt spid="177198"/>
                                        </p:tgtEl>
                                        <p:attrNameLst>
                                          <p:attrName>ppt_x</p:attrName>
                                        </p:attrNameLst>
                                      </p:cBhvr>
                                      <p:tavLst>
                                        <p:tav tm="0">
                                          <p:val>
                                            <p:strVal val="#ppt_x+#ppt_w/2"/>
                                          </p:val>
                                        </p:tav>
                                        <p:tav tm="100000">
                                          <p:val>
                                            <p:strVal val="#ppt_x"/>
                                          </p:val>
                                        </p:tav>
                                      </p:tavLst>
                                    </p:anim>
                                    <p:anim calcmode="lin" valueType="num">
                                      <p:cBhvr>
                                        <p:cTn id="58" dur="500" fill="hold"/>
                                        <p:tgtEl>
                                          <p:spTgt spid="177198"/>
                                        </p:tgtEl>
                                        <p:attrNameLst>
                                          <p:attrName>ppt_y</p:attrName>
                                        </p:attrNameLst>
                                      </p:cBhvr>
                                      <p:tavLst>
                                        <p:tav tm="0">
                                          <p:val>
                                            <p:strVal val="#ppt_y"/>
                                          </p:val>
                                        </p:tav>
                                        <p:tav tm="100000">
                                          <p:val>
                                            <p:strVal val="#ppt_y"/>
                                          </p:val>
                                        </p:tav>
                                      </p:tavLst>
                                    </p:anim>
                                    <p:anim calcmode="lin" valueType="num">
                                      <p:cBhvr>
                                        <p:cTn id="59" dur="500" fill="hold"/>
                                        <p:tgtEl>
                                          <p:spTgt spid="177198"/>
                                        </p:tgtEl>
                                        <p:attrNameLst>
                                          <p:attrName>ppt_w</p:attrName>
                                        </p:attrNameLst>
                                      </p:cBhvr>
                                      <p:tavLst>
                                        <p:tav tm="0">
                                          <p:val>
                                            <p:fltVal val="0"/>
                                          </p:val>
                                        </p:tav>
                                        <p:tav tm="100000">
                                          <p:val>
                                            <p:strVal val="#ppt_w"/>
                                          </p:val>
                                        </p:tav>
                                      </p:tavLst>
                                    </p:anim>
                                    <p:anim calcmode="lin" valueType="num">
                                      <p:cBhvr>
                                        <p:cTn id="60" dur="500" fill="hold"/>
                                        <p:tgtEl>
                                          <p:spTgt spid="177198"/>
                                        </p:tgtEl>
                                        <p:attrNameLst>
                                          <p:attrName>ppt_h</p:attrName>
                                        </p:attrNameLst>
                                      </p:cBhvr>
                                      <p:tavLst>
                                        <p:tav tm="0">
                                          <p:val>
                                            <p:strVal val="#ppt_h"/>
                                          </p:val>
                                        </p:tav>
                                        <p:tav tm="100000">
                                          <p:val>
                                            <p:strVal val="#ppt_h"/>
                                          </p:val>
                                        </p:tav>
                                      </p:tavLst>
                                    </p:anim>
                                  </p:childTnLst>
                                </p:cTn>
                              </p:par>
                            </p:childTnLst>
                          </p:cTn>
                        </p:par>
                        <p:par>
                          <p:cTn id="61" fill="hold" nodeType="afterGroup">
                            <p:stCondLst>
                              <p:cond delay="500"/>
                            </p:stCondLst>
                            <p:childTnLst>
                              <p:par>
                                <p:cTn id="62" presetID="17" presetClass="entr" presetSubtype="1" fill="hold" grpId="0" nodeType="afterEffect">
                                  <p:stCondLst>
                                    <p:cond delay="1000"/>
                                  </p:stCondLst>
                                  <p:childTnLst>
                                    <p:set>
                                      <p:cBhvr>
                                        <p:cTn id="63" dur="1" fill="hold">
                                          <p:stCondLst>
                                            <p:cond delay="0"/>
                                          </p:stCondLst>
                                        </p:cTn>
                                        <p:tgtEl>
                                          <p:spTgt spid="177199"/>
                                        </p:tgtEl>
                                        <p:attrNameLst>
                                          <p:attrName>style.visibility</p:attrName>
                                        </p:attrNameLst>
                                      </p:cBhvr>
                                      <p:to>
                                        <p:strVal val="visible"/>
                                      </p:to>
                                    </p:set>
                                    <p:anim calcmode="lin" valueType="num">
                                      <p:cBhvr>
                                        <p:cTn id="64" dur="500" fill="hold"/>
                                        <p:tgtEl>
                                          <p:spTgt spid="177199"/>
                                        </p:tgtEl>
                                        <p:attrNameLst>
                                          <p:attrName>ppt_x</p:attrName>
                                        </p:attrNameLst>
                                      </p:cBhvr>
                                      <p:tavLst>
                                        <p:tav tm="0">
                                          <p:val>
                                            <p:strVal val="#ppt_x"/>
                                          </p:val>
                                        </p:tav>
                                        <p:tav tm="100000">
                                          <p:val>
                                            <p:strVal val="#ppt_x"/>
                                          </p:val>
                                        </p:tav>
                                      </p:tavLst>
                                    </p:anim>
                                    <p:anim calcmode="lin" valueType="num">
                                      <p:cBhvr>
                                        <p:cTn id="65" dur="500" fill="hold"/>
                                        <p:tgtEl>
                                          <p:spTgt spid="177199"/>
                                        </p:tgtEl>
                                        <p:attrNameLst>
                                          <p:attrName>ppt_y</p:attrName>
                                        </p:attrNameLst>
                                      </p:cBhvr>
                                      <p:tavLst>
                                        <p:tav tm="0">
                                          <p:val>
                                            <p:strVal val="#ppt_y-#ppt_h/2"/>
                                          </p:val>
                                        </p:tav>
                                        <p:tav tm="100000">
                                          <p:val>
                                            <p:strVal val="#ppt_y"/>
                                          </p:val>
                                        </p:tav>
                                      </p:tavLst>
                                    </p:anim>
                                    <p:anim calcmode="lin" valueType="num">
                                      <p:cBhvr>
                                        <p:cTn id="66" dur="500" fill="hold"/>
                                        <p:tgtEl>
                                          <p:spTgt spid="177199"/>
                                        </p:tgtEl>
                                        <p:attrNameLst>
                                          <p:attrName>ppt_w</p:attrName>
                                        </p:attrNameLst>
                                      </p:cBhvr>
                                      <p:tavLst>
                                        <p:tav tm="0">
                                          <p:val>
                                            <p:strVal val="#ppt_w"/>
                                          </p:val>
                                        </p:tav>
                                        <p:tav tm="100000">
                                          <p:val>
                                            <p:strVal val="#ppt_w"/>
                                          </p:val>
                                        </p:tav>
                                      </p:tavLst>
                                    </p:anim>
                                    <p:anim calcmode="lin" valueType="num">
                                      <p:cBhvr>
                                        <p:cTn id="67" dur="500" fill="hold"/>
                                        <p:tgtEl>
                                          <p:spTgt spid="177199"/>
                                        </p:tgtEl>
                                        <p:attrNameLst>
                                          <p:attrName>ppt_h</p:attrName>
                                        </p:attrNameLst>
                                      </p:cBhvr>
                                      <p:tavLst>
                                        <p:tav tm="0">
                                          <p:val>
                                            <p:fltVal val="0"/>
                                          </p:val>
                                        </p:tav>
                                        <p:tav tm="100000">
                                          <p:val>
                                            <p:strVal val="#ppt_h"/>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77200"/>
                                        </p:tgtEl>
                                        <p:attrNameLst>
                                          <p:attrName>style.visibility</p:attrName>
                                        </p:attrNameLst>
                                      </p:cBhvr>
                                      <p:to>
                                        <p:strVal val="visible"/>
                                      </p:to>
                                    </p:set>
                                    <p:animEffect transition="in" filter="box(out)">
                                      <p:cBhvr>
                                        <p:cTn id="72" dur="500"/>
                                        <p:tgtEl>
                                          <p:spTgt spid="177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5" grpId="0" autoUpdateAnimBg="0"/>
      <p:bldP spid="177194" grpId="0" autoUpdateAnimBg="0"/>
      <p:bldP spid="177195" grpId="0" autoUpdateAnimBg="0"/>
      <p:bldP spid="177196" grpId="0" autoUpdateAnimBg="0"/>
      <p:bldP spid="177197" grpId="0" autoUpdateAnimBg="0"/>
      <p:bldP spid="177198" grpId="0" autoUpdateAnimBg="0"/>
      <p:bldP spid="177199" grpId="0" autoUpdateAnimBg="0"/>
      <p:bldP spid="177200"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ChangeArrowheads="1"/>
          </p:cNvSpPr>
          <p:nvPr/>
        </p:nvSpPr>
        <p:spPr bwMode="auto">
          <a:xfrm>
            <a:off x="402272" y="1264496"/>
            <a:ext cx="8339455" cy="1847622"/>
          </a:xfrm>
          <a:prstGeom prst="rect">
            <a:avLst/>
          </a:prstGeom>
          <a:solidFill>
            <a:schemeClr val="accent5">
              <a:lumMod val="20000"/>
              <a:lumOff val="80000"/>
            </a:schemeClr>
          </a:solidFill>
          <a:ln w="19050">
            <a:solidFill>
              <a:schemeClr val="tx1"/>
            </a:solidFill>
            <a:prstDash val="solid"/>
          </a:ln>
          <a:effectLst/>
        </p:spPr>
        <p:txBody>
          <a:bodyPr wrap="square">
            <a:spAutoFit/>
          </a:bodyPr>
          <a:lstStyle>
            <a:defPPr>
              <a:defRPr lang="zh-CN"/>
            </a:defPPr>
            <a:lvl1pPr algn="l" rtl="0" fontAlgn="base">
              <a:spcBef>
                <a:spcPct val="0"/>
              </a:spcBef>
              <a:spcAft>
                <a:spcPct val="0"/>
              </a:spcAft>
              <a:defRPr kern="1200">
                <a:solidFill>
                  <a:srgbClr val="000000"/>
                </a:solidFill>
                <a:latin typeface="Arial" panose="020B0604020202020204" pitchFamily="34" charset="0"/>
                <a:ea typeface="宋体" panose="02010600030101010101" pitchFamily="2" charset="-122"/>
                <a:cs typeface="+mn-ea"/>
              </a:defRPr>
            </a:lvl1pPr>
            <a:lvl2pPr marL="457200" algn="l" rtl="0" fontAlgn="base">
              <a:spcBef>
                <a:spcPct val="0"/>
              </a:spcBef>
              <a:spcAft>
                <a:spcPct val="0"/>
              </a:spcAft>
              <a:defRPr kern="1200">
                <a:solidFill>
                  <a:srgbClr val="000000"/>
                </a:solidFill>
                <a:latin typeface="Arial" panose="020B0604020202020204" pitchFamily="34" charset="0"/>
                <a:ea typeface="宋体" panose="02010600030101010101" pitchFamily="2" charset="-122"/>
                <a:cs typeface="+mn-ea"/>
              </a:defRPr>
            </a:lvl2pPr>
            <a:lvl3pPr marL="914400" algn="l" rtl="0" fontAlgn="base">
              <a:spcBef>
                <a:spcPct val="0"/>
              </a:spcBef>
              <a:spcAft>
                <a:spcPct val="0"/>
              </a:spcAft>
              <a:defRPr kern="1200">
                <a:solidFill>
                  <a:srgbClr val="000000"/>
                </a:solidFill>
                <a:latin typeface="Arial" panose="020B0604020202020204" pitchFamily="34" charset="0"/>
                <a:ea typeface="宋体" panose="02010600030101010101" pitchFamily="2" charset="-122"/>
                <a:cs typeface="+mn-ea"/>
              </a:defRPr>
            </a:lvl3pPr>
            <a:lvl4pPr marL="1371600" algn="l" rtl="0" fontAlgn="base">
              <a:spcBef>
                <a:spcPct val="0"/>
              </a:spcBef>
              <a:spcAft>
                <a:spcPct val="0"/>
              </a:spcAft>
              <a:defRPr kern="1200">
                <a:solidFill>
                  <a:srgbClr val="000000"/>
                </a:solidFill>
                <a:latin typeface="Arial" panose="020B0604020202020204" pitchFamily="34" charset="0"/>
                <a:ea typeface="宋体" panose="02010600030101010101" pitchFamily="2" charset="-122"/>
                <a:cs typeface="+mn-ea"/>
              </a:defRPr>
            </a:lvl4pPr>
            <a:lvl5pPr marL="1828800" algn="l" rtl="0" fontAlgn="base">
              <a:spcBef>
                <a:spcPct val="0"/>
              </a:spcBef>
              <a:spcAft>
                <a:spcPct val="0"/>
              </a:spcAft>
              <a:defRPr kern="1200">
                <a:solidFill>
                  <a:srgbClr val="000000"/>
                </a:solidFill>
                <a:latin typeface="Arial" panose="020B0604020202020204" pitchFamily="34" charset="0"/>
                <a:ea typeface="宋体" panose="02010600030101010101" pitchFamily="2" charset="-122"/>
                <a:cs typeface="+mn-ea"/>
              </a:defRPr>
            </a:lvl5pPr>
            <a:lvl6pPr marL="2286000" algn="l" defTabSz="914400" rtl="0" eaLnBrk="1" latinLnBrk="0" hangingPunct="1">
              <a:defRPr kern="1200">
                <a:solidFill>
                  <a:srgbClr val="000000"/>
                </a:solidFill>
                <a:latin typeface="Arial" panose="020B0604020202020204" pitchFamily="34" charset="0"/>
                <a:ea typeface="宋体" panose="02010600030101010101" pitchFamily="2" charset="-122"/>
                <a:cs typeface="+mn-ea"/>
              </a:defRPr>
            </a:lvl6pPr>
            <a:lvl7pPr marL="2743200" algn="l" defTabSz="914400" rtl="0" eaLnBrk="1" latinLnBrk="0" hangingPunct="1">
              <a:defRPr kern="1200">
                <a:solidFill>
                  <a:srgbClr val="000000"/>
                </a:solidFill>
                <a:latin typeface="Arial" panose="020B0604020202020204" pitchFamily="34" charset="0"/>
                <a:ea typeface="宋体" panose="02010600030101010101" pitchFamily="2" charset="-122"/>
                <a:cs typeface="+mn-ea"/>
              </a:defRPr>
            </a:lvl7pPr>
            <a:lvl8pPr marL="3200400" algn="l" defTabSz="914400" rtl="0" eaLnBrk="1" latinLnBrk="0" hangingPunct="1">
              <a:defRPr kern="1200">
                <a:solidFill>
                  <a:srgbClr val="000000"/>
                </a:solidFill>
                <a:latin typeface="Arial" panose="020B0604020202020204" pitchFamily="34" charset="0"/>
                <a:ea typeface="宋体" panose="02010600030101010101" pitchFamily="2" charset="-122"/>
                <a:cs typeface="+mn-ea"/>
              </a:defRPr>
            </a:lvl8pPr>
            <a:lvl9pPr marL="3657600" algn="l" defTabSz="914400" rtl="0" eaLnBrk="1" latinLnBrk="0" hangingPunct="1">
              <a:defRPr kern="1200">
                <a:solidFill>
                  <a:srgbClr val="000000"/>
                </a:solidFill>
                <a:latin typeface="Arial" panose="020B0604020202020204" pitchFamily="34" charset="0"/>
                <a:ea typeface="宋体" panose="02010600030101010101" pitchFamily="2" charset="-122"/>
                <a:cs typeface="+mn-ea"/>
              </a:defRPr>
            </a:lvl9pPr>
          </a:lstStyle>
          <a:p>
            <a:pPr>
              <a:lnSpc>
                <a:spcPts val="3500"/>
              </a:lnSpc>
              <a:defRPr/>
            </a:pPr>
            <a:r>
              <a:rPr lang="zh-CN" altLang="en-US" sz="2400" b="1" dirty="0">
                <a:solidFill>
                  <a:srgbClr val="FF0000"/>
                </a:solidFill>
                <a:latin typeface="Times New Roman" panose="02020603050405020304" pitchFamily="18" charset="0"/>
                <a:ea typeface="楷体" panose="02010609060101010101" charset="-122"/>
                <a:cs typeface="楷体" panose="02010609060101010101" charset="-122"/>
              </a:rPr>
              <a:t>开路电压</a:t>
            </a:r>
            <a:r>
              <a:rPr lang="en-US" altLang="zh-CN" sz="2400" b="1" dirty="0">
                <a:solidFill>
                  <a:srgbClr val="FF0000"/>
                </a:solidFill>
                <a:latin typeface="Times New Roman" panose="02020603050405020304" pitchFamily="18" charset="0"/>
                <a:ea typeface="楷体" panose="02010609060101010101" charset="-122"/>
                <a:cs typeface="楷体" panose="02010609060101010101" charset="-122"/>
              </a:rPr>
              <a:t>/</a:t>
            </a:r>
            <a:r>
              <a:rPr lang="zh-CN" altLang="en-US" sz="2400" b="1" dirty="0">
                <a:solidFill>
                  <a:srgbClr val="FF0000"/>
                </a:solidFill>
                <a:latin typeface="Times New Roman" panose="02020603050405020304" pitchFamily="18" charset="0"/>
                <a:ea typeface="楷体" panose="02010609060101010101" charset="-122"/>
                <a:cs typeface="楷体" panose="02010609060101010101" charset="-122"/>
              </a:rPr>
              <a:t>短路电流计算方法：</a:t>
            </a:r>
            <a:r>
              <a:rPr lang="en-US" altLang="zh-CN" sz="2400" b="1" i="1" dirty="0">
                <a:solidFill>
                  <a:srgbClr val="FF0000"/>
                </a:solidFill>
                <a:latin typeface="Times New Roman" panose="02020603050405020304" pitchFamily="18" charset="0"/>
                <a:ea typeface="楷体" panose="02010609060101010101" charset="-122"/>
                <a:cs typeface="+mn-cs"/>
              </a:rPr>
              <a:t>U</a:t>
            </a:r>
            <a:r>
              <a:rPr lang="en-US" altLang="zh-CN" sz="2400" b="1" baseline="-25000" dirty="0">
                <a:solidFill>
                  <a:srgbClr val="FF0000"/>
                </a:solidFill>
                <a:latin typeface="Times New Roman" panose="02020603050405020304" pitchFamily="18" charset="0"/>
                <a:ea typeface="楷体" panose="02010609060101010101" charset="-122"/>
                <a:cs typeface="+mn-cs"/>
              </a:rPr>
              <a:t>OC</a:t>
            </a:r>
            <a:r>
              <a:rPr lang="zh-CN" altLang="en-US" sz="2400" b="1" dirty="0">
                <a:solidFill>
                  <a:srgbClr val="FF0000"/>
                </a:solidFill>
                <a:latin typeface="Times New Roman" panose="02020603050405020304" pitchFamily="18" charset="0"/>
                <a:ea typeface="楷体" panose="02010609060101010101" charset="-122"/>
                <a:cs typeface="+mn-cs"/>
              </a:rPr>
              <a:t>、</a:t>
            </a:r>
            <a:r>
              <a:rPr lang="en-US" altLang="zh-CN" sz="2400" b="1" i="1" dirty="0">
                <a:solidFill>
                  <a:srgbClr val="FF0000"/>
                </a:solidFill>
                <a:latin typeface="Times New Roman" panose="02020603050405020304" pitchFamily="18" charset="0"/>
                <a:ea typeface="楷体" panose="02010609060101010101" charset="-122"/>
                <a:cs typeface="+mn-cs"/>
              </a:rPr>
              <a:t>I</a:t>
            </a:r>
            <a:r>
              <a:rPr lang="en-US" altLang="zh-CN" sz="2400" b="1" baseline="-25000" dirty="0">
                <a:solidFill>
                  <a:srgbClr val="FF0000"/>
                </a:solidFill>
                <a:latin typeface="Times New Roman" panose="02020603050405020304" pitchFamily="18" charset="0"/>
                <a:ea typeface="楷体" panose="02010609060101010101" charset="-122"/>
                <a:cs typeface="+mn-cs"/>
              </a:rPr>
              <a:t>SC</a:t>
            </a:r>
            <a:endParaRPr lang="en-US" altLang="zh-CN" sz="2400" dirty="0">
              <a:solidFill>
                <a:srgbClr val="FF0000"/>
              </a:solidFill>
              <a:latin typeface="Times New Roman" panose="02020603050405020304" pitchFamily="18" charset="0"/>
              <a:ea typeface="楷体" panose="02010609060101010101" charset="-122"/>
              <a:cs typeface="楷体" panose="02010609060101010101" charset="-122"/>
            </a:endParaRPr>
          </a:p>
          <a:p>
            <a:pPr marL="457200" indent="-457200" eaLnBrk="1" hangingPunct="1">
              <a:lnSpc>
                <a:spcPts val="3500"/>
              </a:lnSpc>
              <a:buFont typeface="宋体" panose="02010600030101010101" pitchFamily="2" charset="-122"/>
              <a:buAutoNum type="circleNumDbPlain"/>
              <a:defRPr/>
            </a:pPr>
            <a:r>
              <a:rPr lang="zh-CN" altLang="en-US" sz="2400" dirty="0">
                <a:latin typeface="Times New Roman" panose="02020603050405020304" pitchFamily="18" charset="0"/>
                <a:ea typeface="楷体" panose="02010609060101010101" charset="-122"/>
                <a:cs typeface="楷体" panose="02010609060101010101" charset="-122"/>
              </a:rPr>
              <a:t>列写</a:t>
            </a:r>
            <a:r>
              <a:rPr lang="en-US" altLang="zh-CN" sz="2400" dirty="0">
                <a:latin typeface="Times New Roman" panose="02020603050405020304" pitchFamily="18" charset="0"/>
                <a:ea typeface="楷体" panose="02010609060101010101" charset="-122"/>
                <a:cs typeface="楷体" panose="02010609060101010101" charset="-122"/>
              </a:rPr>
              <a:t>KCL</a:t>
            </a:r>
            <a:r>
              <a:rPr lang="zh-CN" altLang="en-US" sz="2400" dirty="0">
                <a:latin typeface="Times New Roman" panose="02020603050405020304" pitchFamily="18" charset="0"/>
                <a:ea typeface="楷体" panose="02010609060101010101" charset="-122"/>
                <a:cs typeface="楷体" panose="02010609060101010101" charset="-122"/>
              </a:rPr>
              <a:t>、</a:t>
            </a:r>
            <a:r>
              <a:rPr lang="en-US" altLang="zh-CN" sz="2400" dirty="0">
                <a:latin typeface="Times New Roman" panose="02020603050405020304" pitchFamily="18" charset="0"/>
                <a:ea typeface="楷体" panose="02010609060101010101" charset="-122"/>
                <a:cs typeface="楷体" panose="02010609060101010101" charset="-122"/>
              </a:rPr>
              <a:t>KVL</a:t>
            </a:r>
            <a:r>
              <a:rPr lang="zh-CN" altLang="en-US" sz="2400" dirty="0">
                <a:latin typeface="Times New Roman" panose="02020603050405020304" pitchFamily="18" charset="0"/>
                <a:ea typeface="楷体" panose="02010609060101010101" charset="-122"/>
                <a:cs typeface="楷体" panose="02010609060101010101" charset="-122"/>
              </a:rPr>
              <a:t>方程计算</a:t>
            </a:r>
            <a:endParaRPr lang="en-US" altLang="zh-CN" sz="2400" dirty="0">
              <a:latin typeface="Times New Roman" panose="02020603050405020304" pitchFamily="18" charset="0"/>
              <a:ea typeface="楷体" panose="02010609060101010101" charset="-122"/>
              <a:cs typeface="楷体" panose="02010609060101010101" charset="-122"/>
            </a:endParaRPr>
          </a:p>
          <a:p>
            <a:pPr marL="457200" indent="-457200" eaLnBrk="1" hangingPunct="1">
              <a:lnSpc>
                <a:spcPts val="3500"/>
              </a:lnSpc>
              <a:buFont typeface="宋体" panose="02010600030101010101" pitchFamily="2" charset="-122"/>
              <a:buAutoNum type="circleNumDbPlain"/>
              <a:defRPr/>
            </a:pPr>
            <a:r>
              <a:rPr lang="zh-CN" altLang="en-US" sz="2400" dirty="0">
                <a:latin typeface="Times New Roman" panose="02020603050405020304" pitchFamily="18" charset="0"/>
                <a:ea typeface="楷体" panose="02010609060101010101" charset="-122"/>
                <a:cs typeface="楷体" panose="02010609060101010101" charset="-122"/>
              </a:rPr>
              <a:t>利用电阻串并联化简电路计算</a:t>
            </a:r>
            <a:endParaRPr lang="en-US" altLang="zh-CN" sz="2400" dirty="0">
              <a:latin typeface="Times New Roman" panose="02020603050405020304" pitchFamily="18" charset="0"/>
              <a:ea typeface="楷体" panose="02010609060101010101" charset="-122"/>
              <a:cs typeface="楷体" panose="02010609060101010101" charset="-122"/>
            </a:endParaRPr>
          </a:p>
          <a:p>
            <a:pPr marL="457200" indent="-457200" eaLnBrk="1" hangingPunct="1">
              <a:lnSpc>
                <a:spcPts val="3500"/>
              </a:lnSpc>
              <a:buFont typeface="宋体" panose="02010600030101010101" pitchFamily="2" charset="-122"/>
              <a:buAutoNum type="circleNumDbPlain"/>
              <a:defRPr/>
            </a:pPr>
            <a:r>
              <a:rPr lang="zh-CN" altLang="en-US" sz="2400" dirty="0">
                <a:latin typeface="Times New Roman" panose="02020603050405020304" pitchFamily="18" charset="0"/>
                <a:ea typeface="楷体" panose="02010609060101010101" charset="-122"/>
                <a:cs typeface="楷体" panose="02010609060101010101" charset="-122"/>
              </a:rPr>
              <a:t>列写结点电压方程、网孔电流方程计算</a:t>
            </a:r>
            <a:endParaRPr lang="en-US" altLang="zh-CN" sz="2400" dirty="0">
              <a:latin typeface="Times New Roman" panose="02020603050405020304" pitchFamily="18" charset="0"/>
              <a:ea typeface="楷体" panose="02010609060101010101" charset="-122"/>
              <a:cs typeface="楷体" panose="02010609060101010101" charset="-122"/>
            </a:endParaRPr>
          </a:p>
        </p:txBody>
      </p:sp>
      <p:sp>
        <p:nvSpPr>
          <p:cNvPr id="3" name="文本框 2"/>
          <p:cNvSpPr txBox="1"/>
          <p:nvPr/>
        </p:nvSpPr>
        <p:spPr>
          <a:xfrm>
            <a:off x="402272" y="3336520"/>
            <a:ext cx="8339455" cy="2741584"/>
          </a:xfrm>
          <a:prstGeom prst="rect">
            <a:avLst/>
          </a:prstGeom>
          <a:solidFill>
            <a:schemeClr val="accent4">
              <a:lumMod val="20000"/>
              <a:lumOff val="80000"/>
            </a:schemeClr>
          </a:solidFill>
          <a:ln w="19050">
            <a:solidFill>
              <a:schemeClr val="tx1"/>
            </a:solidFill>
          </a:ln>
        </p:spPr>
        <p:txBody>
          <a:bodyPr wrap="square" rtlCol="0" anchor="t">
            <a:spAutoFit/>
          </a:bodyPr>
          <a:lstStyle/>
          <a:p>
            <a:pPr>
              <a:lnSpc>
                <a:spcPts val="3500"/>
              </a:lnSpc>
            </a:pPr>
            <a:r>
              <a:rPr lang="zh-CN" altLang="en-US" sz="2400" b="1" dirty="0">
                <a:solidFill>
                  <a:srgbClr val="FF0000"/>
                </a:solidFill>
                <a:latin typeface="楷体" panose="02010609060101010101" charset="-122"/>
                <a:ea typeface="楷体" panose="02010609060101010101" charset="-122"/>
                <a:cs typeface="楷体" panose="02010609060101010101" charset="-122"/>
                <a:sym typeface="+mn-ea"/>
              </a:rPr>
              <a:t>等效电阻的计算方法：</a:t>
            </a:r>
            <a:r>
              <a:rPr lang="en-US" altLang="zh-CN" sz="2400" b="1" i="1" dirty="0">
                <a:solidFill>
                  <a:srgbClr val="FF0000"/>
                </a:solidFill>
                <a:latin typeface="Times New Roman" panose="02020603050405020304" pitchFamily="18" charset="0"/>
                <a:ea typeface="楷体" panose="02010609060101010101" charset="-122"/>
              </a:rPr>
              <a:t>R</a:t>
            </a:r>
            <a:r>
              <a:rPr lang="en-US" altLang="zh-CN" sz="2400" b="1" baseline="-25000" dirty="0">
                <a:solidFill>
                  <a:srgbClr val="FF0000"/>
                </a:solidFill>
                <a:latin typeface="Times New Roman" panose="02020603050405020304" pitchFamily="18" charset="0"/>
                <a:ea typeface="楷体" panose="02010609060101010101" charset="-122"/>
              </a:rPr>
              <a:t>eq</a:t>
            </a:r>
            <a:r>
              <a:rPr lang="zh-CN" altLang="en-US" sz="2400" b="1" dirty="0">
                <a:solidFill>
                  <a:srgbClr val="FF0000"/>
                </a:solidFill>
                <a:latin typeface="楷体" panose="02010609060101010101" charset="-122"/>
                <a:ea typeface="楷体" panose="02010609060101010101" charset="-122"/>
                <a:cs typeface="楷体" panose="02010609060101010101" charset="-122"/>
                <a:sym typeface="+mn-ea"/>
              </a:rPr>
              <a:t>  </a:t>
            </a:r>
            <a:endParaRPr lang="zh-CN" altLang="en-US" sz="2400" dirty="0">
              <a:solidFill>
                <a:srgbClr val="FF0000"/>
              </a:solidFill>
              <a:latin typeface="楷体" panose="02010609060101010101" charset="-122"/>
              <a:ea typeface="楷体" panose="02010609060101010101" charset="-122"/>
              <a:cs typeface="楷体" panose="02010609060101010101" charset="-122"/>
              <a:sym typeface="+mn-ea"/>
            </a:endParaRPr>
          </a:p>
          <a:p>
            <a:pPr marL="457200" indent="-457200" algn="l" latinLnBrk="0">
              <a:lnSpc>
                <a:spcPts val="3500"/>
              </a:lnSpc>
              <a:spcBef>
                <a:spcPts val="0"/>
              </a:spcBef>
              <a:buFont typeface="+mj-ea"/>
              <a:buAutoNum type="circleNumDbPlain"/>
            </a:pPr>
            <a:r>
              <a:rPr lang="zh-CN" altLang="en-US" sz="2400" dirty="0">
                <a:latin typeface="楷体" panose="02010609060101010101" charset="-122"/>
                <a:ea typeface="楷体" panose="02010609060101010101" charset="-122"/>
                <a:cs typeface="楷体" panose="02010609060101010101" charset="-122"/>
                <a:sym typeface="+mn-ea"/>
              </a:rPr>
              <a:t>当网络内部不含有受控源时可采用</a:t>
            </a:r>
            <a:r>
              <a:rPr lang="zh-CN" altLang="en-US" sz="2400" b="1" dirty="0">
                <a:solidFill>
                  <a:srgbClr val="3333FF"/>
                </a:solidFill>
                <a:latin typeface="楷体" panose="02010609060101010101" charset="-122"/>
                <a:ea typeface="楷体" panose="02010609060101010101" charset="-122"/>
                <a:cs typeface="楷体" panose="02010609060101010101" charset="-122"/>
                <a:sym typeface="+mn-ea"/>
              </a:rPr>
              <a:t>电阻串并联</a:t>
            </a:r>
            <a:r>
              <a:rPr lang="zh-CN" altLang="en-US" sz="2400" dirty="0">
                <a:latin typeface="楷体" panose="02010609060101010101" charset="-122"/>
                <a:ea typeface="楷体" panose="02010609060101010101" charset="-122"/>
                <a:cs typeface="楷体" panose="02010609060101010101" charset="-122"/>
                <a:sym typeface="+mn-ea"/>
              </a:rPr>
              <a:t>的方法计算</a:t>
            </a:r>
            <a:endParaRPr lang="en-US" altLang="zh-CN" sz="2400" dirty="0">
              <a:latin typeface="楷体" panose="02010609060101010101" charset="-122"/>
              <a:ea typeface="楷体" panose="02010609060101010101" charset="-122"/>
              <a:cs typeface="楷体" panose="02010609060101010101" charset="-122"/>
              <a:sym typeface="+mn-ea"/>
            </a:endParaRPr>
          </a:p>
          <a:p>
            <a:pPr marL="457200" indent="-457200" algn="l" latinLnBrk="0">
              <a:lnSpc>
                <a:spcPts val="3500"/>
              </a:lnSpc>
              <a:spcBef>
                <a:spcPts val="0"/>
              </a:spcBef>
              <a:buClr>
                <a:schemeClr val="tx1"/>
              </a:buClr>
              <a:buFont typeface="+mj-ea"/>
              <a:buAutoNum type="circleNumDbPlain"/>
            </a:pPr>
            <a:r>
              <a:rPr lang="zh-CN" altLang="en-US" sz="2400" b="1" dirty="0">
                <a:solidFill>
                  <a:srgbClr val="3333FF"/>
                </a:solidFill>
                <a:latin typeface="楷体" panose="02010609060101010101" charset="-122"/>
                <a:ea typeface="楷体" panose="02010609060101010101" charset="-122"/>
                <a:cs typeface="楷体" panose="02010609060101010101" charset="-122"/>
                <a:sym typeface="+mn-ea"/>
              </a:rPr>
              <a:t>开路电压短路电流法</a:t>
            </a:r>
            <a:r>
              <a:rPr lang="zh-CN" altLang="en-US" sz="2400" dirty="0">
                <a:latin typeface="楷体" panose="02010609060101010101" charset="-122"/>
                <a:ea typeface="楷体" panose="02010609060101010101" charset="-122"/>
                <a:cs typeface="楷体" panose="02010609060101010101" charset="-122"/>
                <a:sym typeface="+mn-ea"/>
              </a:rPr>
              <a:t>：等效电阻等于端口的开路电压与短路电流的比（</a:t>
            </a:r>
            <a:r>
              <a:rPr lang="zh-CN" altLang="en-US" sz="2400" b="1" dirty="0">
                <a:solidFill>
                  <a:srgbClr val="FF0000"/>
                </a:solidFill>
                <a:latin typeface="楷体" panose="02010609060101010101" charset="-122"/>
                <a:ea typeface="楷体" panose="02010609060101010101" charset="-122"/>
                <a:cs typeface="楷体" panose="02010609060101010101" charset="-122"/>
                <a:sym typeface="+mn-ea"/>
              </a:rPr>
              <a:t>内部独立电源保留</a:t>
            </a:r>
            <a:r>
              <a:rPr lang="zh-CN" altLang="en-US" sz="2400" dirty="0">
                <a:latin typeface="楷体" panose="02010609060101010101" charset="-122"/>
                <a:ea typeface="楷体" panose="02010609060101010101" charset="-122"/>
                <a:cs typeface="楷体" panose="02010609060101010101" charset="-122"/>
                <a:sym typeface="+mn-ea"/>
              </a:rPr>
              <a:t>）</a:t>
            </a:r>
            <a:endParaRPr lang="en-US" altLang="zh-CN" sz="2400" dirty="0">
              <a:latin typeface="楷体" panose="02010609060101010101" charset="-122"/>
              <a:ea typeface="楷体" panose="02010609060101010101" charset="-122"/>
              <a:cs typeface="楷体" panose="02010609060101010101" charset="-122"/>
              <a:sym typeface="+mn-ea"/>
            </a:endParaRPr>
          </a:p>
          <a:p>
            <a:pPr marL="457200" indent="-457200">
              <a:lnSpc>
                <a:spcPts val="3500"/>
              </a:lnSpc>
              <a:buClr>
                <a:schemeClr val="tx1"/>
              </a:buClr>
              <a:buFont typeface="+mj-ea"/>
              <a:buAutoNum type="circleNumDbPlain"/>
            </a:pPr>
            <a:r>
              <a:rPr lang="zh-CN" altLang="en-US" sz="2400" b="1" dirty="0">
                <a:solidFill>
                  <a:srgbClr val="3333FF"/>
                </a:solidFill>
                <a:latin typeface="楷体" panose="02010609060101010101" charset="-122"/>
                <a:ea typeface="楷体" panose="02010609060101010101" charset="-122"/>
                <a:cs typeface="楷体" panose="02010609060101010101" charset="-122"/>
                <a:sym typeface="+mn-ea"/>
              </a:rPr>
              <a:t>加压求流法</a:t>
            </a:r>
            <a:r>
              <a:rPr lang="zh-CN" altLang="en-US" sz="2400" dirty="0">
                <a:latin typeface="楷体" panose="02010609060101010101" charset="-122"/>
                <a:ea typeface="楷体" panose="02010609060101010101" charset="-122"/>
                <a:cs typeface="楷体" panose="02010609060101010101" charset="-122"/>
                <a:sym typeface="+mn-ea"/>
              </a:rPr>
              <a:t>：端口加电压求电流法或加电流求电压法（</a:t>
            </a:r>
            <a:r>
              <a:rPr lang="zh-CN" altLang="en-US" sz="2400" b="1" dirty="0">
                <a:solidFill>
                  <a:srgbClr val="FF0000"/>
                </a:solidFill>
                <a:latin typeface="楷体" panose="02010609060101010101" charset="-122"/>
                <a:ea typeface="楷体" panose="02010609060101010101" charset="-122"/>
                <a:cs typeface="楷体" panose="02010609060101010101" charset="-122"/>
                <a:sym typeface="+mn-ea"/>
              </a:rPr>
              <a:t>内部独立电源置零</a:t>
            </a:r>
            <a:r>
              <a:rPr lang="zh-CN" altLang="en-US" sz="2400" dirty="0">
                <a:latin typeface="楷体" panose="02010609060101010101" charset="-122"/>
                <a:ea typeface="楷体" panose="02010609060101010101" charset="-122"/>
                <a:cs typeface="楷体" panose="02010609060101010101" charset="-122"/>
                <a:sym typeface="+mn-ea"/>
              </a:rPr>
              <a:t>）</a:t>
            </a:r>
            <a:r>
              <a:rPr lang="en-US" altLang="zh-CN" sz="2400" dirty="0">
                <a:latin typeface="楷体" panose="02010609060101010101" charset="-122"/>
                <a:ea typeface="楷体" panose="02010609060101010101" charset="-122"/>
                <a:cs typeface="楷体" panose="02010609060101010101" charset="-122"/>
                <a:sym typeface="+mn-ea"/>
              </a:rPr>
              <a:t>,</a:t>
            </a:r>
            <a:r>
              <a:rPr lang="zh-CN" altLang="en-US" sz="2400" dirty="0">
                <a:latin typeface="楷体" panose="02010609060101010101" charset="-122"/>
                <a:ea typeface="楷体" panose="02010609060101010101" charset="-122"/>
                <a:cs typeface="楷体" panose="02010609060101010101" charset="-122"/>
                <a:sym typeface="+mn-ea"/>
              </a:rPr>
              <a:t>实质上求解端口</a:t>
            </a:r>
            <a:r>
              <a:rPr lang="en-US" altLang="zh-CN" sz="2400" i="1" dirty="0">
                <a:latin typeface="Times New Roman" panose="02020603050405020304" pitchFamily="18" charset="0"/>
                <a:ea typeface="楷体" panose="02010609060101010101" charset="-122"/>
                <a:cs typeface="楷体" panose="02010609060101010101" charset="-122"/>
                <a:sym typeface="+mn-ea"/>
              </a:rPr>
              <a:t>U</a:t>
            </a:r>
            <a:r>
              <a:rPr lang="en-US" altLang="zh-CN" sz="2400" dirty="0">
                <a:latin typeface="Times New Roman" panose="02020603050405020304" pitchFamily="18" charset="0"/>
                <a:ea typeface="楷体" panose="02010609060101010101" charset="-122"/>
                <a:cs typeface="楷体" panose="02010609060101010101" charset="-122"/>
                <a:sym typeface="+mn-ea"/>
              </a:rPr>
              <a:t>-</a:t>
            </a:r>
            <a:r>
              <a:rPr lang="en-US" altLang="zh-CN" sz="2400" i="1" dirty="0">
                <a:latin typeface="Times New Roman" panose="02020603050405020304" pitchFamily="18" charset="0"/>
                <a:ea typeface="楷体" panose="02010609060101010101" charset="-122"/>
                <a:cs typeface="楷体" panose="02010609060101010101" charset="-122"/>
                <a:sym typeface="+mn-ea"/>
              </a:rPr>
              <a:t>I</a:t>
            </a:r>
            <a:r>
              <a:rPr lang="zh-CN" altLang="en-US" sz="2400" dirty="0">
                <a:latin typeface="楷体" panose="02010609060101010101" charset="-122"/>
                <a:ea typeface="楷体" panose="02010609060101010101" charset="-122"/>
                <a:cs typeface="楷体" panose="02010609060101010101" charset="-122"/>
                <a:sym typeface="+mn-ea"/>
              </a:rPr>
              <a:t>关系</a:t>
            </a:r>
            <a:endParaRPr lang="en-US" altLang="zh-CN" sz="2400" dirty="0">
              <a:latin typeface="楷体" panose="02010609060101010101" charset="-122"/>
              <a:ea typeface="楷体" panose="02010609060101010101" charset="-122"/>
              <a:cs typeface="楷体" panose="02010609060101010101" charset="-122"/>
              <a:sym typeface="+mn-ea"/>
            </a:endParaRPr>
          </a:p>
        </p:txBody>
      </p:sp>
      <p:sp>
        <p:nvSpPr>
          <p:cNvPr id="5" name="文本框 4"/>
          <p:cNvSpPr txBox="1"/>
          <p:nvPr/>
        </p:nvSpPr>
        <p:spPr>
          <a:xfrm>
            <a:off x="402272" y="542655"/>
            <a:ext cx="6196648" cy="523220"/>
          </a:xfrm>
          <a:prstGeom prst="rect">
            <a:avLst/>
          </a:prstGeom>
          <a:noFill/>
        </p:spPr>
        <p:txBody>
          <a:bodyPr wrap="square">
            <a:spAutoFit/>
          </a:bodyPr>
          <a:lstStyle/>
          <a:p>
            <a:r>
              <a:rPr kumimoji="0" lang="zh-CN" altLang="en-US" sz="2800" b="1" i="0" u="none" strike="noStrike" kern="1200" cap="none" spc="0" normalizeH="0" baseline="0" noProof="0" dirty="0">
                <a:ln>
                  <a:noFill/>
                </a:ln>
                <a:effectLst/>
                <a:uLnTx/>
                <a:uFillTx/>
                <a:latin typeface="楷体" panose="02010609060101010101" charset="-122"/>
                <a:ea typeface="楷体" panose="02010609060101010101" charset="-122"/>
                <a:cs typeface="+mn-cs"/>
                <a:sym typeface="+mn-ea"/>
              </a:rPr>
              <a:t>戴维南等效</a:t>
            </a:r>
            <a:r>
              <a:rPr lang="zh-CN" altLang="en-US" sz="2800" b="1" dirty="0">
                <a:latin typeface="楷体" panose="02010609060101010101" charset="-122"/>
                <a:ea typeface="楷体" panose="02010609060101010101" charset="-122"/>
                <a:sym typeface="+mn-ea"/>
              </a:rPr>
              <a:t>电路计算：</a:t>
            </a:r>
            <a:r>
              <a:rPr lang="en-US" altLang="zh-CN" b="1" i="1" dirty="0">
                <a:solidFill>
                  <a:srgbClr val="0000FF"/>
                </a:solidFill>
                <a:latin typeface="Times New Roman" panose="02020603050405020304" pitchFamily="18" charset="0"/>
                <a:ea typeface="楷体" panose="02010609060101010101" charset="-122"/>
              </a:rPr>
              <a:t> </a:t>
            </a:r>
            <a:r>
              <a:rPr lang="en-US" altLang="zh-CN" sz="2800" b="1" i="1" dirty="0">
                <a:solidFill>
                  <a:srgbClr val="0000FF"/>
                </a:solidFill>
                <a:latin typeface="Times New Roman" panose="02020603050405020304" pitchFamily="18" charset="0"/>
                <a:ea typeface="楷体" panose="02010609060101010101" charset="-122"/>
              </a:rPr>
              <a:t>U</a:t>
            </a:r>
            <a:r>
              <a:rPr lang="en-US" altLang="zh-CN" sz="2800" b="1" baseline="-25000" dirty="0">
                <a:solidFill>
                  <a:srgbClr val="0000FF"/>
                </a:solidFill>
                <a:latin typeface="Times New Roman" panose="02020603050405020304" pitchFamily="18" charset="0"/>
                <a:ea typeface="楷体" panose="02010609060101010101" charset="-122"/>
              </a:rPr>
              <a:t>OC</a:t>
            </a:r>
            <a:r>
              <a:rPr lang="zh-CN" altLang="en-US" sz="2800" b="1" dirty="0">
                <a:solidFill>
                  <a:srgbClr val="0000FF"/>
                </a:solidFill>
                <a:latin typeface="Times New Roman" panose="02020603050405020304" pitchFamily="18" charset="0"/>
                <a:ea typeface="楷体" panose="02010609060101010101" charset="-122"/>
              </a:rPr>
              <a:t>、</a:t>
            </a:r>
            <a:r>
              <a:rPr lang="en-US" altLang="zh-CN" sz="2800" b="1" i="1" dirty="0">
                <a:solidFill>
                  <a:srgbClr val="0000FF"/>
                </a:solidFill>
                <a:latin typeface="Times New Roman" panose="02020603050405020304" pitchFamily="18" charset="0"/>
                <a:ea typeface="楷体" panose="02010609060101010101" charset="-122"/>
              </a:rPr>
              <a:t>I</a:t>
            </a:r>
            <a:r>
              <a:rPr lang="en-US" altLang="zh-CN" sz="2800" b="1" baseline="-25000" dirty="0">
                <a:solidFill>
                  <a:srgbClr val="0000FF"/>
                </a:solidFill>
                <a:latin typeface="Times New Roman" panose="02020603050405020304" pitchFamily="18" charset="0"/>
                <a:ea typeface="楷体" panose="02010609060101010101" charset="-122"/>
              </a:rPr>
              <a:t>SC</a:t>
            </a:r>
            <a:r>
              <a:rPr lang="zh-CN" altLang="en-US" sz="2800" b="1" dirty="0">
                <a:solidFill>
                  <a:srgbClr val="0000FF"/>
                </a:solidFill>
                <a:latin typeface="Times New Roman" panose="02020603050405020304" pitchFamily="18" charset="0"/>
                <a:ea typeface="楷体" panose="02010609060101010101" charset="-122"/>
              </a:rPr>
              <a:t>、</a:t>
            </a:r>
            <a:r>
              <a:rPr lang="en-US" altLang="zh-CN" sz="2800" b="1" i="1" dirty="0">
                <a:solidFill>
                  <a:srgbClr val="0000FF"/>
                </a:solidFill>
                <a:latin typeface="Times New Roman" panose="02020603050405020304" pitchFamily="18" charset="0"/>
                <a:ea typeface="楷体" panose="02010609060101010101" charset="-122"/>
              </a:rPr>
              <a:t>R</a:t>
            </a:r>
            <a:r>
              <a:rPr lang="en-US" altLang="zh-CN" sz="2800" b="1" baseline="-25000" dirty="0">
                <a:solidFill>
                  <a:srgbClr val="0000FF"/>
                </a:solidFill>
                <a:latin typeface="Times New Roman" panose="02020603050405020304" pitchFamily="18" charset="0"/>
                <a:ea typeface="楷体" panose="02010609060101010101" charset="-122"/>
              </a:rPr>
              <a:t>eq</a:t>
            </a:r>
            <a:endParaRPr lang="zh-CN" altLang="en-US" dirty="0"/>
          </a:p>
        </p:txBody>
      </p:sp>
      <p:sp>
        <p:nvSpPr>
          <p:cNvPr id="4" name="文本框 3"/>
          <p:cNvSpPr txBox="1"/>
          <p:nvPr/>
        </p:nvSpPr>
        <p:spPr>
          <a:xfrm>
            <a:off x="401955" y="221615"/>
            <a:ext cx="3048000" cy="398780"/>
          </a:xfrm>
          <a:prstGeom prst="rect">
            <a:avLst/>
          </a:prstGeom>
          <a:noFill/>
        </p:spPr>
        <p:txBody>
          <a:bodyPr wrap="square" rtlCol="0">
            <a:spAutoFit/>
          </a:bodyPr>
          <a:lstStyle/>
          <a:p>
            <a:r>
              <a:rPr lang="zh-CN" altLang="en-US" sz="2000" b="1">
                <a:solidFill>
                  <a:srgbClr val="FF0000"/>
                </a:solidFill>
                <a:latin typeface="华文楷体" panose="02010600040101010101" pitchFamily="2" charset="-122"/>
                <a:ea typeface="华文楷体" panose="02010600040101010101" pitchFamily="2" charset="-122"/>
              </a:rPr>
              <a:t>定理四、戴维南定理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3" grpId="1" animBg="1"/>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304800" y="228600"/>
            <a:ext cx="4781550" cy="461665"/>
          </a:xfrm>
          <a:prstGeom prst="rect">
            <a:avLst/>
          </a:prstGeom>
          <a:noFill/>
          <a:ln w="9525">
            <a:solidFill>
              <a:srgbClr val="66FF6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0000FF"/>
                </a:solidFill>
                <a:latin typeface="宋体" panose="02010600030101010101" pitchFamily="2" charset="-122"/>
                <a:ea typeface="宋体" panose="02010600030101010101" pitchFamily="2" charset="-122"/>
              </a:rPr>
              <a:t>含受控源电路戴维南定理的应用  </a:t>
            </a:r>
          </a:p>
        </p:txBody>
      </p:sp>
      <p:sp>
        <p:nvSpPr>
          <p:cNvPr id="178179" name="Text Box 3"/>
          <p:cNvSpPr txBox="1">
            <a:spLocks noChangeArrowheads="1"/>
          </p:cNvSpPr>
          <p:nvPr/>
        </p:nvSpPr>
        <p:spPr bwMode="auto">
          <a:xfrm>
            <a:off x="955675" y="882650"/>
            <a:ext cx="39338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accent2"/>
              </a:buClr>
              <a:buSzPct val="75000"/>
              <a:buFont typeface="Monotype Sorts" pitchFamily="2" charset="2"/>
              <a:buNone/>
            </a:pPr>
            <a:r>
              <a:rPr kumimoji="0" lang="zh-CN" altLang="en-US" b="1"/>
              <a:t>电路如图所示，</a:t>
            </a:r>
            <a:r>
              <a:rPr lang="zh-CN" altLang="zh-CN" b="1"/>
              <a:t>求电压</a:t>
            </a:r>
            <a:r>
              <a:rPr lang="en-US" altLang="zh-CN" b="1" i="1"/>
              <a:t>U</a:t>
            </a:r>
            <a:r>
              <a:rPr lang="en-US" altLang="zh-CN" b="1" i="1" baseline="-25000"/>
              <a:t>R</a:t>
            </a:r>
            <a:r>
              <a:rPr lang="en-US" altLang="zh-CN" b="1" baseline="-25000"/>
              <a:t> </a:t>
            </a:r>
            <a:r>
              <a:rPr lang="zh-CN" altLang="en-US" b="1"/>
              <a:t>。  </a:t>
            </a:r>
          </a:p>
        </p:txBody>
      </p:sp>
      <p:grpSp>
        <p:nvGrpSpPr>
          <p:cNvPr id="178180" name="Group 4"/>
          <p:cNvGrpSpPr>
            <a:grpSpLocks/>
          </p:cNvGrpSpPr>
          <p:nvPr/>
        </p:nvGrpSpPr>
        <p:grpSpPr bwMode="auto">
          <a:xfrm>
            <a:off x="849313" y="1347788"/>
            <a:ext cx="4343400" cy="2514600"/>
            <a:chOff x="864" y="480"/>
            <a:chExt cx="2736" cy="1584"/>
          </a:xfrm>
        </p:grpSpPr>
        <p:sp>
          <p:nvSpPr>
            <p:cNvPr id="178181" name="Line 5"/>
            <p:cNvSpPr>
              <a:spLocks noChangeShapeType="1"/>
            </p:cNvSpPr>
            <p:nvPr/>
          </p:nvSpPr>
          <p:spPr bwMode="auto">
            <a:xfrm>
              <a:off x="2064" y="816"/>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182" name="Text Box 6"/>
            <p:cNvSpPr txBox="1">
              <a:spLocks noChangeArrowheads="1"/>
            </p:cNvSpPr>
            <p:nvPr/>
          </p:nvSpPr>
          <p:spPr bwMode="auto">
            <a:xfrm>
              <a:off x="1632" y="1152"/>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r>
                <a:rPr lang="en-US" altLang="zh-CN" b="1">
                  <a:sym typeface="Symbol" panose="05050102010706020507" pitchFamily="18" charset="2"/>
                </a:rPr>
                <a:t></a:t>
              </a:r>
            </a:p>
          </p:txBody>
        </p:sp>
        <p:sp>
          <p:nvSpPr>
            <p:cNvPr id="178183" name="Text Box 7"/>
            <p:cNvSpPr txBox="1">
              <a:spLocks noChangeArrowheads="1"/>
            </p:cNvSpPr>
            <p:nvPr/>
          </p:nvSpPr>
          <p:spPr bwMode="auto">
            <a:xfrm>
              <a:off x="2736" y="1152"/>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r>
                <a:rPr lang="en-US" altLang="zh-CN" b="1">
                  <a:sym typeface="Symbol" panose="05050102010706020507" pitchFamily="18" charset="2"/>
                </a:rPr>
                <a:t></a:t>
              </a:r>
            </a:p>
          </p:txBody>
        </p:sp>
        <p:sp>
          <p:nvSpPr>
            <p:cNvPr id="178184" name="Rectangle 8"/>
            <p:cNvSpPr>
              <a:spLocks noChangeArrowheads="1"/>
            </p:cNvSpPr>
            <p:nvPr/>
          </p:nvSpPr>
          <p:spPr bwMode="auto">
            <a:xfrm>
              <a:off x="1440" y="751"/>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185" name="Text Box 9"/>
            <p:cNvSpPr txBox="1">
              <a:spLocks noChangeArrowheads="1"/>
            </p:cNvSpPr>
            <p:nvPr/>
          </p:nvSpPr>
          <p:spPr bwMode="auto">
            <a:xfrm>
              <a:off x="1392" y="480"/>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8186" name="Line 10"/>
            <p:cNvSpPr>
              <a:spLocks noChangeShapeType="1"/>
            </p:cNvSpPr>
            <p:nvPr/>
          </p:nvSpPr>
          <p:spPr bwMode="auto">
            <a:xfrm>
              <a:off x="2208" y="912"/>
              <a:ext cx="0" cy="384"/>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187" name="Text Box 11"/>
            <p:cNvSpPr txBox="1">
              <a:spLocks noChangeArrowheads="1"/>
            </p:cNvSpPr>
            <p:nvPr/>
          </p:nvSpPr>
          <p:spPr bwMode="auto">
            <a:xfrm>
              <a:off x="2208" y="96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endParaRPr lang="en-US" altLang="zh-CN" b="1"/>
            </a:p>
          </p:txBody>
        </p:sp>
        <p:sp>
          <p:nvSpPr>
            <p:cNvPr id="178188" name="Text Box 12"/>
            <p:cNvSpPr txBox="1">
              <a:spLocks noChangeArrowheads="1"/>
            </p:cNvSpPr>
            <p:nvPr/>
          </p:nvSpPr>
          <p:spPr bwMode="auto">
            <a:xfrm>
              <a:off x="1008" y="864"/>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189" name="Text Box 13"/>
            <p:cNvSpPr txBox="1">
              <a:spLocks noChangeArrowheads="1"/>
            </p:cNvSpPr>
            <p:nvPr/>
          </p:nvSpPr>
          <p:spPr bwMode="auto">
            <a:xfrm>
              <a:off x="1008" y="13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190" name="Text Box 14"/>
            <p:cNvSpPr txBox="1">
              <a:spLocks noChangeArrowheads="1"/>
            </p:cNvSpPr>
            <p:nvPr/>
          </p:nvSpPr>
          <p:spPr bwMode="auto">
            <a:xfrm>
              <a:off x="1152" y="115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9V</a:t>
              </a:r>
            </a:p>
          </p:txBody>
        </p:sp>
        <p:sp>
          <p:nvSpPr>
            <p:cNvPr id="178191" name="Text Box 15"/>
            <p:cNvSpPr txBox="1">
              <a:spLocks noChangeArrowheads="1"/>
            </p:cNvSpPr>
            <p:nvPr/>
          </p:nvSpPr>
          <p:spPr bwMode="auto">
            <a:xfrm>
              <a:off x="3216" y="816"/>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192" name="Text Box 16"/>
            <p:cNvSpPr txBox="1">
              <a:spLocks noChangeArrowheads="1"/>
            </p:cNvSpPr>
            <p:nvPr/>
          </p:nvSpPr>
          <p:spPr bwMode="auto">
            <a:xfrm>
              <a:off x="3216" y="148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193" name="Text Box 17"/>
            <p:cNvSpPr txBox="1">
              <a:spLocks noChangeArrowheads="1"/>
            </p:cNvSpPr>
            <p:nvPr/>
          </p:nvSpPr>
          <p:spPr bwMode="auto">
            <a:xfrm>
              <a:off x="3216" y="115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i="1" baseline="-25000"/>
                <a:t>R</a:t>
              </a:r>
              <a:endParaRPr lang="en-US" altLang="zh-CN" b="1" i="1"/>
            </a:p>
          </p:txBody>
        </p:sp>
        <p:sp>
          <p:nvSpPr>
            <p:cNvPr id="178194" name="Text Box 18"/>
            <p:cNvSpPr txBox="1">
              <a:spLocks noChangeArrowheads="1"/>
            </p:cNvSpPr>
            <p:nvPr/>
          </p:nvSpPr>
          <p:spPr bwMode="auto">
            <a:xfrm>
              <a:off x="3024" y="480"/>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8195" name="Text Box 19"/>
            <p:cNvSpPr txBox="1">
              <a:spLocks noChangeArrowheads="1"/>
            </p:cNvSpPr>
            <p:nvPr/>
          </p:nvSpPr>
          <p:spPr bwMode="auto">
            <a:xfrm>
              <a:off x="3024" y="1776"/>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endParaRPr lang="en-US" altLang="zh-CN" b="1"/>
            </a:p>
          </p:txBody>
        </p:sp>
        <p:sp>
          <p:nvSpPr>
            <p:cNvPr id="178196" name="Line 20"/>
            <p:cNvSpPr>
              <a:spLocks noChangeShapeType="1"/>
            </p:cNvSpPr>
            <p:nvPr/>
          </p:nvSpPr>
          <p:spPr bwMode="auto">
            <a:xfrm>
              <a:off x="2448" y="816"/>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197" name="Text Box 21"/>
            <p:cNvSpPr txBox="1">
              <a:spLocks noChangeArrowheads="1"/>
            </p:cNvSpPr>
            <p:nvPr/>
          </p:nvSpPr>
          <p:spPr bwMode="auto">
            <a:xfrm>
              <a:off x="2736" y="57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198" name="Text Box 22"/>
            <p:cNvSpPr txBox="1">
              <a:spLocks noChangeArrowheads="1"/>
            </p:cNvSpPr>
            <p:nvPr/>
          </p:nvSpPr>
          <p:spPr bwMode="auto">
            <a:xfrm>
              <a:off x="2256" y="57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199" name="Text Box 23"/>
            <p:cNvSpPr txBox="1">
              <a:spLocks noChangeArrowheads="1"/>
            </p:cNvSpPr>
            <p:nvPr/>
          </p:nvSpPr>
          <p:spPr bwMode="auto">
            <a:xfrm>
              <a:off x="2448" y="48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i="1"/>
                <a:t>I</a:t>
              </a:r>
              <a:endParaRPr lang="en-US" altLang="zh-CN" b="1"/>
            </a:p>
          </p:txBody>
        </p:sp>
        <p:sp>
          <p:nvSpPr>
            <p:cNvPr id="178200" name="AutoShape 24"/>
            <p:cNvSpPr>
              <a:spLocks noChangeArrowheads="1"/>
            </p:cNvSpPr>
            <p:nvPr/>
          </p:nvSpPr>
          <p:spPr bwMode="auto">
            <a:xfrm>
              <a:off x="2448" y="720"/>
              <a:ext cx="336" cy="192"/>
            </a:xfrm>
            <a:prstGeom prst="diamond">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01" name="Line 25"/>
            <p:cNvSpPr>
              <a:spLocks noChangeShapeType="1"/>
            </p:cNvSpPr>
            <p:nvPr/>
          </p:nvSpPr>
          <p:spPr bwMode="auto">
            <a:xfrm>
              <a:off x="1008" y="816"/>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02" name="Line 26"/>
            <p:cNvSpPr>
              <a:spLocks noChangeShapeType="1"/>
            </p:cNvSpPr>
            <p:nvPr/>
          </p:nvSpPr>
          <p:spPr bwMode="auto">
            <a:xfrm>
              <a:off x="1728" y="816"/>
              <a:ext cx="1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03" name="Line 27"/>
            <p:cNvSpPr>
              <a:spLocks noChangeShapeType="1"/>
            </p:cNvSpPr>
            <p:nvPr/>
          </p:nvSpPr>
          <p:spPr bwMode="auto">
            <a:xfrm>
              <a:off x="1008" y="1776"/>
              <a:ext cx="21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04" name="Oval 28"/>
            <p:cNvSpPr>
              <a:spLocks noChangeArrowheads="1"/>
            </p:cNvSpPr>
            <p:nvPr/>
          </p:nvSpPr>
          <p:spPr bwMode="auto">
            <a:xfrm>
              <a:off x="864" y="1152"/>
              <a:ext cx="295" cy="295"/>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05" name="Line 29"/>
            <p:cNvSpPr>
              <a:spLocks noChangeShapeType="1"/>
            </p:cNvSpPr>
            <p:nvPr/>
          </p:nvSpPr>
          <p:spPr bwMode="auto">
            <a:xfrm flipV="1">
              <a:off x="1008" y="816"/>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06" name="Rectangle 30"/>
            <p:cNvSpPr>
              <a:spLocks noChangeArrowheads="1"/>
            </p:cNvSpPr>
            <p:nvPr/>
          </p:nvSpPr>
          <p:spPr bwMode="auto">
            <a:xfrm rot="5400000">
              <a:off x="1908" y="1243"/>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07" name="Rectangle 31"/>
            <p:cNvSpPr>
              <a:spLocks noChangeArrowheads="1"/>
            </p:cNvSpPr>
            <p:nvPr/>
          </p:nvSpPr>
          <p:spPr bwMode="auto">
            <a:xfrm rot="5400000">
              <a:off x="2964" y="1243"/>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08" name="Line 32"/>
            <p:cNvSpPr>
              <a:spLocks noChangeShapeType="1"/>
            </p:cNvSpPr>
            <p:nvPr/>
          </p:nvSpPr>
          <p:spPr bwMode="auto">
            <a:xfrm>
              <a:off x="3120" y="1440"/>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09" name="Line 33"/>
            <p:cNvSpPr>
              <a:spLocks noChangeShapeType="1"/>
            </p:cNvSpPr>
            <p:nvPr/>
          </p:nvSpPr>
          <p:spPr bwMode="auto">
            <a:xfrm>
              <a:off x="3120" y="816"/>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8210" name="Text Box 34"/>
          <p:cNvSpPr txBox="1">
            <a:spLocks noChangeArrowheads="1"/>
          </p:cNvSpPr>
          <p:nvPr/>
        </p:nvSpPr>
        <p:spPr bwMode="auto">
          <a:xfrm>
            <a:off x="152400" y="868363"/>
            <a:ext cx="857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33CC"/>
                </a:solidFill>
              </a:rPr>
              <a:t>例</a:t>
            </a:r>
            <a:r>
              <a:rPr lang="en-US" altLang="zh-CN" b="1">
                <a:solidFill>
                  <a:srgbClr val="FF33CC"/>
                </a:solidFill>
              </a:rPr>
              <a:t>2  </a:t>
            </a:r>
            <a:endParaRPr lang="en-US" altLang="zh-CN" b="1"/>
          </a:p>
        </p:txBody>
      </p:sp>
      <p:sp>
        <p:nvSpPr>
          <p:cNvPr id="178211" name="AutoShape 35"/>
          <p:cNvSpPr>
            <a:spLocks noChangeArrowheads="1"/>
          </p:cNvSpPr>
          <p:nvPr/>
        </p:nvSpPr>
        <p:spPr bwMode="auto">
          <a:xfrm>
            <a:off x="5307013" y="2400300"/>
            <a:ext cx="595312" cy="420688"/>
          </a:xfrm>
          <a:prstGeom prst="rightArrow">
            <a:avLst>
              <a:gd name="adj1" fmla="val 50000"/>
              <a:gd name="adj2" fmla="val 35377"/>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8212" name="Group 36"/>
          <p:cNvGrpSpPr>
            <a:grpSpLocks/>
          </p:cNvGrpSpPr>
          <p:nvPr/>
        </p:nvGrpSpPr>
        <p:grpSpPr bwMode="auto">
          <a:xfrm>
            <a:off x="6091238" y="1187450"/>
            <a:ext cx="3052762" cy="2557463"/>
            <a:chOff x="3876" y="501"/>
            <a:chExt cx="1923" cy="1611"/>
          </a:xfrm>
        </p:grpSpPr>
        <p:sp>
          <p:nvSpPr>
            <p:cNvPr id="178213" name="Text Box 37"/>
            <p:cNvSpPr txBox="1">
              <a:spLocks noChangeArrowheads="1"/>
            </p:cNvSpPr>
            <p:nvPr/>
          </p:nvSpPr>
          <p:spPr bwMode="auto">
            <a:xfrm>
              <a:off x="5260" y="501"/>
              <a:ext cx="2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8214" name="Text Box 38"/>
            <p:cNvSpPr txBox="1">
              <a:spLocks noChangeArrowheads="1"/>
            </p:cNvSpPr>
            <p:nvPr/>
          </p:nvSpPr>
          <p:spPr bwMode="auto">
            <a:xfrm>
              <a:off x="5260" y="1824"/>
              <a:ext cx="2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p>
          </p:txBody>
        </p:sp>
        <p:sp>
          <p:nvSpPr>
            <p:cNvPr id="178215" name="Text Box 39"/>
            <p:cNvSpPr txBox="1">
              <a:spLocks noChangeArrowheads="1"/>
            </p:cNvSpPr>
            <p:nvPr/>
          </p:nvSpPr>
          <p:spPr bwMode="auto">
            <a:xfrm>
              <a:off x="3876" y="1411"/>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oc</a:t>
              </a:r>
              <a:endParaRPr lang="en-US" altLang="zh-CN" b="1"/>
            </a:p>
          </p:txBody>
        </p:sp>
        <p:sp>
          <p:nvSpPr>
            <p:cNvPr id="178216" name="Text Box 40"/>
            <p:cNvSpPr txBox="1">
              <a:spLocks noChangeArrowheads="1"/>
            </p:cNvSpPr>
            <p:nvPr/>
          </p:nvSpPr>
          <p:spPr bwMode="auto">
            <a:xfrm>
              <a:off x="4172" y="1211"/>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217" name="Text Box 41"/>
            <p:cNvSpPr txBox="1">
              <a:spLocks noChangeArrowheads="1"/>
            </p:cNvSpPr>
            <p:nvPr/>
          </p:nvSpPr>
          <p:spPr bwMode="auto">
            <a:xfrm>
              <a:off x="4174" y="1604"/>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218" name="Text Box 42"/>
            <p:cNvSpPr txBox="1">
              <a:spLocks noChangeArrowheads="1"/>
            </p:cNvSpPr>
            <p:nvPr/>
          </p:nvSpPr>
          <p:spPr bwMode="auto">
            <a:xfrm>
              <a:off x="4602" y="1383"/>
              <a:ext cx="3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b="1"/>
            </a:p>
          </p:txBody>
        </p:sp>
        <p:grpSp>
          <p:nvGrpSpPr>
            <p:cNvPr id="178219" name="Group 43"/>
            <p:cNvGrpSpPr>
              <a:grpSpLocks/>
            </p:cNvGrpSpPr>
            <p:nvPr/>
          </p:nvGrpSpPr>
          <p:grpSpPr bwMode="auto">
            <a:xfrm>
              <a:off x="4368" y="810"/>
              <a:ext cx="983" cy="1014"/>
              <a:chOff x="3456" y="720"/>
              <a:chExt cx="768" cy="720"/>
            </a:xfrm>
          </p:grpSpPr>
          <p:sp>
            <p:nvSpPr>
              <p:cNvPr id="178220" name="Line 44"/>
              <p:cNvSpPr>
                <a:spLocks noChangeShapeType="1"/>
              </p:cNvSpPr>
              <p:nvPr/>
            </p:nvSpPr>
            <p:spPr bwMode="auto">
              <a:xfrm>
                <a:off x="3456" y="720"/>
                <a:ext cx="0"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21" name="Line 45"/>
              <p:cNvSpPr>
                <a:spLocks noChangeShapeType="1"/>
              </p:cNvSpPr>
              <p:nvPr/>
            </p:nvSpPr>
            <p:spPr bwMode="auto">
              <a:xfrm>
                <a:off x="3456" y="720"/>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22" name="Line 46"/>
              <p:cNvSpPr>
                <a:spLocks noChangeShapeType="1"/>
              </p:cNvSpPr>
              <p:nvPr/>
            </p:nvSpPr>
            <p:spPr bwMode="auto">
              <a:xfrm>
                <a:off x="3456" y="1440"/>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8223" name="Line 47"/>
            <p:cNvSpPr>
              <a:spLocks noChangeShapeType="1"/>
            </p:cNvSpPr>
            <p:nvPr/>
          </p:nvSpPr>
          <p:spPr bwMode="auto">
            <a:xfrm>
              <a:off x="5351" y="813"/>
              <a:ext cx="0" cy="99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24" name="Rectangle 48"/>
            <p:cNvSpPr>
              <a:spLocks noChangeArrowheads="1"/>
            </p:cNvSpPr>
            <p:nvPr/>
          </p:nvSpPr>
          <p:spPr bwMode="auto">
            <a:xfrm>
              <a:off x="5292" y="1118"/>
              <a:ext cx="118" cy="35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25" name="Text Box 49"/>
            <p:cNvSpPr txBox="1">
              <a:spLocks noChangeArrowheads="1"/>
            </p:cNvSpPr>
            <p:nvPr/>
          </p:nvSpPr>
          <p:spPr bwMode="auto">
            <a:xfrm>
              <a:off x="4033" y="945"/>
              <a:ext cx="4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b="1" baseline="-25000"/>
                <a:t>i</a:t>
              </a:r>
              <a:endParaRPr lang="en-US" altLang="zh-CN" b="1"/>
            </a:p>
          </p:txBody>
        </p:sp>
        <p:sp>
          <p:nvSpPr>
            <p:cNvPr id="178226" name="Rectangle 50"/>
            <p:cNvSpPr>
              <a:spLocks noChangeArrowheads="1"/>
            </p:cNvSpPr>
            <p:nvPr/>
          </p:nvSpPr>
          <p:spPr bwMode="auto">
            <a:xfrm>
              <a:off x="4313" y="898"/>
              <a:ext cx="118" cy="354"/>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27" name="Oval 51"/>
            <p:cNvSpPr>
              <a:spLocks noChangeArrowheads="1"/>
            </p:cNvSpPr>
            <p:nvPr/>
          </p:nvSpPr>
          <p:spPr bwMode="auto">
            <a:xfrm>
              <a:off x="4224" y="1421"/>
              <a:ext cx="272" cy="271"/>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28" name="Freeform 52"/>
            <p:cNvSpPr>
              <a:spLocks/>
            </p:cNvSpPr>
            <p:nvPr/>
          </p:nvSpPr>
          <p:spPr bwMode="auto">
            <a:xfrm>
              <a:off x="4368" y="1428"/>
              <a:ext cx="1" cy="264"/>
            </a:xfrm>
            <a:custGeom>
              <a:avLst/>
              <a:gdLst>
                <a:gd name="T0" fmla="*/ 0 w 1"/>
                <a:gd name="T1" fmla="*/ 0 h 264"/>
                <a:gd name="T2" fmla="*/ 0 w 1"/>
                <a:gd name="T3" fmla="*/ 264 h 264"/>
              </a:gdLst>
              <a:ahLst/>
              <a:cxnLst>
                <a:cxn ang="0">
                  <a:pos x="T0" y="T1"/>
                </a:cxn>
                <a:cxn ang="0">
                  <a:pos x="T2" y="T3"/>
                </a:cxn>
              </a:cxnLst>
              <a:rect l="0" t="0" r="r" b="b"/>
              <a:pathLst>
                <a:path w="1" h="264">
                  <a:moveTo>
                    <a:pt x="0" y="0"/>
                  </a:moveTo>
                  <a:lnTo>
                    <a:pt x="0" y="264"/>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29" name="Oval 53"/>
            <p:cNvSpPr>
              <a:spLocks noChangeArrowheads="1"/>
            </p:cNvSpPr>
            <p:nvPr/>
          </p:nvSpPr>
          <p:spPr bwMode="auto">
            <a:xfrm>
              <a:off x="5322" y="766"/>
              <a:ext cx="59" cy="62"/>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30" name="Oval 54"/>
            <p:cNvSpPr>
              <a:spLocks noChangeArrowheads="1"/>
            </p:cNvSpPr>
            <p:nvPr/>
          </p:nvSpPr>
          <p:spPr bwMode="auto">
            <a:xfrm>
              <a:off x="5322" y="1780"/>
              <a:ext cx="59" cy="63"/>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31" name="Text Box 55"/>
            <p:cNvSpPr txBox="1">
              <a:spLocks noChangeArrowheads="1"/>
            </p:cNvSpPr>
            <p:nvPr/>
          </p:nvSpPr>
          <p:spPr bwMode="auto">
            <a:xfrm>
              <a:off x="4933" y="1152"/>
              <a:ext cx="395"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b="1"/>
                <a:t>3</a:t>
              </a:r>
              <a:r>
                <a:rPr lang="en-US" altLang="zh-CN" b="1">
                  <a:sym typeface="Symbol" panose="05050102010706020507" pitchFamily="18" charset="2"/>
                </a:rPr>
                <a:t></a:t>
              </a:r>
            </a:p>
          </p:txBody>
        </p:sp>
        <p:sp>
          <p:nvSpPr>
            <p:cNvPr id="178232" name="Text Box 56"/>
            <p:cNvSpPr txBox="1">
              <a:spLocks noChangeArrowheads="1"/>
            </p:cNvSpPr>
            <p:nvPr/>
          </p:nvSpPr>
          <p:spPr bwMode="auto">
            <a:xfrm>
              <a:off x="5376" y="1152"/>
              <a:ext cx="423"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b="1" i="1"/>
                <a:t>U</a:t>
              </a:r>
              <a:r>
                <a:rPr lang="en-US" altLang="zh-CN" b="1" i="1" baseline="-25000"/>
                <a:t>R</a:t>
              </a:r>
            </a:p>
          </p:txBody>
        </p:sp>
        <p:sp>
          <p:nvSpPr>
            <p:cNvPr id="178233" name="Text Box 57"/>
            <p:cNvSpPr txBox="1">
              <a:spLocks noChangeArrowheads="1"/>
            </p:cNvSpPr>
            <p:nvPr/>
          </p:nvSpPr>
          <p:spPr bwMode="auto">
            <a:xfrm>
              <a:off x="5461" y="1512"/>
              <a:ext cx="212"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a:latin typeface="黑体" panose="02010609060101010101" pitchFamily="49" charset="-122"/>
                  <a:ea typeface="黑体" panose="02010609060101010101" pitchFamily="49" charset="-122"/>
                </a:rPr>
                <a:t>-</a:t>
              </a:r>
            </a:p>
          </p:txBody>
        </p:sp>
        <p:sp>
          <p:nvSpPr>
            <p:cNvPr id="178234" name="Text Box 58"/>
            <p:cNvSpPr txBox="1">
              <a:spLocks noChangeArrowheads="1"/>
            </p:cNvSpPr>
            <p:nvPr/>
          </p:nvSpPr>
          <p:spPr bwMode="auto">
            <a:xfrm>
              <a:off x="5456" y="696"/>
              <a:ext cx="225"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a:t>+</a:t>
              </a:r>
            </a:p>
          </p:txBody>
        </p:sp>
      </p:grpSp>
      <p:sp>
        <p:nvSpPr>
          <p:cNvPr id="178235" name="Text Box 59"/>
          <p:cNvSpPr txBox="1">
            <a:spLocks noChangeArrowheads="1"/>
          </p:cNvSpPr>
          <p:nvPr/>
        </p:nvSpPr>
        <p:spPr bwMode="auto">
          <a:xfrm>
            <a:off x="304800" y="3643313"/>
            <a:ext cx="1066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00FF"/>
                </a:solidFill>
              </a:rPr>
              <a:t>解  </a:t>
            </a:r>
          </a:p>
        </p:txBody>
      </p:sp>
      <p:sp>
        <p:nvSpPr>
          <p:cNvPr id="178236" name="Text Box 60"/>
          <p:cNvSpPr txBox="1">
            <a:spLocks noChangeArrowheads="1"/>
          </p:cNvSpPr>
          <p:nvPr/>
        </p:nvSpPr>
        <p:spPr bwMode="auto">
          <a:xfrm>
            <a:off x="730250" y="3544888"/>
            <a:ext cx="37052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a:t>
            </a:r>
            <a:r>
              <a:rPr lang="en-US" altLang="zh-CN" b="1"/>
              <a:t>1</a:t>
            </a:r>
            <a:r>
              <a:rPr lang="zh-CN" altLang="en-US" b="1"/>
              <a:t>） 求开路电压</a:t>
            </a:r>
            <a:r>
              <a:rPr lang="en-US" altLang="zh-CN" b="1" i="1"/>
              <a:t>U</a:t>
            </a:r>
            <a:r>
              <a:rPr lang="en-US" altLang="zh-CN" sz="3200" b="1" baseline="-25000"/>
              <a:t>oc</a:t>
            </a:r>
            <a:r>
              <a:rPr lang="zh-CN" altLang="en-US" sz="3200" b="1"/>
              <a:t>。  </a:t>
            </a:r>
          </a:p>
        </p:txBody>
      </p:sp>
      <p:sp>
        <p:nvSpPr>
          <p:cNvPr id="178237" name="Text Box 61"/>
          <p:cNvSpPr txBox="1">
            <a:spLocks noChangeArrowheads="1"/>
          </p:cNvSpPr>
          <p:nvPr/>
        </p:nvSpPr>
        <p:spPr bwMode="auto">
          <a:xfrm>
            <a:off x="5257800" y="4862513"/>
            <a:ext cx="1676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sz="3200" b="1" baseline="-25000"/>
              <a:t>oc</a:t>
            </a:r>
            <a:r>
              <a:rPr lang="en-US" altLang="zh-CN" b="1"/>
              <a:t>=6</a:t>
            </a:r>
            <a:r>
              <a:rPr lang="en-US" altLang="zh-CN" b="1" i="1"/>
              <a:t>I</a:t>
            </a:r>
            <a:r>
              <a:rPr lang="en-US" altLang="zh-CN" b="1"/>
              <a:t>+3</a:t>
            </a:r>
            <a:r>
              <a:rPr lang="en-US" altLang="zh-CN" b="1" i="1"/>
              <a:t>I  </a:t>
            </a:r>
            <a:endParaRPr lang="en-US" altLang="zh-CN" sz="3200" b="1" baseline="-25000"/>
          </a:p>
        </p:txBody>
      </p:sp>
      <p:sp>
        <p:nvSpPr>
          <p:cNvPr id="178238" name="Text Box 62"/>
          <p:cNvSpPr txBox="1">
            <a:spLocks noChangeArrowheads="1"/>
          </p:cNvSpPr>
          <p:nvPr/>
        </p:nvSpPr>
        <p:spPr bwMode="auto">
          <a:xfrm>
            <a:off x="5334000" y="5319713"/>
            <a:ext cx="1600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a:t>=9/9=1</a:t>
            </a:r>
            <a:r>
              <a:rPr lang="en-US" altLang="zh-CN" sz="2000" b="1"/>
              <a:t>A  </a:t>
            </a:r>
            <a:endParaRPr lang="en-US" altLang="zh-CN" b="1"/>
          </a:p>
        </p:txBody>
      </p:sp>
      <p:sp>
        <p:nvSpPr>
          <p:cNvPr id="178239" name="AutoShape 63"/>
          <p:cNvSpPr>
            <a:spLocks/>
          </p:cNvSpPr>
          <p:nvPr/>
        </p:nvSpPr>
        <p:spPr bwMode="auto">
          <a:xfrm>
            <a:off x="5181600" y="5014913"/>
            <a:ext cx="76200" cy="685800"/>
          </a:xfrm>
          <a:prstGeom prst="leftBrace">
            <a:avLst>
              <a:gd name="adj1" fmla="val 75000"/>
              <a:gd name="adj2" fmla="val 50000"/>
            </a:avLst>
          </a:prstGeom>
          <a:noFill/>
          <a:ln w="9525">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40" name="AutoShape 64"/>
          <p:cNvSpPr>
            <a:spLocks noChangeArrowheads="1"/>
          </p:cNvSpPr>
          <p:nvPr/>
        </p:nvSpPr>
        <p:spPr bwMode="auto">
          <a:xfrm>
            <a:off x="6781800" y="5319713"/>
            <a:ext cx="304800" cy="152400"/>
          </a:xfrm>
          <a:prstGeom prst="rightArrow">
            <a:avLst>
              <a:gd name="adj1" fmla="val 50000"/>
              <a:gd name="adj2"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41" name="Text Box 65"/>
          <p:cNvSpPr txBox="1">
            <a:spLocks noChangeArrowheads="1"/>
          </p:cNvSpPr>
          <p:nvPr/>
        </p:nvSpPr>
        <p:spPr bwMode="auto">
          <a:xfrm>
            <a:off x="7239000" y="5167313"/>
            <a:ext cx="1219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sz="3200" b="1" baseline="-25000"/>
              <a:t>oc</a:t>
            </a:r>
            <a:r>
              <a:rPr lang="en-US" altLang="zh-CN" b="1"/>
              <a:t>=9</a:t>
            </a:r>
            <a:r>
              <a:rPr lang="en-US" altLang="zh-CN" sz="2000" b="1"/>
              <a:t>V  </a:t>
            </a:r>
            <a:endParaRPr lang="en-US" altLang="zh-CN" b="1"/>
          </a:p>
        </p:txBody>
      </p:sp>
      <p:grpSp>
        <p:nvGrpSpPr>
          <p:cNvPr id="178242" name="Group 66"/>
          <p:cNvGrpSpPr>
            <a:grpSpLocks/>
          </p:cNvGrpSpPr>
          <p:nvPr/>
        </p:nvGrpSpPr>
        <p:grpSpPr bwMode="auto">
          <a:xfrm>
            <a:off x="838200" y="4176713"/>
            <a:ext cx="3962400" cy="2514600"/>
            <a:chOff x="528" y="2352"/>
            <a:chExt cx="2496" cy="1584"/>
          </a:xfrm>
        </p:grpSpPr>
        <p:sp>
          <p:nvSpPr>
            <p:cNvPr id="178243" name="Line 67"/>
            <p:cNvSpPr>
              <a:spLocks noChangeShapeType="1"/>
            </p:cNvSpPr>
            <p:nvPr/>
          </p:nvSpPr>
          <p:spPr bwMode="auto">
            <a:xfrm>
              <a:off x="1728" y="2688"/>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44" name="Text Box 68"/>
            <p:cNvSpPr txBox="1">
              <a:spLocks noChangeArrowheads="1"/>
            </p:cNvSpPr>
            <p:nvPr/>
          </p:nvSpPr>
          <p:spPr bwMode="auto">
            <a:xfrm>
              <a:off x="1296" y="3024"/>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r>
                <a:rPr lang="en-US" altLang="zh-CN" b="1">
                  <a:sym typeface="Symbol" panose="05050102010706020507" pitchFamily="18" charset="2"/>
                </a:rPr>
                <a:t></a:t>
              </a:r>
            </a:p>
          </p:txBody>
        </p:sp>
        <p:sp>
          <p:nvSpPr>
            <p:cNvPr id="178245" name="Rectangle 69"/>
            <p:cNvSpPr>
              <a:spLocks noChangeArrowheads="1"/>
            </p:cNvSpPr>
            <p:nvPr/>
          </p:nvSpPr>
          <p:spPr bwMode="auto">
            <a:xfrm>
              <a:off x="1104" y="2623"/>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46" name="Text Box 70"/>
            <p:cNvSpPr txBox="1">
              <a:spLocks noChangeArrowheads="1"/>
            </p:cNvSpPr>
            <p:nvPr/>
          </p:nvSpPr>
          <p:spPr bwMode="auto">
            <a:xfrm>
              <a:off x="1056" y="2352"/>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8247" name="Line 71"/>
            <p:cNvSpPr>
              <a:spLocks noChangeShapeType="1"/>
            </p:cNvSpPr>
            <p:nvPr/>
          </p:nvSpPr>
          <p:spPr bwMode="auto">
            <a:xfrm>
              <a:off x="1872" y="2784"/>
              <a:ext cx="0" cy="384"/>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48" name="Text Box 72"/>
            <p:cNvSpPr txBox="1">
              <a:spLocks noChangeArrowheads="1"/>
            </p:cNvSpPr>
            <p:nvPr/>
          </p:nvSpPr>
          <p:spPr bwMode="auto">
            <a:xfrm>
              <a:off x="1872" y="28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endParaRPr lang="en-US" altLang="zh-CN" b="1"/>
            </a:p>
          </p:txBody>
        </p:sp>
        <p:sp>
          <p:nvSpPr>
            <p:cNvPr id="178249" name="Text Box 73"/>
            <p:cNvSpPr txBox="1">
              <a:spLocks noChangeArrowheads="1"/>
            </p:cNvSpPr>
            <p:nvPr/>
          </p:nvSpPr>
          <p:spPr bwMode="auto">
            <a:xfrm>
              <a:off x="672" y="2736"/>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250" name="Text Box 74"/>
            <p:cNvSpPr txBox="1">
              <a:spLocks noChangeArrowheads="1"/>
            </p:cNvSpPr>
            <p:nvPr/>
          </p:nvSpPr>
          <p:spPr bwMode="auto">
            <a:xfrm>
              <a:off x="672" y="326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251" name="Text Box 75"/>
            <p:cNvSpPr txBox="1">
              <a:spLocks noChangeArrowheads="1"/>
            </p:cNvSpPr>
            <p:nvPr/>
          </p:nvSpPr>
          <p:spPr bwMode="auto">
            <a:xfrm>
              <a:off x="816" y="302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9V</a:t>
              </a:r>
            </a:p>
          </p:txBody>
        </p:sp>
        <p:sp>
          <p:nvSpPr>
            <p:cNvPr id="178252" name="Text Box 76"/>
            <p:cNvSpPr txBox="1">
              <a:spLocks noChangeArrowheads="1"/>
            </p:cNvSpPr>
            <p:nvPr/>
          </p:nvSpPr>
          <p:spPr bwMode="auto">
            <a:xfrm>
              <a:off x="2688" y="268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253" name="Text Box 77"/>
            <p:cNvSpPr txBox="1">
              <a:spLocks noChangeArrowheads="1"/>
            </p:cNvSpPr>
            <p:nvPr/>
          </p:nvSpPr>
          <p:spPr bwMode="auto">
            <a:xfrm>
              <a:off x="2688" y="336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254" name="Text Box 78"/>
            <p:cNvSpPr txBox="1">
              <a:spLocks noChangeArrowheads="1"/>
            </p:cNvSpPr>
            <p:nvPr/>
          </p:nvSpPr>
          <p:spPr bwMode="auto">
            <a:xfrm>
              <a:off x="2640" y="302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oc</a:t>
              </a:r>
              <a:endParaRPr lang="en-US" altLang="zh-CN" b="1"/>
            </a:p>
          </p:txBody>
        </p:sp>
        <p:sp>
          <p:nvSpPr>
            <p:cNvPr id="178255" name="Text Box 79"/>
            <p:cNvSpPr txBox="1">
              <a:spLocks noChangeArrowheads="1"/>
            </p:cNvSpPr>
            <p:nvPr/>
          </p:nvSpPr>
          <p:spPr bwMode="auto">
            <a:xfrm>
              <a:off x="2688" y="235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8256" name="Text Box 80"/>
            <p:cNvSpPr txBox="1">
              <a:spLocks noChangeArrowheads="1"/>
            </p:cNvSpPr>
            <p:nvPr/>
          </p:nvSpPr>
          <p:spPr bwMode="auto">
            <a:xfrm>
              <a:off x="2688" y="3648"/>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endParaRPr lang="en-US" altLang="zh-CN" b="1"/>
            </a:p>
          </p:txBody>
        </p:sp>
        <p:sp>
          <p:nvSpPr>
            <p:cNvPr id="178257" name="Line 81"/>
            <p:cNvSpPr>
              <a:spLocks noChangeShapeType="1"/>
            </p:cNvSpPr>
            <p:nvPr/>
          </p:nvSpPr>
          <p:spPr bwMode="auto">
            <a:xfrm>
              <a:off x="2112" y="2688"/>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58" name="Text Box 82"/>
            <p:cNvSpPr txBox="1">
              <a:spLocks noChangeArrowheads="1"/>
            </p:cNvSpPr>
            <p:nvPr/>
          </p:nvSpPr>
          <p:spPr bwMode="auto">
            <a:xfrm>
              <a:off x="2400" y="244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259" name="Text Box 83"/>
            <p:cNvSpPr txBox="1">
              <a:spLocks noChangeArrowheads="1"/>
            </p:cNvSpPr>
            <p:nvPr/>
          </p:nvSpPr>
          <p:spPr bwMode="auto">
            <a:xfrm>
              <a:off x="1920" y="244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8260" name="Text Box 84"/>
            <p:cNvSpPr txBox="1">
              <a:spLocks noChangeArrowheads="1"/>
            </p:cNvSpPr>
            <p:nvPr/>
          </p:nvSpPr>
          <p:spPr bwMode="auto">
            <a:xfrm>
              <a:off x="2112" y="2352"/>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i="1"/>
                <a:t>I</a:t>
              </a:r>
              <a:endParaRPr lang="en-US" altLang="zh-CN" b="1"/>
            </a:p>
          </p:txBody>
        </p:sp>
        <p:sp>
          <p:nvSpPr>
            <p:cNvPr id="178261" name="AutoShape 85"/>
            <p:cNvSpPr>
              <a:spLocks noChangeArrowheads="1"/>
            </p:cNvSpPr>
            <p:nvPr/>
          </p:nvSpPr>
          <p:spPr bwMode="auto">
            <a:xfrm>
              <a:off x="2112" y="2592"/>
              <a:ext cx="336" cy="192"/>
            </a:xfrm>
            <a:prstGeom prst="diamond">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62" name="Line 86"/>
            <p:cNvSpPr>
              <a:spLocks noChangeShapeType="1"/>
            </p:cNvSpPr>
            <p:nvPr/>
          </p:nvSpPr>
          <p:spPr bwMode="auto">
            <a:xfrm>
              <a:off x="672" y="2688"/>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63" name="Line 87"/>
            <p:cNvSpPr>
              <a:spLocks noChangeShapeType="1"/>
            </p:cNvSpPr>
            <p:nvPr/>
          </p:nvSpPr>
          <p:spPr bwMode="auto">
            <a:xfrm>
              <a:off x="1392" y="2688"/>
              <a:ext cx="1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64" name="Line 88"/>
            <p:cNvSpPr>
              <a:spLocks noChangeShapeType="1"/>
            </p:cNvSpPr>
            <p:nvPr/>
          </p:nvSpPr>
          <p:spPr bwMode="auto">
            <a:xfrm>
              <a:off x="672" y="3648"/>
              <a:ext cx="21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65" name="Oval 89"/>
            <p:cNvSpPr>
              <a:spLocks noChangeArrowheads="1"/>
            </p:cNvSpPr>
            <p:nvPr/>
          </p:nvSpPr>
          <p:spPr bwMode="auto">
            <a:xfrm>
              <a:off x="528" y="3024"/>
              <a:ext cx="295" cy="295"/>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66" name="Line 90"/>
            <p:cNvSpPr>
              <a:spLocks noChangeShapeType="1"/>
            </p:cNvSpPr>
            <p:nvPr/>
          </p:nvSpPr>
          <p:spPr bwMode="auto">
            <a:xfrm flipV="1">
              <a:off x="672" y="2688"/>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67" name="Rectangle 91"/>
            <p:cNvSpPr>
              <a:spLocks noChangeArrowheads="1"/>
            </p:cNvSpPr>
            <p:nvPr/>
          </p:nvSpPr>
          <p:spPr bwMode="auto">
            <a:xfrm rot="5400000">
              <a:off x="1572" y="3115"/>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68" name="Oval 92"/>
            <p:cNvSpPr>
              <a:spLocks noChangeArrowheads="1"/>
            </p:cNvSpPr>
            <p:nvPr/>
          </p:nvSpPr>
          <p:spPr bwMode="auto">
            <a:xfrm>
              <a:off x="2784" y="3600"/>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269" name="Oval 93"/>
            <p:cNvSpPr>
              <a:spLocks noChangeArrowheads="1"/>
            </p:cNvSpPr>
            <p:nvPr/>
          </p:nvSpPr>
          <p:spPr bwMode="auto">
            <a:xfrm>
              <a:off x="2784" y="2640"/>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8562094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78210"/>
                                        </p:tgtEl>
                                        <p:attrNameLst>
                                          <p:attrName>style.visibility</p:attrName>
                                        </p:attrNameLst>
                                      </p:cBhvr>
                                      <p:to>
                                        <p:strVal val="visible"/>
                                      </p:to>
                                    </p:set>
                                    <p:anim calcmode="lin" valueType="num">
                                      <p:cBhvr>
                                        <p:cTn id="7" dur="1000" fill="hold"/>
                                        <p:tgtEl>
                                          <p:spTgt spid="178210"/>
                                        </p:tgtEl>
                                        <p:attrNameLst>
                                          <p:attrName>ppt_w</p:attrName>
                                        </p:attrNameLst>
                                      </p:cBhvr>
                                      <p:tavLst>
                                        <p:tav tm="0">
                                          <p:val>
                                            <p:fltVal val="0"/>
                                          </p:val>
                                        </p:tav>
                                        <p:tav tm="100000">
                                          <p:val>
                                            <p:strVal val="#ppt_w"/>
                                          </p:val>
                                        </p:tav>
                                      </p:tavLst>
                                    </p:anim>
                                    <p:anim calcmode="lin" valueType="num">
                                      <p:cBhvr>
                                        <p:cTn id="8" dur="1000" fill="hold"/>
                                        <p:tgtEl>
                                          <p:spTgt spid="178210"/>
                                        </p:tgtEl>
                                        <p:attrNameLst>
                                          <p:attrName>ppt_h</p:attrName>
                                        </p:attrNameLst>
                                      </p:cBhvr>
                                      <p:tavLst>
                                        <p:tav tm="0">
                                          <p:val>
                                            <p:fltVal val="0"/>
                                          </p:val>
                                        </p:tav>
                                        <p:tav tm="100000">
                                          <p:val>
                                            <p:strVal val="#ppt_h"/>
                                          </p:val>
                                        </p:tav>
                                      </p:tavLst>
                                    </p:anim>
                                    <p:anim calcmode="lin" valueType="num">
                                      <p:cBhvr>
                                        <p:cTn id="9" dur="1000" fill="hold"/>
                                        <p:tgtEl>
                                          <p:spTgt spid="17821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78210"/>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9" presetClass="entr" presetSubtype="0" fill="hold" grpId="0" nodeType="afterEffect">
                                  <p:stCondLst>
                                    <p:cond delay="0"/>
                                  </p:stCondLst>
                                  <p:childTnLst>
                                    <p:set>
                                      <p:cBhvr>
                                        <p:cTn id="13" dur="1" fill="hold">
                                          <p:stCondLst>
                                            <p:cond delay="0"/>
                                          </p:stCondLst>
                                        </p:cTn>
                                        <p:tgtEl>
                                          <p:spTgt spid="178179"/>
                                        </p:tgtEl>
                                        <p:attrNameLst>
                                          <p:attrName>style.visibility</p:attrName>
                                        </p:attrNameLst>
                                      </p:cBhvr>
                                      <p:to>
                                        <p:strVal val="visible"/>
                                      </p:to>
                                    </p:set>
                                    <p:animEffect transition="in" filter="dissolve">
                                      <p:cBhvr>
                                        <p:cTn id="14" dur="500"/>
                                        <p:tgtEl>
                                          <p:spTgt spid="178179"/>
                                        </p:tgtEl>
                                      </p:cBhvr>
                                    </p:animEffect>
                                  </p:childTnLst>
                                </p:cTn>
                              </p:par>
                            </p:childTnLst>
                          </p:cTn>
                        </p:par>
                        <p:par>
                          <p:cTn id="15" fill="hold" nodeType="afterGroup">
                            <p:stCondLst>
                              <p:cond delay="1500"/>
                            </p:stCondLst>
                            <p:childTnLst>
                              <p:par>
                                <p:cTn id="16" presetID="9" presetClass="entr" presetSubtype="0" fill="hold" nodeType="afterEffect">
                                  <p:stCondLst>
                                    <p:cond delay="0"/>
                                  </p:stCondLst>
                                  <p:childTnLst>
                                    <p:set>
                                      <p:cBhvr>
                                        <p:cTn id="17" dur="1" fill="hold">
                                          <p:stCondLst>
                                            <p:cond delay="0"/>
                                          </p:stCondLst>
                                        </p:cTn>
                                        <p:tgtEl>
                                          <p:spTgt spid="178180"/>
                                        </p:tgtEl>
                                        <p:attrNameLst>
                                          <p:attrName>style.visibility</p:attrName>
                                        </p:attrNameLst>
                                      </p:cBhvr>
                                      <p:to>
                                        <p:strVal val="visible"/>
                                      </p:to>
                                    </p:set>
                                    <p:animEffect transition="in" filter="dissolve">
                                      <p:cBhvr>
                                        <p:cTn id="18" dur="500"/>
                                        <p:tgtEl>
                                          <p:spTgt spid="17818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nodeType="clickEffect">
                                  <p:stCondLst>
                                    <p:cond delay="0"/>
                                  </p:stCondLst>
                                  <p:childTnLst>
                                    <p:set>
                                      <p:cBhvr>
                                        <p:cTn id="22" dur="1" fill="hold">
                                          <p:stCondLst>
                                            <p:cond delay="0"/>
                                          </p:stCondLst>
                                        </p:cTn>
                                        <p:tgtEl>
                                          <p:spTgt spid="178211"/>
                                        </p:tgtEl>
                                        <p:attrNameLst>
                                          <p:attrName>style.visibility</p:attrName>
                                        </p:attrNameLst>
                                      </p:cBhvr>
                                      <p:to>
                                        <p:strVal val="visible"/>
                                      </p:to>
                                    </p:set>
                                    <p:animEffect transition="in" filter="slide(fromLeft)">
                                      <p:cBhvr>
                                        <p:cTn id="23" dur="500"/>
                                        <p:tgtEl>
                                          <p:spTgt spid="1782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178212"/>
                                        </p:tgtEl>
                                        <p:attrNameLst>
                                          <p:attrName>style.visibility</p:attrName>
                                        </p:attrNameLst>
                                      </p:cBhvr>
                                      <p:to>
                                        <p:strVal val="visible"/>
                                      </p:to>
                                    </p:set>
                                    <p:animEffect transition="in" filter="dissolve">
                                      <p:cBhvr>
                                        <p:cTn id="28" dur="500"/>
                                        <p:tgtEl>
                                          <p:spTgt spid="178212"/>
                                        </p:tgtEl>
                                      </p:cBhvr>
                                    </p:animEffect>
                                  </p:childTnLst>
                                </p:cTn>
                              </p:par>
                            </p:childTnLst>
                          </p:cTn>
                        </p:par>
                        <p:par>
                          <p:cTn id="29" fill="hold" nodeType="afterGroup">
                            <p:stCondLst>
                              <p:cond delay="500"/>
                            </p:stCondLst>
                            <p:childTnLst>
                              <p:par>
                                <p:cTn id="30" presetID="15" presetClass="entr" presetSubtype="0" fill="hold" grpId="0" nodeType="afterEffect">
                                  <p:stCondLst>
                                    <p:cond delay="0"/>
                                  </p:stCondLst>
                                  <p:childTnLst>
                                    <p:set>
                                      <p:cBhvr>
                                        <p:cTn id="31" dur="1" fill="hold">
                                          <p:stCondLst>
                                            <p:cond delay="0"/>
                                          </p:stCondLst>
                                        </p:cTn>
                                        <p:tgtEl>
                                          <p:spTgt spid="178235"/>
                                        </p:tgtEl>
                                        <p:attrNameLst>
                                          <p:attrName>style.visibility</p:attrName>
                                        </p:attrNameLst>
                                      </p:cBhvr>
                                      <p:to>
                                        <p:strVal val="visible"/>
                                      </p:to>
                                    </p:set>
                                    <p:anim calcmode="lin" valueType="num">
                                      <p:cBhvr>
                                        <p:cTn id="32" dur="1000" fill="hold"/>
                                        <p:tgtEl>
                                          <p:spTgt spid="178235"/>
                                        </p:tgtEl>
                                        <p:attrNameLst>
                                          <p:attrName>ppt_w</p:attrName>
                                        </p:attrNameLst>
                                      </p:cBhvr>
                                      <p:tavLst>
                                        <p:tav tm="0">
                                          <p:val>
                                            <p:fltVal val="0"/>
                                          </p:val>
                                        </p:tav>
                                        <p:tav tm="100000">
                                          <p:val>
                                            <p:strVal val="#ppt_w"/>
                                          </p:val>
                                        </p:tav>
                                      </p:tavLst>
                                    </p:anim>
                                    <p:anim calcmode="lin" valueType="num">
                                      <p:cBhvr>
                                        <p:cTn id="33" dur="1000" fill="hold"/>
                                        <p:tgtEl>
                                          <p:spTgt spid="178235"/>
                                        </p:tgtEl>
                                        <p:attrNameLst>
                                          <p:attrName>ppt_h</p:attrName>
                                        </p:attrNameLst>
                                      </p:cBhvr>
                                      <p:tavLst>
                                        <p:tav tm="0">
                                          <p:val>
                                            <p:fltVal val="0"/>
                                          </p:val>
                                        </p:tav>
                                        <p:tav tm="100000">
                                          <p:val>
                                            <p:strVal val="#ppt_h"/>
                                          </p:val>
                                        </p:tav>
                                      </p:tavLst>
                                    </p:anim>
                                    <p:anim calcmode="lin" valueType="num">
                                      <p:cBhvr>
                                        <p:cTn id="34" dur="1000" fill="hold"/>
                                        <p:tgtEl>
                                          <p:spTgt spid="178235"/>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17823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grpId="0" nodeType="clickEffect">
                                  <p:stCondLst>
                                    <p:cond delay="0"/>
                                  </p:stCondLst>
                                  <p:childTnLst>
                                    <p:set>
                                      <p:cBhvr>
                                        <p:cTn id="39" dur="1" fill="hold">
                                          <p:stCondLst>
                                            <p:cond delay="0"/>
                                          </p:stCondLst>
                                        </p:cTn>
                                        <p:tgtEl>
                                          <p:spTgt spid="178236"/>
                                        </p:tgtEl>
                                        <p:attrNameLst>
                                          <p:attrName>style.visibility</p:attrName>
                                        </p:attrNameLst>
                                      </p:cBhvr>
                                      <p:to>
                                        <p:strVal val="visible"/>
                                      </p:to>
                                    </p:set>
                                    <p:anim calcmode="lin" valueType="num">
                                      <p:cBhvr>
                                        <p:cTn id="40" dur="500" fill="hold"/>
                                        <p:tgtEl>
                                          <p:spTgt spid="178236"/>
                                        </p:tgtEl>
                                        <p:attrNameLst>
                                          <p:attrName>ppt_x</p:attrName>
                                        </p:attrNameLst>
                                      </p:cBhvr>
                                      <p:tavLst>
                                        <p:tav tm="0">
                                          <p:val>
                                            <p:strVal val="#ppt_x-#ppt_w/2"/>
                                          </p:val>
                                        </p:tav>
                                        <p:tav tm="100000">
                                          <p:val>
                                            <p:strVal val="#ppt_x"/>
                                          </p:val>
                                        </p:tav>
                                      </p:tavLst>
                                    </p:anim>
                                    <p:anim calcmode="lin" valueType="num">
                                      <p:cBhvr>
                                        <p:cTn id="41" dur="500" fill="hold"/>
                                        <p:tgtEl>
                                          <p:spTgt spid="178236"/>
                                        </p:tgtEl>
                                        <p:attrNameLst>
                                          <p:attrName>ppt_y</p:attrName>
                                        </p:attrNameLst>
                                      </p:cBhvr>
                                      <p:tavLst>
                                        <p:tav tm="0">
                                          <p:val>
                                            <p:strVal val="#ppt_y"/>
                                          </p:val>
                                        </p:tav>
                                        <p:tav tm="100000">
                                          <p:val>
                                            <p:strVal val="#ppt_y"/>
                                          </p:val>
                                        </p:tav>
                                      </p:tavLst>
                                    </p:anim>
                                    <p:anim calcmode="lin" valueType="num">
                                      <p:cBhvr>
                                        <p:cTn id="42" dur="500" fill="hold"/>
                                        <p:tgtEl>
                                          <p:spTgt spid="178236"/>
                                        </p:tgtEl>
                                        <p:attrNameLst>
                                          <p:attrName>ppt_w</p:attrName>
                                        </p:attrNameLst>
                                      </p:cBhvr>
                                      <p:tavLst>
                                        <p:tav tm="0">
                                          <p:val>
                                            <p:fltVal val="0"/>
                                          </p:val>
                                        </p:tav>
                                        <p:tav tm="100000">
                                          <p:val>
                                            <p:strVal val="#ppt_w"/>
                                          </p:val>
                                        </p:tav>
                                      </p:tavLst>
                                    </p:anim>
                                    <p:anim calcmode="lin" valueType="num">
                                      <p:cBhvr>
                                        <p:cTn id="43" dur="500" fill="hold"/>
                                        <p:tgtEl>
                                          <p:spTgt spid="178236"/>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178242"/>
                                        </p:tgtEl>
                                        <p:attrNameLst>
                                          <p:attrName>style.visibility</p:attrName>
                                        </p:attrNameLst>
                                      </p:cBhvr>
                                      <p:to>
                                        <p:strVal val="visible"/>
                                      </p:to>
                                    </p:set>
                                    <p:animEffect transition="in" filter="dissolve">
                                      <p:cBhvr>
                                        <p:cTn id="48" dur="500"/>
                                        <p:tgtEl>
                                          <p:spTgt spid="178242"/>
                                        </p:tgtEl>
                                      </p:cBhvr>
                                    </p:animEffect>
                                  </p:childTnLst>
                                </p:cTn>
                              </p:par>
                            </p:childTnLst>
                          </p:cTn>
                        </p:par>
                        <p:par>
                          <p:cTn id="49" fill="hold" nodeType="afterGroup">
                            <p:stCondLst>
                              <p:cond delay="500"/>
                            </p:stCondLst>
                            <p:childTnLst>
                              <p:par>
                                <p:cTn id="50" presetID="2" presetClass="entr" presetSubtype="2" fill="hold" nodeType="afterEffect">
                                  <p:stCondLst>
                                    <p:cond delay="1000"/>
                                  </p:stCondLst>
                                  <p:childTnLst>
                                    <p:set>
                                      <p:cBhvr>
                                        <p:cTn id="51" dur="1" fill="hold">
                                          <p:stCondLst>
                                            <p:cond delay="0"/>
                                          </p:stCondLst>
                                        </p:cTn>
                                        <p:tgtEl>
                                          <p:spTgt spid="178239"/>
                                        </p:tgtEl>
                                        <p:attrNameLst>
                                          <p:attrName>style.visibility</p:attrName>
                                        </p:attrNameLst>
                                      </p:cBhvr>
                                      <p:to>
                                        <p:strVal val="visible"/>
                                      </p:to>
                                    </p:set>
                                    <p:anim calcmode="lin" valueType="num">
                                      <p:cBhvr additive="base">
                                        <p:cTn id="52" dur="500" fill="hold"/>
                                        <p:tgtEl>
                                          <p:spTgt spid="178239"/>
                                        </p:tgtEl>
                                        <p:attrNameLst>
                                          <p:attrName>ppt_x</p:attrName>
                                        </p:attrNameLst>
                                      </p:cBhvr>
                                      <p:tavLst>
                                        <p:tav tm="0">
                                          <p:val>
                                            <p:strVal val="1+#ppt_w/2"/>
                                          </p:val>
                                        </p:tav>
                                        <p:tav tm="100000">
                                          <p:val>
                                            <p:strVal val="#ppt_x"/>
                                          </p:val>
                                        </p:tav>
                                      </p:tavLst>
                                    </p:anim>
                                    <p:anim calcmode="lin" valueType="num">
                                      <p:cBhvr additive="base">
                                        <p:cTn id="53" dur="500" fill="hold"/>
                                        <p:tgtEl>
                                          <p:spTgt spid="178239"/>
                                        </p:tgtEl>
                                        <p:attrNameLst>
                                          <p:attrName>ppt_y</p:attrName>
                                        </p:attrNameLst>
                                      </p:cBhvr>
                                      <p:tavLst>
                                        <p:tav tm="0">
                                          <p:val>
                                            <p:strVal val="#ppt_y"/>
                                          </p:val>
                                        </p:tav>
                                        <p:tav tm="100000">
                                          <p:val>
                                            <p:strVal val="#ppt_y"/>
                                          </p:val>
                                        </p:tav>
                                      </p:tavLst>
                                    </p:anim>
                                  </p:childTnLst>
                                </p:cTn>
                              </p:par>
                            </p:childTnLst>
                          </p:cTn>
                        </p:par>
                        <p:par>
                          <p:cTn id="54" fill="hold" nodeType="afterGroup">
                            <p:stCondLst>
                              <p:cond delay="2000"/>
                            </p:stCondLst>
                            <p:childTnLst>
                              <p:par>
                                <p:cTn id="55" presetID="2" presetClass="entr" presetSubtype="2" fill="hold" grpId="0" nodeType="afterEffect">
                                  <p:stCondLst>
                                    <p:cond delay="0"/>
                                  </p:stCondLst>
                                  <p:childTnLst>
                                    <p:set>
                                      <p:cBhvr>
                                        <p:cTn id="56" dur="1" fill="hold">
                                          <p:stCondLst>
                                            <p:cond delay="0"/>
                                          </p:stCondLst>
                                        </p:cTn>
                                        <p:tgtEl>
                                          <p:spTgt spid="178237"/>
                                        </p:tgtEl>
                                        <p:attrNameLst>
                                          <p:attrName>style.visibility</p:attrName>
                                        </p:attrNameLst>
                                      </p:cBhvr>
                                      <p:to>
                                        <p:strVal val="visible"/>
                                      </p:to>
                                    </p:set>
                                    <p:anim calcmode="lin" valueType="num">
                                      <p:cBhvr additive="base">
                                        <p:cTn id="57" dur="500" fill="hold"/>
                                        <p:tgtEl>
                                          <p:spTgt spid="178237"/>
                                        </p:tgtEl>
                                        <p:attrNameLst>
                                          <p:attrName>ppt_x</p:attrName>
                                        </p:attrNameLst>
                                      </p:cBhvr>
                                      <p:tavLst>
                                        <p:tav tm="0">
                                          <p:val>
                                            <p:strVal val="1+#ppt_w/2"/>
                                          </p:val>
                                        </p:tav>
                                        <p:tav tm="100000">
                                          <p:val>
                                            <p:strVal val="#ppt_x"/>
                                          </p:val>
                                        </p:tav>
                                      </p:tavLst>
                                    </p:anim>
                                    <p:anim calcmode="lin" valueType="num">
                                      <p:cBhvr additive="base">
                                        <p:cTn id="58" dur="500" fill="hold"/>
                                        <p:tgtEl>
                                          <p:spTgt spid="178237"/>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2500"/>
                            </p:stCondLst>
                            <p:childTnLst>
                              <p:par>
                                <p:cTn id="60" presetID="2" presetClass="entr" presetSubtype="2" fill="hold" grpId="0" nodeType="afterEffect">
                                  <p:stCondLst>
                                    <p:cond delay="1000"/>
                                  </p:stCondLst>
                                  <p:childTnLst>
                                    <p:set>
                                      <p:cBhvr>
                                        <p:cTn id="61" dur="1" fill="hold">
                                          <p:stCondLst>
                                            <p:cond delay="0"/>
                                          </p:stCondLst>
                                        </p:cTn>
                                        <p:tgtEl>
                                          <p:spTgt spid="178238"/>
                                        </p:tgtEl>
                                        <p:attrNameLst>
                                          <p:attrName>style.visibility</p:attrName>
                                        </p:attrNameLst>
                                      </p:cBhvr>
                                      <p:to>
                                        <p:strVal val="visible"/>
                                      </p:to>
                                    </p:set>
                                    <p:anim calcmode="lin" valueType="num">
                                      <p:cBhvr additive="base">
                                        <p:cTn id="62" dur="500" fill="hold"/>
                                        <p:tgtEl>
                                          <p:spTgt spid="178238"/>
                                        </p:tgtEl>
                                        <p:attrNameLst>
                                          <p:attrName>ppt_x</p:attrName>
                                        </p:attrNameLst>
                                      </p:cBhvr>
                                      <p:tavLst>
                                        <p:tav tm="0">
                                          <p:val>
                                            <p:strVal val="1+#ppt_w/2"/>
                                          </p:val>
                                        </p:tav>
                                        <p:tav tm="100000">
                                          <p:val>
                                            <p:strVal val="#ppt_x"/>
                                          </p:val>
                                        </p:tav>
                                      </p:tavLst>
                                    </p:anim>
                                    <p:anim calcmode="lin" valueType="num">
                                      <p:cBhvr additive="base">
                                        <p:cTn id="63" dur="500" fill="hold"/>
                                        <p:tgtEl>
                                          <p:spTgt spid="178238"/>
                                        </p:tgtEl>
                                        <p:attrNameLst>
                                          <p:attrName>ppt_y</p:attrName>
                                        </p:attrNameLst>
                                      </p:cBhvr>
                                      <p:tavLst>
                                        <p:tav tm="0">
                                          <p:val>
                                            <p:strVal val="#ppt_y"/>
                                          </p:val>
                                        </p:tav>
                                        <p:tav tm="100000">
                                          <p:val>
                                            <p:strVal val="#ppt_y"/>
                                          </p:val>
                                        </p:tav>
                                      </p:tavLst>
                                    </p:anim>
                                  </p:childTnLst>
                                </p:cTn>
                              </p:par>
                            </p:childTnLst>
                          </p:cTn>
                        </p:par>
                        <p:par>
                          <p:cTn id="64" fill="hold" nodeType="afterGroup">
                            <p:stCondLst>
                              <p:cond delay="4000"/>
                            </p:stCondLst>
                            <p:childTnLst>
                              <p:par>
                                <p:cTn id="65" presetID="12" presetClass="entr" presetSubtype="8" fill="hold" nodeType="afterEffect">
                                  <p:stCondLst>
                                    <p:cond delay="0"/>
                                  </p:stCondLst>
                                  <p:childTnLst>
                                    <p:set>
                                      <p:cBhvr>
                                        <p:cTn id="66" dur="1" fill="hold">
                                          <p:stCondLst>
                                            <p:cond delay="0"/>
                                          </p:stCondLst>
                                        </p:cTn>
                                        <p:tgtEl>
                                          <p:spTgt spid="178240"/>
                                        </p:tgtEl>
                                        <p:attrNameLst>
                                          <p:attrName>style.visibility</p:attrName>
                                        </p:attrNameLst>
                                      </p:cBhvr>
                                      <p:to>
                                        <p:strVal val="visible"/>
                                      </p:to>
                                    </p:set>
                                    <p:animEffect transition="in" filter="slide(fromLeft)">
                                      <p:cBhvr>
                                        <p:cTn id="67" dur="500"/>
                                        <p:tgtEl>
                                          <p:spTgt spid="178240"/>
                                        </p:tgtEl>
                                      </p:cBhvr>
                                    </p:animEffect>
                                  </p:childTnLst>
                                </p:cTn>
                              </p:par>
                            </p:childTnLst>
                          </p:cTn>
                        </p:par>
                        <p:par>
                          <p:cTn id="68" fill="hold" nodeType="afterGroup">
                            <p:stCondLst>
                              <p:cond delay="4500"/>
                            </p:stCondLst>
                            <p:childTnLst>
                              <p:par>
                                <p:cTn id="69" presetID="2" presetClass="entr" presetSubtype="4" fill="hold" grpId="0" nodeType="afterEffect">
                                  <p:stCondLst>
                                    <p:cond delay="0"/>
                                  </p:stCondLst>
                                  <p:childTnLst>
                                    <p:set>
                                      <p:cBhvr>
                                        <p:cTn id="70" dur="1" fill="hold">
                                          <p:stCondLst>
                                            <p:cond delay="0"/>
                                          </p:stCondLst>
                                        </p:cTn>
                                        <p:tgtEl>
                                          <p:spTgt spid="178241"/>
                                        </p:tgtEl>
                                        <p:attrNameLst>
                                          <p:attrName>style.visibility</p:attrName>
                                        </p:attrNameLst>
                                      </p:cBhvr>
                                      <p:to>
                                        <p:strVal val="visible"/>
                                      </p:to>
                                    </p:set>
                                    <p:anim calcmode="lin" valueType="num">
                                      <p:cBhvr additive="base">
                                        <p:cTn id="71" dur="500" fill="hold"/>
                                        <p:tgtEl>
                                          <p:spTgt spid="178241"/>
                                        </p:tgtEl>
                                        <p:attrNameLst>
                                          <p:attrName>ppt_x</p:attrName>
                                        </p:attrNameLst>
                                      </p:cBhvr>
                                      <p:tavLst>
                                        <p:tav tm="0">
                                          <p:val>
                                            <p:strVal val="#ppt_x"/>
                                          </p:val>
                                        </p:tav>
                                        <p:tav tm="100000">
                                          <p:val>
                                            <p:strVal val="#ppt_x"/>
                                          </p:val>
                                        </p:tav>
                                      </p:tavLst>
                                    </p:anim>
                                    <p:anim calcmode="lin" valueType="num">
                                      <p:cBhvr additive="base">
                                        <p:cTn id="72" dur="500" fill="hold"/>
                                        <p:tgtEl>
                                          <p:spTgt spid="1782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autoUpdateAnimBg="0"/>
      <p:bldP spid="178210" grpId="0" autoUpdateAnimBg="0"/>
      <p:bldP spid="178235" grpId="0" autoUpdateAnimBg="0"/>
      <p:bldP spid="178236" grpId="0" autoUpdateAnimBg="0"/>
      <p:bldP spid="178237" grpId="0" autoUpdateAnimBg="0"/>
      <p:bldP spid="178238" grpId="0" autoUpdateAnimBg="0"/>
      <p:bldP spid="178241"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p:cNvSpPr txBox="1">
            <a:spLocks noChangeArrowheads="1"/>
          </p:cNvSpPr>
          <p:nvPr/>
        </p:nvSpPr>
        <p:spPr bwMode="auto">
          <a:xfrm>
            <a:off x="423111" y="176975"/>
            <a:ext cx="32766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 求等效电阻</a:t>
            </a:r>
            <a:r>
              <a:rPr lang="en-US" altLang="zh-CN" sz="2000" b="1" i="1" dirty="0" err="1">
                <a:latin typeface="宋体" panose="02010600030101010101" pitchFamily="2" charset="-122"/>
                <a:ea typeface="宋体" panose="02010600030101010101" pitchFamily="2" charset="-122"/>
              </a:rPr>
              <a:t>R</a:t>
            </a:r>
            <a:r>
              <a:rPr lang="en-US" altLang="zh-CN" sz="3600" b="1" baseline="-25000" dirty="0" err="1">
                <a:latin typeface="宋体" panose="02010600030101010101" pitchFamily="2" charset="-122"/>
                <a:ea typeface="宋体" panose="02010600030101010101" pitchFamily="2" charset="-122"/>
              </a:rPr>
              <a:t>i</a:t>
            </a:r>
            <a:r>
              <a:rPr lang="en-US" altLang="zh-CN" sz="3600" b="1" baseline="-25000" dirty="0">
                <a:latin typeface="宋体" panose="02010600030101010101" pitchFamily="2" charset="-122"/>
                <a:ea typeface="宋体" panose="02010600030101010101" pitchFamily="2" charset="-122"/>
              </a:rPr>
              <a:t>  </a:t>
            </a:r>
          </a:p>
        </p:txBody>
      </p:sp>
      <p:sp>
        <p:nvSpPr>
          <p:cNvPr id="179203" name="Text Box 3"/>
          <p:cNvSpPr txBox="1">
            <a:spLocks noChangeArrowheads="1"/>
          </p:cNvSpPr>
          <p:nvPr/>
        </p:nvSpPr>
        <p:spPr bwMode="auto">
          <a:xfrm>
            <a:off x="1077913" y="812800"/>
            <a:ext cx="6642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0000"/>
                </a:solidFill>
              </a:rPr>
              <a:t>方法</a:t>
            </a:r>
            <a:r>
              <a:rPr lang="en-US" altLang="zh-CN" b="1">
                <a:solidFill>
                  <a:srgbClr val="FF0000"/>
                </a:solidFill>
              </a:rPr>
              <a:t>1    </a:t>
            </a:r>
            <a:r>
              <a:rPr lang="zh-CN" altLang="en-US" b="1"/>
              <a:t>端口加压求流（内部独立电压源短路）  </a:t>
            </a:r>
          </a:p>
        </p:txBody>
      </p:sp>
      <p:sp>
        <p:nvSpPr>
          <p:cNvPr id="179204" name="Text Box 4"/>
          <p:cNvSpPr txBox="1">
            <a:spLocks noChangeArrowheads="1"/>
          </p:cNvSpPr>
          <p:nvPr/>
        </p:nvSpPr>
        <p:spPr bwMode="auto">
          <a:xfrm>
            <a:off x="5829300" y="1200150"/>
            <a:ext cx="2057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0</a:t>
            </a:r>
            <a:r>
              <a:rPr lang="en-US" altLang="zh-CN" b="1"/>
              <a:t>=6</a:t>
            </a:r>
            <a:r>
              <a:rPr lang="en-US" altLang="zh-CN" b="1" i="1"/>
              <a:t>I</a:t>
            </a:r>
            <a:r>
              <a:rPr lang="en-US" altLang="zh-CN" b="1"/>
              <a:t>+3</a:t>
            </a:r>
            <a:r>
              <a:rPr lang="en-US" altLang="zh-CN" b="1" i="1"/>
              <a:t>I</a:t>
            </a:r>
            <a:r>
              <a:rPr lang="en-US" altLang="zh-CN" b="1"/>
              <a:t>=9</a:t>
            </a:r>
            <a:r>
              <a:rPr lang="en-US" altLang="zh-CN" b="1" i="1"/>
              <a:t>I  </a:t>
            </a:r>
            <a:endParaRPr lang="en-US" altLang="zh-CN" b="1"/>
          </a:p>
        </p:txBody>
      </p:sp>
      <p:sp>
        <p:nvSpPr>
          <p:cNvPr id="179205" name="Text Box 5"/>
          <p:cNvSpPr txBox="1">
            <a:spLocks noChangeArrowheads="1"/>
          </p:cNvSpPr>
          <p:nvPr/>
        </p:nvSpPr>
        <p:spPr bwMode="auto">
          <a:xfrm>
            <a:off x="5829300" y="1733550"/>
            <a:ext cx="289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a:t>=</a:t>
            </a:r>
            <a:r>
              <a:rPr lang="en-US" altLang="zh-CN" b="1" i="1"/>
              <a:t>I</a:t>
            </a:r>
            <a:r>
              <a:rPr lang="en-US" altLang="zh-CN" b="1" baseline="-25000"/>
              <a:t>0</a:t>
            </a:r>
            <a:r>
              <a:rPr lang="en-US" altLang="zh-CN" b="1">
                <a:sym typeface="Symbol" panose="05050102010706020507" pitchFamily="18" charset="2"/>
              </a:rPr>
              <a:t></a:t>
            </a:r>
            <a:r>
              <a:rPr lang="en-US" altLang="zh-CN" b="1"/>
              <a:t>6/(6+3)=(2/3)</a:t>
            </a:r>
            <a:r>
              <a:rPr lang="en-US" altLang="zh-CN" b="1" i="1"/>
              <a:t>I</a:t>
            </a:r>
            <a:r>
              <a:rPr lang="en-US" altLang="zh-CN" b="1" baseline="-25000"/>
              <a:t>0  </a:t>
            </a:r>
            <a:endParaRPr lang="en-US" altLang="zh-CN" b="1"/>
          </a:p>
        </p:txBody>
      </p:sp>
      <p:sp>
        <p:nvSpPr>
          <p:cNvPr id="179206" name="AutoShape 6"/>
          <p:cNvSpPr>
            <a:spLocks/>
          </p:cNvSpPr>
          <p:nvPr/>
        </p:nvSpPr>
        <p:spPr bwMode="auto">
          <a:xfrm>
            <a:off x="5676900" y="1352550"/>
            <a:ext cx="76200" cy="762000"/>
          </a:xfrm>
          <a:prstGeom prst="leftBrace">
            <a:avLst>
              <a:gd name="adj1" fmla="val 83333"/>
              <a:gd name="adj2" fmla="val 50000"/>
            </a:avLst>
          </a:prstGeom>
          <a:noFill/>
          <a:ln w="9525">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07" name="AutoShape 7"/>
          <p:cNvSpPr>
            <a:spLocks noChangeArrowheads="1"/>
          </p:cNvSpPr>
          <p:nvPr/>
        </p:nvSpPr>
        <p:spPr bwMode="auto">
          <a:xfrm>
            <a:off x="5448300" y="2495550"/>
            <a:ext cx="304800" cy="152400"/>
          </a:xfrm>
          <a:prstGeom prst="rightArrow">
            <a:avLst>
              <a:gd name="adj1" fmla="val 50000"/>
              <a:gd name="adj2" fmla="val 50000"/>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08" name="Text Box 8"/>
          <p:cNvSpPr txBox="1">
            <a:spLocks noChangeArrowheads="1"/>
          </p:cNvSpPr>
          <p:nvPr/>
        </p:nvSpPr>
        <p:spPr bwMode="auto">
          <a:xfrm>
            <a:off x="5753100" y="230505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0</a:t>
            </a:r>
            <a:r>
              <a:rPr lang="en-US" altLang="zh-CN" b="1"/>
              <a:t> =9 </a:t>
            </a:r>
            <a:r>
              <a:rPr lang="en-US" altLang="zh-CN" b="1">
                <a:sym typeface="Symbol" panose="05050102010706020507" pitchFamily="18" charset="2"/>
              </a:rPr>
              <a:t></a:t>
            </a:r>
            <a:r>
              <a:rPr lang="en-US" altLang="zh-CN" b="1"/>
              <a:t> (2/3)</a:t>
            </a:r>
            <a:r>
              <a:rPr lang="en-US" altLang="zh-CN" b="1" i="1"/>
              <a:t>I</a:t>
            </a:r>
            <a:r>
              <a:rPr lang="en-US" altLang="zh-CN" b="1" baseline="-25000"/>
              <a:t>0</a:t>
            </a:r>
            <a:r>
              <a:rPr lang="en-US" altLang="zh-CN" b="1"/>
              <a:t>=6</a:t>
            </a:r>
            <a:r>
              <a:rPr lang="en-US" altLang="zh-CN" b="1" i="1"/>
              <a:t>I</a:t>
            </a:r>
            <a:r>
              <a:rPr lang="en-US" altLang="zh-CN" b="1" baseline="-25000"/>
              <a:t>0  </a:t>
            </a:r>
          </a:p>
        </p:txBody>
      </p:sp>
      <p:sp>
        <p:nvSpPr>
          <p:cNvPr id="179209" name="AutoShape 9"/>
          <p:cNvSpPr>
            <a:spLocks noChangeArrowheads="1"/>
          </p:cNvSpPr>
          <p:nvPr/>
        </p:nvSpPr>
        <p:spPr bwMode="auto">
          <a:xfrm>
            <a:off x="5448300" y="3028950"/>
            <a:ext cx="304800" cy="152400"/>
          </a:xfrm>
          <a:prstGeom prst="rightArrow">
            <a:avLst>
              <a:gd name="adj1" fmla="val 50000"/>
              <a:gd name="adj2" fmla="val 50000"/>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10" name="Text Box 10"/>
          <p:cNvSpPr txBox="1">
            <a:spLocks noChangeArrowheads="1"/>
          </p:cNvSpPr>
          <p:nvPr/>
        </p:nvSpPr>
        <p:spPr bwMode="auto">
          <a:xfrm>
            <a:off x="5791200" y="2838450"/>
            <a:ext cx="2286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sz="3200" b="1" baseline="-25000"/>
              <a:t>i</a:t>
            </a:r>
            <a:r>
              <a:rPr lang="en-US" altLang="zh-CN" b="1"/>
              <a:t> = </a:t>
            </a:r>
            <a:r>
              <a:rPr lang="en-US" altLang="zh-CN" b="1" i="1"/>
              <a:t>U</a:t>
            </a:r>
            <a:r>
              <a:rPr lang="en-US" altLang="zh-CN" b="1" baseline="-25000"/>
              <a:t>0</a:t>
            </a:r>
            <a:r>
              <a:rPr lang="en-US" altLang="zh-CN" b="1"/>
              <a:t> /</a:t>
            </a:r>
            <a:r>
              <a:rPr lang="en-US" altLang="zh-CN" b="1" i="1"/>
              <a:t>I</a:t>
            </a:r>
            <a:r>
              <a:rPr lang="en-US" altLang="zh-CN" b="1" baseline="-25000"/>
              <a:t>0</a:t>
            </a:r>
            <a:r>
              <a:rPr lang="en-US" altLang="zh-CN" b="1"/>
              <a:t>=6 </a:t>
            </a:r>
            <a:r>
              <a:rPr lang="en-US" altLang="zh-CN" b="1">
                <a:sym typeface="Symbol" panose="05050102010706020507" pitchFamily="18" charset="2"/>
              </a:rPr>
              <a:t>  </a:t>
            </a:r>
          </a:p>
        </p:txBody>
      </p:sp>
      <p:grpSp>
        <p:nvGrpSpPr>
          <p:cNvPr id="179211" name="Group 11"/>
          <p:cNvGrpSpPr>
            <a:grpSpLocks/>
          </p:cNvGrpSpPr>
          <p:nvPr/>
        </p:nvGrpSpPr>
        <p:grpSpPr bwMode="auto">
          <a:xfrm>
            <a:off x="990600" y="1200150"/>
            <a:ext cx="4114800" cy="2362200"/>
            <a:chOff x="624" y="816"/>
            <a:chExt cx="2592" cy="1488"/>
          </a:xfrm>
        </p:grpSpPr>
        <p:sp>
          <p:nvSpPr>
            <p:cNvPr id="179212" name="Line 12"/>
            <p:cNvSpPr>
              <a:spLocks noChangeShapeType="1"/>
            </p:cNvSpPr>
            <p:nvPr/>
          </p:nvSpPr>
          <p:spPr bwMode="auto">
            <a:xfrm>
              <a:off x="1680" y="1200"/>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13" name="Text Box 13"/>
            <p:cNvSpPr txBox="1">
              <a:spLocks noChangeArrowheads="1"/>
            </p:cNvSpPr>
            <p:nvPr/>
          </p:nvSpPr>
          <p:spPr bwMode="auto">
            <a:xfrm>
              <a:off x="1248" y="1536"/>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r>
                <a:rPr lang="en-US" altLang="zh-CN" b="1">
                  <a:sym typeface="Symbol" panose="05050102010706020507" pitchFamily="18" charset="2"/>
                </a:rPr>
                <a:t></a:t>
              </a:r>
            </a:p>
          </p:txBody>
        </p:sp>
        <p:sp>
          <p:nvSpPr>
            <p:cNvPr id="179214" name="Rectangle 14"/>
            <p:cNvSpPr>
              <a:spLocks noChangeArrowheads="1"/>
            </p:cNvSpPr>
            <p:nvPr/>
          </p:nvSpPr>
          <p:spPr bwMode="auto">
            <a:xfrm>
              <a:off x="1056" y="1135"/>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15" name="Text Box 15"/>
            <p:cNvSpPr txBox="1">
              <a:spLocks noChangeArrowheads="1"/>
            </p:cNvSpPr>
            <p:nvPr/>
          </p:nvSpPr>
          <p:spPr bwMode="auto">
            <a:xfrm>
              <a:off x="1008" y="864"/>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9216" name="Line 16"/>
            <p:cNvSpPr>
              <a:spLocks noChangeShapeType="1"/>
            </p:cNvSpPr>
            <p:nvPr/>
          </p:nvSpPr>
          <p:spPr bwMode="auto">
            <a:xfrm>
              <a:off x="1824" y="1296"/>
              <a:ext cx="0" cy="384"/>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17" name="Text Box 17"/>
            <p:cNvSpPr txBox="1">
              <a:spLocks noChangeArrowheads="1"/>
            </p:cNvSpPr>
            <p:nvPr/>
          </p:nvSpPr>
          <p:spPr bwMode="auto">
            <a:xfrm>
              <a:off x="1824" y="13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endParaRPr lang="en-US" altLang="zh-CN" b="1"/>
            </a:p>
          </p:txBody>
        </p:sp>
        <p:sp>
          <p:nvSpPr>
            <p:cNvPr id="179218" name="Text Box 18"/>
            <p:cNvSpPr txBox="1">
              <a:spLocks noChangeArrowheads="1"/>
            </p:cNvSpPr>
            <p:nvPr/>
          </p:nvSpPr>
          <p:spPr bwMode="auto">
            <a:xfrm>
              <a:off x="2736" y="124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9219" name="Text Box 19"/>
            <p:cNvSpPr txBox="1">
              <a:spLocks noChangeArrowheads="1"/>
            </p:cNvSpPr>
            <p:nvPr/>
          </p:nvSpPr>
          <p:spPr bwMode="auto">
            <a:xfrm>
              <a:off x="2736" y="177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9220" name="Text Box 20"/>
            <p:cNvSpPr txBox="1">
              <a:spLocks noChangeArrowheads="1"/>
            </p:cNvSpPr>
            <p:nvPr/>
          </p:nvSpPr>
          <p:spPr bwMode="auto">
            <a:xfrm>
              <a:off x="2832" y="153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0</a:t>
              </a:r>
              <a:endParaRPr lang="en-US" altLang="zh-CN" b="1"/>
            </a:p>
          </p:txBody>
        </p:sp>
        <p:sp>
          <p:nvSpPr>
            <p:cNvPr id="179221" name="Text Box 21"/>
            <p:cNvSpPr txBox="1">
              <a:spLocks noChangeArrowheads="1"/>
            </p:cNvSpPr>
            <p:nvPr/>
          </p:nvSpPr>
          <p:spPr bwMode="auto">
            <a:xfrm>
              <a:off x="2832" y="1056"/>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9222" name="Text Box 22"/>
            <p:cNvSpPr txBox="1">
              <a:spLocks noChangeArrowheads="1"/>
            </p:cNvSpPr>
            <p:nvPr/>
          </p:nvSpPr>
          <p:spPr bwMode="auto">
            <a:xfrm>
              <a:off x="2832" y="2016"/>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endParaRPr lang="en-US" altLang="zh-CN" b="1"/>
            </a:p>
          </p:txBody>
        </p:sp>
        <p:sp>
          <p:nvSpPr>
            <p:cNvPr id="179223" name="Line 23"/>
            <p:cNvSpPr>
              <a:spLocks noChangeShapeType="1"/>
            </p:cNvSpPr>
            <p:nvPr/>
          </p:nvSpPr>
          <p:spPr bwMode="auto">
            <a:xfrm>
              <a:off x="1968" y="1200"/>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24" name="Text Box 24"/>
            <p:cNvSpPr txBox="1">
              <a:spLocks noChangeArrowheads="1"/>
            </p:cNvSpPr>
            <p:nvPr/>
          </p:nvSpPr>
          <p:spPr bwMode="auto">
            <a:xfrm>
              <a:off x="2256" y="96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9225" name="Text Box 25"/>
            <p:cNvSpPr txBox="1">
              <a:spLocks noChangeArrowheads="1"/>
            </p:cNvSpPr>
            <p:nvPr/>
          </p:nvSpPr>
          <p:spPr bwMode="auto">
            <a:xfrm>
              <a:off x="1776" y="96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9226" name="Text Box 26"/>
            <p:cNvSpPr txBox="1">
              <a:spLocks noChangeArrowheads="1"/>
            </p:cNvSpPr>
            <p:nvPr/>
          </p:nvSpPr>
          <p:spPr bwMode="auto">
            <a:xfrm>
              <a:off x="1968" y="86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i="1"/>
                <a:t>I</a:t>
              </a:r>
              <a:endParaRPr lang="en-US" altLang="zh-CN" b="1"/>
            </a:p>
          </p:txBody>
        </p:sp>
        <p:sp>
          <p:nvSpPr>
            <p:cNvPr id="179227" name="AutoShape 27"/>
            <p:cNvSpPr>
              <a:spLocks noChangeArrowheads="1"/>
            </p:cNvSpPr>
            <p:nvPr/>
          </p:nvSpPr>
          <p:spPr bwMode="auto">
            <a:xfrm>
              <a:off x="1968" y="1104"/>
              <a:ext cx="336" cy="192"/>
            </a:xfrm>
            <a:prstGeom prst="diamond">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28" name="Line 28"/>
            <p:cNvSpPr>
              <a:spLocks noChangeShapeType="1"/>
            </p:cNvSpPr>
            <p:nvPr/>
          </p:nvSpPr>
          <p:spPr bwMode="auto">
            <a:xfrm>
              <a:off x="624" y="1200"/>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29" name="Line 29"/>
            <p:cNvSpPr>
              <a:spLocks noChangeShapeType="1"/>
            </p:cNvSpPr>
            <p:nvPr/>
          </p:nvSpPr>
          <p:spPr bwMode="auto">
            <a:xfrm>
              <a:off x="1344" y="1200"/>
              <a:ext cx="1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30" name="Line 30"/>
            <p:cNvSpPr>
              <a:spLocks noChangeShapeType="1"/>
            </p:cNvSpPr>
            <p:nvPr/>
          </p:nvSpPr>
          <p:spPr bwMode="auto">
            <a:xfrm>
              <a:off x="624" y="2160"/>
              <a:ext cx="21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31" name="Line 31"/>
            <p:cNvSpPr>
              <a:spLocks noChangeShapeType="1"/>
            </p:cNvSpPr>
            <p:nvPr/>
          </p:nvSpPr>
          <p:spPr bwMode="auto">
            <a:xfrm flipV="1">
              <a:off x="624" y="1200"/>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32" name="Rectangle 32"/>
            <p:cNvSpPr>
              <a:spLocks noChangeArrowheads="1"/>
            </p:cNvSpPr>
            <p:nvPr/>
          </p:nvSpPr>
          <p:spPr bwMode="auto">
            <a:xfrm rot="5400000">
              <a:off x="1524" y="1627"/>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33" name="Line 33"/>
            <p:cNvSpPr>
              <a:spLocks noChangeShapeType="1"/>
            </p:cNvSpPr>
            <p:nvPr/>
          </p:nvSpPr>
          <p:spPr bwMode="auto">
            <a:xfrm>
              <a:off x="2736" y="1824"/>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34" name="Line 34"/>
            <p:cNvSpPr>
              <a:spLocks noChangeShapeType="1"/>
            </p:cNvSpPr>
            <p:nvPr/>
          </p:nvSpPr>
          <p:spPr bwMode="auto">
            <a:xfrm>
              <a:off x="2736" y="1200"/>
              <a:ext cx="0" cy="62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35" name="Oval 35"/>
            <p:cNvSpPr>
              <a:spLocks noChangeArrowheads="1"/>
            </p:cNvSpPr>
            <p:nvPr/>
          </p:nvSpPr>
          <p:spPr bwMode="auto">
            <a:xfrm>
              <a:off x="2585" y="1536"/>
              <a:ext cx="295" cy="295"/>
            </a:xfrm>
            <a:prstGeom prst="ellipse">
              <a:avLst/>
            </a:prstGeom>
            <a:solidFill>
              <a:srgbClr val="66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36" name="Line 36"/>
            <p:cNvSpPr>
              <a:spLocks noChangeShapeType="1"/>
            </p:cNvSpPr>
            <p:nvPr/>
          </p:nvSpPr>
          <p:spPr bwMode="auto">
            <a:xfrm>
              <a:off x="2736" y="1536"/>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37" name="Line 37"/>
            <p:cNvSpPr>
              <a:spLocks noChangeShapeType="1"/>
            </p:cNvSpPr>
            <p:nvPr/>
          </p:nvSpPr>
          <p:spPr bwMode="auto">
            <a:xfrm flipH="1">
              <a:off x="2496" y="1104"/>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38" name="Text Box 38"/>
            <p:cNvSpPr txBox="1">
              <a:spLocks noChangeArrowheads="1"/>
            </p:cNvSpPr>
            <p:nvPr/>
          </p:nvSpPr>
          <p:spPr bwMode="auto">
            <a:xfrm>
              <a:off x="2544" y="81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0</a:t>
              </a:r>
              <a:endParaRPr lang="en-US" altLang="zh-CN" b="1"/>
            </a:p>
          </p:txBody>
        </p:sp>
      </p:grpSp>
      <p:sp>
        <p:nvSpPr>
          <p:cNvPr id="179239" name="Text Box 39"/>
          <p:cNvSpPr txBox="1">
            <a:spLocks noChangeArrowheads="1"/>
          </p:cNvSpPr>
          <p:nvPr/>
        </p:nvSpPr>
        <p:spPr bwMode="auto">
          <a:xfrm>
            <a:off x="1066800" y="3714750"/>
            <a:ext cx="426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0000"/>
                </a:solidFill>
              </a:rPr>
              <a:t>方法</a:t>
            </a:r>
            <a:r>
              <a:rPr lang="en-US" altLang="zh-CN" b="1">
                <a:solidFill>
                  <a:srgbClr val="FF0000"/>
                </a:solidFill>
              </a:rPr>
              <a:t>2    </a:t>
            </a:r>
            <a:r>
              <a:rPr lang="zh-CN" altLang="en-US" b="1"/>
              <a:t>开路电压、短路电流   </a:t>
            </a:r>
          </a:p>
        </p:txBody>
      </p:sp>
      <p:sp>
        <p:nvSpPr>
          <p:cNvPr id="179240" name="Text Box 40"/>
          <p:cNvSpPr txBox="1">
            <a:spLocks noChangeArrowheads="1"/>
          </p:cNvSpPr>
          <p:nvPr/>
        </p:nvSpPr>
        <p:spPr bwMode="auto">
          <a:xfrm>
            <a:off x="5410200" y="3790950"/>
            <a:ext cx="19018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a:t>
            </a:r>
            <a:r>
              <a:rPr lang="en-US" altLang="zh-CN" b="1" i="1"/>
              <a:t>U</a:t>
            </a:r>
            <a:r>
              <a:rPr lang="en-US" altLang="zh-CN" sz="3200" b="1" baseline="-25000"/>
              <a:t>oc</a:t>
            </a:r>
            <a:r>
              <a:rPr lang="en-US" altLang="zh-CN" b="1"/>
              <a:t>=9V</a:t>
            </a:r>
            <a:r>
              <a:rPr lang="zh-CN" altLang="en-US" b="1"/>
              <a:t>）  </a:t>
            </a:r>
          </a:p>
        </p:txBody>
      </p:sp>
      <p:sp>
        <p:nvSpPr>
          <p:cNvPr id="179241" name="Text Box 41"/>
          <p:cNvSpPr txBox="1">
            <a:spLocks noChangeArrowheads="1"/>
          </p:cNvSpPr>
          <p:nvPr/>
        </p:nvSpPr>
        <p:spPr bwMode="auto">
          <a:xfrm>
            <a:off x="5410200" y="4324350"/>
            <a:ext cx="1600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 </a:t>
            </a:r>
            <a:r>
              <a:rPr lang="en-US" altLang="zh-CN" b="1" i="1"/>
              <a:t>I</a:t>
            </a:r>
            <a:r>
              <a:rPr lang="en-US" altLang="zh-CN" b="1" baseline="-25000"/>
              <a:t>1</a:t>
            </a:r>
            <a:r>
              <a:rPr lang="en-US" altLang="zh-CN" b="1"/>
              <a:t> +3</a:t>
            </a:r>
            <a:r>
              <a:rPr lang="en-US" altLang="zh-CN" b="1" i="1"/>
              <a:t>I</a:t>
            </a:r>
            <a:r>
              <a:rPr lang="en-US" altLang="zh-CN" b="1"/>
              <a:t>=9  </a:t>
            </a:r>
          </a:p>
        </p:txBody>
      </p:sp>
      <p:sp>
        <p:nvSpPr>
          <p:cNvPr id="179242" name="Text Box 42"/>
          <p:cNvSpPr txBox="1">
            <a:spLocks noChangeArrowheads="1"/>
          </p:cNvSpPr>
          <p:nvPr/>
        </p:nvSpPr>
        <p:spPr bwMode="auto">
          <a:xfrm>
            <a:off x="5410200" y="485775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a:t>=</a:t>
            </a:r>
            <a:r>
              <a:rPr lang="en-US" altLang="zh-CN">
                <a:latin typeface="黑体" panose="02010609060101010101" pitchFamily="49" charset="-122"/>
                <a:ea typeface="黑体" panose="02010609060101010101" pitchFamily="49" charset="-122"/>
              </a:rPr>
              <a:t>-</a:t>
            </a:r>
            <a:r>
              <a:rPr lang="en-US" altLang="zh-CN" b="1"/>
              <a:t>6</a:t>
            </a:r>
            <a:r>
              <a:rPr lang="en-US" altLang="zh-CN" b="1" i="1"/>
              <a:t>I</a:t>
            </a:r>
            <a:r>
              <a:rPr lang="en-US" altLang="zh-CN" b="1"/>
              <a:t>/3=</a:t>
            </a:r>
            <a:r>
              <a:rPr lang="en-US" altLang="zh-CN">
                <a:latin typeface="黑体" panose="02010609060101010101" pitchFamily="49" charset="-122"/>
                <a:ea typeface="黑体" panose="02010609060101010101" pitchFamily="49" charset="-122"/>
              </a:rPr>
              <a:t>-</a:t>
            </a:r>
            <a:r>
              <a:rPr lang="en-US" altLang="zh-CN" b="1"/>
              <a:t>2</a:t>
            </a:r>
            <a:r>
              <a:rPr lang="en-US" altLang="zh-CN" b="1" i="1"/>
              <a:t>I  </a:t>
            </a:r>
            <a:endParaRPr lang="en-US" altLang="zh-CN" b="1"/>
          </a:p>
        </p:txBody>
      </p:sp>
      <p:sp>
        <p:nvSpPr>
          <p:cNvPr id="179243" name="Text Box 43"/>
          <p:cNvSpPr txBox="1">
            <a:spLocks noChangeArrowheads="1"/>
          </p:cNvSpPr>
          <p:nvPr/>
        </p:nvSpPr>
        <p:spPr bwMode="auto">
          <a:xfrm>
            <a:off x="7848600" y="4857750"/>
            <a:ext cx="838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a:t>=0  </a:t>
            </a:r>
          </a:p>
        </p:txBody>
      </p:sp>
      <p:sp>
        <p:nvSpPr>
          <p:cNvPr id="179244" name="AutoShape 44"/>
          <p:cNvSpPr>
            <a:spLocks noChangeArrowheads="1"/>
          </p:cNvSpPr>
          <p:nvPr/>
        </p:nvSpPr>
        <p:spPr bwMode="auto">
          <a:xfrm>
            <a:off x="7315200" y="5010150"/>
            <a:ext cx="304800" cy="152400"/>
          </a:xfrm>
          <a:prstGeom prst="rightArrow">
            <a:avLst>
              <a:gd name="adj1" fmla="val 50000"/>
              <a:gd name="adj2" fmla="val 50000"/>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45" name="Text Box 45"/>
          <p:cNvSpPr txBox="1">
            <a:spLocks noChangeArrowheads="1"/>
          </p:cNvSpPr>
          <p:nvPr/>
        </p:nvSpPr>
        <p:spPr bwMode="auto">
          <a:xfrm>
            <a:off x="5410200" y="5314950"/>
            <a:ext cx="2514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sc</a:t>
            </a:r>
            <a:r>
              <a:rPr lang="en-US" altLang="zh-CN" b="1"/>
              <a:t>=</a:t>
            </a:r>
            <a:r>
              <a:rPr lang="en-US" altLang="zh-CN" b="1" i="1"/>
              <a:t>I</a:t>
            </a:r>
            <a:r>
              <a:rPr lang="en-US" altLang="zh-CN" sz="1400" b="1"/>
              <a:t>1</a:t>
            </a:r>
            <a:r>
              <a:rPr lang="en-US" altLang="zh-CN" b="1"/>
              <a:t>=9/6=1.5</a:t>
            </a:r>
            <a:r>
              <a:rPr lang="en-US" altLang="zh-CN" sz="2000" b="1"/>
              <a:t>A  </a:t>
            </a:r>
            <a:endParaRPr lang="en-US" altLang="zh-CN" b="1" baseline="-25000"/>
          </a:p>
        </p:txBody>
      </p:sp>
      <p:sp>
        <p:nvSpPr>
          <p:cNvPr id="179246" name="Text Box 46"/>
          <p:cNvSpPr txBox="1">
            <a:spLocks noChangeArrowheads="1"/>
          </p:cNvSpPr>
          <p:nvPr/>
        </p:nvSpPr>
        <p:spPr bwMode="auto">
          <a:xfrm>
            <a:off x="5029200" y="5695950"/>
            <a:ext cx="3352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sz="3200" b="1" baseline="-25000"/>
              <a:t>i</a:t>
            </a:r>
            <a:r>
              <a:rPr lang="en-US" altLang="zh-CN" b="1"/>
              <a:t> = </a:t>
            </a:r>
            <a:r>
              <a:rPr lang="en-US" altLang="zh-CN" b="1" i="1"/>
              <a:t>U</a:t>
            </a:r>
            <a:r>
              <a:rPr lang="en-US" altLang="zh-CN" sz="3200" b="1" baseline="-25000"/>
              <a:t>oc</a:t>
            </a:r>
            <a:r>
              <a:rPr lang="en-US" altLang="zh-CN" b="1"/>
              <a:t> / </a:t>
            </a:r>
            <a:r>
              <a:rPr lang="en-US" altLang="zh-CN" b="1" i="1"/>
              <a:t>I</a:t>
            </a:r>
            <a:r>
              <a:rPr lang="en-US" altLang="zh-CN" b="1" baseline="-25000"/>
              <a:t>sc</a:t>
            </a:r>
            <a:r>
              <a:rPr lang="en-US" altLang="zh-CN" b="1"/>
              <a:t> =9/1.5=6 </a:t>
            </a:r>
            <a:r>
              <a:rPr lang="en-US" altLang="zh-CN" b="1">
                <a:sym typeface="Symbol" panose="05050102010706020507" pitchFamily="18" charset="2"/>
              </a:rPr>
              <a:t>  </a:t>
            </a:r>
          </a:p>
        </p:txBody>
      </p:sp>
      <p:grpSp>
        <p:nvGrpSpPr>
          <p:cNvPr id="179247" name="Group 47"/>
          <p:cNvGrpSpPr>
            <a:grpSpLocks/>
          </p:cNvGrpSpPr>
          <p:nvPr/>
        </p:nvGrpSpPr>
        <p:grpSpPr bwMode="auto">
          <a:xfrm>
            <a:off x="457200" y="4152900"/>
            <a:ext cx="4724400" cy="2514600"/>
            <a:chOff x="288" y="2616"/>
            <a:chExt cx="2976" cy="1584"/>
          </a:xfrm>
        </p:grpSpPr>
        <p:sp>
          <p:nvSpPr>
            <p:cNvPr id="179248" name="Line 48"/>
            <p:cNvSpPr>
              <a:spLocks noChangeShapeType="1"/>
            </p:cNvSpPr>
            <p:nvPr/>
          </p:nvSpPr>
          <p:spPr bwMode="auto">
            <a:xfrm>
              <a:off x="1728" y="2952"/>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49" name="Text Box 49"/>
            <p:cNvSpPr txBox="1">
              <a:spLocks noChangeArrowheads="1"/>
            </p:cNvSpPr>
            <p:nvPr/>
          </p:nvSpPr>
          <p:spPr bwMode="auto">
            <a:xfrm>
              <a:off x="1296" y="3288"/>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r>
                <a:rPr lang="en-US" altLang="zh-CN" b="1">
                  <a:sym typeface="Symbol" panose="05050102010706020507" pitchFamily="18" charset="2"/>
                </a:rPr>
                <a:t></a:t>
              </a:r>
            </a:p>
          </p:txBody>
        </p:sp>
        <p:sp>
          <p:nvSpPr>
            <p:cNvPr id="179250" name="Rectangle 50"/>
            <p:cNvSpPr>
              <a:spLocks noChangeArrowheads="1"/>
            </p:cNvSpPr>
            <p:nvPr/>
          </p:nvSpPr>
          <p:spPr bwMode="auto">
            <a:xfrm>
              <a:off x="1104" y="2887"/>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51" name="Text Box 51"/>
            <p:cNvSpPr txBox="1">
              <a:spLocks noChangeArrowheads="1"/>
            </p:cNvSpPr>
            <p:nvPr/>
          </p:nvSpPr>
          <p:spPr bwMode="auto">
            <a:xfrm>
              <a:off x="1056" y="2616"/>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79252" name="Line 52"/>
            <p:cNvSpPr>
              <a:spLocks noChangeShapeType="1"/>
            </p:cNvSpPr>
            <p:nvPr/>
          </p:nvSpPr>
          <p:spPr bwMode="auto">
            <a:xfrm>
              <a:off x="1872" y="3048"/>
              <a:ext cx="0" cy="384"/>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53" name="Text Box 53"/>
            <p:cNvSpPr txBox="1">
              <a:spLocks noChangeArrowheads="1"/>
            </p:cNvSpPr>
            <p:nvPr/>
          </p:nvSpPr>
          <p:spPr bwMode="auto">
            <a:xfrm>
              <a:off x="1872" y="309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endParaRPr lang="en-US" altLang="zh-CN" b="1"/>
            </a:p>
          </p:txBody>
        </p:sp>
        <p:sp>
          <p:nvSpPr>
            <p:cNvPr id="179254" name="Text Box 54"/>
            <p:cNvSpPr txBox="1">
              <a:spLocks noChangeArrowheads="1"/>
            </p:cNvSpPr>
            <p:nvPr/>
          </p:nvSpPr>
          <p:spPr bwMode="auto">
            <a:xfrm>
              <a:off x="672" y="3000"/>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9255" name="Text Box 55"/>
            <p:cNvSpPr txBox="1">
              <a:spLocks noChangeArrowheads="1"/>
            </p:cNvSpPr>
            <p:nvPr/>
          </p:nvSpPr>
          <p:spPr bwMode="auto">
            <a:xfrm>
              <a:off x="672" y="352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9256" name="Text Box 56"/>
            <p:cNvSpPr txBox="1">
              <a:spLocks noChangeArrowheads="1"/>
            </p:cNvSpPr>
            <p:nvPr/>
          </p:nvSpPr>
          <p:spPr bwMode="auto">
            <a:xfrm>
              <a:off x="816" y="328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9V</a:t>
              </a:r>
            </a:p>
          </p:txBody>
        </p:sp>
        <p:sp>
          <p:nvSpPr>
            <p:cNvPr id="179257" name="Text Box 57"/>
            <p:cNvSpPr txBox="1">
              <a:spLocks noChangeArrowheads="1"/>
            </p:cNvSpPr>
            <p:nvPr/>
          </p:nvSpPr>
          <p:spPr bwMode="auto">
            <a:xfrm>
              <a:off x="2880" y="314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sc</a:t>
              </a:r>
              <a:endParaRPr lang="en-US" altLang="zh-CN" b="1"/>
            </a:p>
          </p:txBody>
        </p:sp>
        <p:sp>
          <p:nvSpPr>
            <p:cNvPr id="179258" name="Text Box 58"/>
            <p:cNvSpPr txBox="1">
              <a:spLocks noChangeArrowheads="1"/>
            </p:cNvSpPr>
            <p:nvPr/>
          </p:nvSpPr>
          <p:spPr bwMode="auto">
            <a:xfrm>
              <a:off x="2688" y="2616"/>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79259" name="Text Box 59"/>
            <p:cNvSpPr txBox="1">
              <a:spLocks noChangeArrowheads="1"/>
            </p:cNvSpPr>
            <p:nvPr/>
          </p:nvSpPr>
          <p:spPr bwMode="auto">
            <a:xfrm>
              <a:off x="2688" y="3912"/>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endParaRPr lang="en-US" altLang="zh-CN" b="1"/>
            </a:p>
          </p:txBody>
        </p:sp>
        <p:sp>
          <p:nvSpPr>
            <p:cNvPr id="179260" name="Line 60"/>
            <p:cNvSpPr>
              <a:spLocks noChangeShapeType="1"/>
            </p:cNvSpPr>
            <p:nvPr/>
          </p:nvSpPr>
          <p:spPr bwMode="auto">
            <a:xfrm>
              <a:off x="2112" y="2952"/>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61" name="Text Box 61"/>
            <p:cNvSpPr txBox="1">
              <a:spLocks noChangeArrowheads="1"/>
            </p:cNvSpPr>
            <p:nvPr/>
          </p:nvSpPr>
          <p:spPr bwMode="auto">
            <a:xfrm>
              <a:off x="2400" y="271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9262" name="Text Box 62"/>
            <p:cNvSpPr txBox="1">
              <a:spLocks noChangeArrowheads="1"/>
            </p:cNvSpPr>
            <p:nvPr/>
          </p:nvSpPr>
          <p:spPr bwMode="auto">
            <a:xfrm>
              <a:off x="1920" y="27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79263" name="Text Box 63"/>
            <p:cNvSpPr txBox="1">
              <a:spLocks noChangeArrowheads="1"/>
            </p:cNvSpPr>
            <p:nvPr/>
          </p:nvSpPr>
          <p:spPr bwMode="auto">
            <a:xfrm>
              <a:off x="2112" y="261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i="1"/>
                <a:t>I</a:t>
              </a:r>
              <a:endParaRPr lang="en-US" altLang="zh-CN" b="1"/>
            </a:p>
          </p:txBody>
        </p:sp>
        <p:sp>
          <p:nvSpPr>
            <p:cNvPr id="179264" name="AutoShape 64"/>
            <p:cNvSpPr>
              <a:spLocks noChangeArrowheads="1"/>
            </p:cNvSpPr>
            <p:nvPr/>
          </p:nvSpPr>
          <p:spPr bwMode="auto">
            <a:xfrm>
              <a:off x="2112" y="2856"/>
              <a:ext cx="336" cy="192"/>
            </a:xfrm>
            <a:prstGeom prst="diamond">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65" name="Line 65"/>
            <p:cNvSpPr>
              <a:spLocks noChangeShapeType="1"/>
            </p:cNvSpPr>
            <p:nvPr/>
          </p:nvSpPr>
          <p:spPr bwMode="auto">
            <a:xfrm>
              <a:off x="672" y="2952"/>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66" name="Line 66"/>
            <p:cNvSpPr>
              <a:spLocks noChangeShapeType="1"/>
            </p:cNvSpPr>
            <p:nvPr/>
          </p:nvSpPr>
          <p:spPr bwMode="auto">
            <a:xfrm>
              <a:off x="1392" y="2952"/>
              <a:ext cx="1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67" name="Line 67"/>
            <p:cNvSpPr>
              <a:spLocks noChangeShapeType="1"/>
            </p:cNvSpPr>
            <p:nvPr/>
          </p:nvSpPr>
          <p:spPr bwMode="auto">
            <a:xfrm>
              <a:off x="672" y="3912"/>
              <a:ext cx="21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68" name="Oval 68"/>
            <p:cNvSpPr>
              <a:spLocks noChangeArrowheads="1"/>
            </p:cNvSpPr>
            <p:nvPr/>
          </p:nvSpPr>
          <p:spPr bwMode="auto">
            <a:xfrm>
              <a:off x="528" y="3288"/>
              <a:ext cx="295" cy="295"/>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69" name="Line 69"/>
            <p:cNvSpPr>
              <a:spLocks noChangeShapeType="1"/>
            </p:cNvSpPr>
            <p:nvPr/>
          </p:nvSpPr>
          <p:spPr bwMode="auto">
            <a:xfrm flipV="1">
              <a:off x="672" y="2952"/>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70" name="Rectangle 70"/>
            <p:cNvSpPr>
              <a:spLocks noChangeArrowheads="1"/>
            </p:cNvSpPr>
            <p:nvPr/>
          </p:nvSpPr>
          <p:spPr bwMode="auto">
            <a:xfrm rot="5400000">
              <a:off x="1572" y="3379"/>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71" name="Line 71"/>
            <p:cNvSpPr>
              <a:spLocks noChangeShapeType="1"/>
            </p:cNvSpPr>
            <p:nvPr/>
          </p:nvSpPr>
          <p:spPr bwMode="auto">
            <a:xfrm>
              <a:off x="2784" y="2952"/>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72" name="Line 72"/>
            <p:cNvSpPr>
              <a:spLocks noChangeShapeType="1"/>
            </p:cNvSpPr>
            <p:nvPr/>
          </p:nvSpPr>
          <p:spPr bwMode="auto">
            <a:xfrm>
              <a:off x="2880" y="3096"/>
              <a:ext cx="0" cy="336"/>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73" name="Line 73"/>
            <p:cNvSpPr>
              <a:spLocks noChangeShapeType="1"/>
            </p:cNvSpPr>
            <p:nvPr/>
          </p:nvSpPr>
          <p:spPr bwMode="auto">
            <a:xfrm flipV="1">
              <a:off x="528" y="2904"/>
              <a:ext cx="0" cy="384"/>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274" name="Text Box 74"/>
            <p:cNvSpPr txBox="1">
              <a:spLocks noChangeArrowheads="1"/>
            </p:cNvSpPr>
            <p:nvPr/>
          </p:nvSpPr>
          <p:spPr bwMode="auto">
            <a:xfrm>
              <a:off x="288" y="290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1</a:t>
              </a:r>
              <a:endParaRPr lang="en-US" altLang="zh-CN" b="1"/>
            </a:p>
          </p:txBody>
        </p:sp>
      </p:grpSp>
    </p:spTree>
    <p:extLst>
      <p:ext uri="{BB962C8B-B14F-4D97-AF65-F5344CB8AC3E}">
        <p14:creationId xmlns:p14="http://schemas.microsoft.com/office/powerpoint/2010/main" val="201372926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79203"/>
                                        </p:tgtEl>
                                        <p:attrNameLst>
                                          <p:attrName>style.visibility</p:attrName>
                                        </p:attrNameLst>
                                      </p:cBhvr>
                                      <p:to>
                                        <p:strVal val="visible"/>
                                      </p:to>
                                    </p:set>
                                    <p:animEffect transition="in" filter="slide(fromLeft)">
                                      <p:cBhvr>
                                        <p:cTn id="7" dur="500"/>
                                        <p:tgtEl>
                                          <p:spTgt spid="1792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79211"/>
                                        </p:tgtEl>
                                        <p:attrNameLst>
                                          <p:attrName>style.visibility</p:attrName>
                                        </p:attrNameLst>
                                      </p:cBhvr>
                                      <p:to>
                                        <p:strVal val="visible"/>
                                      </p:to>
                                    </p:set>
                                    <p:animEffect transition="in" filter="dissolve">
                                      <p:cBhvr>
                                        <p:cTn id="12" dur="500"/>
                                        <p:tgtEl>
                                          <p:spTgt spid="1792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nodeType="clickEffect">
                                  <p:stCondLst>
                                    <p:cond delay="0"/>
                                  </p:stCondLst>
                                  <p:childTnLst>
                                    <p:set>
                                      <p:cBhvr>
                                        <p:cTn id="16" dur="1" fill="hold">
                                          <p:stCondLst>
                                            <p:cond delay="0"/>
                                          </p:stCondLst>
                                        </p:cTn>
                                        <p:tgtEl>
                                          <p:spTgt spid="179206"/>
                                        </p:tgtEl>
                                        <p:attrNameLst>
                                          <p:attrName>style.visibility</p:attrName>
                                        </p:attrNameLst>
                                      </p:cBhvr>
                                      <p:to>
                                        <p:strVal val="visible"/>
                                      </p:to>
                                    </p:set>
                                    <p:anim calcmode="lin" valueType="num">
                                      <p:cBhvr additive="base">
                                        <p:cTn id="17" dur="500" fill="hold"/>
                                        <p:tgtEl>
                                          <p:spTgt spid="179206"/>
                                        </p:tgtEl>
                                        <p:attrNameLst>
                                          <p:attrName>ppt_x</p:attrName>
                                        </p:attrNameLst>
                                      </p:cBhvr>
                                      <p:tavLst>
                                        <p:tav tm="0">
                                          <p:val>
                                            <p:strVal val="#ppt_x"/>
                                          </p:val>
                                        </p:tav>
                                        <p:tav tm="100000">
                                          <p:val>
                                            <p:strVal val="#ppt_x"/>
                                          </p:val>
                                        </p:tav>
                                      </p:tavLst>
                                    </p:anim>
                                    <p:anim calcmode="lin" valueType="num">
                                      <p:cBhvr additive="base">
                                        <p:cTn id="18" dur="500" fill="hold"/>
                                        <p:tgtEl>
                                          <p:spTgt spid="179206"/>
                                        </p:tgtEl>
                                        <p:attrNameLst>
                                          <p:attrName>ppt_y</p:attrName>
                                        </p:attrNameLst>
                                      </p:cBhvr>
                                      <p:tavLst>
                                        <p:tav tm="0">
                                          <p:val>
                                            <p:strVal val="0-#ppt_h/2"/>
                                          </p:val>
                                        </p:tav>
                                        <p:tav tm="100000">
                                          <p:val>
                                            <p:strVal val="#ppt_y"/>
                                          </p:val>
                                        </p:tav>
                                      </p:tavLst>
                                    </p:anim>
                                  </p:childTnLst>
                                </p:cTn>
                              </p:par>
                            </p:childTnLst>
                          </p:cTn>
                        </p:par>
                        <p:par>
                          <p:cTn id="19" fill="hold" nodeType="afterGroup">
                            <p:stCondLst>
                              <p:cond delay="500"/>
                            </p:stCondLst>
                            <p:childTnLst>
                              <p:par>
                                <p:cTn id="20" presetID="16" presetClass="entr" presetSubtype="42" fill="hold" grpId="0" nodeType="afterEffect">
                                  <p:stCondLst>
                                    <p:cond delay="1000"/>
                                  </p:stCondLst>
                                  <p:childTnLst>
                                    <p:set>
                                      <p:cBhvr>
                                        <p:cTn id="21" dur="1" fill="hold">
                                          <p:stCondLst>
                                            <p:cond delay="0"/>
                                          </p:stCondLst>
                                        </p:cTn>
                                        <p:tgtEl>
                                          <p:spTgt spid="179204"/>
                                        </p:tgtEl>
                                        <p:attrNameLst>
                                          <p:attrName>style.visibility</p:attrName>
                                        </p:attrNameLst>
                                      </p:cBhvr>
                                      <p:to>
                                        <p:strVal val="visible"/>
                                      </p:to>
                                    </p:set>
                                    <p:animEffect transition="in" filter="barn(outHorizontal)">
                                      <p:cBhvr>
                                        <p:cTn id="22" dur="500"/>
                                        <p:tgtEl>
                                          <p:spTgt spid="179204"/>
                                        </p:tgtEl>
                                      </p:cBhvr>
                                    </p:animEffect>
                                  </p:childTnLst>
                                </p:cTn>
                              </p:par>
                            </p:childTnLst>
                          </p:cTn>
                        </p:par>
                        <p:par>
                          <p:cTn id="23" fill="hold" nodeType="afterGroup">
                            <p:stCondLst>
                              <p:cond delay="2000"/>
                            </p:stCondLst>
                            <p:childTnLst>
                              <p:par>
                                <p:cTn id="24" presetID="16" presetClass="entr" presetSubtype="37" fill="hold" grpId="0" nodeType="afterEffect">
                                  <p:stCondLst>
                                    <p:cond delay="1000"/>
                                  </p:stCondLst>
                                  <p:childTnLst>
                                    <p:set>
                                      <p:cBhvr>
                                        <p:cTn id="25" dur="1" fill="hold">
                                          <p:stCondLst>
                                            <p:cond delay="0"/>
                                          </p:stCondLst>
                                        </p:cTn>
                                        <p:tgtEl>
                                          <p:spTgt spid="179205"/>
                                        </p:tgtEl>
                                        <p:attrNameLst>
                                          <p:attrName>style.visibility</p:attrName>
                                        </p:attrNameLst>
                                      </p:cBhvr>
                                      <p:to>
                                        <p:strVal val="visible"/>
                                      </p:to>
                                    </p:set>
                                    <p:animEffect transition="in" filter="barn(outVertical)">
                                      <p:cBhvr>
                                        <p:cTn id="26" dur="500"/>
                                        <p:tgtEl>
                                          <p:spTgt spid="17920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8" fill="hold" nodeType="clickEffect">
                                  <p:stCondLst>
                                    <p:cond delay="0"/>
                                  </p:stCondLst>
                                  <p:childTnLst>
                                    <p:set>
                                      <p:cBhvr>
                                        <p:cTn id="30" dur="1" fill="hold">
                                          <p:stCondLst>
                                            <p:cond delay="0"/>
                                          </p:stCondLst>
                                        </p:cTn>
                                        <p:tgtEl>
                                          <p:spTgt spid="179207"/>
                                        </p:tgtEl>
                                        <p:attrNameLst>
                                          <p:attrName>style.visibility</p:attrName>
                                        </p:attrNameLst>
                                      </p:cBhvr>
                                      <p:to>
                                        <p:strVal val="visible"/>
                                      </p:to>
                                    </p:set>
                                    <p:animEffect transition="in" filter="slide(fromLeft)">
                                      <p:cBhvr>
                                        <p:cTn id="31" dur="500"/>
                                        <p:tgtEl>
                                          <p:spTgt spid="179207"/>
                                        </p:tgtEl>
                                      </p:cBhvr>
                                    </p:animEffect>
                                  </p:childTnLst>
                                </p:cTn>
                              </p:par>
                            </p:childTnLst>
                          </p:cTn>
                        </p:par>
                        <p:par>
                          <p:cTn id="32" fill="hold" nodeType="afterGroup">
                            <p:stCondLst>
                              <p:cond delay="500"/>
                            </p:stCondLst>
                            <p:childTnLst>
                              <p:par>
                                <p:cTn id="33" presetID="17" presetClass="entr" presetSubtype="8" fill="hold" grpId="0" nodeType="afterEffect">
                                  <p:stCondLst>
                                    <p:cond delay="0"/>
                                  </p:stCondLst>
                                  <p:childTnLst>
                                    <p:set>
                                      <p:cBhvr>
                                        <p:cTn id="34" dur="1" fill="hold">
                                          <p:stCondLst>
                                            <p:cond delay="0"/>
                                          </p:stCondLst>
                                        </p:cTn>
                                        <p:tgtEl>
                                          <p:spTgt spid="179208"/>
                                        </p:tgtEl>
                                        <p:attrNameLst>
                                          <p:attrName>style.visibility</p:attrName>
                                        </p:attrNameLst>
                                      </p:cBhvr>
                                      <p:to>
                                        <p:strVal val="visible"/>
                                      </p:to>
                                    </p:set>
                                    <p:anim calcmode="lin" valueType="num">
                                      <p:cBhvr>
                                        <p:cTn id="35" dur="500" fill="hold"/>
                                        <p:tgtEl>
                                          <p:spTgt spid="179208"/>
                                        </p:tgtEl>
                                        <p:attrNameLst>
                                          <p:attrName>ppt_x</p:attrName>
                                        </p:attrNameLst>
                                      </p:cBhvr>
                                      <p:tavLst>
                                        <p:tav tm="0">
                                          <p:val>
                                            <p:strVal val="#ppt_x-#ppt_w/2"/>
                                          </p:val>
                                        </p:tav>
                                        <p:tav tm="100000">
                                          <p:val>
                                            <p:strVal val="#ppt_x"/>
                                          </p:val>
                                        </p:tav>
                                      </p:tavLst>
                                    </p:anim>
                                    <p:anim calcmode="lin" valueType="num">
                                      <p:cBhvr>
                                        <p:cTn id="36" dur="500" fill="hold"/>
                                        <p:tgtEl>
                                          <p:spTgt spid="179208"/>
                                        </p:tgtEl>
                                        <p:attrNameLst>
                                          <p:attrName>ppt_y</p:attrName>
                                        </p:attrNameLst>
                                      </p:cBhvr>
                                      <p:tavLst>
                                        <p:tav tm="0">
                                          <p:val>
                                            <p:strVal val="#ppt_y"/>
                                          </p:val>
                                        </p:tav>
                                        <p:tav tm="100000">
                                          <p:val>
                                            <p:strVal val="#ppt_y"/>
                                          </p:val>
                                        </p:tav>
                                      </p:tavLst>
                                    </p:anim>
                                    <p:anim calcmode="lin" valueType="num">
                                      <p:cBhvr>
                                        <p:cTn id="37" dur="500" fill="hold"/>
                                        <p:tgtEl>
                                          <p:spTgt spid="179208"/>
                                        </p:tgtEl>
                                        <p:attrNameLst>
                                          <p:attrName>ppt_w</p:attrName>
                                        </p:attrNameLst>
                                      </p:cBhvr>
                                      <p:tavLst>
                                        <p:tav tm="0">
                                          <p:val>
                                            <p:fltVal val="0"/>
                                          </p:val>
                                        </p:tav>
                                        <p:tav tm="100000">
                                          <p:val>
                                            <p:strVal val="#ppt_w"/>
                                          </p:val>
                                        </p:tav>
                                      </p:tavLst>
                                    </p:anim>
                                    <p:anim calcmode="lin" valueType="num">
                                      <p:cBhvr>
                                        <p:cTn id="38" dur="500" fill="hold"/>
                                        <p:tgtEl>
                                          <p:spTgt spid="179208"/>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8" fill="hold" nodeType="clickEffect">
                                  <p:stCondLst>
                                    <p:cond delay="0"/>
                                  </p:stCondLst>
                                  <p:childTnLst>
                                    <p:set>
                                      <p:cBhvr>
                                        <p:cTn id="42" dur="1" fill="hold">
                                          <p:stCondLst>
                                            <p:cond delay="0"/>
                                          </p:stCondLst>
                                        </p:cTn>
                                        <p:tgtEl>
                                          <p:spTgt spid="179209"/>
                                        </p:tgtEl>
                                        <p:attrNameLst>
                                          <p:attrName>style.visibility</p:attrName>
                                        </p:attrNameLst>
                                      </p:cBhvr>
                                      <p:to>
                                        <p:strVal val="visible"/>
                                      </p:to>
                                    </p:set>
                                    <p:animEffect transition="in" filter="slide(fromLeft)">
                                      <p:cBhvr>
                                        <p:cTn id="43" dur="500"/>
                                        <p:tgtEl>
                                          <p:spTgt spid="179209"/>
                                        </p:tgtEl>
                                      </p:cBhvr>
                                    </p:animEffect>
                                  </p:childTnLst>
                                </p:cTn>
                              </p:par>
                            </p:childTnLst>
                          </p:cTn>
                        </p:par>
                        <p:par>
                          <p:cTn id="44" fill="hold" nodeType="afterGroup">
                            <p:stCondLst>
                              <p:cond delay="500"/>
                            </p:stCondLst>
                            <p:childTnLst>
                              <p:par>
                                <p:cTn id="45" presetID="17" presetClass="entr" presetSubtype="8" fill="hold" grpId="0" nodeType="afterEffect">
                                  <p:stCondLst>
                                    <p:cond delay="0"/>
                                  </p:stCondLst>
                                  <p:childTnLst>
                                    <p:set>
                                      <p:cBhvr>
                                        <p:cTn id="46" dur="1" fill="hold">
                                          <p:stCondLst>
                                            <p:cond delay="0"/>
                                          </p:stCondLst>
                                        </p:cTn>
                                        <p:tgtEl>
                                          <p:spTgt spid="179210"/>
                                        </p:tgtEl>
                                        <p:attrNameLst>
                                          <p:attrName>style.visibility</p:attrName>
                                        </p:attrNameLst>
                                      </p:cBhvr>
                                      <p:to>
                                        <p:strVal val="visible"/>
                                      </p:to>
                                    </p:set>
                                    <p:anim calcmode="lin" valueType="num">
                                      <p:cBhvr>
                                        <p:cTn id="47" dur="500" fill="hold"/>
                                        <p:tgtEl>
                                          <p:spTgt spid="179210"/>
                                        </p:tgtEl>
                                        <p:attrNameLst>
                                          <p:attrName>ppt_x</p:attrName>
                                        </p:attrNameLst>
                                      </p:cBhvr>
                                      <p:tavLst>
                                        <p:tav tm="0">
                                          <p:val>
                                            <p:strVal val="#ppt_x-#ppt_w/2"/>
                                          </p:val>
                                        </p:tav>
                                        <p:tav tm="100000">
                                          <p:val>
                                            <p:strVal val="#ppt_x"/>
                                          </p:val>
                                        </p:tav>
                                      </p:tavLst>
                                    </p:anim>
                                    <p:anim calcmode="lin" valueType="num">
                                      <p:cBhvr>
                                        <p:cTn id="48" dur="500" fill="hold"/>
                                        <p:tgtEl>
                                          <p:spTgt spid="179210"/>
                                        </p:tgtEl>
                                        <p:attrNameLst>
                                          <p:attrName>ppt_y</p:attrName>
                                        </p:attrNameLst>
                                      </p:cBhvr>
                                      <p:tavLst>
                                        <p:tav tm="0">
                                          <p:val>
                                            <p:strVal val="#ppt_y"/>
                                          </p:val>
                                        </p:tav>
                                        <p:tav tm="100000">
                                          <p:val>
                                            <p:strVal val="#ppt_y"/>
                                          </p:val>
                                        </p:tav>
                                      </p:tavLst>
                                    </p:anim>
                                    <p:anim calcmode="lin" valueType="num">
                                      <p:cBhvr>
                                        <p:cTn id="49" dur="500" fill="hold"/>
                                        <p:tgtEl>
                                          <p:spTgt spid="179210"/>
                                        </p:tgtEl>
                                        <p:attrNameLst>
                                          <p:attrName>ppt_w</p:attrName>
                                        </p:attrNameLst>
                                      </p:cBhvr>
                                      <p:tavLst>
                                        <p:tav tm="0">
                                          <p:val>
                                            <p:fltVal val="0"/>
                                          </p:val>
                                        </p:tav>
                                        <p:tav tm="100000">
                                          <p:val>
                                            <p:strVal val="#ppt_w"/>
                                          </p:val>
                                        </p:tav>
                                      </p:tavLst>
                                    </p:anim>
                                    <p:anim calcmode="lin" valueType="num">
                                      <p:cBhvr>
                                        <p:cTn id="50" dur="500" fill="hold"/>
                                        <p:tgtEl>
                                          <p:spTgt spid="179210"/>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10" fill="hold" grpId="0" nodeType="clickEffect">
                                  <p:stCondLst>
                                    <p:cond delay="0"/>
                                  </p:stCondLst>
                                  <p:childTnLst>
                                    <p:set>
                                      <p:cBhvr>
                                        <p:cTn id="54" dur="1" fill="hold">
                                          <p:stCondLst>
                                            <p:cond delay="0"/>
                                          </p:stCondLst>
                                        </p:cTn>
                                        <p:tgtEl>
                                          <p:spTgt spid="179239"/>
                                        </p:tgtEl>
                                        <p:attrNameLst>
                                          <p:attrName>style.visibility</p:attrName>
                                        </p:attrNameLst>
                                      </p:cBhvr>
                                      <p:to>
                                        <p:strVal val="visible"/>
                                      </p:to>
                                    </p:set>
                                    <p:anim calcmode="lin" valueType="num">
                                      <p:cBhvr>
                                        <p:cTn id="55" dur="500" fill="hold"/>
                                        <p:tgtEl>
                                          <p:spTgt spid="179239"/>
                                        </p:tgtEl>
                                        <p:attrNameLst>
                                          <p:attrName>ppt_w</p:attrName>
                                        </p:attrNameLst>
                                      </p:cBhvr>
                                      <p:tavLst>
                                        <p:tav tm="0">
                                          <p:val>
                                            <p:fltVal val="0"/>
                                          </p:val>
                                        </p:tav>
                                        <p:tav tm="100000">
                                          <p:val>
                                            <p:strVal val="#ppt_w"/>
                                          </p:val>
                                        </p:tav>
                                      </p:tavLst>
                                    </p:anim>
                                    <p:anim calcmode="lin" valueType="num">
                                      <p:cBhvr>
                                        <p:cTn id="56" dur="500" fill="hold"/>
                                        <p:tgtEl>
                                          <p:spTgt spid="179239"/>
                                        </p:tgtEl>
                                        <p:attrNameLst>
                                          <p:attrName>ppt_h</p:attrName>
                                        </p:attrNameLst>
                                      </p:cBhvr>
                                      <p:tavLst>
                                        <p:tav tm="0">
                                          <p:val>
                                            <p:strVal val="#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79240"/>
                                        </p:tgtEl>
                                        <p:attrNameLst>
                                          <p:attrName>style.visibility</p:attrName>
                                        </p:attrNameLst>
                                      </p:cBhvr>
                                      <p:to>
                                        <p:strVal val="visible"/>
                                      </p:to>
                                    </p:set>
                                    <p:anim calcmode="lin" valueType="num">
                                      <p:cBhvr additive="base">
                                        <p:cTn id="61" dur="500" fill="hold"/>
                                        <p:tgtEl>
                                          <p:spTgt spid="179240"/>
                                        </p:tgtEl>
                                        <p:attrNameLst>
                                          <p:attrName>ppt_x</p:attrName>
                                        </p:attrNameLst>
                                      </p:cBhvr>
                                      <p:tavLst>
                                        <p:tav tm="0">
                                          <p:val>
                                            <p:strVal val="1+#ppt_w/2"/>
                                          </p:val>
                                        </p:tav>
                                        <p:tav tm="100000">
                                          <p:val>
                                            <p:strVal val="#ppt_x"/>
                                          </p:val>
                                        </p:tav>
                                      </p:tavLst>
                                    </p:anim>
                                    <p:anim calcmode="lin" valueType="num">
                                      <p:cBhvr additive="base">
                                        <p:cTn id="62" dur="500" fill="hold"/>
                                        <p:tgtEl>
                                          <p:spTgt spid="179240"/>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179247"/>
                                        </p:tgtEl>
                                        <p:attrNameLst>
                                          <p:attrName>style.visibility</p:attrName>
                                        </p:attrNameLst>
                                      </p:cBhvr>
                                      <p:to>
                                        <p:strVal val="visible"/>
                                      </p:to>
                                    </p:set>
                                    <p:animEffect transition="in" filter="dissolve">
                                      <p:cBhvr>
                                        <p:cTn id="67" dur="500"/>
                                        <p:tgtEl>
                                          <p:spTgt spid="17924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2" fill="hold" grpId="0" nodeType="clickEffect">
                                  <p:stCondLst>
                                    <p:cond delay="0"/>
                                  </p:stCondLst>
                                  <p:childTnLst>
                                    <p:set>
                                      <p:cBhvr>
                                        <p:cTn id="71" dur="1" fill="hold">
                                          <p:stCondLst>
                                            <p:cond delay="0"/>
                                          </p:stCondLst>
                                        </p:cTn>
                                        <p:tgtEl>
                                          <p:spTgt spid="179241"/>
                                        </p:tgtEl>
                                        <p:attrNameLst>
                                          <p:attrName>style.visibility</p:attrName>
                                        </p:attrNameLst>
                                      </p:cBhvr>
                                      <p:to>
                                        <p:strVal val="visible"/>
                                      </p:to>
                                    </p:set>
                                    <p:anim calcmode="lin" valueType="num">
                                      <p:cBhvr additive="base">
                                        <p:cTn id="72" dur="500" fill="hold"/>
                                        <p:tgtEl>
                                          <p:spTgt spid="179241"/>
                                        </p:tgtEl>
                                        <p:attrNameLst>
                                          <p:attrName>ppt_x</p:attrName>
                                        </p:attrNameLst>
                                      </p:cBhvr>
                                      <p:tavLst>
                                        <p:tav tm="0">
                                          <p:val>
                                            <p:strVal val="1+#ppt_w/2"/>
                                          </p:val>
                                        </p:tav>
                                        <p:tav tm="100000">
                                          <p:val>
                                            <p:strVal val="#ppt_x"/>
                                          </p:val>
                                        </p:tav>
                                      </p:tavLst>
                                    </p:anim>
                                    <p:anim calcmode="lin" valueType="num">
                                      <p:cBhvr additive="base">
                                        <p:cTn id="73" dur="500" fill="hold"/>
                                        <p:tgtEl>
                                          <p:spTgt spid="179241"/>
                                        </p:tgtEl>
                                        <p:attrNameLst>
                                          <p:attrName>ppt_y</p:attrName>
                                        </p:attrNameLst>
                                      </p:cBhvr>
                                      <p:tavLst>
                                        <p:tav tm="0">
                                          <p:val>
                                            <p:strVal val="#ppt_y"/>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12" presetClass="entr" presetSubtype="8" fill="hold" grpId="0" nodeType="clickEffect">
                                  <p:stCondLst>
                                    <p:cond delay="0"/>
                                  </p:stCondLst>
                                  <p:childTnLst>
                                    <p:set>
                                      <p:cBhvr>
                                        <p:cTn id="77" dur="1" fill="hold">
                                          <p:stCondLst>
                                            <p:cond delay="0"/>
                                          </p:stCondLst>
                                        </p:cTn>
                                        <p:tgtEl>
                                          <p:spTgt spid="179242"/>
                                        </p:tgtEl>
                                        <p:attrNameLst>
                                          <p:attrName>style.visibility</p:attrName>
                                        </p:attrNameLst>
                                      </p:cBhvr>
                                      <p:to>
                                        <p:strVal val="visible"/>
                                      </p:to>
                                    </p:set>
                                    <p:animEffect transition="in" filter="slide(fromLeft)">
                                      <p:cBhvr>
                                        <p:cTn id="78" dur="500"/>
                                        <p:tgtEl>
                                          <p:spTgt spid="179242"/>
                                        </p:tgtEl>
                                      </p:cBhvr>
                                    </p:animEffect>
                                  </p:childTnLst>
                                </p:cTn>
                              </p:par>
                            </p:childTnLst>
                          </p:cTn>
                        </p:par>
                        <p:par>
                          <p:cTn id="79" fill="hold" nodeType="afterGroup">
                            <p:stCondLst>
                              <p:cond delay="500"/>
                            </p:stCondLst>
                            <p:childTnLst>
                              <p:par>
                                <p:cTn id="80" presetID="1" presetClass="entr" presetSubtype="0" fill="hold" nodeType="afterEffect">
                                  <p:stCondLst>
                                    <p:cond delay="0"/>
                                  </p:stCondLst>
                                  <p:childTnLst>
                                    <p:set>
                                      <p:cBhvr>
                                        <p:cTn id="81" dur="1" fill="hold">
                                          <p:stCondLst>
                                            <p:cond delay="499"/>
                                          </p:stCondLst>
                                        </p:cTn>
                                        <p:tgtEl>
                                          <p:spTgt spid="179244"/>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2" presetClass="entr" presetSubtype="2" fill="hold" grpId="0" nodeType="clickEffect">
                                  <p:stCondLst>
                                    <p:cond delay="0"/>
                                  </p:stCondLst>
                                  <p:childTnLst>
                                    <p:set>
                                      <p:cBhvr>
                                        <p:cTn id="85" dur="1" fill="hold">
                                          <p:stCondLst>
                                            <p:cond delay="0"/>
                                          </p:stCondLst>
                                        </p:cTn>
                                        <p:tgtEl>
                                          <p:spTgt spid="179243"/>
                                        </p:tgtEl>
                                        <p:attrNameLst>
                                          <p:attrName>style.visibility</p:attrName>
                                        </p:attrNameLst>
                                      </p:cBhvr>
                                      <p:to>
                                        <p:strVal val="visible"/>
                                      </p:to>
                                    </p:set>
                                    <p:anim calcmode="lin" valueType="num">
                                      <p:cBhvr additive="base">
                                        <p:cTn id="86" dur="500" fill="hold"/>
                                        <p:tgtEl>
                                          <p:spTgt spid="179243"/>
                                        </p:tgtEl>
                                        <p:attrNameLst>
                                          <p:attrName>ppt_x</p:attrName>
                                        </p:attrNameLst>
                                      </p:cBhvr>
                                      <p:tavLst>
                                        <p:tav tm="0">
                                          <p:val>
                                            <p:strVal val="1+#ppt_w/2"/>
                                          </p:val>
                                        </p:tav>
                                        <p:tav tm="100000">
                                          <p:val>
                                            <p:strVal val="#ppt_x"/>
                                          </p:val>
                                        </p:tav>
                                      </p:tavLst>
                                    </p:anim>
                                    <p:anim calcmode="lin" valueType="num">
                                      <p:cBhvr additive="base">
                                        <p:cTn id="87" dur="500" fill="hold"/>
                                        <p:tgtEl>
                                          <p:spTgt spid="179243"/>
                                        </p:tgtEl>
                                        <p:attrNameLst>
                                          <p:attrName>ppt_y</p:attrName>
                                        </p:attrNameLst>
                                      </p:cBhvr>
                                      <p:tavLst>
                                        <p:tav tm="0">
                                          <p:val>
                                            <p:strVal val="#ppt_y"/>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179245"/>
                                        </p:tgtEl>
                                        <p:attrNameLst>
                                          <p:attrName>style.visibility</p:attrName>
                                        </p:attrNameLst>
                                      </p:cBhvr>
                                      <p:to>
                                        <p:strVal val="visible"/>
                                      </p:to>
                                    </p:set>
                                    <p:animEffect transition="in" filter="box(out)">
                                      <p:cBhvr>
                                        <p:cTn id="92" dur="500"/>
                                        <p:tgtEl>
                                          <p:spTgt spid="17924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2" presetClass="entr" presetSubtype="8" fill="hold" grpId="0" nodeType="clickEffect">
                                  <p:stCondLst>
                                    <p:cond delay="0"/>
                                  </p:stCondLst>
                                  <p:childTnLst>
                                    <p:set>
                                      <p:cBhvr>
                                        <p:cTn id="96" dur="1" fill="hold">
                                          <p:stCondLst>
                                            <p:cond delay="0"/>
                                          </p:stCondLst>
                                        </p:cTn>
                                        <p:tgtEl>
                                          <p:spTgt spid="179246"/>
                                        </p:tgtEl>
                                        <p:attrNameLst>
                                          <p:attrName>style.visibility</p:attrName>
                                        </p:attrNameLst>
                                      </p:cBhvr>
                                      <p:to>
                                        <p:strVal val="visible"/>
                                      </p:to>
                                    </p:set>
                                    <p:animEffect transition="in" filter="slide(fromLeft)">
                                      <p:cBhvr>
                                        <p:cTn id="97" dur="500"/>
                                        <p:tgtEl>
                                          <p:spTgt spid="179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autoUpdateAnimBg="0"/>
      <p:bldP spid="179204" grpId="0" autoUpdateAnimBg="0"/>
      <p:bldP spid="179205" grpId="0" autoUpdateAnimBg="0"/>
      <p:bldP spid="179208" grpId="0" autoUpdateAnimBg="0"/>
      <p:bldP spid="179210" grpId="0" autoUpdateAnimBg="0"/>
      <p:bldP spid="179239" grpId="0" autoUpdateAnimBg="0"/>
      <p:bldP spid="179240" grpId="0" autoUpdateAnimBg="0"/>
      <p:bldP spid="179241" grpId="0" autoUpdateAnimBg="0"/>
      <p:bldP spid="179242" grpId="0" autoUpdateAnimBg="0"/>
      <p:bldP spid="179243" grpId="0" autoUpdateAnimBg="0"/>
      <p:bldP spid="179245" grpId="0" autoUpdateAnimBg="0"/>
      <p:bldP spid="179246"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p:cNvSpPr txBox="1">
            <a:spLocks noChangeArrowheads="1"/>
          </p:cNvSpPr>
          <p:nvPr/>
        </p:nvSpPr>
        <p:spPr bwMode="auto">
          <a:xfrm>
            <a:off x="395288" y="257175"/>
            <a:ext cx="2514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a:t>
            </a:r>
            <a:r>
              <a:rPr lang="en-US" altLang="zh-CN" b="1"/>
              <a:t>3</a:t>
            </a:r>
            <a:r>
              <a:rPr lang="zh-CN" altLang="en-US" b="1"/>
              <a:t>） 等效电路  </a:t>
            </a:r>
          </a:p>
        </p:txBody>
      </p:sp>
      <p:grpSp>
        <p:nvGrpSpPr>
          <p:cNvPr id="180227" name="Group 3"/>
          <p:cNvGrpSpPr>
            <a:grpSpLocks/>
          </p:cNvGrpSpPr>
          <p:nvPr/>
        </p:nvGrpSpPr>
        <p:grpSpPr bwMode="auto">
          <a:xfrm>
            <a:off x="723900" y="414338"/>
            <a:ext cx="3071813" cy="2557462"/>
            <a:chOff x="456" y="261"/>
            <a:chExt cx="1935" cy="1611"/>
          </a:xfrm>
        </p:grpSpPr>
        <p:sp>
          <p:nvSpPr>
            <p:cNvPr id="180228" name="Text Box 4"/>
            <p:cNvSpPr txBox="1">
              <a:spLocks noChangeArrowheads="1"/>
            </p:cNvSpPr>
            <p:nvPr/>
          </p:nvSpPr>
          <p:spPr bwMode="auto">
            <a:xfrm>
              <a:off x="1852" y="261"/>
              <a:ext cx="2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80229" name="Text Box 5"/>
            <p:cNvSpPr txBox="1">
              <a:spLocks noChangeArrowheads="1"/>
            </p:cNvSpPr>
            <p:nvPr/>
          </p:nvSpPr>
          <p:spPr bwMode="auto">
            <a:xfrm>
              <a:off x="1852" y="1584"/>
              <a:ext cx="2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p>
          </p:txBody>
        </p:sp>
        <p:sp>
          <p:nvSpPr>
            <p:cNvPr id="180230" name="Text Box 6"/>
            <p:cNvSpPr txBox="1">
              <a:spLocks noChangeArrowheads="1"/>
            </p:cNvSpPr>
            <p:nvPr/>
          </p:nvSpPr>
          <p:spPr bwMode="auto">
            <a:xfrm>
              <a:off x="456" y="1171"/>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oc</a:t>
              </a:r>
              <a:endParaRPr lang="en-US" altLang="zh-CN" b="1"/>
            </a:p>
          </p:txBody>
        </p:sp>
        <p:sp>
          <p:nvSpPr>
            <p:cNvPr id="180231" name="Text Box 7"/>
            <p:cNvSpPr txBox="1">
              <a:spLocks noChangeArrowheads="1"/>
            </p:cNvSpPr>
            <p:nvPr/>
          </p:nvSpPr>
          <p:spPr bwMode="auto">
            <a:xfrm>
              <a:off x="788" y="971"/>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32" name="Text Box 8"/>
            <p:cNvSpPr txBox="1">
              <a:spLocks noChangeArrowheads="1"/>
            </p:cNvSpPr>
            <p:nvPr/>
          </p:nvSpPr>
          <p:spPr bwMode="auto">
            <a:xfrm>
              <a:off x="778" y="1364"/>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33" name="Text Box 9"/>
            <p:cNvSpPr txBox="1">
              <a:spLocks noChangeArrowheads="1"/>
            </p:cNvSpPr>
            <p:nvPr/>
          </p:nvSpPr>
          <p:spPr bwMode="auto">
            <a:xfrm>
              <a:off x="1194" y="1143"/>
              <a:ext cx="3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b="1"/>
            </a:p>
          </p:txBody>
        </p:sp>
        <p:grpSp>
          <p:nvGrpSpPr>
            <p:cNvPr id="180234" name="Group 10"/>
            <p:cNvGrpSpPr>
              <a:grpSpLocks/>
            </p:cNvGrpSpPr>
            <p:nvPr/>
          </p:nvGrpSpPr>
          <p:grpSpPr bwMode="auto">
            <a:xfrm>
              <a:off x="960" y="570"/>
              <a:ext cx="983" cy="1014"/>
              <a:chOff x="3456" y="720"/>
              <a:chExt cx="768" cy="720"/>
            </a:xfrm>
          </p:grpSpPr>
          <p:sp>
            <p:nvSpPr>
              <p:cNvPr id="180235" name="Line 11"/>
              <p:cNvSpPr>
                <a:spLocks noChangeShapeType="1"/>
              </p:cNvSpPr>
              <p:nvPr/>
            </p:nvSpPr>
            <p:spPr bwMode="auto">
              <a:xfrm>
                <a:off x="3456" y="720"/>
                <a:ext cx="0"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36" name="Line 12"/>
              <p:cNvSpPr>
                <a:spLocks noChangeShapeType="1"/>
              </p:cNvSpPr>
              <p:nvPr/>
            </p:nvSpPr>
            <p:spPr bwMode="auto">
              <a:xfrm>
                <a:off x="3456" y="720"/>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37" name="Line 13"/>
              <p:cNvSpPr>
                <a:spLocks noChangeShapeType="1"/>
              </p:cNvSpPr>
              <p:nvPr/>
            </p:nvSpPr>
            <p:spPr bwMode="auto">
              <a:xfrm>
                <a:off x="3456" y="1440"/>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0238" name="Line 14"/>
            <p:cNvSpPr>
              <a:spLocks noChangeShapeType="1"/>
            </p:cNvSpPr>
            <p:nvPr/>
          </p:nvSpPr>
          <p:spPr bwMode="auto">
            <a:xfrm>
              <a:off x="1943" y="573"/>
              <a:ext cx="0" cy="99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39" name="Rectangle 15"/>
            <p:cNvSpPr>
              <a:spLocks noChangeArrowheads="1"/>
            </p:cNvSpPr>
            <p:nvPr/>
          </p:nvSpPr>
          <p:spPr bwMode="auto">
            <a:xfrm>
              <a:off x="1884" y="878"/>
              <a:ext cx="118" cy="354"/>
            </a:xfrm>
            <a:prstGeom prst="rect">
              <a:avLst/>
            </a:prstGeom>
            <a:solidFill>
              <a:srgbClr val="66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40" name="Text Box 16"/>
            <p:cNvSpPr txBox="1">
              <a:spLocks noChangeArrowheads="1"/>
            </p:cNvSpPr>
            <p:nvPr/>
          </p:nvSpPr>
          <p:spPr bwMode="auto">
            <a:xfrm>
              <a:off x="601" y="705"/>
              <a:ext cx="4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R</a:t>
              </a:r>
              <a:r>
                <a:rPr lang="en-US" altLang="zh-CN" b="1" baseline="-25000"/>
                <a:t>i</a:t>
              </a:r>
              <a:endParaRPr lang="en-US" altLang="zh-CN" b="1"/>
            </a:p>
          </p:txBody>
        </p:sp>
        <p:sp>
          <p:nvSpPr>
            <p:cNvPr id="180241" name="Rectangle 17"/>
            <p:cNvSpPr>
              <a:spLocks noChangeArrowheads="1"/>
            </p:cNvSpPr>
            <p:nvPr/>
          </p:nvSpPr>
          <p:spPr bwMode="auto">
            <a:xfrm>
              <a:off x="893" y="658"/>
              <a:ext cx="118" cy="354"/>
            </a:xfrm>
            <a:prstGeom prst="rect">
              <a:avLst/>
            </a:prstGeom>
            <a:solidFill>
              <a:srgbClr val="66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42" name="Oval 18"/>
            <p:cNvSpPr>
              <a:spLocks noChangeArrowheads="1"/>
            </p:cNvSpPr>
            <p:nvPr/>
          </p:nvSpPr>
          <p:spPr bwMode="auto">
            <a:xfrm>
              <a:off x="816" y="1181"/>
              <a:ext cx="272" cy="271"/>
            </a:xfrm>
            <a:prstGeom prst="ellipse">
              <a:avLst/>
            </a:prstGeom>
            <a:solidFill>
              <a:srgbClr val="66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43" name="Freeform 19"/>
            <p:cNvSpPr>
              <a:spLocks/>
            </p:cNvSpPr>
            <p:nvPr/>
          </p:nvSpPr>
          <p:spPr bwMode="auto">
            <a:xfrm>
              <a:off x="960" y="1188"/>
              <a:ext cx="1" cy="264"/>
            </a:xfrm>
            <a:custGeom>
              <a:avLst/>
              <a:gdLst>
                <a:gd name="T0" fmla="*/ 0 w 1"/>
                <a:gd name="T1" fmla="*/ 0 h 264"/>
                <a:gd name="T2" fmla="*/ 0 w 1"/>
                <a:gd name="T3" fmla="*/ 264 h 264"/>
              </a:gdLst>
              <a:ahLst/>
              <a:cxnLst>
                <a:cxn ang="0">
                  <a:pos x="T0" y="T1"/>
                </a:cxn>
                <a:cxn ang="0">
                  <a:pos x="T2" y="T3"/>
                </a:cxn>
              </a:cxnLst>
              <a:rect l="0" t="0" r="r" b="b"/>
              <a:pathLst>
                <a:path w="1" h="264">
                  <a:moveTo>
                    <a:pt x="0" y="0"/>
                  </a:moveTo>
                  <a:lnTo>
                    <a:pt x="0" y="264"/>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44" name="Oval 20"/>
            <p:cNvSpPr>
              <a:spLocks noChangeArrowheads="1"/>
            </p:cNvSpPr>
            <p:nvPr/>
          </p:nvSpPr>
          <p:spPr bwMode="auto">
            <a:xfrm>
              <a:off x="1914" y="526"/>
              <a:ext cx="59" cy="62"/>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45" name="Oval 21"/>
            <p:cNvSpPr>
              <a:spLocks noChangeArrowheads="1"/>
            </p:cNvSpPr>
            <p:nvPr/>
          </p:nvSpPr>
          <p:spPr bwMode="auto">
            <a:xfrm>
              <a:off x="1914" y="1540"/>
              <a:ext cx="59" cy="63"/>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46" name="Text Box 22"/>
            <p:cNvSpPr txBox="1">
              <a:spLocks noChangeArrowheads="1"/>
            </p:cNvSpPr>
            <p:nvPr/>
          </p:nvSpPr>
          <p:spPr bwMode="auto">
            <a:xfrm>
              <a:off x="1525" y="912"/>
              <a:ext cx="395"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b="1"/>
                <a:t>3</a:t>
              </a:r>
              <a:r>
                <a:rPr lang="en-US" altLang="zh-CN" b="1">
                  <a:sym typeface="Symbol" panose="05050102010706020507" pitchFamily="18" charset="2"/>
                </a:rPr>
                <a:t></a:t>
              </a:r>
            </a:p>
          </p:txBody>
        </p:sp>
        <p:sp>
          <p:nvSpPr>
            <p:cNvPr id="180247" name="Text Box 23"/>
            <p:cNvSpPr txBox="1">
              <a:spLocks noChangeArrowheads="1"/>
            </p:cNvSpPr>
            <p:nvPr/>
          </p:nvSpPr>
          <p:spPr bwMode="auto">
            <a:xfrm>
              <a:off x="1968" y="912"/>
              <a:ext cx="423"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b="1" i="1"/>
                <a:t>U</a:t>
              </a:r>
              <a:r>
                <a:rPr lang="en-US" altLang="zh-CN" b="1" i="1" baseline="-25000"/>
                <a:t>R</a:t>
              </a:r>
            </a:p>
          </p:txBody>
        </p:sp>
        <p:sp>
          <p:nvSpPr>
            <p:cNvPr id="180248" name="Text Box 24"/>
            <p:cNvSpPr txBox="1">
              <a:spLocks noChangeArrowheads="1"/>
            </p:cNvSpPr>
            <p:nvPr/>
          </p:nvSpPr>
          <p:spPr bwMode="auto">
            <a:xfrm>
              <a:off x="2054" y="1272"/>
              <a:ext cx="212"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a:latin typeface="黑体" panose="02010609060101010101" pitchFamily="49" charset="-122"/>
                  <a:ea typeface="黑体" panose="02010609060101010101" pitchFamily="49" charset="-122"/>
                </a:rPr>
                <a:t>-</a:t>
              </a:r>
            </a:p>
          </p:txBody>
        </p:sp>
        <p:sp>
          <p:nvSpPr>
            <p:cNvPr id="180249" name="Text Box 25"/>
            <p:cNvSpPr txBox="1">
              <a:spLocks noChangeArrowheads="1"/>
            </p:cNvSpPr>
            <p:nvPr/>
          </p:nvSpPr>
          <p:spPr bwMode="auto">
            <a:xfrm>
              <a:off x="2048" y="456"/>
              <a:ext cx="225"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tLang="zh-CN" b="1"/>
                <a:t>+</a:t>
              </a:r>
            </a:p>
          </p:txBody>
        </p:sp>
        <p:sp>
          <p:nvSpPr>
            <p:cNvPr id="180250" name="Text Box 26"/>
            <p:cNvSpPr txBox="1">
              <a:spLocks noChangeArrowheads="1"/>
            </p:cNvSpPr>
            <p:nvPr/>
          </p:nvSpPr>
          <p:spPr bwMode="auto">
            <a:xfrm>
              <a:off x="960" y="697"/>
              <a:ext cx="432"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b="1"/>
                <a:t>6</a:t>
              </a:r>
              <a:r>
                <a:rPr lang="en-US" altLang="zh-CN" b="1">
                  <a:sym typeface="Symbol" panose="05050102010706020507" pitchFamily="18" charset="2"/>
                </a:rPr>
                <a:t></a:t>
              </a:r>
            </a:p>
          </p:txBody>
        </p:sp>
        <p:sp>
          <p:nvSpPr>
            <p:cNvPr id="180251" name="Text Box 27"/>
            <p:cNvSpPr txBox="1">
              <a:spLocks noChangeArrowheads="1"/>
            </p:cNvSpPr>
            <p:nvPr/>
          </p:nvSpPr>
          <p:spPr bwMode="auto">
            <a:xfrm>
              <a:off x="1056" y="1177"/>
              <a:ext cx="395" cy="2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lang="en-US" altLang="zh-CN" b="1"/>
                <a:t>9V</a:t>
              </a:r>
              <a:endParaRPr lang="en-US" altLang="zh-CN" b="1">
                <a:sym typeface="Symbol" panose="05050102010706020507" pitchFamily="18" charset="2"/>
              </a:endParaRPr>
            </a:p>
          </p:txBody>
        </p:sp>
      </p:grpSp>
      <p:graphicFrame>
        <p:nvGraphicFramePr>
          <p:cNvPr id="180252" name="Object 28"/>
          <p:cNvGraphicFramePr>
            <a:graphicFrameLocks noChangeAspect="1"/>
          </p:cNvGraphicFramePr>
          <p:nvPr/>
        </p:nvGraphicFramePr>
        <p:xfrm>
          <a:off x="4327525" y="1066800"/>
          <a:ext cx="3143250" cy="1011238"/>
        </p:xfrm>
        <a:graphic>
          <a:graphicData uri="http://schemas.openxmlformats.org/presentationml/2006/ole">
            <mc:AlternateContent xmlns:mc="http://schemas.openxmlformats.org/markup-compatibility/2006">
              <mc:Choice xmlns:v="urn:schemas-microsoft-com:vml" Requires="v">
                <p:oleObj name="Equation" r:id="rId2" imgW="1257120" imgH="406080" progId="Equation.3">
                  <p:embed/>
                </p:oleObj>
              </mc:Choice>
              <mc:Fallback>
                <p:oleObj name="Equation" r:id="rId2" imgW="1257120" imgH="406080" progId="Equation.3">
                  <p:embed/>
                  <p:pic>
                    <p:nvPicPr>
                      <p:cNvPr id="180252"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7525" y="1066800"/>
                        <a:ext cx="3143250"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0253" name="Group 29"/>
          <p:cNvGrpSpPr>
            <a:grpSpLocks/>
          </p:cNvGrpSpPr>
          <p:nvPr/>
        </p:nvGrpSpPr>
        <p:grpSpPr bwMode="auto">
          <a:xfrm>
            <a:off x="381000" y="3581400"/>
            <a:ext cx="4343400" cy="2514600"/>
            <a:chOff x="240" y="2184"/>
            <a:chExt cx="2736" cy="1584"/>
          </a:xfrm>
        </p:grpSpPr>
        <p:sp>
          <p:nvSpPr>
            <p:cNvPr id="180254" name="Line 30"/>
            <p:cNvSpPr>
              <a:spLocks noChangeShapeType="1"/>
            </p:cNvSpPr>
            <p:nvPr/>
          </p:nvSpPr>
          <p:spPr bwMode="auto">
            <a:xfrm>
              <a:off x="1440" y="2520"/>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55" name="Text Box 31"/>
            <p:cNvSpPr txBox="1">
              <a:spLocks noChangeArrowheads="1"/>
            </p:cNvSpPr>
            <p:nvPr/>
          </p:nvSpPr>
          <p:spPr bwMode="auto">
            <a:xfrm>
              <a:off x="1008" y="2856"/>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r>
                <a:rPr lang="en-US" altLang="zh-CN" b="1">
                  <a:sym typeface="Symbol" panose="05050102010706020507" pitchFamily="18" charset="2"/>
                </a:rPr>
                <a:t></a:t>
              </a:r>
            </a:p>
          </p:txBody>
        </p:sp>
        <p:sp>
          <p:nvSpPr>
            <p:cNvPr id="180256" name="Text Box 32"/>
            <p:cNvSpPr txBox="1">
              <a:spLocks noChangeArrowheads="1"/>
            </p:cNvSpPr>
            <p:nvPr/>
          </p:nvSpPr>
          <p:spPr bwMode="auto">
            <a:xfrm>
              <a:off x="2112" y="2856"/>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r>
                <a:rPr lang="en-US" altLang="zh-CN" b="1">
                  <a:sym typeface="Symbol" panose="05050102010706020507" pitchFamily="18" charset="2"/>
                </a:rPr>
                <a:t></a:t>
              </a:r>
            </a:p>
          </p:txBody>
        </p:sp>
        <p:sp>
          <p:nvSpPr>
            <p:cNvPr id="180257" name="Rectangle 33"/>
            <p:cNvSpPr>
              <a:spLocks noChangeArrowheads="1"/>
            </p:cNvSpPr>
            <p:nvPr/>
          </p:nvSpPr>
          <p:spPr bwMode="auto">
            <a:xfrm>
              <a:off x="816" y="2455"/>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58" name="Text Box 34"/>
            <p:cNvSpPr txBox="1">
              <a:spLocks noChangeArrowheads="1"/>
            </p:cNvSpPr>
            <p:nvPr/>
          </p:nvSpPr>
          <p:spPr bwMode="auto">
            <a:xfrm>
              <a:off x="768" y="2184"/>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a:sym typeface="Symbol" panose="05050102010706020507" pitchFamily="18" charset="2"/>
                </a:rPr>
                <a:t></a:t>
              </a:r>
            </a:p>
          </p:txBody>
        </p:sp>
        <p:sp>
          <p:nvSpPr>
            <p:cNvPr id="180259" name="Line 35"/>
            <p:cNvSpPr>
              <a:spLocks noChangeShapeType="1"/>
            </p:cNvSpPr>
            <p:nvPr/>
          </p:nvSpPr>
          <p:spPr bwMode="auto">
            <a:xfrm>
              <a:off x="1584" y="2616"/>
              <a:ext cx="0" cy="384"/>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60" name="Text Box 36"/>
            <p:cNvSpPr txBox="1">
              <a:spLocks noChangeArrowheads="1"/>
            </p:cNvSpPr>
            <p:nvPr/>
          </p:nvSpPr>
          <p:spPr bwMode="auto">
            <a:xfrm>
              <a:off x="1584" y="266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endParaRPr lang="en-US" altLang="zh-CN" b="1"/>
            </a:p>
          </p:txBody>
        </p:sp>
        <p:sp>
          <p:nvSpPr>
            <p:cNvPr id="180261" name="Text Box 37"/>
            <p:cNvSpPr txBox="1">
              <a:spLocks noChangeArrowheads="1"/>
            </p:cNvSpPr>
            <p:nvPr/>
          </p:nvSpPr>
          <p:spPr bwMode="auto">
            <a:xfrm>
              <a:off x="384" y="256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62" name="Text Box 38"/>
            <p:cNvSpPr txBox="1">
              <a:spLocks noChangeArrowheads="1"/>
            </p:cNvSpPr>
            <p:nvPr/>
          </p:nvSpPr>
          <p:spPr bwMode="auto">
            <a:xfrm>
              <a:off x="384" y="30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63" name="Text Box 39"/>
            <p:cNvSpPr txBox="1">
              <a:spLocks noChangeArrowheads="1"/>
            </p:cNvSpPr>
            <p:nvPr/>
          </p:nvSpPr>
          <p:spPr bwMode="auto">
            <a:xfrm>
              <a:off x="528" y="285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9V</a:t>
              </a:r>
            </a:p>
          </p:txBody>
        </p:sp>
        <p:sp>
          <p:nvSpPr>
            <p:cNvPr id="180264" name="Text Box 40"/>
            <p:cNvSpPr txBox="1">
              <a:spLocks noChangeArrowheads="1"/>
            </p:cNvSpPr>
            <p:nvPr/>
          </p:nvSpPr>
          <p:spPr bwMode="auto">
            <a:xfrm>
              <a:off x="2592" y="2520"/>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65" name="Text Box 41"/>
            <p:cNvSpPr txBox="1">
              <a:spLocks noChangeArrowheads="1"/>
            </p:cNvSpPr>
            <p:nvPr/>
          </p:nvSpPr>
          <p:spPr bwMode="auto">
            <a:xfrm>
              <a:off x="2592" y="31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66" name="Text Box 42"/>
            <p:cNvSpPr txBox="1">
              <a:spLocks noChangeArrowheads="1"/>
            </p:cNvSpPr>
            <p:nvPr/>
          </p:nvSpPr>
          <p:spPr bwMode="auto">
            <a:xfrm>
              <a:off x="2592" y="285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i="1" baseline="-25000"/>
                <a:t>R</a:t>
              </a:r>
              <a:endParaRPr lang="en-US" altLang="zh-CN" b="1" i="1"/>
            </a:p>
          </p:txBody>
        </p:sp>
        <p:sp>
          <p:nvSpPr>
            <p:cNvPr id="180267" name="Text Box 43"/>
            <p:cNvSpPr txBox="1">
              <a:spLocks noChangeArrowheads="1"/>
            </p:cNvSpPr>
            <p:nvPr/>
          </p:nvSpPr>
          <p:spPr bwMode="auto">
            <a:xfrm>
              <a:off x="2400" y="2184"/>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80268" name="Text Box 44"/>
            <p:cNvSpPr txBox="1">
              <a:spLocks noChangeArrowheads="1"/>
            </p:cNvSpPr>
            <p:nvPr/>
          </p:nvSpPr>
          <p:spPr bwMode="auto">
            <a:xfrm>
              <a:off x="2400" y="3480"/>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endParaRPr lang="en-US" altLang="zh-CN" b="1"/>
            </a:p>
          </p:txBody>
        </p:sp>
        <p:sp>
          <p:nvSpPr>
            <p:cNvPr id="180269" name="Line 45"/>
            <p:cNvSpPr>
              <a:spLocks noChangeShapeType="1"/>
            </p:cNvSpPr>
            <p:nvPr/>
          </p:nvSpPr>
          <p:spPr bwMode="auto">
            <a:xfrm>
              <a:off x="1824" y="2520"/>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70" name="Text Box 46"/>
            <p:cNvSpPr txBox="1">
              <a:spLocks noChangeArrowheads="1"/>
            </p:cNvSpPr>
            <p:nvPr/>
          </p:nvSpPr>
          <p:spPr bwMode="auto">
            <a:xfrm>
              <a:off x="2112" y="228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71" name="Text Box 47"/>
            <p:cNvSpPr txBox="1">
              <a:spLocks noChangeArrowheads="1"/>
            </p:cNvSpPr>
            <p:nvPr/>
          </p:nvSpPr>
          <p:spPr bwMode="auto">
            <a:xfrm>
              <a:off x="1632" y="228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72" name="Text Box 48"/>
            <p:cNvSpPr txBox="1">
              <a:spLocks noChangeArrowheads="1"/>
            </p:cNvSpPr>
            <p:nvPr/>
          </p:nvSpPr>
          <p:spPr bwMode="auto">
            <a:xfrm>
              <a:off x="1824" y="218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i="1"/>
                <a:t>I</a:t>
              </a:r>
              <a:endParaRPr lang="en-US" altLang="zh-CN" b="1"/>
            </a:p>
          </p:txBody>
        </p:sp>
        <p:sp>
          <p:nvSpPr>
            <p:cNvPr id="180273" name="AutoShape 49"/>
            <p:cNvSpPr>
              <a:spLocks noChangeArrowheads="1"/>
            </p:cNvSpPr>
            <p:nvPr/>
          </p:nvSpPr>
          <p:spPr bwMode="auto">
            <a:xfrm>
              <a:off x="1824" y="2424"/>
              <a:ext cx="336" cy="192"/>
            </a:xfrm>
            <a:prstGeom prst="diamond">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74" name="Line 50"/>
            <p:cNvSpPr>
              <a:spLocks noChangeShapeType="1"/>
            </p:cNvSpPr>
            <p:nvPr/>
          </p:nvSpPr>
          <p:spPr bwMode="auto">
            <a:xfrm>
              <a:off x="384" y="2520"/>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75" name="Line 51"/>
            <p:cNvSpPr>
              <a:spLocks noChangeShapeType="1"/>
            </p:cNvSpPr>
            <p:nvPr/>
          </p:nvSpPr>
          <p:spPr bwMode="auto">
            <a:xfrm>
              <a:off x="1104" y="2520"/>
              <a:ext cx="1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76" name="Line 52"/>
            <p:cNvSpPr>
              <a:spLocks noChangeShapeType="1"/>
            </p:cNvSpPr>
            <p:nvPr/>
          </p:nvSpPr>
          <p:spPr bwMode="auto">
            <a:xfrm>
              <a:off x="384" y="3480"/>
              <a:ext cx="21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77" name="Oval 53"/>
            <p:cNvSpPr>
              <a:spLocks noChangeArrowheads="1"/>
            </p:cNvSpPr>
            <p:nvPr/>
          </p:nvSpPr>
          <p:spPr bwMode="auto">
            <a:xfrm>
              <a:off x="240" y="2856"/>
              <a:ext cx="295" cy="295"/>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78" name="Line 54"/>
            <p:cNvSpPr>
              <a:spLocks noChangeShapeType="1"/>
            </p:cNvSpPr>
            <p:nvPr/>
          </p:nvSpPr>
          <p:spPr bwMode="auto">
            <a:xfrm flipV="1">
              <a:off x="384" y="2520"/>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79" name="Rectangle 55"/>
            <p:cNvSpPr>
              <a:spLocks noChangeArrowheads="1"/>
            </p:cNvSpPr>
            <p:nvPr/>
          </p:nvSpPr>
          <p:spPr bwMode="auto">
            <a:xfrm rot="5400000">
              <a:off x="1284" y="2947"/>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80" name="Rectangle 56"/>
            <p:cNvSpPr>
              <a:spLocks noChangeArrowheads="1"/>
            </p:cNvSpPr>
            <p:nvPr/>
          </p:nvSpPr>
          <p:spPr bwMode="auto">
            <a:xfrm rot="5400000">
              <a:off x="2340" y="2947"/>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81" name="Line 57"/>
            <p:cNvSpPr>
              <a:spLocks noChangeShapeType="1"/>
            </p:cNvSpPr>
            <p:nvPr/>
          </p:nvSpPr>
          <p:spPr bwMode="auto">
            <a:xfrm>
              <a:off x="2496" y="3144"/>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82" name="Line 58"/>
            <p:cNvSpPr>
              <a:spLocks noChangeShapeType="1"/>
            </p:cNvSpPr>
            <p:nvPr/>
          </p:nvSpPr>
          <p:spPr bwMode="auto">
            <a:xfrm>
              <a:off x="2496" y="2520"/>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0283" name="Group 59"/>
          <p:cNvGrpSpPr>
            <a:grpSpLocks/>
          </p:cNvGrpSpPr>
          <p:nvPr/>
        </p:nvGrpSpPr>
        <p:grpSpPr bwMode="auto">
          <a:xfrm>
            <a:off x="5410200" y="3638550"/>
            <a:ext cx="3733800" cy="2514600"/>
            <a:chOff x="3312" y="2184"/>
            <a:chExt cx="2352" cy="1584"/>
          </a:xfrm>
        </p:grpSpPr>
        <p:sp>
          <p:nvSpPr>
            <p:cNvPr id="180284" name="AutoShape 60"/>
            <p:cNvSpPr>
              <a:spLocks noChangeArrowheads="1"/>
            </p:cNvSpPr>
            <p:nvPr/>
          </p:nvSpPr>
          <p:spPr bwMode="auto">
            <a:xfrm>
              <a:off x="4512" y="2424"/>
              <a:ext cx="336" cy="192"/>
            </a:xfrm>
            <a:prstGeom prst="diamond">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85" name="Line 61"/>
            <p:cNvSpPr>
              <a:spLocks noChangeShapeType="1"/>
            </p:cNvSpPr>
            <p:nvPr/>
          </p:nvSpPr>
          <p:spPr bwMode="auto">
            <a:xfrm>
              <a:off x="3792" y="2520"/>
              <a:ext cx="1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86" name="Text Box 62"/>
            <p:cNvSpPr txBox="1">
              <a:spLocks noChangeArrowheads="1"/>
            </p:cNvSpPr>
            <p:nvPr/>
          </p:nvSpPr>
          <p:spPr bwMode="auto">
            <a:xfrm>
              <a:off x="4800" y="2856"/>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r>
                <a:rPr lang="en-US" altLang="zh-CN" b="1">
                  <a:sym typeface="Symbol" panose="05050102010706020507" pitchFamily="18" charset="2"/>
                </a:rPr>
                <a:t></a:t>
              </a:r>
            </a:p>
          </p:txBody>
        </p:sp>
        <p:sp>
          <p:nvSpPr>
            <p:cNvPr id="180287" name="Rectangle 63"/>
            <p:cNvSpPr>
              <a:spLocks noChangeArrowheads="1"/>
            </p:cNvSpPr>
            <p:nvPr/>
          </p:nvSpPr>
          <p:spPr bwMode="auto">
            <a:xfrm>
              <a:off x="3881" y="2455"/>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88" name="Text Box 64"/>
            <p:cNvSpPr txBox="1">
              <a:spLocks noChangeArrowheads="1"/>
            </p:cNvSpPr>
            <p:nvPr/>
          </p:nvSpPr>
          <p:spPr bwMode="auto">
            <a:xfrm>
              <a:off x="3888" y="2184"/>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2</a:t>
              </a:r>
              <a:r>
                <a:rPr lang="en-US" altLang="zh-CN" b="1">
                  <a:sym typeface="Symbol" panose="05050102010706020507" pitchFamily="18" charset="2"/>
                </a:rPr>
                <a:t></a:t>
              </a:r>
            </a:p>
          </p:txBody>
        </p:sp>
        <p:sp>
          <p:nvSpPr>
            <p:cNvPr id="180289" name="Text Box 65"/>
            <p:cNvSpPr txBox="1">
              <a:spLocks noChangeArrowheads="1"/>
            </p:cNvSpPr>
            <p:nvPr/>
          </p:nvSpPr>
          <p:spPr bwMode="auto">
            <a:xfrm>
              <a:off x="3456" y="256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90" name="Text Box 66"/>
            <p:cNvSpPr txBox="1">
              <a:spLocks noChangeArrowheads="1"/>
            </p:cNvSpPr>
            <p:nvPr/>
          </p:nvSpPr>
          <p:spPr bwMode="auto">
            <a:xfrm>
              <a:off x="3456" y="309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91" name="Text Box 67"/>
            <p:cNvSpPr txBox="1">
              <a:spLocks noChangeArrowheads="1"/>
            </p:cNvSpPr>
            <p:nvPr/>
          </p:nvSpPr>
          <p:spPr bwMode="auto">
            <a:xfrm>
              <a:off x="3600" y="285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3V</a:t>
              </a:r>
            </a:p>
          </p:txBody>
        </p:sp>
        <p:sp>
          <p:nvSpPr>
            <p:cNvPr id="180292" name="Text Box 68"/>
            <p:cNvSpPr txBox="1">
              <a:spLocks noChangeArrowheads="1"/>
            </p:cNvSpPr>
            <p:nvPr/>
          </p:nvSpPr>
          <p:spPr bwMode="auto">
            <a:xfrm>
              <a:off x="5280" y="2520"/>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93" name="Text Box 69"/>
            <p:cNvSpPr txBox="1">
              <a:spLocks noChangeArrowheads="1"/>
            </p:cNvSpPr>
            <p:nvPr/>
          </p:nvSpPr>
          <p:spPr bwMode="auto">
            <a:xfrm>
              <a:off x="5280" y="31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94" name="Text Box 70"/>
            <p:cNvSpPr txBox="1">
              <a:spLocks noChangeArrowheads="1"/>
            </p:cNvSpPr>
            <p:nvPr/>
          </p:nvSpPr>
          <p:spPr bwMode="auto">
            <a:xfrm>
              <a:off x="5280" y="285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i="1" baseline="-25000"/>
                <a:t>R</a:t>
              </a:r>
              <a:endParaRPr lang="en-US" altLang="zh-CN" b="1" i="1"/>
            </a:p>
          </p:txBody>
        </p:sp>
        <p:sp>
          <p:nvSpPr>
            <p:cNvPr id="180295" name="Text Box 71"/>
            <p:cNvSpPr txBox="1">
              <a:spLocks noChangeArrowheads="1"/>
            </p:cNvSpPr>
            <p:nvPr/>
          </p:nvSpPr>
          <p:spPr bwMode="auto">
            <a:xfrm>
              <a:off x="5088" y="2184"/>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a</a:t>
              </a:r>
              <a:endParaRPr lang="en-US" altLang="zh-CN" b="1"/>
            </a:p>
          </p:txBody>
        </p:sp>
        <p:sp>
          <p:nvSpPr>
            <p:cNvPr id="180296" name="Text Box 72"/>
            <p:cNvSpPr txBox="1">
              <a:spLocks noChangeArrowheads="1"/>
            </p:cNvSpPr>
            <p:nvPr/>
          </p:nvSpPr>
          <p:spPr bwMode="auto">
            <a:xfrm>
              <a:off x="5088" y="3480"/>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FF"/>
                  </a:solidFill>
                </a:rPr>
                <a:t>b</a:t>
              </a:r>
              <a:endParaRPr lang="en-US" altLang="zh-CN" b="1"/>
            </a:p>
          </p:txBody>
        </p:sp>
        <p:sp>
          <p:nvSpPr>
            <p:cNvPr id="180297" name="Line 73"/>
            <p:cNvSpPr>
              <a:spLocks noChangeShapeType="1"/>
            </p:cNvSpPr>
            <p:nvPr/>
          </p:nvSpPr>
          <p:spPr bwMode="auto">
            <a:xfrm>
              <a:off x="4512" y="2520"/>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298" name="Text Box 74"/>
            <p:cNvSpPr txBox="1">
              <a:spLocks noChangeArrowheads="1"/>
            </p:cNvSpPr>
            <p:nvPr/>
          </p:nvSpPr>
          <p:spPr bwMode="auto">
            <a:xfrm>
              <a:off x="4800" y="228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299" name="Text Box 75"/>
            <p:cNvSpPr txBox="1">
              <a:spLocks noChangeArrowheads="1"/>
            </p:cNvSpPr>
            <p:nvPr/>
          </p:nvSpPr>
          <p:spPr bwMode="auto">
            <a:xfrm>
              <a:off x="4320" y="228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80300" name="Text Box 76"/>
            <p:cNvSpPr txBox="1">
              <a:spLocks noChangeArrowheads="1"/>
            </p:cNvSpPr>
            <p:nvPr/>
          </p:nvSpPr>
          <p:spPr bwMode="auto">
            <a:xfrm>
              <a:off x="4512" y="218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r>
                <a:rPr lang="en-US" altLang="zh-CN" b="1" i="1"/>
                <a:t>I</a:t>
              </a:r>
              <a:endParaRPr lang="en-US" altLang="zh-CN" b="1"/>
            </a:p>
          </p:txBody>
        </p:sp>
        <p:sp>
          <p:nvSpPr>
            <p:cNvPr id="180301" name="Line 77"/>
            <p:cNvSpPr>
              <a:spLocks noChangeShapeType="1"/>
            </p:cNvSpPr>
            <p:nvPr/>
          </p:nvSpPr>
          <p:spPr bwMode="auto">
            <a:xfrm>
              <a:off x="3456" y="2520"/>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302" name="Line 78"/>
            <p:cNvSpPr>
              <a:spLocks noChangeShapeType="1"/>
            </p:cNvSpPr>
            <p:nvPr/>
          </p:nvSpPr>
          <p:spPr bwMode="auto">
            <a:xfrm>
              <a:off x="3456" y="3480"/>
              <a:ext cx="17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303" name="Oval 79"/>
            <p:cNvSpPr>
              <a:spLocks noChangeArrowheads="1"/>
            </p:cNvSpPr>
            <p:nvPr/>
          </p:nvSpPr>
          <p:spPr bwMode="auto">
            <a:xfrm>
              <a:off x="3312" y="2856"/>
              <a:ext cx="295" cy="295"/>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304" name="Line 80"/>
            <p:cNvSpPr>
              <a:spLocks noChangeShapeType="1"/>
            </p:cNvSpPr>
            <p:nvPr/>
          </p:nvSpPr>
          <p:spPr bwMode="auto">
            <a:xfrm flipV="1">
              <a:off x="3456" y="2520"/>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305" name="Rectangle 81"/>
            <p:cNvSpPr>
              <a:spLocks noChangeArrowheads="1"/>
            </p:cNvSpPr>
            <p:nvPr/>
          </p:nvSpPr>
          <p:spPr bwMode="auto">
            <a:xfrm rot="5400000">
              <a:off x="5028" y="2947"/>
              <a:ext cx="295" cy="113"/>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306" name="Line 82"/>
            <p:cNvSpPr>
              <a:spLocks noChangeShapeType="1"/>
            </p:cNvSpPr>
            <p:nvPr/>
          </p:nvSpPr>
          <p:spPr bwMode="auto">
            <a:xfrm>
              <a:off x="5184" y="3144"/>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307" name="Line 83"/>
            <p:cNvSpPr>
              <a:spLocks noChangeShapeType="1"/>
            </p:cNvSpPr>
            <p:nvPr/>
          </p:nvSpPr>
          <p:spPr bwMode="auto">
            <a:xfrm>
              <a:off x="5184" y="2520"/>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0308" name="AutoShape 84"/>
          <p:cNvSpPr>
            <a:spLocks noChangeArrowheads="1"/>
          </p:cNvSpPr>
          <p:nvPr/>
        </p:nvSpPr>
        <p:spPr bwMode="auto">
          <a:xfrm>
            <a:off x="4648200" y="4533900"/>
            <a:ext cx="304800" cy="381000"/>
          </a:xfrm>
          <a:prstGeom prst="rightArrow">
            <a:avLst>
              <a:gd name="adj1" fmla="val 50000"/>
              <a:gd name="adj2" fmla="val 25000"/>
            </a:avLst>
          </a:prstGeom>
          <a:solidFill>
            <a:schemeClr val="accent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80309" name="Text Box 85"/>
          <p:cNvSpPr txBox="1">
            <a:spLocks noChangeArrowheads="1"/>
          </p:cNvSpPr>
          <p:nvPr/>
        </p:nvSpPr>
        <p:spPr bwMode="auto">
          <a:xfrm>
            <a:off x="366713" y="3070225"/>
            <a:ext cx="7380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spcBef>
                <a:spcPct val="50000"/>
              </a:spcBef>
              <a:buClr>
                <a:schemeClr val="accent2"/>
              </a:buClr>
              <a:buSzPct val="75000"/>
              <a:buFont typeface="Monotype Sorts" pitchFamily="2" charset="2"/>
              <a:buNone/>
            </a:pPr>
            <a:r>
              <a:rPr kumimoji="0" lang="zh-CN" altLang="en-US" b="1">
                <a:solidFill>
                  <a:srgbClr val="0000FF"/>
                </a:solidFill>
              </a:rPr>
              <a:t>下图电路经戴维南等效变换后将难于继续进行计算。  </a:t>
            </a:r>
          </a:p>
        </p:txBody>
      </p:sp>
      <p:sp>
        <p:nvSpPr>
          <p:cNvPr id="180310" name="Rectangle 86"/>
          <p:cNvSpPr>
            <a:spLocks noChangeArrowheads="1"/>
          </p:cNvSpPr>
          <p:nvPr/>
        </p:nvSpPr>
        <p:spPr bwMode="auto">
          <a:xfrm>
            <a:off x="247650" y="3562350"/>
            <a:ext cx="2190750" cy="2495550"/>
          </a:xfrm>
          <a:prstGeom prst="rect">
            <a:avLst/>
          </a:prstGeom>
          <a:noFill/>
          <a:ln w="1905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spcBef>
                <a:spcPct val="50000"/>
              </a:spcBef>
              <a:buClr>
                <a:schemeClr val="accent2"/>
              </a:buClr>
              <a:buSzPct val="75000"/>
              <a:buFont typeface="Monotype Sorts" pitchFamily="2" charset="2"/>
              <a:buNone/>
            </a:pPr>
            <a:endParaRPr kumimoji="0" lang="zh-CN" altLang="zh-CN" b="1">
              <a:solidFill>
                <a:srgbClr val="0000FF"/>
              </a:solidFill>
              <a:ea typeface="楷体_GB2312" pitchFamily="49" charset="-122"/>
            </a:endParaRPr>
          </a:p>
        </p:txBody>
      </p:sp>
      <p:sp>
        <p:nvSpPr>
          <p:cNvPr id="180311" name="Rectangle 87"/>
          <p:cNvSpPr>
            <a:spLocks noChangeArrowheads="1"/>
          </p:cNvSpPr>
          <p:nvPr/>
        </p:nvSpPr>
        <p:spPr bwMode="auto">
          <a:xfrm>
            <a:off x="5276850" y="3657600"/>
            <a:ext cx="1790700" cy="2400300"/>
          </a:xfrm>
          <a:prstGeom prst="rect">
            <a:avLst/>
          </a:prstGeom>
          <a:noFill/>
          <a:ln w="1905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80312" name="Text Box 88"/>
          <p:cNvSpPr txBox="1">
            <a:spLocks noChangeArrowheads="1"/>
          </p:cNvSpPr>
          <p:nvPr/>
        </p:nvSpPr>
        <p:spPr bwMode="auto">
          <a:xfrm>
            <a:off x="6154738" y="5037138"/>
            <a:ext cx="1712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a:spcBef>
                <a:spcPct val="50000"/>
              </a:spcBef>
              <a:buClr>
                <a:schemeClr val="accent2"/>
              </a:buClr>
              <a:buSzPct val="75000"/>
              <a:buFont typeface="Monotype Sorts" pitchFamily="2" charset="2"/>
              <a:buNone/>
            </a:pPr>
            <a:r>
              <a:rPr kumimoji="0" lang="zh-CN" altLang="en-US" b="1">
                <a:solidFill>
                  <a:srgbClr val="FF3300"/>
                </a:solidFill>
                <a:ea typeface="楷体_GB2312" pitchFamily="49" charset="-122"/>
              </a:rPr>
              <a:t>控制量呢？</a:t>
            </a:r>
          </a:p>
        </p:txBody>
      </p:sp>
    </p:spTree>
    <p:extLst>
      <p:ext uri="{BB962C8B-B14F-4D97-AF65-F5344CB8AC3E}">
        <p14:creationId xmlns:p14="http://schemas.microsoft.com/office/powerpoint/2010/main" val="20944560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80227"/>
                                        </p:tgtEl>
                                        <p:attrNameLst>
                                          <p:attrName>style.visibility</p:attrName>
                                        </p:attrNameLst>
                                      </p:cBhvr>
                                      <p:to>
                                        <p:strVal val="visible"/>
                                      </p:to>
                                    </p:set>
                                    <p:animEffect transition="in" filter="dissolve">
                                      <p:cBhvr>
                                        <p:cTn id="7" dur="500"/>
                                        <p:tgtEl>
                                          <p:spTgt spid="1802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0252"/>
                                        </p:tgtEl>
                                        <p:attrNameLst>
                                          <p:attrName>style.visibility</p:attrName>
                                        </p:attrNameLst>
                                      </p:cBhvr>
                                      <p:to>
                                        <p:strVal val="visible"/>
                                      </p:to>
                                    </p:set>
                                    <p:animEffect transition="in" filter="wipe(left)">
                                      <p:cBhvr>
                                        <p:cTn id="12" dur="500"/>
                                        <p:tgtEl>
                                          <p:spTgt spid="1802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80309"/>
                                        </p:tgtEl>
                                        <p:attrNameLst>
                                          <p:attrName>style.visibility</p:attrName>
                                        </p:attrNameLst>
                                      </p:cBhvr>
                                      <p:to>
                                        <p:strVal val="visible"/>
                                      </p:to>
                                    </p:set>
                                    <p:anim calcmode="lin" valueType="num">
                                      <p:cBhvr additive="base">
                                        <p:cTn id="17" dur="500" fill="hold"/>
                                        <p:tgtEl>
                                          <p:spTgt spid="180309"/>
                                        </p:tgtEl>
                                        <p:attrNameLst>
                                          <p:attrName>ppt_x</p:attrName>
                                        </p:attrNameLst>
                                      </p:cBhvr>
                                      <p:tavLst>
                                        <p:tav tm="0">
                                          <p:val>
                                            <p:strVal val="0-#ppt_w/2"/>
                                          </p:val>
                                        </p:tav>
                                        <p:tav tm="100000">
                                          <p:val>
                                            <p:strVal val="#ppt_x"/>
                                          </p:val>
                                        </p:tav>
                                      </p:tavLst>
                                    </p:anim>
                                    <p:anim calcmode="lin" valueType="num">
                                      <p:cBhvr additive="base">
                                        <p:cTn id="18" dur="500" fill="hold"/>
                                        <p:tgtEl>
                                          <p:spTgt spid="18030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180253"/>
                                        </p:tgtEl>
                                        <p:attrNameLst>
                                          <p:attrName>style.visibility</p:attrName>
                                        </p:attrNameLst>
                                      </p:cBhvr>
                                      <p:to>
                                        <p:strVal val="visible"/>
                                      </p:to>
                                    </p:set>
                                    <p:animEffect transition="in" filter="dissolve">
                                      <p:cBhvr>
                                        <p:cTn id="23" dur="500"/>
                                        <p:tgtEl>
                                          <p:spTgt spid="180253"/>
                                        </p:tgtEl>
                                      </p:cBhvr>
                                    </p:animEffect>
                                  </p:childTnLst>
                                </p:cTn>
                              </p:par>
                            </p:childTnLst>
                          </p:cTn>
                        </p:par>
                        <p:par>
                          <p:cTn id="24" fill="hold" nodeType="afterGroup">
                            <p:stCondLst>
                              <p:cond delay="500"/>
                            </p:stCondLst>
                            <p:childTnLst>
                              <p:par>
                                <p:cTn id="25" presetID="2" presetClass="entr" presetSubtype="8" fill="hold" grpId="0" nodeType="afterEffect">
                                  <p:stCondLst>
                                    <p:cond delay="0"/>
                                  </p:stCondLst>
                                  <p:childTnLst>
                                    <p:set>
                                      <p:cBhvr>
                                        <p:cTn id="26" dur="1" fill="hold">
                                          <p:stCondLst>
                                            <p:cond delay="0"/>
                                          </p:stCondLst>
                                        </p:cTn>
                                        <p:tgtEl>
                                          <p:spTgt spid="180310"/>
                                        </p:tgtEl>
                                        <p:attrNameLst>
                                          <p:attrName>style.visibility</p:attrName>
                                        </p:attrNameLst>
                                      </p:cBhvr>
                                      <p:to>
                                        <p:strVal val="visible"/>
                                      </p:to>
                                    </p:set>
                                    <p:anim calcmode="lin" valueType="num">
                                      <p:cBhvr additive="base">
                                        <p:cTn id="27" dur="500" fill="hold"/>
                                        <p:tgtEl>
                                          <p:spTgt spid="180310"/>
                                        </p:tgtEl>
                                        <p:attrNameLst>
                                          <p:attrName>ppt_x</p:attrName>
                                        </p:attrNameLst>
                                      </p:cBhvr>
                                      <p:tavLst>
                                        <p:tav tm="0">
                                          <p:val>
                                            <p:strVal val="0-#ppt_w/2"/>
                                          </p:val>
                                        </p:tav>
                                        <p:tav tm="100000">
                                          <p:val>
                                            <p:strVal val="#ppt_x"/>
                                          </p:val>
                                        </p:tav>
                                      </p:tavLst>
                                    </p:anim>
                                    <p:anim calcmode="lin" valueType="num">
                                      <p:cBhvr additive="base">
                                        <p:cTn id="28" dur="500" fill="hold"/>
                                        <p:tgtEl>
                                          <p:spTgt spid="180310"/>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180308"/>
                                        </p:tgtEl>
                                        <p:attrNameLst>
                                          <p:attrName>style.visibility</p:attrName>
                                        </p:attrNameLst>
                                      </p:cBhvr>
                                      <p:to>
                                        <p:strVal val="visible"/>
                                      </p:to>
                                    </p:set>
                                    <p:animEffect transition="in" filter="dissolve">
                                      <p:cBhvr>
                                        <p:cTn id="33" dur="500"/>
                                        <p:tgtEl>
                                          <p:spTgt spid="18030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180283"/>
                                        </p:tgtEl>
                                        <p:attrNameLst>
                                          <p:attrName>style.visibility</p:attrName>
                                        </p:attrNameLst>
                                      </p:cBhvr>
                                      <p:to>
                                        <p:strVal val="visible"/>
                                      </p:to>
                                    </p:set>
                                    <p:animEffect transition="in" filter="dissolve">
                                      <p:cBhvr>
                                        <p:cTn id="38" dur="500"/>
                                        <p:tgtEl>
                                          <p:spTgt spid="180283"/>
                                        </p:tgtEl>
                                      </p:cBhvr>
                                    </p:animEffect>
                                  </p:childTnLst>
                                </p:cTn>
                              </p:par>
                            </p:childTnLst>
                          </p:cTn>
                        </p:par>
                        <p:par>
                          <p:cTn id="39" fill="hold" nodeType="afterGroup">
                            <p:stCondLst>
                              <p:cond delay="500"/>
                            </p:stCondLst>
                            <p:childTnLst>
                              <p:par>
                                <p:cTn id="40" presetID="2" presetClass="entr" presetSubtype="2" fill="hold" nodeType="afterEffect">
                                  <p:stCondLst>
                                    <p:cond delay="0"/>
                                  </p:stCondLst>
                                  <p:childTnLst>
                                    <p:set>
                                      <p:cBhvr>
                                        <p:cTn id="41" dur="1" fill="hold">
                                          <p:stCondLst>
                                            <p:cond delay="0"/>
                                          </p:stCondLst>
                                        </p:cTn>
                                        <p:tgtEl>
                                          <p:spTgt spid="180311"/>
                                        </p:tgtEl>
                                        <p:attrNameLst>
                                          <p:attrName>style.visibility</p:attrName>
                                        </p:attrNameLst>
                                      </p:cBhvr>
                                      <p:to>
                                        <p:strVal val="visible"/>
                                      </p:to>
                                    </p:set>
                                    <p:anim calcmode="lin" valueType="num">
                                      <p:cBhvr additive="base">
                                        <p:cTn id="42" dur="500" fill="hold"/>
                                        <p:tgtEl>
                                          <p:spTgt spid="180311"/>
                                        </p:tgtEl>
                                        <p:attrNameLst>
                                          <p:attrName>ppt_x</p:attrName>
                                        </p:attrNameLst>
                                      </p:cBhvr>
                                      <p:tavLst>
                                        <p:tav tm="0">
                                          <p:val>
                                            <p:strVal val="1+#ppt_w/2"/>
                                          </p:val>
                                        </p:tav>
                                        <p:tav tm="100000">
                                          <p:val>
                                            <p:strVal val="#ppt_x"/>
                                          </p:val>
                                        </p:tav>
                                      </p:tavLst>
                                    </p:anim>
                                    <p:anim calcmode="lin" valueType="num">
                                      <p:cBhvr additive="base">
                                        <p:cTn id="43" dur="500" fill="hold"/>
                                        <p:tgtEl>
                                          <p:spTgt spid="180311"/>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80312">
                                            <p:txEl>
                                              <p:pRg st="0" end="0"/>
                                            </p:txEl>
                                          </p:spTgt>
                                        </p:tgtEl>
                                        <p:attrNameLst>
                                          <p:attrName>style.visibility</p:attrName>
                                        </p:attrNameLst>
                                      </p:cBhvr>
                                      <p:to>
                                        <p:strVal val="visible"/>
                                      </p:to>
                                    </p:set>
                                    <p:animEffect transition="in" filter="wipe(left)">
                                      <p:cBhvr>
                                        <p:cTn id="48" dur="500"/>
                                        <p:tgtEl>
                                          <p:spTgt spid="1803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309" grpId="0" autoUpdateAnimBg="0"/>
      <p:bldP spid="180310" grpId="0" animBg="1" autoUpdateAnimBg="0"/>
      <p:bldP spid="180312" grpId="0" build="p"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40665" y="459740"/>
            <a:ext cx="8334375" cy="50292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p:cNvSpPr txBox="1">
            <a:spLocks noChangeArrowheads="1"/>
          </p:cNvSpPr>
          <p:nvPr/>
        </p:nvSpPr>
        <p:spPr bwMode="auto">
          <a:xfrm>
            <a:off x="943927" y="354214"/>
            <a:ext cx="777811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wrap="square">
            <a:spAutoFit/>
          </a:bodyPr>
          <a:lstStyle>
            <a:lvl1pPr eaLnBrk="0" hangingPunct="0">
              <a:defRPr sz="2400" b="1">
                <a:solidFill>
                  <a:srgbClr val="0000FF"/>
                </a:solidFill>
                <a:latin typeface="Times New Roman" panose="02020603050405020304" pitchFamily="18" charset="0"/>
                <a:ea typeface="楷体_GB2312" pitchFamily="49" charset="-122"/>
              </a:defRPr>
            </a:lvl1pPr>
            <a:lvl2pPr marL="742950" indent="-285750" eaLnBrk="0" hangingPunct="0">
              <a:defRPr sz="2400" b="1">
                <a:solidFill>
                  <a:srgbClr val="0000FF"/>
                </a:solidFill>
                <a:latin typeface="Times New Roman" panose="02020603050405020304" pitchFamily="18" charset="0"/>
                <a:ea typeface="楷体_GB2312" pitchFamily="49" charset="-122"/>
              </a:defRPr>
            </a:lvl2pPr>
            <a:lvl3pPr marL="1143000" indent="-228600" eaLnBrk="0" hangingPunct="0">
              <a:defRPr sz="2400" b="1">
                <a:solidFill>
                  <a:srgbClr val="0000FF"/>
                </a:solidFill>
                <a:latin typeface="Times New Roman" panose="02020603050405020304" pitchFamily="18" charset="0"/>
                <a:ea typeface="楷体_GB2312" pitchFamily="49" charset="-122"/>
              </a:defRPr>
            </a:lvl3pPr>
            <a:lvl4pPr marL="1600200" indent="-228600" eaLnBrk="0" hangingPunct="0">
              <a:defRPr sz="2400" b="1">
                <a:solidFill>
                  <a:srgbClr val="0000FF"/>
                </a:solidFill>
                <a:latin typeface="Times New Roman" panose="02020603050405020304" pitchFamily="18" charset="0"/>
                <a:ea typeface="楷体_GB2312" pitchFamily="49" charset="-122"/>
              </a:defRPr>
            </a:lvl4pPr>
            <a:lvl5pPr marL="2057400" indent="-228600" eaLnBrk="0" hangingPunct="0">
              <a:defRPr sz="2400" b="1">
                <a:solidFill>
                  <a:srgbClr val="0000FF"/>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9pPr>
          </a:lstStyle>
          <a:p>
            <a:pPr eaLnBrk="1" hangingPunct="1"/>
            <a:r>
              <a:rPr kumimoji="1" lang="zh-CN" altLang="zh-CN" sz="2800" dirty="0">
                <a:solidFill>
                  <a:srgbClr val="000000"/>
                </a:solidFill>
                <a:uFillTx/>
                <a:ea typeface="楷体" panose="02010609060101010101" charset="-122"/>
                <a:cs typeface="Times New Roman" panose="02020603050405020304" pitchFamily="18" charset="0"/>
              </a:rPr>
              <a:t>求</a:t>
            </a:r>
            <a:r>
              <a:rPr kumimoji="1" lang="en-US" altLang="zh-CN" sz="2800" i="1" dirty="0">
                <a:solidFill>
                  <a:srgbClr val="000000"/>
                </a:solidFill>
                <a:uFillTx/>
                <a:ea typeface="楷体" panose="02010609060101010101" charset="-122"/>
                <a:cs typeface="Times New Roman" panose="02020603050405020304" pitchFamily="18" charset="0"/>
              </a:rPr>
              <a:t>R</a:t>
            </a:r>
            <a:r>
              <a:rPr kumimoji="1" lang="zh-CN" altLang="en-US" sz="2800" dirty="0">
                <a:solidFill>
                  <a:srgbClr val="000000"/>
                </a:solidFill>
                <a:ea typeface="楷体" panose="02010609060101010101" charset="-122"/>
                <a:cs typeface="Times New Roman" panose="02020603050405020304" pitchFamily="18" charset="0"/>
              </a:rPr>
              <a:t>为何值时，获得最大功率及对应的阻值</a:t>
            </a:r>
            <a:r>
              <a:rPr kumimoji="1" lang="en-US" altLang="zh-CN" sz="2800" baseline="-25000" dirty="0">
                <a:solidFill>
                  <a:srgbClr val="000000"/>
                </a:solidFill>
                <a:uFillTx/>
                <a:ea typeface="楷体" panose="02010609060101010101" charset="-122"/>
                <a:cs typeface="Times New Roman" panose="02020603050405020304" pitchFamily="18" charset="0"/>
              </a:rPr>
              <a:t> </a:t>
            </a:r>
            <a:r>
              <a:rPr kumimoji="1" lang="zh-CN" altLang="en-US" sz="2800" dirty="0">
                <a:solidFill>
                  <a:srgbClr val="000000"/>
                </a:solidFill>
                <a:uFillTx/>
                <a:ea typeface="楷体" panose="02010609060101010101" charset="-122"/>
                <a:cs typeface="Times New Roman" panose="02020603050405020304" pitchFamily="18" charset="0"/>
              </a:rPr>
              <a:t>。  </a:t>
            </a:r>
          </a:p>
        </p:txBody>
      </p:sp>
      <p:sp>
        <p:nvSpPr>
          <p:cNvPr id="63523" name="AutoShape 35"/>
          <p:cNvSpPr>
            <a:spLocks noChangeArrowheads="1"/>
          </p:cNvSpPr>
          <p:nvPr/>
        </p:nvSpPr>
        <p:spPr bwMode="auto">
          <a:xfrm>
            <a:off x="4877752" y="2181543"/>
            <a:ext cx="804545" cy="421005"/>
          </a:xfrm>
          <a:prstGeom prst="rightArrow">
            <a:avLst>
              <a:gd name="adj1" fmla="val 50000"/>
              <a:gd name="adj2" fmla="val 57962"/>
            </a:avLst>
          </a:prstGeom>
          <a:noFill/>
          <a:ln w="19050">
            <a:solidFill>
              <a:srgbClr val="3333FF"/>
            </a:solidFill>
            <a:miter lim="800000"/>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wrap="none" anchor="ctr"/>
          <a:lstStyle>
            <a:lvl1pPr eaLnBrk="0" hangingPunct="0">
              <a:defRPr sz="2400" b="1">
                <a:solidFill>
                  <a:srgbClr val="0000FF"/>
                </a:solidFill>
                <a:latin typeface="Times New Roman" panose="02020603050405020304" pitchFamily="18" charset="0"/>
                <a:ea typeface="楷体_GB2312" pitchFamily="49" charset="-122"/>
              </a:defRPr>
            </a:lvl1pPr>
            <a:lvl2pPr marL="742950" indent="-285750" eaLnBrk="0" hangingPunct="0">
              <a:defRPr sz="2400" b="1">
                <a:solidFill>
                  <a:srgbClr val="0000FF"/>
                </a:solidFill>
                <a:latin typeface="Times New Roman" panose="02020603050405020304" pitchFamily="18" charset="0"/>
                <a:ea typeface="楷体_GB2312" pitchFamily="49" charset="-122"/>
              </a:defRPr>
            </a:lvl2pPr>
            <a:lvl3pPr marL="1143000" indent="-228600" eaLnBrk="0" hangingPunct="0">
              <a:defRPr sz="2400" b="1">
                <a:solidFill>
                  <a:srgbClr val="0000FF"/>
                </a:solidFill>
                <a:latin typeface="Times New Roman" panose="02020603050405020304" pitchFamily="18" charset="0"/>
                <a:ea typeface="楷体_GB2312" pitchFamily="49" charset="-122"/>
              </a:defRPr>
            </a:lvl3pPr>
            <a:lvl4pPr marL="1600200" indent="-228600" eaLnBrk="0" hangingPunct="0">
              <a:defRPr sz="2400" b="1">
                <a:solidFill>
                  <a:srgbClr val="0000FF"/>
                </a:solidFill>
                <a:latin typeface="Times New Roman" panose="02020603050405020304" pitchFamily="18" charset="0"/>
                <a:ea typeface="楷体_GB2312" pitchFamily="49" charset="-122"/>
              </a:defRPr>
            </a:lvl4pPr>
            <a:lvl5pPr marL="2057400" indent="-228600" eaLnBrk="0" hangingPunct="0">
              <a:defRPr sz="2400" b="1">
                <a:solidFill>
                  <a:srgbClr val="0000FF"/>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9pPr>
          </a:lstStyle>
          <a:p>
            <a:pPr eaLnBrk="1" hangingPunct="1"/>
            <a:endParaRPr lang="zh-CN" altLang="en-US"/>
          </a:p>
        </p:txBody>
      </p:sp>
      <p:graphicFrame>
        <p:nvGraphicFramePr>
          <p:cNvPr id="20485" name="Object 7"/>
          <p:cNvGraphicFramePr>
            <a:graphicFrameLocks noChangeAspect="1"/>
          </p:cNvGraphicFramePr>
          <p:nvPr/>
        </p:nvGraphicFramePr>
        <p:xfrm>
          <a:off x="421957" y="877253"/>
          <a:ext cx="4229100" cy="3030220"/>
        </p:xfrm>
        <a:graphic>
          <a:graphicData uri="http://schemas.openxmlformats.org/presentationml/2006/ole">
            <mc:AlternateContent xmlns:mc="http://schemas.openxmlformats.org/markup-compatibility/2006">
              <mc:Choice xmlns:v="urn:schemas-microsoft-com:vml" Requires="v">
                <p:oleObj r:id="rId3" imgW="1458595" imgH="1047750" progId="Visio.Drawing.11">
                  <p:embed/>
                </p:oleObj>
              </mc:Choice>
              <mc:Fallback>
                <p:oleObj r:id="rId3" imgW="1458595" imgH="1047750" progId="Visio.Drawing.11">
                  <p:embed/>
                  <p:pic>
                    <p:nvPicPr>
                      <p:cNvPr id="0" name="Object 7"/>
                      <p:cNvPicPr>
                        <a:picLocks noChangeAspect="1" noChangeArrowheads="1"/>
                      </p:cNvPicPr>
                      <p:nvPr/>
                    </p:nvPicPr>
                    <p:blipFill>
                      <a:blip r:embed="rId4"/>
                      <a:srcRect/>
                      <a:stretch>
                        <a:fillRect/>
                      </a:stretch>
                    </p:blipFill>
                    <p:spPr bwMode="auto">
                      <a:xfrm>
                        <a:off x="421957" y="877253"/>
                        <a:ext cx="4229100" cy="303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7"/>
          <p:cNvGraphicFramePr>
            <a:graphicFrameLocks noChangeAspect="1"/>
          </p:cNvGraphicFramePr>
          <p:nvPr/>
        </p:nvGraphicFramePr>
        <p:xfrm>
          <a:off x="6035675" y="1443355"/>
          <a:ext cx="2224405" cy="2117725"/>
        </p:xfrm>
        <a:graphic>
          <a:graphicData uri="http://schemas.openxmlformats.org/presentationml/2006/ole">
            <mc:AlternateContent xmlns:mc="http://schemas.openxmlformats.org/markup-compatibility/2006">
              <mc:Choice xmlns:v="urn:schemas-microsoft-com:vml" Requires="v">
                <p:oleObj r:id="rId5" imgW="767080" imgH="732155" progId="Visio.Drawing.11">
                  <p:embed/>
                </p:oleObj>
              </mc:Choice>
              <mc:Fallback>
                <p:oleObj r:id="rId5" imgW="767080" imgH="732155" progId="Visio.Drawing.11">
                  <p:embed/>
                  <p:pic>
                    <p:nvPicPr>
                      <p:cNvPr id="0" name="Object 7"/>
                      <p:cNvPicPr>
                        <a:picLocks noChangeAspect="1" noChangeArrowheads="1"/>
                      </p:cNvPicPr>
                      <p:nvPr/>
                    </p:nvPicPr>
                    <p:blipFill>
                      <a:blip r:embed="rId6"/>
                      <a:srcRect/>
                      <a:stretch>
                        <a:fillRect/>
                      </a:stretch>
                    </p:blipFill>
                    <p:spPr bwMode="auto">
                      <a:xfrm>
                        <a:off x="6035675" y="1443355"/>
                        <a:ext cx="2224405"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文本框 19"/>
          <p:cNvSpPr txBox="1"/>
          <p:nvPr/>
        </p:nvSpPr>
        <p:spPr>
          <a:xfrm>
            <a:off x="183833" y="341471"/>
            <a:ext cx="760095" cy="52197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3</a:t>
            </a:r>
          </a:p>
        </p:txBody>
      </p:sp>
      <p:sp>
        <p:nvSpPr>
          <p:cNvPr id="23" name="文本框 22"/>
          <p:cNvSpPr txBox="1"/>
          <p:nvPr/>
        </p:nvSpPr>
        <p:spPr>
          <a:xfrm>
            <a:off x="2621365" y="3950174"/>
            <a:ext cx="4512774" cy="523220"/>
          </a:xfrm>
          <a:prstGeom prst="rect">
            <a:avLst/>
          </a:prstGeom>
          <a:noFill/>
        </p:spPr>
        <p:txBody>
          <a:bodyPr wrap="none" rtlCol="0" anchor="t">
            <a:spAutoFit/>
          </a:bodyPr>
          <a:lstStyle/>
          <a:p>
            <a:r>
              <a:rPr lang="zh-CN" altLang="en-US" sz="2800" b="1" dirty="0">
                <a:solidFill>
                  <a:srgbClr val="FF0000"/>
                </a:solidFill>
                <a:latin typeface="楷体" panose="02010609060101010101" charset="-122"/>
                <a:ea typeface="楷体" panose="02010609060101010101" charset="-122"/>
                <a:sym typeface="+mn-ea"/>
              </a:rPr>
              <a:t>戴维南等效及最大功率传输</a:t>
            </a:r>
          </a:p>
        </p:txBody>
      </p:sp>
      <p:sp>
        <p:nvSpPr>
          <p:cNvPr id="24" name="文本框 23"/>
          <p:cNvSpPr txBox="1"/>
          <p:nvPr/>
        </p:nvSpPr>
        <p:spPr>
          <a:xfrm>
            <a:off x="596490" y="3948924"/>
            <a:ext cx="1969863" cy="523220"/>
          </a:xfrm>
          <a:prstGeom prst="rect">
            <a:avLst/>
          </a:prstGeom>
          <a:solidFill>
            <a:schemeClr val="accent3">
              <a:lumMod val="60000"/>
              <a:lumOff val="40000"/>
            </a:schemeClr>
          </a:solidFill>
        </p:spPr>
        <p:txBody>
          <a:bodyPr wrap="square">
            <a:spAutoFit/>
          </a:bodyPr>
          <a:lstStyle/>
          <a:p>
            <a:r>
              <a:rPr lang="zh-CN" altLang="en-US" sz="2800" b="1" dirty="0">
                <a:solidFill>
                  <a:srgbClr val="0000FF"/>
                </a:solidFill>
                <a:latin typeface="Times New Roman" panose="02020603050405020304" pitchFamily="18" charset="0"/>
                <a:ea typeface="楷体" panose="02010609060101010101" charset="-122"/>
              </a:rPr>
              <a:t>知识点回顾</a:t>
            </a:r>
            <a:endParaRPr lang="zh-CN" altLang="en-US" sz="2800" b="1" dirty="0">
              <a:solidFill>
                <a:srgbClr val="0000FF"/>
              </a:solidFill>
            </a:endParaRPr>
          </a:p>
        </p:txBody>
      </p:sp>
      <p:graphicFrame>
        <p:nvGraphicFramePr>
          <p:cNvPr id="13" name="对象 12"/>
          <p:cNvGraphicFramePr/>
          <p:nvPr/>
        </p:nvGraphicFramePr>
        <p:xfrm>
          <a:off x="6203253" y="5156481"/>
          <a:ext cx="1843088" cy="1127125"/>
        </p:xfrm>
        <a:graphic>
          <a:graphicData uri="http://schemas.openxmlformats.org/presentationml/2006/ole">
            <mc:AlternateContent xmlns:mc="http://schemas.openxmlformats.org/markup-compatibility/2006">
              <mc:Choice xmlns:v="urn:schemas-microsoft-com:vml" Requires="v">
                <p:oleObj name="Equation" r:id="rId7" imgW="44805600" imgH="27736800" progId="Equation.DSMT4">
                  <p:embed/>
                </p:oleObj>
              </mc:Choice>
              <mc:Fallback>
                <p:oleObj name="Equation" r:id="rId7" imgW="44805600" imgH="27736800" progId="Equation.DSMT4">
                  <p:embed/>
                  <p:pic>
                    <p:nvPicPr>
                      <p:cNvPr id="0" name="对象 22"/>
                      <p:cNvPicPr/>
                      <p:nvPr/>
                    </p:nvPicPr>
                    <p:blipFill>
                      <a:blip r:embed="rId8"/>
                      <a:stretch>
                        <a:fillRect/>
                      </a:stretch>
                    </p:blipFill>
                    <p:spPr>
                      <a:xfrm>
                        <a:off x="6203253" y="5156481"/>
                        <a:ext cx="1843088" cy="1127125"/>
                      </a:xfrm>
                      <a:prstGeom prst="rect">
                        <a:avLst/>
                      </a:prstGeom>
                    </p:spPr>
                  </p:pic>
                </p:oleObj>
              </mc:Fallback>
            </mc:AlternateContent>
          </a:graphicData>
        </a:graphic>
      </p:graphicFrame>
      <p:sp>
        <p:nvSpPr>
          <p:cNvPr id="16" name="文本框 15"/>
          <p:cNvSpPr txBox="1"/>
          <p:nvPr/>
        </p:nvSpPr>
        <p:spPr>
          <a:xfrm>
            <a:off x="563880" y="4674114"/>
            <a:ext cx="3535362" cy="523220"/>
          </a:xfrm>
          <a:prstGeom prst="rect">
            <a:avLst/>
          </a:prstGeom>
          <a:noFill/>
        </p:spPr>
        <p:txBody>
          <a:bodyPr wrap="square">
            <a:spAutoFit/>
          </a:bodyPr>
          <a:lstStyle/>
          <a:p>
            <a:r>
              <a:rPr kumimoji="0" lang="zh-CN" altLang="en-US" sz="2800" b="1" i="0" u="none" strike="noStrike" kern="1200" cap="none" spc="0" normalizeH="0" baseline="0" noProof="0" dirty="0">
                <a:ln>
                  <a:noFill/>
                </a:ln>
                <a:effectLst/>
                <a:uLnTx/>
                <a:uFillTx/>
                <a:latin typeface="楷体" panose="02010609060101010101" charset="-122"/>
                <a:ea typeface="楷体" panose="02010609060101010101" charset="-122"/>
                <a:cs typeface="+mn-cs"/>
                <a:sym typeface="+mn-ea"/>
              </a:rPr>
              <a:t>获得最大功率条件：</a:t>
            </a:r>
            <a:endParaRPr lang="zh-CN" altLang="en-US" dirty="0"/>
          </a:p>
        </p:txBody>
      </p:sp>
      <p:sp>
        <p:nvSpPr>
          <p:cNvPr id="17" name="文本框 16"/>
          <p:cNvSpPr txBox="1"/>
          <p:nvPr/>
        </p:nvSpPr>
        <p:spPr>
          <a:xfrm>
            <a:off x="556687" y="5395461"/>
            <a:ext cx="3535362" cy="523220"/>
          </a:xfrm>
          <a:prstGeom prst="rect">
            <a:avLst/>
          </a:prstGeom>
          <a:noFill/>
        </p:spPr>
        <p:txBody>
          <a:bodyPr wrap="square">
            <a:spAutoFit/>
          </a:bodyPr>
          <a:lstStyle/>
          <a:p>
            <a:r>
              <a:rPr lang="zh-CN" altLang="en-US" sz="2800" b="1" dirty="0">
                <a:latin typeface="楷体" panose="02010609060101010101" charset="-122"/>
                <a:ea typeface="楷体" panose="02010609060101010101" charset="-122"/>
                <a:sym typeface="+mn-ea"/>
              </a:rPr>
              <a:t>引申到正弦稳态电路：</a:t>
            </a:r>
            <a:endParaRPr lang="zh-CN" altLang="en-US" dirty="0"/>
          </a:p>
        </p:txBody>
      </p:sp>
      <p:graphicFrame>
        <p:nvGraphicFramePr>
          <p:cNvPr id="18" name="对象 17"/>
          <p:cNvGraphicFramePr/>
          <p:nvPr/>
        </p:nvGraphicFramePr>
        <p:xfrm>
          <a:off x="3906252" y="4709932"/>
          <a:ext cx="1159510" cy="501650"/>
        </p:xfrm>
        <a:graphic>
          <a:graphicData uri="http://schemas.openxmlformats.org/presentationml/2006/ole">
            <mc:AlternateContent xmlns:mc="http://schemas.openxmlformats.org/markup-compatibility/2006">
              <mc:Choice xmlns:v="urn:schemas-microsoft-com:vml" Requires="v">
                <p:oleObj r:id="rId9" imgW="1181100" imgH="533400" progId="Equation.DSMT4">
                  <p:embed/>
                </p:oleObj>
              </mc:Choice>
              <mc:Fallback>
                <p:oleObj r:id="rId9" imgW="1181100" imgH="533400" progId="Equation.DSMT4">
                  <p:embed/>
                  <p:pic>
                    <p:nvPicPr>
                      <p:cNvPr id="0" name="对象 13"/>
                      <p:cNvPicPr/>
                      <p:nvPr/>
                    </p:nvPicPr>
                    <p:blipFill>
                      <a:blip r:embed="rId10"/>
                      <a:stretch>
                        <a:fillRect/>
                      </a:stretch>
                    </p:blipFill>
                    <p:spPr>
                      <a:xfrm>
                        <a:off x="3906252" y="4709932"/>
                        <a:ext cx="1159510" cy="501650"/>
                      </a:xfrm>
                      <a:prstGeom prst="rect">
                        <a:avLst/>
                      </a:prstGeom>
                    </p:spPr>
                  </p:pic>
                </p:oleObj>
              </mc:Fallback>
            </mc:AlternateContent>
          </a:graphicData>
        </a:graphic>
      </p:graphicFrame>
      <p:graphicFrame>
        <p:nvGraphicFramePr>
          <p:cNvPr id="19" name="对象 18"/>
          <p:cNvGraphicFramePr/>
          <p:nvPr/>
        </p:nvGraphicFramePr>
        <p:xfrm>
          <a:off x="4246563" y="5403850"/>
          <a:ext cx="1173162" cy="549275"/>
        </p:xfrm>
        <a:graphic>
          <a:graphicData uri="http://schemas.openxmlformats.org/presentationml/2006/ole">
            <mc:AlternateContent xmlns:mc="http://schemas.openxmlformats.org/markup-compatibility/2006">
              <mc:Choice xmlns:v="urn:schemas-microsoft-com:vml" Requires="v">
                <p:oleObj name="Equation" r:id="rId11" imgW="28651200" imgH="14020800" progId="Equation.DSMT4">
                  <p:embed/>
                </p:oleObj>
              </mc:Choice>
              <mc:Fallback>
                <p:oleObj name="Equation" r:id="rId11" imgW="28651200" imgH="14020800" progId="Equation.DSMT4">
                  <p:embed/>
                  <p:pic>
                    <p:nvPicPr>
                      <p:cNvPr id="0" name="对象 13"/>
                      <p:cNvPicPr/>
                      <p:nvPr/>
                    </p:nvPicPr>
                    <p:blipFill>
                      <a:blip r:embed="rId12"/>
                      <a:stretch>
                        <a:fillRect/>
                      </a:stretch>
                    </p:blipFill>
                    <p:spPr>
                      <a:xfrm>
                        <a:off x="4246563" y="5403850"/>
                        <a:ext cx="1173162" cy="549275"/>
                      </a:xfrm>
                      <a:prstGeom prst="rect">
                        <a:avLst/>
                      </a:prstGeom>
                    </p:spPr>
                  </p:pic>
                </p:oleObj>
              </mc:Fallback>
            </mc:AlternateContent>
          </a:graphicData>
        </a:graphic>
      </p:graphicFrame>
      <p:sp>
        <p:nvSpPr>
          <p:cNvPr id="25" name="文本框 24"/>
          <p:cNvSpPr txBox="1"/>
          <p:nvPr/>
        </p:nvSpPr>
        <p:spPr>
          <a:xfrm>
            <a:off x="5892786" y="4633261"/>
            <a:ext cx="2068512" cy="523220"/>
          </a:xfrm>
          <a:prstGeom prst="rect">
            <a:avLst/>
          </a:prstGeom>
          <a:noFill/>
        </p:spPr>
        <p:txBody>
          <a:bodyPr wrap="square">
            <a:spAutoFit/>
          </a:bodyPr>
          <a:lstStyle/>
          <a:p>
            <a:r>
              <a:rPr kumimoji="0" lang="zh-CN" altLang="en-US" sz="28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sym typeface="+mn-ea"/>
              </a:rPr>
              <a:t>最大功率：</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arn(inVertical)">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3523"/>
                                        </p:tgtEl>
                                        <p:attrNameLst>
                                          <p:attrName>style.visibility</p:attrName>
                                        </p:attrNameLst>
                                      </p:cBhvr>
                                      <p:to>
                                        <p:strVal val="visible"/>
                                      </p:to>
                                    </p:set>
                                    <p:animEffect transition="in" filter="wipe(left)">
                                      <p:cBhvr>
                                        <p:cTn id="15" dur="500"/>
                                        <p:tgtEl>
                                          <p:spTgt spid="63523"/>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1000"/>
                                        <p:tgtEl>
                                          <p:spTgt spid="17"/>
                                        </p:tgtEl>
                                      </p:cBhvr>
                                    </p:animEffect>
                                    <p:anim calcmode="lin" valueType="num">
                                      <p:cBhvr>
                                        <p:cTn id="38" dur="1000" fill="hold"/>
                                        <p:tgtEl>
                                          <p:spTgt spid="17"/>
                                        </p:tgtEl>
                                        <p:attrNameLst>
                                          <p:attrName>ppt_x</p:attrName>
                                        </p:attrNameLst>
                                      </p:cBhvr>
                                      <p:tavLst>
                                        <p:tav tm="0">
                                          <p:val>
                                            <p:strVal val="#ppt_x"/>
                                          </p:val>
                                        </p:tav>
                                        <p:tav tm="100000">
                                          <p:val>
                                            <p:strVal val="#ppt_x"/>
                                          </p:val>
                                        </p:tav>
                                      </p:tavLst>
                                    </p:anim>
                                    <p:anim calcmode="lin" valueType="num">
                                      <p:cBhvr>
                                        <p:cTn id="3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barn(inVertical)">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23" grpId="0" animBg="1"/>
      <p:bldP spid="23" grpId="0"/>
      <p:bldP spid="23" grpId="1"/>
      <p:bldP spid="24" grpId="0" bldLvl="0" animBg="1"/>
      <p:bldP spid="16" grpId="0"/>
      <p:bldP spid="17" grpId="0"/>
      <p:bldP spid="2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p:cNvSpPr txBox="1">
            <a:spLocks noChangeArrowheads="1"/>
          </p:cNvSpPr>
          <p:nvPr/>
        </p:nvSpPr>
        <p:spPr bwMode="auto">
          <a:xfrm>
            <a:off x="943927" y="354214"/>
            <a:ext cx="777811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wrap="square">
            <a:spAutoFit/>
          </a:bodyPr>
          <a:lstStyle>
            <a:lvl1pPr eaLnBrk="0" hangingPunct="0">
              <a:defRPr sz="2400" b="1">
                <a:solidFill>
                  <a:srgbClr val="0000FF"/>
                </a:solidFill>
                <a:latin typeface="Times New Roman" panose="02020603050405020304" pitchFamily="18" charset="0"/>
                <a:ea typeface="楷体_GB2312" pitchFamily="49" charset="-122"/>
              </a:defRPr>
            </a:lvl1pPr>
            <a:lvl2pPr marL="742950" indent="-285750" eaLnBrk="0" hangingPunct="0">
              <a:defRPr sz="2400" b="1">
                <a:solidFill>
                  <a:srgbClr val="0000FF"/>
                </a:solidFill>
                <a:latin typeface="Times New Roman" panose="02020603050405020304" pitchFamily="18" charset="0"/>
                <a:ea typeface="楷体_GB2312" pitchFamily="49" charset="-122"/>
              </a:defRPr>
            </a:lvl2pPr>
            <a:lvl3pPr marL="1143000" indent="-228600" eaLnBrk="0" hangingPunct="0">
              <a:defRPr sz="2400" b="1">
                <a:solidFill>
                  <a:srgbClr val="0000FF"/>
                </a:solidFill>
                <a:latin typeface="Times New Roman" panose="02020603050405020304" pitchFamily="18" charset="0"/>
                <a:ea typeface="楷体_GB2312" pitchFamily="49" charset="-122"/>
              </a:defRPr>
            </a:lvl3pPr>
            <a:lvl4pPr marL="1600200" indent="-228600" eaLnBrk="0" hangingPunct="0">
              <a:defRPr sz="2400" b="1">
                <a:solidFill>
                  <a:srgbClr val="0000FF"/>
                </a:solidFill>
                <a:latin typeface="Times New Roman" panose="02020603050405020304" pitchFamily="18" charset="0"/>
                <a:ea typeface="楷体_GB2312" pitchFamily="49" charset="-122"/>
              </a:defRPr>
            </a:lvl4pPr>
            <a:lvl5pPr marL="2057400" indent="-228600" eaLnBrk="0" hangingPunct="0">
              <a:defRPr sz="2400" b="1">
                <a:solidFill>
                  <a:srgbClr val="0000FF"/>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9pPr>
          </a:lstStyle>
          <a:p>
            <a:pPr eaLnBrk="1" hangingPunct="1"/>
            <a:r>
              <a:rPr kumimoji="1" lang="zh-CN" altLang="zh-CN" sz="2800" dirty="0">
                <a:solidFill>
                  <a:srgbClr val="000000"/>
                </a:solidFill>
                <a:uFillTx/>
                <a:ea typeface="楷体" panose="02010609060101010101" charset="-122"/>
                <a:cs typeface="Times New Roman" panose="02020603050405020304" pitchFamily="18" charset="0"/>
              </a:rPr>
              <a:t>求</a:t>
            </a:r>
            <a:r>
              <a:rPr kumimoji="1" lang="en-US" altLang="zh-CN" sz="2800" i="1" dirty="0">
                <a:solidFill>
                  <a:srgbClr val="000000"/>
                </a:solidFill>
                <a:uFillTx/>
                <a:ea typeface="楷体" panose="02010609060101010101" charset="-122"/>
                <a:cs typeface="Times New Roman" panose="02020603050405020304" pitchFamily="18" charset="0"/>
              </a:rPr>
              <a:t>R</a:t>
            </a:r>
            <a:r>
              <a:rPr kumimoji="1" lang="zh-CN" altLang="en-US" sz="2800" dirty="0">
                <a:solidFill>
                  <a:srgbClr val="000000"/>
                </a:solidFill>
                <a:ea typeface="楷体" panose="02010609060101010101" charset="-122"/>
                <a:cs typeface="Times New Roman" panose="02020603050405020304" pitchFamily="18" charset="0"/>
              </a:rPr>
              <a:t>为何值时，获得最大功率及对应的阻值</a:t>
            </a:r>
            <a:r>
              <a:rPr kumimoji="1" lang="en-US" altLang="zh-CN" sz="2800" baseline="-25000" dirty="0">
                <a:solidFill>
                  <a:srgbClr val="000000"/>
                </a:solidFill>
                <a:uFillTx/>
                <a:ea typeface="楷体" panose="02010609060101010101" charset="-122"/>
                <a:cs typeface="Times New Roman" panose="02020603050405020304" pitchFamily="18" charset="0"/>
              </a:rPr>
              <a:t> </a:t>
            </a:r>
            <a:r>
              <a:rPr kumimoji="1" lang="zh-CN" altLang="en-US" sz="2800" dirty="0">
                <a:solidFill>
                  <a:srgbClr val="000000"/>
                </a:solidFill>
                <a:uFillTx/>
                <a:ea typeface="楷体" panose="02010609060101010101" charset="-122"/>
                <a:cs typeface="Times New Roman" panose="02020603050405020304" pitchFamily="18" charset="0"/>
              </a:rPr>
              <a:t>。  </a:t>
            </a:r>
          </a:p>
        </p:txBody>
      </p:sp>
      <p:sp>
        <p:nvSpPr>
          <p:cNvPr id="20" name="文本框 19"/>
          <p:cNvSpPr txBox="1"/>
          <p:nvPr/>
        </p:nvSpPr>
        <p:spPr>
          <a:xfrm>
            <a:off x="183833" y="341471"/>
            <a:ext cx="760095" cy="52197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3</a:t>
            </a:r>
          </a:p>
        </p:txBody>
      </p:sp>
      <p:graphicFrame>
        <p:nvGraphicFramePr>
          <p:cNvPr id="4" name="Object 7"/>
          <p:cNvGraphicFramePr>
            <a:graphicFrameLocks noChangeAspect="1"/>
          </p:cNvGraphicFramePr>
          <p:nvPr/>
        </p:nvGraphicFramePr>
        <p:xfrm>
          <a:off x="4953952" y="890177"/>
          <a:ext cx="3768090" cy="3030220"/>
        </p:xfrm>
        <a:graphic>
          <a:graphicData uri="http://schemas.openxmlformats.org/presentationml/2006/ole">
            <mc:AlternateContent xmlns:mc="http://schemas.openxmlformats.org/markup-compatibility/2006">
              <mc:Choice xmlns:v="urn:schemas-microsoft-com:vml" Requires="v">
                <p:oleObj r:id="rId3" imgW="1299210" imgH="1047750" progId="Visio.Drawing.11">
                  <p:embed/>
                </p:oleObj>
              </mc:Choice>
              <mc:Fallback>
                <p:oleObj r:id="rId3" imgW="1299210" imgH="1047750" progId="Visio.Drawing.11">
                  <p:embed/>
                  <p:pic>
                    <p:nvPicPr>
                      <p:cNvPr id="0" name="Object 7"/>
                      <p:cNvPicPr>
                        <a:picLocks noChangeAspect="1" noChangeArrowheads="1"/>
                      </p:cNvPicPr>
                      <p:nvPr/>
                    </p:nvPicPr>
                    <p:blipFill>
                      <a:blip r:embed="rId4"/>
                      <a:srcRect/>
                      <a:stretch>
                        <a:fillRect/>
                      </a:stretch>
                    </p:blipFill>
                    <p:spPr bwMode="auto">
                      <a:xfrm>
                        <a:off x="4953952" y="890177"/>
                        <a:ext cx="3768090" cy="303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7"/>
          <p:cNvGraphicFramePr>
            <a:graphicFrameLocks noChangeAspect="1"/>
          </p:cNvGraphicFramePr>
          <p:nvPr/>
        </p:nvGraphicFramePr>
        <p:xfrm>
          <a:off x="421958" y="890177"/>
          <a:ext cx="4229100" cy="3030220"/>
        </p:xfrm>
        <a:graphic>
          <a:graphicData uri="http://schemas.openxmlformats.org/presentationml/2006/ole">
            <mc:AlternateContent xmlns:mc="http://schemas.openxmlformats.org/markup-compatibility/2006">
              <mc:Choice xmlns:v="urn:schemas-microsoft-com:vml" Requires="v">
                <p:oleObj r:id="rId5" imgW="1458595" imgH="1047750" progId="Visio.Drawing.11">
                  <p:embed/>
                </p:oleObj>
              </mc:Choice>
              <mc:Fallback>
                <p:oleObj r:id="rId5" imgW="1458595" imgH="1047750" progId="Visio.Drawing.11">
                  <p:embed/>
                  <p:pic>
                    <p:nvPicPr>
                      <p:cNvPr id="0" name="Object 7"/>
                      <p:cNvPicPr>
                        <a:picLocks noChangeAspect="1" noChangeArrowheads="1"/>
                      </p:cNvPicPr>
                      <p:nvPr/>
                    </p:nvPicPr>
                    <p:blipFill>
                      <a:blip r:embed="rId6"/>
                      <a:srcRect/>
                      <a:stretch>
                        <a:fillRect/>
                      </a:stretch>
                    </p:blipFill>
                    <p:spPr bwMode="auto">
                      <a:xfrm>
                        <a:off x="421958" y="890177"/>
                        <a:ext cx="4229100" cy="303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Line 12"/>
          <p:cNvSpPr>
            <a:spLocks noChangeShapeType="1"/>
          </p:cNvSpPr>
          <p:nvPr/>
        </p:nvSpPr>
        <p:spPr bwMode="auto">
          <a:xfrm>
            <a:off x="6888326" y="3698017"/>
            <a:ext cx="0" cy="288925"/>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Line 13"/>
          <p:cNvSpPr>
            <a:spLocks noChangeShapeType="1"/>
          </p:cNvSpPr>
          <p:nvPr/>
        </p:nvSpPr>
        <p:spPr bwMode="auto">
          <a:xfrm>
            <a:off x="6743874" y="3986942"/>
            <a:ext cx="288904"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28" name="对象 27"/>
          <p:cNvGraphicFramePr/>
          <p:nvPr/>
        </p:nvGraphicFramePr>
        <p:xfrm>
          <a:off x="6743874" y="1911483"/>
          <a:ext cx="338138" cy="334963"/>
        </p:xfrm>
        <a:graphic>
          <a:graphicData uri="http://schemas.openxmlformats.org/presentationml/2006/ole">
            <mc:AlternateContent xmlns:mc="http://schemas.openxmlformats.org/markup-compatibility/2006">
              <mc:Choice xmlns:v="urn:schemas-microsoft-com:vml" Requires="v">
                <p:oleObj name="Equation" r:id="rId7" imgW="8229600" imgH="8229600" progId="Equation.DSMT4">
                  <p:embed/>
                </p:oleObj>
              </mc:Choice>
              <mc:Fallback>
                <p:oleObj name="Equation" r:id="rId7" imgW="8229600" imgH="8229600" progId="Equation.DSMT4">
                  <p:embed/>
                  <p:pic>
                    <p:nvPicPr>
                      <p:cNvPr id="0" name="对象 21"/>
                      <p:cNvPicPr/>
                      <p:nvPr/>
                    </p:nvPicPr>
                    <p:blipFill>
                      <a:blip r:embed="rId8"/>
                      <a:stretch>
                        <a:fillRect/>
                      </a:stretch>
                    </p:blipFill>
                    <p:spPr>
                      <a:xfrm>
                        <a:off x="6743874" y="1911483"/>
                        <a:ext cx="338138" cy="334963"/>
                      </a:xfrm>
                      <a:prstGeom prst="rect">
                        <a:avLst/>
                      </a:prstGeom>
                    </p:spPr>
                  </p:pic>
                </p:oleObj>
              </mc:Fallback>
            </mc:AlternateContent>
          </a:graphicData>
        </a:graphic>
      </p:graphicFrame>
      <p:graphicFrame>
        <p:nvGraphicFramePr>
          <p:cNvPr id="29" name="对象 28"/>
          <p:cNvGraphicFramePr/>
          <p:nvPr/>
        </p:nvGraphicFramePr>
        <p:xfrm>
          <a:off x="4578794" y="2001787"/>
          <a:ext cx="700088" cy="334963"/>
        </p:xfrm>
        <a:graphic>
          <a:graphicData uri="http://schemas.openxmlformats.org/presentationml/2006/ole">
            <mc:AlternateContent xmlns:mc="http://schemas.openxmlformats.org/markup-compatibility/2006">
              <mc:Choice xmlns:v="urn:schemas-microsoft-com:vml" Requires="v">
                <p:oleObj name="Equation" r:id="rId9" imgW="17068800" imgH="8229600" progId="Equation.DSMT4">
                  <p:embed/>
                </p:oleObj>
              </mc:Choice>
              <mc:Fallback>
                <p:oleObj name="Equation" r:id="rId9" imgW="17068800" imgH="8229600" progId="Equation.DSMT4">
                  <p:embed/>
                  <p:pic>
                    <p:nvPicPr>
                      <p:cNvPr id="0" name="对象 27"/>
                      <p:cNvPicPr/>
                      <p:nvPr/>
                    </p:nvPicPr>
                    <p:blipFill>
                      <a:blip r:embed="rId10"/>
                      <a:stretch>
                        <a:fillRect/>
                      </a:stretch>
                    </p:blipFill>
                    <p:spPr>
                      <a:xfrm>
                        <a:off x="4578794" y="2001787"/>
                        <a:ext cx="700088" cy="334963"/>
                      </a:xfrm>
                      <a:prstGeom prst="rect">
                        <a:avLst/>
                      </a:prstGeom>
                    </p:spPr>
                  </p:pic>
                </p:oleObj>
              </mc:Fallback>
            </mc:AlternateContent>
          </a:graphicData>
        </a:graphic>
      </p:graphicFrame>
      <p:sp>
        <p:nvSpPr>
          <p:cNvPr id="31" name="文本框 30"/>
          <p:cNvSpPr txBox="1"/>
          <p:nvPr/>
        </p:nvSpPr>
        <p:spPr>
          <a:xfrm>
            <a:off x="183833" y="4005042"/>
            <a:ext cx="2241315" cy="523220"/>
          </a:xfrm>
          <a:prstGeom prst="rect">
            <a:avLst/>
          </a:prstGeom>
          <a:noFill/>
        </p:spPr>
        <p:txBody>
          <a:bodyPr wrap="square">
            <a:spAutoFit/>
          </a:bodyPr>
          <a:lstStyle/>
          <a:p>
            <a:r>
              <a:rPr kumimoji="1" lang="zh-CN" altLang="en-US" sz="2800" b="1" i="0" u="none" strike="noStrike" kern="1200" cap="none" spc="0" normalizeH="0" baseline="0" noProof="0" dirty="0">
                <a:ln>
                  <a:noFill/>
                </a:ln>
                <a:solidFill>
                  <a:srgbClr val="000000"/>
                </a:solidFill>
                <a:effectLst/>
                <a:uLnTx/>
                <a:uFillTx/>
                <a:latin typeface="Calibri" panose="020F0502020204030204"/>
                <a:ea typeface="楷体" panose="02010609060101010101" charset="-122"/>
                <a:cs typeface="Times New Roman" panose="02020603050405020304" pitchFamily="18" charset="0"/>
              </a:rPr>
              <a:t>求开路电压：</a:t>
            </a:r>
            <a:endParaRPr lang="zh-CN" altLang="en-US" b="1" dirty="0"/>
          </a:p>
        </p:txBody>
      </p:sp>
      <p:graphicFrame>
        <p:nvGraphicFramePr>
          <p:cNvPr id="32" name="对象 31"/>
          <p:cNvGraphicFramePr/>
          <p:nvPr/>
        </p:nvGraphicFramePr>
        <p:xfrm>
          <a:off x="6399787" y="4941703"/>
          <a:ext cx="1868487" cy="333375"/>
        </p:xfrm>
        <a:graphic>
          <a:graphicData uri="http://schemas.openxmlformats.org/presentationml/2006/ole">
            <mc:AlternateContent xmlns:mc="http://schemas.openxmlformats.org/markup-compatibility/2006">
              <mc:Choice xmlns:v="urn:schemas-microsoft-com:vml" Requires="v">
                <p:oleObj name="Equation" r:id="rId11" imgW="45415200" imgH="8229600" progId="Equation.DSMT4">
                  <p:embed/>
                </p:oleObj>
              </mc:Choice>
              <mc:Fallback>
                <p:oleObj name="Equation" r:id="rId11" imgW="45415200" imgH="8229600" progId="Equation.DSMT4">
                  <p:embed/>
                  <p:pic>
                    <p:nvPicPr>
                      <p:cNvPr id="0" name="对象 21"/>
                      <p:cNvPicPr/>
                      <p:nvPr/>
                    </p:nvPicPr>
                    <p:blipFill>
                      <a:blip r:embed="rId12"/>
                      <a:stretch>
                        <a:fillRect/>
                      </a:stretch>
                    </p:blipFill>
                    <p:spPr>
                      <a:xfrm>
                        <a:off x="6399787" y="4941703"/>
                        <a:ext cx="1868487" cy="333375"/>
                      </a:xfrm>
                      <a:prstGeom prst="rect">
                        <a:avLst/>
                      </a:prstGeom>
                    </p:spPr>
                  </p:pic>
                </p:oleObj>
              </mc:Fallback>
            </mc:AlternateContent>
          </a:graphicData>
        </a:graphic>
      </p:graphicFrame>
      <p:graphicFrame>
        <p:nvGraphicFramePr>
          <p:cNvPr id="33" name="对象 32"/>
          <p:cNvGraphicFramePr/>
          <p:nvPr/>
        </p:nvGraphicFramePr>
        <p:xfrm>
          <a:off x="6399787" y="5732873"/>
          <a:ext cx="2244725" cy="469900"/>
        </p:xfrm>
        <a:graphic>
          <a:graphicData uri="http://schemas.openxmlformats.org/presentationml/2006/ole">
            <mc:AlternateContent xmlns:mc="http://schemas.openxmlformats.org/markup-compatibility/2006">
              <mc:Choice xmlns:v="urn:schemas-microsoft-com:vml" Requires="v">
                <p:oleObj name="Equation" r:id="rId13" imgW="54559200" imgH="11582400" progId="Equation.DSMT4">
                  <p:embed/>
                </p:oleObj>
              </mc:Choice>
              <mc:Fallback>
                <p:oleObj name="Equation" r:id="rId13" imgW="54559200" imgH="11582400" progId="Equation.DSMT4">
                  <p:embed/>
                  <p:pic>
                    <p:nvPicPr>
                      <p:cNvPr id="0" name="对象 31"/>
                      <p:cNvPicPr/>
                      <p:nvPr/>
                    </p:nvPicPr>
                    <p:blipFill>
                      <a:blip r:embed="rId14"/>
                      <a:stretch>
                        <a:fillRect/>
                      </a:stretch>
                    </p:blipFill>
                    <p:spPr>
                      <a:xfrm>
                        <a:off x="6399787" y="5732873"/>
                        <a:ext cx="2244725" cy="469900"/>
                      </a:xfrm>
                      <a:prstGeom prst="rect">
                        <a:avLst/>
                      </a:prstGeom>
                    </p:spPr>
                  </p:pic>
                </p:oleObj>
              </mc:Fallback>
            </mc:AlternateContent>
          </a:graphicData>
        </a:graphic>
      </p:graphicFrame>
      <p:sp>
        <p:nvSpPr>
          <p:cNvPr id="16" name="文本框 15"/>
          <p:cNvSpPr txBox="1"/>
          <p:nvPr/>
        </p:nvSpPr>
        <p:spPr>
          <a:xfrm>
            <a:off x="2328425" y="4017420"/>
            <a:ext cx="1393779" cy="523220"/>
          </a:xfrm>
          <a:prstGeom prst="rect">
            <a:avLst/>
          </a:prstGeom>
          <a:noFill/>
        </p:spPr>
        <p:txBody>
          <a:bodyPr wrap="square">
            <a:spAutoFit/>
          </a:bodyPr>
          <a:lstStyle/>
          <a:p>
            <a:r>
              <a:rPr kumimoji="1" lang="zh-CN" altLang="en-US" sz="2800" b="1" i="0" u="none" strike="noStrike" kern="1200" cap="none" spc="0" normalizeH="0" baseline="0" noProof="0" dirty="0">
                <a:ln>
                  <a:noFill/>
                </a:ln>
                <a:solidFill>
                  <a:srgbClr val="0000FF"/>
                </a:solidFill>
                <a:effectLst/>
                <a:uLnTx/>
                <a:uFillTx/>
                <a:latin typeface="Calibri" panose="020F0502020204030204"/>
                <a:ea typeface="楷体" panose="02010609060101010101" charset="-122"/>
                <a:cs typeface="Times New Roman" panose="02020603050405020304" pitchFamily="18" charset="0"/>
              </a:rPr>
              <a:t>结点法</a:t>
            </a:r>
            <a:endParaRPr lang="zh-CN" altLang="en-US" dirty="0">
              <a:solidFill>
                <a:srgbClr val="0000FF"/>
              </a:solidFill>
            </a:endParaRPr>
          </a:p>
        </p:txBody>
      </p:sp>
      <p:graphicFrame>
        <p:nvGraphicFramePr>
          <p:cNvPr id="2" name="对象 1"/>
          <p:cNvGraphicFramePr>
            <a:graphicFrameLocks noChangeAspect="1"/>
          </p:cNvGraphicFramePr>
          <p:nvPr/>
        </p:nvGraphicFramePr>
        <p:xfrm>
          <a:off x="332372" y="4602553"/>
          <a:ext cx="5880100" cy="1016000"/>
        </p:xfrm>
        <a:graphic>
          <a:graphicData uri="http://schemas.openxmlformats.org/presentationml/2006/ole">
            <mc:AlternateContent xmlns:mc="http://schemas.openxmlformats.org/markup-compatibility/2006">
              <mc:Choice xmlns:v="urn:schemas-microsoft-com:vml" Requires="v">
                <p:oleObj name="Equation" r:id="rId15" imgW="141122400" imgH="24384000" progId="Equation.DSMT4">
                  <p:embed/>
                </p:oleObj>
              </mc:Choice>
              <mc:Fallback>
                <p:oleObj name="Equation" r:id="rId15" imgW="141122400" imgH="24384000" progId="Equation.DSMT4">
                  <p:embed/>
                  <p:pic>
                    <p:nvPicPr>
                      <p:cNvPr id="0" name="图片 92319"/>
                      <p:cNvPicPr/>
                      <p:nvPr/>
                    </p:nvPicPr>
                    <p:blipFill>
                      <a:blip r:embed="rId16"/>
                      <a:stretch>
                        <a:fillRect/>
                      </a:stretch>
                    </p:blipFill>
                    <p:spPr>
                      <a:xfrm>
                        <a:off x="332372" y="4602553"/>
                        <a:ext cx="5880100" cy="10160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wipe(left)">
                                      <p:cBhvr>
                                        <p:cTn id="4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31" grpId="0"/>
      <p:bldP spid="16"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p:cNvSpPr txBox="1">
            <a:spLocks noChangeArrowheads="1"/>
          </p:cNvSpPr>
          <p:nvPr/>
        </p:nvSpPr>
        <p:spPr bwMode="auto">
          <a:xfrm>
            <a:off x="943927" y="354214"/>
            <a:ext cx="777811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wrap="square">
            <a:spAutoFit/>
          </a:bodyPr>
          <a:lstStyle>
            <a:lvl1pPr eaLnBrk="0" hangingPunct="0">
              <a:defRPr sz="2400" b="1">
                <a:solidFill>
                  <a:srgbClr val="0000FF"/>
                </a:solidFill>
                <a:latin typeface="Times New Roman" panose="02020603050405020304" pitchFamily="18" charset="0"/>
                <a:ea typeface="楷体_GB2312" pitchFamily="49" charset="-122"/>
              </a:defRPr>
            </a:lvl1pPr>
            <a:lvl2pPr marL="742950" indent="-285750" eaLnBrk="0" hangingPunct="0">
              <a:defRPr sz="2400" b="1">
                <a:solidFill>
                  <a:srgbClr val="0000FF"/>
                </a:solidFill>
                <a:latin typeface="Times New Roman" panose="02020603050405020304" pitchFamily="18" charset="0"/>
                <a:ea typeface="楷体_GB2312" pitchFamily="49" charset="-122"/>
              </a:defRPr>
            </a:lvl2pPr>
            <a:lvl3pPr marL="1143000" indent="-228600" eaLnBrk="0" hangingPunct="0">
              <a:defRPr sz="2400" b="1">
                <a:solidFill>
                  <a:srgbClr val="0000FF"/>
                </a:solidFill>
                <a:latin typeface="Times New Roman" panose="02020603050405020304" pitchFamily="18" charset="0"/>
                <a:ea typeface="楷体_GB2312" pitchFamily="49" charset="-122"/>
              </a:defRPr>
            </a:lvl3pPr>
            <a:lvl4pPr marL="1600200" indent="-228600" eaLnBrk="0" hangingPunct="0">
              <a:defRPr sz="2400" b="1">
                <a:solidFill>
                  <a:srgbClr val="0000FF"/>
                </a:solidFill>
                <a:latin typeface="Times New Roman" panose="02020603050405020304" pitchFamily="18" charset="0"/>
                <a:ea typeface="楷体_GB2312" pitchFamily="49" charset="-122"/>
              </a:defRPr>
            </a:lvl4pPr>
            <a:lvl5pPr marL="2057400" indent="-228600" eaLnBrk="0" hangingPunct="0">
              <a:defRPr sz="2400" b="1">
                <a:solidFill>
                  <a:srgbClr val="0000FF"/>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9pPr>
          </a:lstStyle>
          <a:p>
            <a:pPr eaLnBrk="1" hangingPunct="1"/>
            <a:r>
              <a:rPr kumimoji="1" lang="zh-CN" altLang="zh-CN" sz="2800" dirty="0">
                <a:solidFill>
                  <a:srgbClr val="000000"/>
                </a:solidFill>
                <a:uFillTx/>
                <a:ea typeface="楷体" panose="02010609060101010101" charset="-122"/>
                <a:cs typeface="Times New Roman" panose="02020603050405020304" pitchFamily="18" charset="0"/>
              </a:rPr>
              <a:t>求</a:t>
            </a:r>
            <a:r>
              <a:rPr kumimoji="1" lang="en-US" altLang="zh-CN" sz="2800" i="1" dirty="0">
                <a:solidFill>
                  <a:srgbClr val="000000"/>
                </a:solidFill>
                <a:uFillTx/>
                <a:ea typeface="楷体" panose="02010609060101010101" charset="-122"/>
                <a:cs typeface="Times New Roman" panose="02020603050405020304" pitchFamily="18" charset="0"/>
              </a:rPr>
              <a:t>R</a:t>
            </a:r>
            <a:r>
              <a:rPr kumimoji="1" lang="zh-CN" altLang="en-US" sz="2800" dirty="0">
                <a:solidFill>
                  <a:srgbClr val="000000"/>
                </a:solidFill>
                <a:ea typeface="楷体" panose="02010609060101010101" charset="-122"/>
                <a:cs typeface="Times New Roman" panose="02020603050405020304" pitchFamily="18" charset="0"/>
              </a:rPr>
              <a:t>为何值时，获得最大功率及对应的阻值</a:t>
            </a:r>
            <a:r>
              <a:rPr kumimoji="1" lang="en-US" altLang="zh-CN" sz="2800" baseline="-25000" dirty="0">
                <a:solidFill>
                  <a:srgbClr val="000000"/>
                </a:solidFill>
                <a:uFillTx/>
                <a:ea typeface="楷体" panose="02010609060101010101" charset="-122"/>
                <a:cs typeface="Times New Roman" panose="02020603050405020304" pitchFamily="18" charset="0"/>
              </a:rPr>
              <a:t> </a:t>
            </a:r>
            <a:r>
              <a:rPr kumimoji="1" lang="zh-CN" altLang="en-US" sz="2800" dirty="0">
                <a:solidFill>
                  <a:srgbClr val="000000"/>
                </a:solidFill>
                <a:uFillTx/>
                <a:ea typeface="楷体" panose="02010609060101010101" charset="-122"/>
                <a:cs typeface="Times New Roman" panose="02020603050405020304" pitchFamily="18" charset="0"/>
              </a:rPr>
              <a:t>。  </a:t>
            </a:r>
          </a:p>
        </p:txBody>
      </p:sp>
      <p:sp>
        <p:nvSpPr>
          <p:cNvPr id="20" name="文本框 19"/>
          <p:cNvSpPr txBox="1"/>
          <p:nvPr/>
        </p:nvSpPr>
        <p:spPr>
          <a:xfrm>
            <a:off x="183833" y="341471"/>
            <a:ext cx="760095" cy="52197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3</a:t>
            </a:r>
          </a:p>
        </p:txBody>
      </p:sp>
      <p:graphicFrame>
        <p:nvGraphicFramePr>
          <p:cNvPr id="21" name="Object 7"/>
          <p:cNvGraphicFramePr>
            <a:graphicFrameLocks noChangeAspect="1"/>
          </p:cNvGraphicFramePr>
          <p:nvPr/>
        </p:nvGraphicFramePr>
        <p:xfrm>
          <a:off x="421958" y="890177"/>
          <a:ext cx="4229100" cy="3030220"/>
        </p:xfrm>
        <a:graphic>
          <a:graphicData uri="http://schemas.openxmlformats.org/presentationml/2006/ole">
            <mc:AlternateContent xmlns:mc="http://schemas.openxmlformats.org/markup-compatibility/2006">
              <mc:Choice xmlns:v="urn:schemas-microsoft-com:vml" Requires="v">
                <p:oleObj r:id="rId3" imgW="1458595" imgH="1047750" progId="Visio.Drawing.11">
                  <p:embed/>
                </p:oleObj>
              </mc:Choice>
              <mc:Fallback>
                <p:oleObj r:id="rId3" imgW="1458595" imgH="1047750" progId="Visio.Drawing.11">
                  <p:embed/>
                  <p:pic>
                    <p:nvPicPr>
                      <p:cNvPr id="0" name="Object 7"/>
                      <p:cNvPicPr>
                        <a:picLocks noChangeAspect="1" noChangeArrowheads="1"/>
                      </p:cNvPicPr>
                      <p:nvPr/>
                    </p:nvPicPr>
                    <p:blipFill>
                      <a:blip r:embed="rId4"/>
                      <a:srcRect/>
                      <a:stretch>
                        <a:fillRect/>
                      </a:stretch>
                    </p:blipFill>
                    <p:spPr bwMode="auto">
                      <a:xfrm>
                        <a:off x="421958" y="890177"/>
                        <a:ext cx="4229100" cy="303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文本框 14"/>
          <p:cNvSpPr txBox="1"/>
          <p:nvPr/>
        </p:nvSpPr>
        <p:spPr>
          <a:xfrm>
            <a:off x="348600" y="3912906"/>
            <a:ext cx="2220665" cy="523220"/>
          </a:xfrm>
          <a:prstGeom prst="rect">
            <a:avLst/>
          </a:prstGeom>
          <a:noFill/>
        </p:spPr>
        <p:txBody>
          <a:bodyPr wrap="square">
            <a:spAutoFit/>
          </a:bodyPr>
          <a:lstStyle/>
          <a:p>
            <a:r>
              <a:rPr kumimoji="1" lang="zh-CN" altLang="en-US" sz="2800" b="1" dirty="0">
                <a:solidFill>
                  <a:srgbClr val="000000"/>
                </a:solidFill>
                <a:latin typeface="Calibri" panose="020F0502020204030204"/>
                <a:ea typeface="楷体" panose="02010609060101010101" charset="-122"/>
                <a:cs typeface="Times New Roman" panose="02020603050405020304" pitchFamily="18" charset="0"/>
              </a:rPr>
              <a:t>求短路电流：</a:t>
            </a:r>
            <a:endParaRPr lang="zh-CN" altLang="en-US" b="1" dirty="0"/>
          </a:p>
        </p:txBody>
      </p:sp>
      <p:graphicFrame>
        <p:nvGraphicFramePr>
          <p:cNvPr id="13" name="Object 7"/>
          <p:cNvGraphicFramePr>
            <a:graphicFrameLocks noChangeAspect="1"/>
          </p:cNvGraphicFramePr>
          <p:nvPr/>
        </p:nvGraphicFramePr>
        <p:xfrm>
          <a:off x="5027310" y="938303"/>
          <a:ext cx="3768090" cy="3030220"/>
        </p:xfrm>
        <a:graphic>
          <a:graphicData uri="http://schemas.openxmlformats.org/presentationml/2006/ole">
            <mc:AlternateContent xmlns:mc="http://schemas.openxmlformats.org/markup-compatibility/2006">
              <mc:Choice xmlns:v="urn:schemas-microsoft-com:vml" Requires="v">
                <p:oleObj name="Visio" r:id="rId5" imgW="1299210" imgH="1047750" progId="Visio.Drawing.11">
                  <p:embed/>
                </p:oleObj>
              </mc:Choice>
              <mc:Fallback>
                <p:oleObj name="Visio" r:id="rId5" imgW="1299210" imgH="1047750" progId="Visio.Drawing.11">
                  <p:embed/>
                  <p:pic>
                    <p:nvPicPr>
                      <p:cNvPr id="0" name="Object 7"/>
                      <p:cNvPicPr>
                        <a:picLocks noChangeAspect="1" noChangeArrowheads="1"/>
                      </p:cNvPicPr>
                      <p:nvPr/>
                    </p:nvPicPr>
                    <p:blipFill>
                      <a:blip r:embed="rId6"/>
                      <a:srcRect/>
                      <a:stretch>
                        <a:fillRect/>
                      </a:stretch>
                    </p:blipFill>
                    <p:spPr bwMode="auto">
                      <a:xfrm>
                        <a:off x="5027310" y="938303"/>
                        <a:ext cx="3768090" cy="303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790524" y="4436126"/>
          <a:ext cx="3390901" cy="952500"/>
        </p:xfrm>
        <a:graphic>
          <a:graphicData uri="http://schemas.openxmlformats.org/presentationml/2006/ole">
            <mc:AlternateContent xmlns:mc="http://schemas.openxmlformats.org/markup-compatibility/2006">
              <mc:Choice xmlns:v="urn:schemas-microsoft-com:vml" Requires="v">
                <p:oleObj name="Equation" r:id="rId7" imgW="81381600" imgH="22860000" progId="Equation.DSMT4">
                  <p:embed/>
                </p:oleObj>
              </mc:Choice>
              <mc:Fallback>
                <p:oleObj name="Equation" r:id="rId7" imgW="81381600" imgH="22860000" progId="Equation.DSMT4">
                  <p:embed/>
                  <p:pic>
                    <p:nvPicPr>
                      <p:cNvPr id="0" name="对象 2"/>
                      <p:cNvPicPr/>
                      <p:nvPr/>
                    </p:nvPicPr>
                    <p:blipFill>
                      <a:blip r:embed="rId8"/>
                      <a:stretch>
                        <a:fillRect/>
                      </a:stretch>
                    </p:blipFill>
                    <p:spPr>
                      <a:xfrm>
                        <a:off x="790524" y="4436126"/>
                        <a:ext cx="3390901" cy="9525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4623349" y="4612331"/>
          <a:ext cx="1917700" cy="482600"/>
        </p:xfrm>
        <a:graphic>
          <a:graphicData uri="http://schemas.openxmlformats.org/presentationml/2006/ole">
            <mc:AlternateContent xmlns:mc="http://schemas.openxmlformats.org/markup-compatibility/2006">
              <mc:Choice xmlns:v="urn:schemas-microsoft-com:vml" Requires="v">
                <p:oleObj name="Equation" r:id="rId9" imgW="46024800" imgH="11582400" progId="Equation.DSMT4">
                  <p:embed/>
                </p:oleObj>
              </mc:Choice>
              <mc:Fallback>
                <p:oleObj name="Equation" r:id="rId9" imgW="46024800" imgH="11582400" progId="Equation.DSMT4">
                  <p:embed/>
                  <p:pic>
                    <p:nvPicPr>
                      <p:cNvPr id="0" name="对象 13"/>
                      <p:cNvPicPr/>
                      <p:nvPr/>
                    </p:nvPicPr>
                    <p:blipFill>
                      <a:blip r:embed="rId10"/>
                      <a:stretch>
                        <a:fillRect/>
                      </a:stretch>
                    </p:blipFill>
                    <p:spPr>
                      <a:xfrm>
                        <a:off x="4623349" y="4612331"/>
                        <a:ext cx="1917700" cy="48260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2795837" y="5392647"/>
          <a:ext cx="3213100" cy="1054100"/>
        </p:xfrm>
        <a:graphic>
          <a:graphicData uri="http://schemas.openxmlformats.org/presentationml/2006/ole">
            <mc:AlternateContent xmlns:mc="http://schemas.openxmlformats.org/markup-compatibility/2006">
              <mc:Choice xmlns:v="urn:schemas-microsoft-com:vml" Requires="v">
                <p:oleObj name="Equation" r:id="rId11" imgW="77114400" imgH="25298400" progId="Equation.DSMT4">
                  <p:embed/>
                </p:oleObj>
              </mc:Choice>
              <mc:Fallback>
                <p:oleObj name="Equation" r:id="rId11" imgW="77114400" imgH="25298400" progId="Equation.DSMT4">
                  <p:embed/>
                  <p:pic>
                    <p:nvPicPr>
                      <p:cNvPr id="0" name="对象 4"/>
                      <p:cNvPicPr/>
                      <p:nvPr/>
                    </p:nvPicPr>
                    <p:blipFill>
                      <a:blip r:embed="rId12"/>
                      <a:stretch>
                        <a:fillRect/>
                      </a:stretch>
                    </p:blipFill>
                    <p:spPr>
                      <a:xfrm>
                        <a:off x="2795837" y="5392647"/>
                        <a:ext cx="3213100" cy="1054100"/>
                      </a:xfrm>
                      <a:prstGeom prst="rect">
                        <a:avLst/>
                      </a:prstGeom>
                    </p:spPr>
                  </p:pic>
                </p:oleObj>
              </mc:Fallback>
            </mc:AlternateContent>
          </a:graphicData>
        </a:graphic>
      </p:graphicFrame>
      <p:sp>
        <p:nvSpPr>
          <p:cNvPr id="19" name="文本框 18"/>
          <p:cNvSpPr txBox="1"/>
          <p:nvPr/>
        </p:nvSpPr>
        <p:spPr>
          <a:xfrm>
            <a:off x="2394088" y="3945356"/>
            <a:ext cx="2093429" cy="523220"/>
          </a:xfrm>
          <a:prstGeom prst="rect">
            <a:avLst/>
          </a:prstGeom>
          <a:noFill/>
        </p:spPr>
        <p:txBody>
          <a:bodyPr wrap="square">
            <a:spAutoFit/>
          </a:bodyPr>
          <a:lstStyle/>
          <a:p>
            <a:r>
              <a:rPr kumimoji="1" lang="zh-CN" altLang="en-US" sz="2800" b="1" i="0" u="none" strike="noStrike" kern="1200" cap="none" spc="0" normalizeH="0" baseline="0" noProof="0" dirty="0">
                <a:ln>
                  <a:noFill/>
                </a:ln>
                <a:solidFill>
                  <a:srgbClr val="0000FF"/>
                </a:solidFill>
                <a:effectLst/>
                <a:uLnTx/>
                <a:uFillTx/>
                <a:latin typeface="Calibri" panose="020F0502020204030204"/>
                <a:ea typeface="楷体" panose="02010609060101010101" charset="-122"/>
                <a:cs typeface="Times New Roman" panose="02020603050405020304" pitchFamily="18" charset="0"/>
              </a:rPr>
              <a:t>独立源</a:t>
            </a:r>
            <a:r>
              <a:rPr kumimoji="1" lang="zh-CN" altLang="en-US" sz="2800" b="1" i="0" u="none" strike="noStrike" kern="1200" cap="none" spc="0" normalizeH="0" baseline="0" noProof="0" dirty="0">
                <a:ln>
                  <a:noFill/>
                </a:ln>
                <a:solidFill>
                  <a:srgbClr val="FF0000"/>
                </a:solidFill>
                <a:effectLst/>
                <a:uLnTx/>
                <a:uFillTx/>
                <a:latin typeface="Calibri" panose="020F0502020204030204"/>
                <a:ea typeface="楷体" panose="02010609060101010101" charset="-122"/>
                <a:cs typeface="Times New Roman" panose="02020603050405020304" pitchFamily="18" charset="0"/>
              </a:rPr>
              <a:t>不变</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arn(inVertic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p:cNvSpPr txBox="1">
            <a:spLocks noChangeArrowheads="1"/>
          </p:cNvSpPr>
          <p:nvPr/>
        </p:nvSpPr>
        <p:spPr bwMode="auto">
          <a:xfrm>
            <a:off x="943927" y="354214"/>
            <a:ext cx="777811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wrap="square">
            <a:spAutoFit/>
          </a:bodyPr>
          <a:lstStyle>
            <a:lvl1pPr eaLnBrk="0" hangingPunct="0">
              <a:defRPr sz="2400" b="1">
                <a:solidFill>
                  <a:srgbClr val="0000FF"/>
                </a:solidFill>
                <a:latin typeface="Times New Roman" panose="02020603050405020304" pitchFamily="18" charset="0"/>
                <a:ea typeface="楷体_GB2312" pitchFamily="49" charset="-122"/>
              </a:defRPr>
            </a:lvl1pPr>
            <a:lvl2pPr marL="742950" indent="-285750" eaLnBrk="0" hangingPunct="0">
              <a:defRPr sz="2400" b="1">
                <a:solidFill>
                  <a:srgbClr val="0000FF"/>
                </a:solidFill>
                <a:latin typeface="Times New Roman" panose="02020603050405020304" pitchFamily="18" charset="0"/>
                <a:ea typeface="楷体_GB2312" pitchFamily="49" charset="-122"/>
              </a:defRPr>
            </a:lvl2pPr>
            <a:lvl3pPr marL="1143000" indent="-228600" eaLnBrk="0" hangingPunct="0">
              <a:defRPr sz="2400" b="1">
                <a:solidFill>
                  <a:srgbClr val="0000FF"/>
                </a:solidFill>
                <a:latin typeface="Times New Roman" panose="02020603050405020304" pitchFamily="18" charset="0"/>
                <a:ea typeface="楷体_GB2312" pitchFamily="49" charset="-122"/>
              </a:defRPr>
            </a:lvl3pPr>
            <a:lvl4pPr marL="1600200" indent="-228600" eaLnBrk="0" hangingPunct="0">
              <a:defRPr sz="2400" b="1">
                <a:solidFill>
                  <a:srgbClr val="0000FF"/>
                </a:solidFill>
                <a:latin typeface="Times New Roman" panose="02020603050405020304" pitchFamily="18" charset="0"/>
                <a:ea typeface="楷体_GB2312" pitchFamily="49" charset="-122"/>
              </a:defRPr>
            </a:lvl4pPr>
            <a:lvl5pPr marL="2057400" indent="-228600" eaLnBrk="0" hangingPunct="0">
              <a:defRPr sz="2400" b="1">
                <a:solidFill>
                  <a:srgbClr val="0000FF"/>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buClr>
                <a:srgbClr val="9999CC"/>
              </a:buClr>
              <a:buSzPct val="75000"/>
              <a:buFont typeface="Monotype Sorts" pitchFamily="2" charset="2"/>
              <a:defRPr sz="2400" b="1">
                <a:solidFill>
                  <a:srgbClr val="0000FF"/>
                </a:solidFill>
                <a:latin typeface="Times New Roman" panose="02020603050405020304" pitchFamily="18" charset="0"/>
                <a:ea typeface="楷体_GB2312" pitchFamily="49" charset="-122"/>
              </a:defRPr>
            </a:lvl9pPr>
          </a:lstStyle>
          <a:p>
            <a:pPr eaLnBrk="1" hangingPunct="1"/>
            <a:r>
              <a:rPr kumimoji="1" lang="zh-CN" altLang="zh-CN" sz="2800" dirty="0">
                <a:solidFill>
                  <a:srgbClr val="000000"/>
                </a:solidFill>
                <a:uFillTx/>
                <a:ea typeface="楷体" panose="02010609060101010101" charset="-122"/>
                <a:cs typeface="Times New Roman" panose="02020603050405020304" pitchFamily="18" charset="0"/>
              </a:rPr>
              <a:t>求</a:t>
            </a:r>
            <a:r>
              <a:rPr kumimoji="1" lang="en-US" altLang="zh-CN" sz="2800" i="1" dirty="0">
                <a:solidFill>
                  <a:srgbClr val="000000"/>
                </a:solidFill>
                <a:uFillTx/>
                <a:ea typeface="楷体" panose="02010609060101010101" charset="-122"/>
                <a:cs typeface="Times New Roman" panose="02020603050405020304" pitchFamily="18" charset="0"/>
              </a:rPr>
              <a:t>R</a:t>
            </a:r>
            <a:r>
              <a:rPr kumimoji="1" lang="zh-CN" altLang="en-US" sz="2800" dirty="0">
                <a:solidFill>
                  <a:srgbClr val="000000"/>
                </a:solidFill>
                <a:ea typeface="楷体" panose="02010609060101010101" charset="-122"/>
                <a:cs typeface="Times New Roman" panose="02020603050405020304" pitchFamily="18" charset="0"/>
              </a:rPr>
              <a:t>为何值时，获得最大功率及对应的阻值</a:t>
            </a:r>
            <a:r>
              <a:rPr kumimoji="1" lang="en-US" altLang="zh-CN" sz="2800" baseline="-25000" dirty="0">
                <a:solidFill>
                  <a:srgbClr val="000000"/>
                </a:solidFill>
                <a:uFillTx/>
                <a:ea typeface="楷体" panose="02010609060101010101" charset="-122"/>
                <a:cs typeface="Times New Roman" panose="02020603050405020304" pitchFamily="18" charset="0"/>
              </a:rPr>
              <a:t> </a:t>
            </a:r>
            <a:r>
              <a:rPr kumimoji="1" lang="zh-CN" altLang="en-US" sz="2800" dirty="0">
                <a:solidFill>
                  <a:srgbClr val="000000"/>
                </a:solidFill>
                <a:uFillTx/>
                <a:ea typeface="楷体" panose="02010609060101010101" charset="-122"/>
                <a:cs typeface="Times New Roman" panose="02020603050405020304" pitchFamily="18" charset="0"/>
              </a:rPr>
              <a:t>。  </a:t>
            </a:r>
          </a:p>
        </p:txBody>
      </p:sp>
      <p:sp>
        <p:nvSpPr>
          <p:cNvPr id="20" name="文本框 19"/>
          <p:cNvSpPr txBox="1"/>
          <p:nvPr/>
        </p:nvSpPr>
        <p:spPr>
          <a:xfrm>
            <a:off x="183833" y="341471"/>
            <a:ext cx="760095" cy="52197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3</a:t>
            </a:r>
          </a:p>
        </p:txBody>
      </p:sp>
      <p:graphicFrame>
        <p:nvGraphicFramePr>
          <p:cNvPr id="21" name="Object 7"/>
          <p:cNvGraphicFramePr>
            <a:graphicFrameLocks noChangeAspect="1"/>
          </p:cNvGraphicFramePr>
          <p:nvPr/>
        </p:nvGraphicFramePr>
        <p:xfrm>
          <a:off x="421958" y="890177"/>
          <a:ext cx="4229100" cy="3030220"/>
        </p:xfrm>
        <a:graphic>
          <a:graphicData uri="http://schemas.openxmlformats.org/presentationml/2006/ole">
            <mc:AlternateContent xmlns:mc="http://schemas.openxmlformats.org/markup-compatibility/2006">
              <mc:Choice xmlns:v="urn:schemas-microsoft-com:vml" Requires="v">
                <p:oleObj r:id="rId3" imgW="1458595" imgH="1047750" progId="Visio.Drawing.11">
                  <p:embed/>
                </p:oleObj>
              </mc:Choice>
              <mc:Fallback>
                <p:oleObj r:id="rId3" imgW="1458595" imgH="1047750" progId="Visio.Drawing.11">
                  <p:embed/>
                  <p:pic>
                    <p:nvPicPr>
                      <p:cNvPr id="0" name="Object 7"/>
                      <p:cNvPicPr>
                        <a:picLocks noChangeAspect="1" noChangeArrowheads="1"/>
                      </p:cNvPicPr>
                      <p:nvPr/>
                    </p:nvPicPr>
                    <p:blipFill>
                      <a:blip r:embed="rId4"/>
                      <a:srcRect/>
                      <a:stretch>
                        <a:fillRect/>
                      </a:stretch>
                    </p:blipFill>
                    <p:spPr bwMode="auto">
                      <a:xfrm>
                        <a:off x="421958" y="890177"/>
                        <a:ext cx="4229100" cy="303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文本框 14"/>
          <p:cNvSpPr txBox="1"/>
          <p:nvPr/>
        </p:nvSpPr>
        <p:spPr>
          <a:xfrm>
            <a:off x="18416" y="3923207"/>
            <a:ext cx="2297402" cy="523220"/>
          </a:xfrm>
          <a:prstGeom prst="rect">
            <a:avLst/>
          </a:prstGeom>
          <a:noFill/>
        </p:spPr>
        <p:txBody>
          <a:bodyPr wrap="square">
            <a:spAutoFit/>
          </a:bodyPr>
          <a:lstStyle/>
          <a:p>
            <a:r>
              <a:rPr kumimoji="1" lang="zh-CN" altLang="en-US" sz="2800" b="1" dirty="0">
                <a:solidFill>
                  <a:srgbClr val="000000"/>
                </a:solidFill>
                <a:latin typeface="Calibri" panose="020F0502020204030204"/>
                <a:ea typeface="楷体" panose="02010609060101010101" charset="-122"/>
                <a:cs typeface="Times New Roman" panose="02020603050405020304" pitchFamily="18" charset="0"/>
              </a:rPr>
              <a:t>求等效电阻：</a:t>
            </a:r>
            <a:endParaRPr lang="zh-CN" altLang="en-US" b="1" dirty="0"/>
          </a:p>
        </p:txBody>
      </p:sp>
      <p:sp>
        <p:nvSpPr>
          <p:cNvPr id="4" name="文本框 3"/>
          <p:cNvSpPr txBox="1"/>
          <p:nvPr/>
        </p:nvSpPr>
        <p:spPr>
          <a:xfrm>
            <a:off x="893062" y="4618664"/>
            <a:ext cx="1970405" cy="521970"/>
          </a:xfrm>
          <a:prstGeom prst="rect">
            <a:avLst/>
          </a:prstGeom>
          <a:noFill/>
        </p:spPr>
        <p:txBody>
          <a:bodyPr wrap="none" rtlCol="0" anchor="t">
            <a:spAutoFit/>
          </a:bodyPr>
          <a:lstStyle/>
          <a:p>
            <a:r>
              <a:rPr kumimoji="1" lang="zh-CN" altLang="en-US" sz="2800" b="1" dirty="0">
                <a:solidFill>
                  <a:srgbClr val="000000"/>
                </a:solidFill>
                <a:latin typeface="Calibri" panose="020F0502020204030204"/>
                <a:ea typeface="楷体" panose="02010609060101010101" charset="-122"/>
                <a:cs typeface="Times New Roman" panose="02020603050405020304" pitchFamily="18" charset="0"/>
                <a:sym typeface="+mn-ea"/>
              </a:rPr>
              <a:t>端口电压：</a:t>
            </a:r>
            <a:endParaRPr lang="zh-CN" altLang="en-US" dirty="0"/>
          </a:p>
        </p:txBody>
      </p:sp>
      <p:graphicFrame>
        <p:nvGraphicFramePr>
          <p:cNvPr id="3" name="对象 2"/>
          <p:cNvGraphicFramePr>
            <a:graphicFrameLocks noChangeAspect="1"/>
          </p:cNvGraphicFramePr>
          <p:nvPr/>
        </p:nvGraphicFramePr>
        <p:xfrm>
          <a:off x="2737215" y="4675298"/>
          <a:ext cx="1320800" cy="368300"/>
        </p:xfrm>
        <a:graphic>
          <a:graphicData uri="http://schemas.openxmlformats.org/presentationml/2006/ole">
            <mc:AlternateContent xmlns:mc="http://schemas.openxmlformats.org/markup-compatibility/2006">
              <mc:Choice xmlns:v="urn:schemas-microsoft-com:vml" Requires="v">
                <p:oleObj name="Equation" r:id="rId5" imgW="31699200" imgH="8839200" progId="Equation.DSMT4">
                  <p:embed/>
                </p:oleObj>
              </mc:Choice>
              <mc:Fallback>
                <p:oleObj name="Equation" r:id="rId5" imgW="31699200" imgH="8839200" progId="Equation.DSMT4">
                  <p:embed/>
                  <p:pic>
                    <p:nvPicPr>
                      <p:cNvPr id="0" name="图片 93308"/>
                      <p:cNvPicPr/>
                      <p:nvPr/>
                    </p:nvPicPr>
                    <p:blipFill>
                      <a:blip r:embed="rId6"/>
                      <a:stretch>
                        <a:fillRect/>
                      </a:stretch>
                    </p:blipFill>
                    <p:spPr>
                      <a:xfrm>
                        <a:off x="2737215" y="4675298"/>
                        <a:ext cx="1320800" cy="368300"/>
                      </a:xfrm>
                      <a:prstGeom prst="rect">
                        <a:avLst/>
                      </a:prstGeom>
                    </p:spPr>
                  </p:pic>
                </p:oleObj>
              </mc:Fallback>
            </mc:AlternateContent>
          </a:graphicData>
        </a:graphic>
      </p:graphicFrame>
      <p:sp>
        <p:nvSpPr>
          <p:cNvPr id="11" name="文本框 10"/>
          <p:cNvSpPr txBox="1"/>
          <p:nvPr/>
        </p:nvSpPr>
        <p:spPr>
          <a:xfrm>
            <a:off x="874647" y="5536575"/>
            <a:ext cx="1970405" cy="521970"/>
          </a:xfrm>
          <a:prstGeom prst="rect">
            <a:avLst/>
          </a:prstGeom>
          <a:noFill/>
        </p:spPr>
        <p:txBody>
          <a:bodyPr wrap="none" rtlCol="0" anchor="t">
            <a:spAutoFit/>
          </a:bodyPr>
          <a:lstStyle/>
          <a:p>
            <a:r>
              <a:rPr kumimoji="1" lang="zh-CN" altLang="en-US" sz="2800" b="1" dirty="0">
                <a:solidFill>
                  <a:srgbClr val="000000"/>
                </a:solidFill>
                <a:latin typeface="Calibri" panose="020F0502020204030204"/>
                <a:ea typeface="楷体" panose="02010609060101010101" charset="-122"/>
                <a:cs typeface="Times New Roman" panose="02020603050405020304" pitchFamily="18" charset="0"/>
                <a:sym typeface="+mn-ea"/>
              </a:rPr>
              <a:t>端口电流：</a:t>
            </a:r>
            <a:endParaRPr lang="zh-CN" altLang="en-US" dirty="0"/>
          </a:p>
        </p:txBody>
      </p:sp>
      <p:graphicFrame>
        <p:nvGraphicFramePr>
          <p:cNvPr id="5" name="对象 4"/>
          <p:cNvGraphicFramePr>
            <a:graphicFrameLocks noChangeAspect="1"/>
          </p:cNvGraphicFramePr>
          <p:nvPr/>
        </p:nvGraphicFramePr>
        <p:xfrm>
          <a:off x="5312243" y="4743289"/>
          <a:ext cx="3251200" cy="533400"/>
        </p:xfrm>
        <a:graphic>
          <a:graphicData uri="http://schemas.openxmlformats.org/presentationml/2006/ole">
            <mc:AlternateContent xmlns:mc="http://schemas.openxmlformats.org/markup-compatibility/2006">
              <mc:Choice xmlns:v="urn:schemas-microsoft-com:vml" Requires="v">
                <p:oleObj name="Equation" r:id="rId7" imgW="78028800" imgH="12801600" progId="Equation.DSMT4">
                  <p:embed/>
                </p:oleObj>
              </mc:Choice>
              <mc:Fallback>
                <p:oleObj name="Equation" r:id="rId7" imgW="78028800" imgH="12801600" progId="Equation.DSMT4">
                  <p:embed/>
                  <p:pic>
                    <p:nvPicPr>
                      <p:cNvPr id="0" name="图片 93310"/>
                      <p:cNvPicPr/>
                      <p:nvPr/>
                    </p:nvPicPr>
                    <p:blipFill>
                      <a:blip r:embed="rId8"/>
                      <a:stretch>
                        <a:fillRect/>
                      </a:stretch>
                    </p:blipFill>
                    <p:spPr>
                      <a:xfrm>
                        <a:off x="5312243" y="4743289"/>
                        <a:ext cx="3251200" cy="533400"/>
                      </a:xfrm>
                      <a:prstGeom prst="rect">
                        <a:avLst/>
                      </a:prstGeom>
                    </p:spPr>
                  </p:pic>
                </p:oleObj>
              </mc:Fallback>
            </mc:AlternateContent>
          </a:graphicData>
        </a:graphic>
      </p:graphicFrame>
      <p:sp>
        <p:nvSpPr>
          <p:cNvPr id="19" name="文本框 18"/>
          <p:cNvSpPr txBox="1"/>
          <p:nvPr/>
        </p:nvSpPr>
        <p:spPr>
          <a:xfrm>
            <a:off x="4832984" y="4118197"/>
            <a:ext cx="2467307" cy="523220"/>
          </a:xfrm>
          <a:prstGeom prst="rect">
            <a:avLst/>
          </a:prstGeom>
          <a:noFill/>
        </p:spPr>
        <p:txBody>
          <a:bodyPr wrap="square">
            <a:spAutoFit/>
          </a:bodyPr>
          <a:lstStyle/>
          <a:p>
            <a:r>
              <a:rPr kumimoji="1" lang="zh-CN" altLang="en-US" sz="2800" b="1" i="0" u="none" strike="noStrike" kern="1200" cap="none" spc="0" normalizeH="0" baseline="0" noProof="0" dirty="0">
                <a:ln>
                  <a:noFill/>
                </a:ln>
                <a:solidFill>
                  <a:srgbClr val="000000"/>
                </a:solidFill>
                <a:effectLst/>
                <a:uLnTx/>
                <a:uFillTx/>
                <a:latin typeface="Calibri" panose="020F0502020204030204"/>
                <a:ea typeface="楷体" panose="02010609060101010101" charset="-122"/>
                <a:cs typeface="Times New Roman" panose="02020603050405020304" pitchFamily="18" charset="0"/>
                <a:sym typeface="+mn-ea"/>
              </a:rPr>
              <a:t>端口</a:t>
            </a:r>
            <a:r>
              <a:rPr kumimoji="1" lang="en-US" altLang="zh-CN" sz="2800" b="1" i="1"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sym typeface="+mn-ea"/>
              </a:rPr>
              <a:t>U</a:t>
            </a:r>
            <a:r>
              <a:rPr kumimoji="1" lang="en-US" altLang="zh-CN" sz="2800" b="1"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sym typeface="+mn-ea"/>
              </a:rPr>
              <a:t>-</a:t>
            </a:r>
            <a:r>
              <a:rPr kumimoji="1" lang="en-US" altLang="zh-CN" sz="2800" b="1" i="1"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Times New Roman" panose="02020603050405020304" pitchFamily="18" charset="0"/>
                <a:sym typeface="+mn-ea"/>
              </a:rPr>
              <a:t>I</a:t>
            </a:r>
            <a:r>
              <a:rPr kumimoji="1" lang="zh-CN" altLang="en-US" sz="2800" b="1" i="0" u="none" strike="noStrike" kern="1200" cap="none" spc="0" normalizeH="0" baseline="0" noProof="0" dirty="0">
                <a:ln>
                  <a:noFill/>
                </a:ln>
                <a:solidFill>
                  <a:srgbClr val="000000"/>
                </a:solidFill>
                <a:effectLst/>
                <a:uLnTx/>
                <a:uFillTx/>
                <a:latin typeface="Calibri" panose="020F0502020204030204"/>
                <a:ea typeface="楷体" panose="02010609060101010101" charset="-122"/>
                <a:cs typeface="Times New Roman" panose="02020603050405020304" pitchFamily="18" charset="0"/>
                <a:sym typeface="+mn-ea"/>
              </a:rPr>
              <a:t>关系：</a:t>
            </a:r>
            <a:endParaRPr lang="zh-CN" altLang="en-US" dirty="0"/>
          </a:p>
        </p:txBody>
      </p:sp>
      <p:graphicFrame>
        <p:nvGraphicFramePr>
          <p:cNvPr id="22" name="Object 7"/>
          <p:cNvGraphicFramePr>
            <a:graphicFrameLocks noChangeAspect="1"/>
          </p:cNvGraphicFramePr>
          <p:nvPr/>
        </p:nvGraphicFramePr>
        <p:xfrm>
          <a:off x="4953952" y="890177"/>
          <a:ext cx="3768090" cy="3030220"/>
        </p:xfrm>
        <a:graphic>
          <a:graphicData uri="http://schemas.openxmlformats.org/presentationml/2006/ole">
            <mc:AlternateContent xmlns:mc="http://schemas.openxmlformats.org/markup-compatibility/2006">
              <mc:Choice xmlns:v="urn:schemas-microsoft-com:vml" Requires="v">
                <p:oleObj name="Visio" r:id="rId9" imgW="1299210" imgH="1047750" progId="Visio.Drawing.11">
                  <p:embed/>
                </p:oleObj>
              </mc:Choice>
              <mc:Fallback>
                <p:oleObj name="Visio" r:id="rId9" imgW="1299210" imgH="1047750" progId="Visio.Drawing.11">
                  <p:embed/>
                  <p:pic>
                    <p:nvPicPr>
                      <p:cNvPr id="0" name="Object 7"/>
                      <p:cNvPicPr>
                        <a:picLocks noChangeAspect="1" noChangeArrowheads="1"/>
                      </p:cNvPicPr>
                      <p:nvPr/>
                    </p:nvPicPr>
                    <p:blipFill>
                      <a:blip r:embed="rId10"/>
                      <a:srcRect/>
                      <a:stretch>
                        <a:fillRect/>
                      </a:stretch>
                    </p:blipFill>
                    <p:spPr bwMode="auto">
                      <a:xfrm>
                        <a:off x="4953952" y="890177"/>
                        <a:ext cx="3768090" cy="303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文本框 22"/>
          <p:cNvSpPr txBox="1"/>
          <p:nvPr/>
        </p:nvSpPr>
        <p:spPr>
          <a:xfrm>
            <a:off x="2149338" y="3920397"/>
            <a:ext cx="2135997" cy="523220"/>
          </a:xfrm>
          <a:prstGeom prst="rect">
            <a:avLst/>
          </a:prstGeom>
          <a:noFill/>
        </p:spPr>
        <p:txBody>
          <a:bodyPr wrap="square">
            <a:spAutoFit/>
          </a:bodyPr>
          <a:lstStyle/>
          <a:p>
            <a:r>
              <a:rPr kumimoji="1" lang="zh-CN" altLang="en-US" sz="2800" b="1" i="0" u="none" strike="noStrike" kern="1200" cap="none" spc="0" normalizeH="0" baseline="0" noProof="0" dirty="0">
                <a:ln>
                  <a:noFill/>
                </a:ln>
                <a:solidFill>
                  <a:srgbClr val="0000FF"/>
                </a:solidFill>
                <a:effectLst/>
                <a:uLnTx/>
                <a:uFillTx/>
                <a:latin typeface="Calibri" panose="020F0502020204030204"/>
                <a:ea typeface="楷体" panose="02010609060101010101" charset="-122"/>
                <a:cs typeface="Times New Roman" panose="02020603050405020304" pitchFamily="18" charset="0"/>
              </a:rPr>
              <a:t>独立源</a:t>
            </a:r>
            <a:r>
              <a:rPr kumimoji="1" lang="zh-CN" altLang="en-US" sz="2800" b="1" i="0" u="none" strike="noStrike" kern="1200" cap="none" spc="0" normalizeH="0" baseline="0" noProof="0" dirty="0">
                <a:ln>
                  <a:noFill/>
                </a:ln>
                <a:solidFill>
                  <a:srgbClr val="FF0000"/>
                </a:solidFill>
                <a:effectLst/>
                <a:uLnTx/>
                <a:uFillTx/>
                <a:latin typeface="Calibri" panose="020F0502020204030204"/>
                <a:ea typeface="楷体" panose="02010609060101010101" charset="-122"/>
                <a:cs typeface="Times New Roman" panose="02020603050405020304" pitchFamily="18" charset="0"/>
              </a:rPr>
              <a:t>置零</a:t>
            </a:r>
            <a:endParaRPr lang="zh-CN" altLang="en-US" dirty="0"/>
          </a:p>
        </p:txBody>
      </p:sp>
      <p:graphicFrame>
        <p:nvGraphicFramePr>
          <p:cNvPr id="2" name="对象 1"/>
          <p:cNvGraphicFramePr>
            <a:graphicFrameLocks noChangeAspect="1"/>
          </p:cNvGraphicFramePr>
          <p:nvPr/>
        </p:nvGraphicFramePr>
        <p:xfrm>
          <a:off x="2663508" y="5372315"/>
          <a:ext cx="3975100" cy="952500"/>
        </p:xfrm>
        <a:graphic>
          <a:graphicData uri="http://schemas.openxmlformats.org/presentationml/2006/ole">
            <mc:AlternateContent xmlns:mc="http://schemas.openxmlformats.org/markup-compatibility/2006">
              <mc:Choice xmlns:v="urn:schemas-microsoft-com:vml" Requires="v">
                <p:oleObj name="Equation" r:id="rId11" imgW="95402400" imgH="22860000" progId="Equation.DSMT4">
                  <p:embed/>
                </p:oleObj>
              </mc:Choice>
              <mc:Fallback>
                <p:oleObj name="Equation" r:id="rId11" imgW="95402400" imgH="22860000" progId="Equation.DSMT4">
                  <p:embed/>
                  <p:pic>
                    <p:nvPicPr>
                      <p:cNvPr id="0" name="图片 93425"/>
                      <p:cNvPicPr/>
                      <p:nvPr/>
                    </p:nvPicPr>
                    <p:blipFill>
                      <a:blip r:embed="rId12"/>
                      <a:stretch>
                        <a:fillRect/>
                      </a:stretch>
                    </p:blipFill>
                    <p:spPr>
                      <a:xfrm>
                        <a:off x="2663508" y="5372315"/>
                        <a:ext cx="3975100" cy="9525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 grpId="0"/>
      <p:bldP spid="11" grpId="0"/>
      <p:bldP spid="19" grpId="0"/>
      <p:bldP spid="2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日期占位符 4"/>
          <p:cNvSpPr>
            <a:spLocks noGrp="1"/>
          </p:cNvSpPr>
          <p:nvPr>
            <p:ph type="dt" sz="quarter" idx="10"/>
          </p:nvPr>
        </p:nvSpPr>
        <p:spPr/>
        <p:txBody>
          <a:bodyPr/>
          <a:lstStyle/>
          <a:p>
            <a:pPr>
              <a:defRPr/>
            </a:pPr>
            <a:fld id="{7D308352-1712-4DA3-9DEF-91A3605F167C}" type="datetime1">
              <a:rPr lang="zh-CN" altLang="en-US"/>
              <a:pPr>
                <a:defRPr/>
              </a:pPr>
              <a:t>2024/8/17</a:t>
            </a:fld>
            <a:endParaRPr lang="en-US" altLang="zh-CN"/>
          </a:p>
        </p:txBody>
      </p:sp>
      <p:sp>
        <p:nvSpPr>
          <p:cNvPr id="20" name="页脚占位符 5"/>
          <p:cNvSpPr>
            <a:spLocks noGrp="1"/>
          </p:cNvSpPr>
          <p:nvPr>
            <p:ph type="ftr" sz="quarter" idx="11"/>
          </p:nvPr>
        </p:nvSpPr>
        <p:spPr/>
        <p:txBody>
          <a:bodyPr/>
          <a:lstStyle/>
          <a:p>
            <a:pPr>
              <a:defRPr/>
            </a:pPr>
            <a:endParaRPr lang="en-US" altLang="zh-CN"/>
          </a:p>
        </p:txBody>
      </p:sp>
      <p:sp>
        <p:nvSpPr>
          <p:cNvPr id="21" name="灯片编号占位符 6"/>
          <p:cNvSpPr>
            <a:spLocks noGrp="1"/>
          </p:cNvSpPr>
          <p:nvPr>
            <p:ph type="sldNum" sz="quarter" idx="12"/>
          </p:nvPr>
        </p:nvSpPr>
        <p:spPr/>
        <p:txBody>
          <a:bodyPr/>
          <a:lstStyle/>
          <a:p>
            <a:pPr>
              <a:defRPr/>
            </a:pPr>
            <a:fld id="{A276422E-304C-4132-93E8-36F87CC39BC3}" type="slidenum">
              <a:rPr lang="en-US" altLang="zh-CN"/>
              <a:pPr>
                <a:defRPr/>
              </a:pPr>
              <a:t>81</a:t>
            </a:fld>
            <a:endParaRPr lang="en-US" altLang="zh-CN"/>
          </a:p>
        </p:txBody>
      </p:sp>
      <p:sp>
        <p:nvSpPr>
          <p:cNvPr id="240648" name="Rectangle 8"/>
          <p:cNvSpPr>
            <a:spLocks noChangeArrowheads="1"/>
          </p:cNvSpPr>
          <p:nvPr/>
        </p:nvSpPr>
        <p:spPr bwMode="auto">
          <a:xfrm>
            <a:off x="4355976" y="5301208"/>
            <a:ext cx="3586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defRPr/>
            </a:pPr>
            <a:r>
              <a:rPr lang="en-US" altLang="zh-CN" sz="2400">
                <a:solidFill>
                  <a:schemeClr val="folHlink"/>
                </a:solidFill>
                <a:effectLst>
                  <a:outerShdw blurRad="38100" dist="38100" dir="2700000" algn="tl">
                    <a:srgbClr val="C0C0C0"/>
                  </a:outerShdw>
                </a:effectLst>
                <a:latin typeface="Times New Roman" panose="02020603050405020304" pitchFamily="18" charset="0"/>
                <a:ea typeface="隶书" panose="02010509060101010101" pitchFamily="49" charset="-122"/>
              </a:rPr>
              <a:t>——Conservation of power</a:t>
            </a:r>
          </a:p>
        </p:txBody>
      </p:sp>
      <p:sp>
        <p:nvSpPr>
          <p:cNvPr id="240667" name="Rectangle 27"/>
          <p:cNvSpPr>
            <a:spLocks noChangeArrowheads="1"/>
          </p:cNvSpPr>
          <p:nvPr/>
        </p:nvSpPr>
        <p:spPr bwMode="auto">
          <a:xfrm>
            <a:off x="94456" y="690562"/>
            <a:ext cx="4140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AutoNum type="arabicPeriod"/>
              <a:defRPr/>
            </a:pPr>
            <a:r>
              <a:rPr lang="zh-CN" altLang="en-US" sz="2800" dirty="0">
                <a:solidFill>
                  <a:srgbClr val="CC3300"/>
                </a:solidFill>
                <a:effectLst>
                  <a:outerShdw blurRad="38100" dist="38100" dir="2700000" algn="tl">
                    <a:srgbClr val="C0C0C0"/>
                  </a:outerShdw>
                </a:effectLst>
                <a:ea typeface="隶书" panose="02010509060101010101" pitchFamily="49" charset="-122"/>
              </a:rPr>
              <a:t>特勒根定理</a:t>
            </a:r>
          </a:p>
        </p:txBody>
      </p:sp>
      <p:graphicFrame>
        <p:nvGraphicFramePr>
          <p:cNvPr id="240668" name="Object 28"/>
          <p:cNvGraphicFramePr>
            <a:graphicFrameLocks noChangeAspect="1"/>
          </p:cNvGraphicFramePr>
          <p:nvPr/>
        </p:nvGraphicFramePr>
        <p:xfrm>
          <a:off x="430088" y="4670970"/>
          <a:ext cx="3656013" cy="549275"/>
        </p:xfrm>
        <a:graphic>
          <a:graphicData uri="http://schemas.openxmlformats.org/presentationml/2006/ole">
            <mc:AlternateContent xmlns:mc="http://schemas.openxmlformats.org/markup-compatibility/2006">
              <mc:Choice xmlns:v="urn:schemas-microsoft-com:vml" Requires="v">
                <p:oleObj name="Equation" r:id="rId2" imgW="1495472" imgH="200140" progId="Equation.DSMT4">
                  <p:embed/>
                </p:oleObj>
              </mc:Choice>
              <mc:Fallback>
                <p:oleObj name="Equation" r:id="rId2" imgW="1495472" imgH="200140" progId="Equation.DSMT4">
                  <p:embed/>
                  <p:pic>
                    <p:nvPicPr>
                      <p:cNvPr id="240668"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088" y="4670970"/>
                        <a:ext cx="3656013"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0683" name="Object 43"/>
          <p:cNvGraphicFramePr>
            <a:graphicFrameLocks noChangeAspect="1"/>
          </p:cNvGraphicFramePr>
          <p:nvPr/>
        </p:nvGraphicFramePr>
        <p:xfrm>
          <a:off x="430088" y="5356770"/>
          <a:ext cx="3656013" cy="609600"/>
        </p:xfrm>
        <a:graphic>
          <a:graphicData uri="http://schemas.openxmlformats.org/presentationml/2006/ole">
            <mc:AlternateContent xmlns:mc="http://schemas.openxmlformats.org/markup-compatibility/2006">
              <mc:Choice xmlns:v="urn:schemas-microsoft-com:vml" Requires="v">
                <p:oleObj name="Equation" r:id="rId4" imgW="1495472" imgH="228731" progId="Equation.DSMT4">
                  <p:embed/>
                </p:oleObj>
              </mc:Choice>
              <mc:Fallback>
                <p:oleObj name="Equation" r:id="rId4" imgW="1495472" imgH="228731" progId="Equation.DSMT4">
                  <p:embed/>
                  <p:pic>
                    <p:nvPicPr>
                      <p:cNvPr id="240683" name="Object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088" y="5356770"/>
                        <a:ext cx="3656013"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0684" name="AutoShape 44"/>
          <p:cNvSpPr>
            <a:spLocks/>
          </p:cNvSpPr>
          <p:nvPr/>
        </p:nvSpPr>
        <p:spPr bwMode="auto">
          <a:xfrm>
            <a:off x="4089276" y="4886870"/>
            <a:ext cx="288925" cy="863600"/>
          </a:xfrm>
          <a:prstGeom prst="rightBrace">
            <a:avLst>
              <a:gd name="adj1" fmla="val 24908"/>
              <a:gd name="adj2" fmla="val 50000"/>
            </a:avLst>
          </a:prstGeom>
          <a:noFill/>
          <a:ln w="2857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buFontTx/>
              <a:buNone/>
            </a:pPr>
            <a:endParaRPr lang="zh-CN" altLang="en-US" sz="1800">
              <a:latin typeface="幼圆" panose="02010509060101010101" pitchFamily="49" charset="-122"/>
              <a:ea typeface="幼圆" panose="02010509060101010101" pitchFamily="49" charset="-122"/>
            </a:endParaRPr>
          </a:p>
        </p:txBody>
      </p:sp>
      <p:grpSp>
        <p:nvGrpSpPr>
          <p:cNvPr id="24" name="Group 2"/>
          <p:cNvGrpSpPr>
            <a:grpSpLocks/>
          </p:cNvGrpSpPr>
          <p:nvPr/>
        </p:nvGrpSpPr>
        <p:grpSpPr bwMode="auto">
          <a:xfrm>
            <a:off x="755576" y="1319441"/>
            <a:ext cx="2667000" cy="3333750"/>
            <a:chOff x="528" y="2028"/>
            <a:chExt cx="1680" cy="2100"/>
          </a:xfrm>
        </p:grpSpPr>
        <p:sp>
          <p:nvSpPr>
            <p:cNvPr id="25" name="Freeform 3"/>
            <p:cNvSpPr>
              <a:spLocks/>
            </p:cNvSpPr>
            <p:nvPr/>
          </p:nvSpPr>
          <p:spPr bwMode="auto">
            <a:xfrm>
              <a:off x="1332" y="2322"/>
              <a:ext cx="1" cy="1128"/>
            </a:xfrm>
            <a:custGeom>
              <a:avLst/>
              <a:gdLst>
                <a:gd name="T0" fmla="*/ 0 w 1"/>
                <a:gd name="T1" fmla="*/ 0 h 1128"/>
                <a:gd name="T2" fmla="*/ 0 w 1"/>
                <a:gd name="T3" fmla="*/ 1128 h 1128"/>
              </a:gdLst>
              <a:ahLst/>
              <a:cxnLst>
                <a:cxn ang="0">
                  <a:pos x="T0" y="T1"/>
                </a:cxn>
                <a:cxn ang="0">
                  <a:pos x="T2" y="T3"/>
                </a:cxn>
              </a:cxnLst>
              <a:rect l="0" t="0" r="r" b="b"/>
              <a:pathLst>
                <a:path w="1" h="1128">
                  <a:moveTo>
                    <a:pt x="0" y="0"/>
                  </a:moveTo>
                  <a:lnTo>
                    <a:pt x="0" y="1128"/>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 name="Group 4"/>
            <p:cNvGrpSpPr>
              <a:grpSpLocks/>
            </p:cNvGrpSpPr>
            <p:nvPr/>
          </p:nvGrpSpPr>
          <p:grpSpPr bwMode="auto">
            <a:xfrm>
              <a:off x="1968" y="2748"/>
              <a:ext cx="240" cy="288"/>
              <a:chOff x="1824" y="1152"/>
              <a:chExt cx="240" cy="288"/>
            </a:xfrm>
          </p:grpSpPr>
          <p:sp>
            <p:nvSpPr>
              <p:cNvPr id="51" name="Oval 5"/>
              <p:cNvSpPr>
                <a:spLocks noChangeArrowheads="1"/>
              </p:cNvSpPr>
              <p:nvPr/>
            </p:nvSpPr>
            <p:spPr bwMode="auto">
              <a:xfrm>
                <a:off x="1824" y="1200"/>
                <a:ext cx="204" cy="20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Text Box 6"/>
              <p:cNvSpPr txBox="1">
                <a:spLocks noChangeArrowheads="1"/>
              </p:cNvSpPr>
              <p:nvPr/>
            </p:nvSpPr>
            <p:spPr bwMode="auto">
              <a:xfrm>
                <a:off x="1824" y="11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p>
            </p:txBody>
          </p:sp>
        </p:grpSp>
        <p:sp>
          <p:nvSpPr>
            <p:cNvPr id="27" name="Text Box 7"/>
            <p:cNvSpPr txBox="1">
              <a:spLocks noChangeArrowheads="1"/>
            </p:cNvSpPr>
            <p:nvPr/>
          </p:nvSpPr>
          <p:spPr bwMode="auto">
            <a:xfrm>
              <a:off x="1344" y="274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p>
          </p:txBody>
        </p:sp>
        <p:sp>
          <p:nvSpPr>
            <p:cNvPr id="28" name="Text Box 8"/>
            <p:cNvSpPr txBox="1">
              <a:spLocks noChangeArrowheads="1"/>
            </p:cNvSpPr>
            <p:nvPr/>
          </p:nvSpPr>
          <p:spPr bwMode="auto">
            <a:xfrm>
              <a:off x="1632" y="24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5</a:t>
              </a:r>
            </a:p>
          </p:txBody>
        </p:sp>
        <p:sp>
          <p:nvSpPr>
            <p:cNvPr id="29" name="Text Box 9"/>
            <p:cNvSpPr txBox="1">
              <a:spLocks noChangeArrowheads="1"/>
            </p:cNvSpPr>
            <p:nvPr/>
          </p:nvSpPr>
          <p:spPr bwMode="auto">
            <a:xfrm>
              <a:off x="1374" y="3801"/>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1</a:t>
              </a:r>
            </a:p>
          </p:txBody>
        </p:sp>
        <p:sp>
          <p:nvSpPr>
            <p:cNvPr id="30" name="Text Box 10"/>
            <p:cNvSpPr txBox="1">
              <a:spLocks noChangeArrowheads="1"/>
            </p:cNvSpPr>
            <p:nvPr/>
          </p:nvSpPr>
          <p:spPr bwMode="auto">
            <a:xfrm>
              <a:off x="816" y="308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2</a:t>
              </a:r>
            </a:p>
          </p:txBody>
        </p:sp>
        <p:sp>
          <p:nvSpPr>
            <p:cNvPr id="31" name="Text Box 11"/>
            <p:cNvSpPr txBox="1">
              <a:spLocks noChangeArrowheads="1"/>
            </p:cNvSpPr>
            <p:nvPr/>
          </p:nvSpPr>
          <p:spPr bwMode="auto">
            <a:xfrm>
              <a:off x="1632" y="308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p>
          </p:txBody>
        </p:sp>
        <p:sp>
          <p:nvSpPr>
            <p:cNvPr id="32" name="Text Box 12"/>
            <p:cNvSpPr txBox="1">
              <a:spLocks noChangeArrowheads="1"/>
            </p:cNvSpPr>
            <p:nvPr/>
          </p:nvSpPr>
          <p:spPr bwMode="auto">
            <a:xfrm>
              <a:off x="816" y="24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p>
          </p:txBody>
        </p:sp>
        <p:sp>
          <p:nvSpPr>
            <p:cNvPr id="33" name="Freeform 13"/>
            <p:cNvSpPr>
              <a:spLocks/>
            </p:cNvSpPr>
            <p:nvPr/>
          </p:nvSpPr>
          <p:spPr bwMode="auto">
            <a:xfrm>
              <a:off x="1332" y="2658"/>
              <a:ext cx="1" cy="240"/>
            </a:xfrm>
            <a:custGeom>
              <a:avLst/>
              <a:gdLst>
                <a:gd name="T0" fmla="*/ 0 w 1"/>
                <a:gd name="T1" fmla="*/ 0 h 240"/>
                <a:gd name="T2" fmla="*/ 0 w 1"/>
                <a:gd name="T3" fmla="*/ 240 h 240"/>
              </a:gdLst>
              <a:ahLst/>
              <a:cxnLst>
                <a:cxn ang="0">
                  <a:pos x="T0" y="T1"/>
                </a:cxn>
                <a:cxn ang="0">
                  <a:pos x="T2" y="T3"/>
                </a:cxn>
              </a:cxnLst>
              <a:rect l="0" t="0" r="r" b="b"/>
              <a:pathLst>
                <a:path w="1" h="240">
                  <a:moveTo>
                    <a:pt x="0" y="0"/>
                  </a:moveTo>
                  <a:lnTo>
                    <a:pt x="0" y="240"/>
                  </a:lnTo>
                </a:path>
              </a:pathLst>
            </a:custGeom>
            <a:noFill/>
            <a:ln w="9525">
              <a:solidFill>
                <a:schemeClr val="tx1"/>
              </a:solidFill>
              <a:round/>
              <a:headEn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Freeform 14"/>
            <p:cNvSpPr>
              <a:spLocks/>
            </p:cNvSpPr>
            <p:nvPr/>
          </p:nvSpPr>
          <p:spPr bwMode="auto">
            <a:xfrm>
              <a:off x="1266" y="3864"/>
              <a:ext cx="84" cy="1"/>
            </a:xfrm>
            <a:custGeom>
              <a:avLst/>
              <a:gdLst>
                <a:gd name="T0" fmla="*/ 84 w 84"/>
                <a:gd name="T1" fmla="*/ 0 h 1"/>
                <a:gd name="T2" fmla="*/ 0 w 84"/>
                <a:gd name="T3" fmla="*/ 0 h 1"/>
              </a:gdLst>
              <a:ahLst/>
              <a:cxnLst>
                <a:cxn ang="0">
                  <a:pos x="T0" y="T1"/>
                </a:cxn>
                <a:cxn ang="0">
                  <a:pos x="T2" y="T3"/>
                </a:cxn>
              </a:cxnLst>
              <a:rect l="0" t="0" r="r" b="b"/>
              <a:pathLst>
                <a:path w="84" h="1">
                  <a:moveTo>
                    <a:pt x="84" y="0"/>
                  </a:moveTo>
                  <a:lnTo>
                    <a:pt x="0" y="0"/>
                  </a:lnTo>
                </a:path>
              </a:pathLst>
            </a:custGeom>
            <a:noFill/>
            <a:ln w="19050" cmpd="sng">
              <a:solidFill>
                <a:schemeClr val="tx1"/>
              </a:solidFill>
              <a:round/>
              <a:headEn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 name="Group 15"/>
            <p:cNvGrpSpPr>
              <a:grpSpLocks/>
            </p:cNvGrpSpPr>
            <p:nvPr/>
          </p:nvGrpSpPr>
          <p:grpSpPr bwMode="auto">
            <a:xfrm>
              <a:off x="768" y="2316"/>
              <a:ext cx="1134" cy="1134"/>
              <a:chOff x="1938" y="1488"/>
              <a:chExt cx="1134" cy="1134"/>
            </a:xfrm>
          </p:grpSpPr>
          <p:sp>
            <p:nvSpPr>
              <p:cNvPr id="46" name="AutoShape 16"/>
              <p:cNvSpPr>
                <a:spLocks noChangeArrowheads="1"/>
              </p:cNvSpPr>
              <p:nvPr/>
            </p:nvSpPr>
            <p:spPr bwMode="auto">
              <a:xfrm>
                <a:off x="1938" y="1488"/>
                <a:ext cx="1134" cy="1134"/>
              </a:xfrm>
              <a:prstGeom prst="diamond">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Freeform 17"/>
              <p:cNvSpPr>
                <a:spLocks/>
              </p:cNvSpPr>
              <p:nvPr/>
            </p:nvSpPr>
            <p:spPr bwMode="auto">
              <a:xfrm>
                <a:off x="2133" y="1737"/>
                <a:ext cx="129" cy="126"/>
              </a:xfrm>
              <a:custGeom>
                <a:avLst/>
                <a:gdLst>
                  <a:gd name="T0" fmla="*/ 0 w 129"/>
                  <a:gd name="T1" fmla="*/ 126 h 126"/>
                  <a:gd name="T2" fmla="*/ 129 w 129"/>
                  <a:gd name="T3" fmla="*/ 0 h 126"/>
                </a:gdLst>
                <a:ahLst/>
                <a:cxnLst>
                  <a:cxn ang="0">
                    <a:pos x="T0" y="T1"/>
                  </a:cxn>
                  <a:cxn ang="0">
                    <a:pos x="T2" y="T3"/>
                  </a:cxn>
                </a:cxnLst>
                <a:rect l="0" t="0" r="r" b="b"/>
                <a:pathLst>
                  <a:path w="129" h="126">
                    <a:moveTo>
                      <a:pt x="0" y="126"/>
                    </a:moveTo>
                    <a:lnTo>
                      <a:pt x="129" y="0"/>
                    </a:lnTo>
                  </a:path>
                </a:pathLst>
              </a:custGeom>
              <a:noFill/>
              <a:ln w="19050" cmpd="sng">
                <a:solidFill>
                  <a:schemeClr val="tx1"/>
                </a:solidFill>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Freeform 18"/>
              <p:cNvSpPr>
                <a:spLocks/>
              </p:cNvSpPr>
              <p:nvPr/>
            </p:nvSpPr>
            <p:spPr bwMode="auto">
              <a:xfrm>
                <a:off x="2768" y="2286"/>
                <a:ext cx="79" cy="75"/>
              </a:xfrm>
              <a:custGeom>
                <a:avLst/>
                <a:gdLst>
                  <a:gd name="T0" fmla="*/ 0 w 79"/>
                  <a:gd name="T1" fmla="*/ 75 h 75"/>
                  <a:gd name="T2" fmla="*/ 79 w 79"/>
                  <a:gd name="T3" fmla="*/ 0 h 75"/>
                </a:gdLst>
                <a:ahLst/>
                <a:cxnLst>
                  <a:cxn ang="0">
                    <a:pos x="T0" y="T1"/>
                  </a:cxn>
                  <a:cxn ang="0">
                    <a:pos x="T2" y="T3"/>
                  </a:cxn>
                </a:cxnLst>
                <a:rect l="0" t="0" r="r" b="b"/>
                <a:pathLst>
                  <a:path w="79" h="75">
                    <a:moveTo>
                      <a:pt x="0" y="75"/>
                    </a:moveTo>
                    <a:lnTo>
                      <a:pt x="79" y="0"/>
                    </a:lnTo>
                  </a:path>
                </a:pathLst>
              </a:custGeom>
              <a:noFill/>
              <a:ln w="19050" cmpd="sng">
                <a:solidFill>
                  <a:schemeClr val="tx1"/>
                </a:solidFill>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9"/>
              <p:cNvSpPr>
                <a:spLocks/>
              </p:cNvSpPr>
              <p:nvPr/>
            </p:nvSpPr>
            <p:spPr bwMode="auto">
              <a:xfrm>
                <a:off x="2774" y="1758"/>
                <a:ext cx="138" cy="137"/>
              </a:xfrm>
              <a:custGeom>
                <a:avLst/>
                <a:gdLst>
                  <a:gd name="T0" fmla="*/ 0 w 138"/>
                  <a:gd name="T1" fmla="*/ 0 h 137"/>
                  <a:gd name="T2" fmla="*/ 138 w 138"/>
                  <a:gd name="T3" fmla="*/ 137 h 137"/>
                </a:gdLst>
                <a:ahLst/>
                <a:cxnLst>
                  <a:cxn ang="0">
                    <a:pos x="T0" y="T1"/>
                  </a:cxn>
                  <a:cxn ang="0">
                    <a:pos x="T2" y="T3"/>
                  </a:cxn>
                </a:cxnLst>
                <a:rect l="0" t="0" r="r" b="b"/>
                <a:pathLst>
                  <a:path w="138" h="137">
                    <a:moveTo>
                      <a:pt x="0" y="0"/>
                    </a:moveTo>
                    <a:lnTo>
                      <a:pt x="138" y="137"/>
                    </a:lnTo>
                  </a:path>
                </a:pathLst>
              </a:custGeom>
              <a:noFill/>
              <a:ln w="19050" cmpd="sng">
                <a:solidFill>
                  <a:schemeClr val="tx1"/>
                </a:solidFill>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Freeform 20"/>
              <p:cNvSpPr>
                <a:spLocks/>
              </p:cNvSpPr>
              <p:nvPr/>
            </p:nvSpPr>
            <p:spPr bwMode="auto">
              <a:xfrm>
                <a:off x="2148" y="2265"/>
                <a:ext cx="116" cy="119"/>
              </a:xfrm>
              <a:custGeom>
                <a:avLst/>
                <a:gdLst>
                  <a:gd name="T0" fmla="*/ 0 w 116"/>
                  <a:gd name="T1" fmla="*/ 0 h 119"/>
                  <a:gd name="T2" fmla="*/ 116 w 116"/>
                  <a:gd name="T3" fmla="*/ 119 h 119"/>
                </a:gdLst>
                <a:ahLst/>
                <a:cxnLst>
                  <a:cxn ang="0">
                    <a:pos x="T0" y="T1"/>
                  </a:cxn>
                  <a:cxn ang="0">
                    <a:pos x="T2" y="T3"/>
                  </a:cxn>
                </a:cxnLst>
                <a:rect l="0" t="0" r="r" b="b"/>
                <a:pathLst>
                  <a:path w="116" h="119">
                    <a:moveTo>
                      <a:pt x="0" y="0"/>
                    </a:moveTo>
                    <a:lnTo>
                      <a:pt x="116" y="119"/>
                    </a:lnTo>
                  </a:path>
                </a:pathLst>
              </a:custGeom>
              <a:noFill/>
              <a:ln w="19050" cmpd="sng">
                <a:solidFill>
                  <a:schemeClr val="tx1"/>
                </a:solidFill>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 name="Group 21"/>
            <p:cNvGrpSpPr>
              <a:grpSpLocks/>
            </p:cNvGrpSpPr>
            <p:nvPr/>
          </p:nvGrpSpPr>
          <p:grpSpPr bwMode="auto">
            <a:xfrm>
              <a:off x="1248" y="2028"/>
              <a:ext cx="240" cy="288"/>
              <a:chOff x="1824" y="1152"/>
              <a:chExt cx="240" cy="288"/>
            </a:xfrm>
          </p:grpSpPr>
          <p:sp>
            <p:nvSpPr>
              <p:cNvPr id="44" name="Oval 22"/>
              <p:cNvSpPr>
                <a:spLocks noChangeArrowheads="1"/>
              </p:cNvSpPr>
              <p:nvPr/>
            </p:nvSpPr>
            <p:spPr bwMode="auto">
              <a:xfrm>
                <a:off x="1824" y="1200"/>
                <a:ext cx="204" cy="20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Text Box 23"/>
              <p:cNvSpPr txBox="1">
                <a:spLocks noChangeArrowheads="1"/>
              </p:cNvSpPr>
              <p:nvPr/>
            </p:nvSpPr>
            <p:spPr bwMode="auto">
              <a:xfrm>
                <a:off x="1824" y="11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2</a:t>
                </a:r>
              </a:p>
            </p:txBody>
          </p:sp>
        </p:grpSp>
        <p:grpSp>
          <p:nvGrpSpPr>
            <p:cNvPr id="37" name="Group 24"/>
            <p:cNvGrpSpPr>
              <a:grpSpLocks/>
            </p:cNvGrpSpPr>
            <p:nvPr/>
          </p:nvGrpSpPr>
          <p:grpSpPr bwMode="auto">
            <a:xfrm>
              <a:off x="1248" y="3420"/>
              <a:ext cx="240" cy="288"/>
              <a:chOff x="1824" y="1152"/>
              <a:chExt cx="240" cy="288"/>
            </a:xfrm>
          </p:grpSpPr>
          <p:sp>
            <p:nvSpPr>
              <p:cNvPr id="42" name="Oval 25"/>
              <p:cNvSpPr>
                <a:spLocks noChangeArrowheads="1"/>
              </p:cNvSpPr>
              <p:nvPr/>
            </p:nvSpPr>
            <p:spPr bwMode="auto">
              <a:xfrm>
                <a:off x="1824" y="1200"/>
                <a:ext cx="204" cy="20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Text Box 26"/>
              <p:cNvSpPr txBox="1">
                <a:spLocks noChangeArrowheads="1"/>
              </p:cNvSpPr>
              <p:nvPr/>
            </p:nvSpPr>
            <p:spPr bwMode="auto">
              <a:xfrm>
                <a:off x="1824" y="11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p>
            </p:txBody>
          </p:sp>
        </p:grpSp>
        <p:grpSp>
          <p:nvGrpSpPr>
            <p:cNvPr id="38" name="Group 27"/>
            <p:cNvGrpSpPr>
              <a:grpSpLocks/>
            </p:cNvGrpSpPr>
            <p:nvPr/>
          </p:nvGrpSpPr>
          <p:grpSpPr bwMode="auto">
            <a:xfrm>
              <a:off x="528" y="2748"/>
              <a:ext cx="240" cy="288"/>
              <a:chOff x="1824" y="1152"/>
              <a:chExt cx="240" cy="288"/>
            </a:xfrm>
          </p:grpSpPr>
          <p:sp>
            <p:nvSpPr>
              <p:cNvPr id="40" name="Oval 28"/>
              <p:cNvSpPr>
                <a:spLocks noChangeArrowheads="1"/>
              </p:cNvSpPr>
              <p:nvPr/>
            </p:nvSpPr>
            <p:spPr bwMode="auto">
              <a:xfrm>
                <a:off x="1824" y="1200"/>
                <a:ext cx="204" cy="20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Text Box 29"/>
              <p:cNvSpPr txBox="1">
                <a:spLocks noChangeArrowheads="1"/>
              </p:cNvSpPr>
              <p:nvPr/>
            </p:nvSpPr>
            <p:spPr bwMode="auto">
              <a:xfrm>
                <a:off x="1824" y="11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1</a:t>
                </a:r>
              </a:p>
            </p:txBody>
          </p:sp>
        </p:grpSp>
        <p:sp>
          <p:nvSpPr>
            <p:cNvPr id="39" name="Freeform 30"/>
            <p:cNvSpPr>
              <a:spLocks/>
            </p:cNvSpPr>
            <p:nvPr/>
          </p:nvSpPr>
          <p:spPr bwMode="auto">
            <a:xfrm>
              <a:off x="754" y="2880"/>
              <a:ext cx="1186" cy="987"/>
            </a:xfrm>
            <a:custGeom>
              <a:avLst/>
              <a:gdLst>
                <a:gd name="T0" fmla="*/ 14 w 1186"/>
                <a:gd name="T1" fmla="*/ 12 h 987"/>
                <a:gd name="T2" fmla="*/ 98 w 1186"/>
                <a:gd name="T3" fmla="*/ 744 h 987"/>
                <a:gd name="T4" fmla="*/ 602 w 1186"/>
                <a:gd name="T5" fmla="*/ 984 h 987"/>
                <a:gd name="T6" fmla="*/ 1094 w 1186"/>
                <a:gd name="T7" fmla="*/ 726 h 987"/>
                <a:gd name="T8" fmla="*/ 1154 w 1186"/>
                <a:gd name="T9" fmla="*/ 0 h 987"/>
              </a:gdLst>
              <a:ahLst/>
              <a:cxnLst>
                <a:cxn ang="0">
                  <a:pos x="T0" y="T1"/>
                </a:cxn>
                <a:cxn ang="0">
                  <a:pos x="T2" y="T3"/>
                </a:cxn>
                <a:cxn ang="0">
                  <a:pos x="T4" y="T5"/>
                </a:cxn>
                <a:cxn ang="0">
                  <a:pos x="T6" y="T7"/>
                </a:cxn>
                <a:cxn ang="0">
                  <a:pos x="T8" y="T9"/>
                </a:cxn>
              </a:cxnLst>
              <a:rect l="0" t="0" r="r" b="b"/>
              <a:pathLst>
                <a:path w="1186" h="987">
                  <a:moveTo>
                    <a:pt x="14" y="12"/>
                  </a:moveTo>
                  <a:cubicBezTo>
                    <a:pt x="28" y="134"/>
                    <a:pt x="0" y="582"/>
                    <a:pt x="98" y="744"/>
                  </a:cubicBezTo>
                  <a:cubicBezTo>
                    <a:pt x="196" y="906"/>
                    <a:pt x="436" y="987"/>
                    <a:pt x="602" y="984"/>
                  </a:cubicBezTo>
                  <a:cubicBezTo>
                    <a:pt x="768" y="981"/>
                    <a:pt x="1002" y="890"/>
                    <a:pt x="1094" y="726"/>
                  </a:cubicBezTo>
                  <a:cubicBezTo>
                    <a:pt x="1186" y="562"/>
                    <a:pt x="1142" y="151"/>
                    <a:pt x="1154" y="0"/>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3" name="Group 118"/>
          <p:cNvGrpSpPr>
            <a:grpSpLocks/>
          </p:cNvGrpSpPr>
          <p:nvPr/>
        </p:nvGrpSpPr>
        <p:grpSpPr bwMode="auto">
          <a:xfrm>
            <a:off x="4297289" y="1244829"/>
            <a:ext cx="2667000" cy="3333750"/>
            <a:chOff x="528" y="2028"/>
            <a:chExt cx="1680" cy="2100"/>
          </a:xfrm>
        </p:grpSpPr>
        <p:sp>
          <p:nvSpPr>
            <p:cNvPr id="54" name="Freeform 119"/>
            <p:cNvSpPr>
              <a:spLocks/>
            </p:cNvSpPr>
            <p:nvPr/>
          </p:nvSpPr>
          <p:spPr bwMode="auto">
            <a:xfrm>
              <a:off x="1332" y="2322"/>
              <a:ext cx="1" cy="1128"/>
            </a:xfrm>
            <a:custGeom>
              <a:avLst/>
              <a:gdLst>
                <a:gd name="T0" fmla="*/ 0 w 1"/>
                <a:gd name="T1" fmla="*/ 0 h 1128"/>
                <a:gd name="T2" fmla="*/ 0 w 1"/>
                <a:gd name="T3" fmla="*/ 1128 h 1128"/>
              </a:gdLst>
              <a:ahLst/>
              <a:cxnLst>
                <a:cxn ang="0">
                  <a:pos x="T0" y="T1"/>
                </a:cxn>
                <a:cxn ang="0">
                  <a:pos x="T2" y="T3"/>
                </a:cxn>
              </a:cxnLst>
              <a:rect l="0" t="0" r="r" b="b"/>
              <a:pathLst>
                <a:path w="1" h="1128">
                  <a:moveTo>
                    <a:pt x="0" y="0"/>
                  </a:moveTo>
                  <a:lnTo>
                    <a:pt x="0" y="1128"/>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5" name="Group 120"/>
            <p:cNvGrpSpPr>
              <a:grpSpLocks/>
            </p:cNvGrpSpPr>
            <p:nvPr/>
          </p:nvGrpSpPr>
          <p:grpSpPr bwMode="auto">
            <a:xfrm>
              <a:off x="1968" y="2748"/>
              <a:ext cx="240" cy="288"/>
              <a:chOff x="1824" y="1152"/>
              <a:chExt cx="240" cy="288"/>
            </a:xfrm>
          </p:grpSpPr>
          <p:sp>
            <p:nvSpPr>
              <p:cNvPr id="80" name="Oval 121"/>
              <p:cNvSpPr>
                <a:spLocks noChangeArrowheads="1"/>
              </p:cNvSpPr>
              <p:nvPr/>
            </p:nvSpPr>
            <p:spPr bwMode="auto">
              <a:xfrm>
                <a:off x="1824" y="1200"/>
                <a:ext cx="204" cy="20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Text Box 122"/>
              <p:cNvSpPr txBox="1">
                <a:spLocks noChangeArrowheads="1"/>
              </p:cNvSpPr>
              <p:nvPr/>
            </p:nvSpPr>
            <p:spPr bwMode="auto">
              <a:xfrm>
                <a:off x="1824" y="11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p>
            </p:txBody>
          </p:sp>
        </p:grpSp>
        <p:sp>
          <p:nvSpPr>
            <p:cNvPr id="56" name="Text Box 123"/>
            <p:cNvSpPr txBox="1">
              <a:spLocks noChangeArrowheads="1"/>
            </p:cNvSpPr>
            <p:nvPr/>
          </p:nvSpPr>
          <p:spPr bwMode="auto">
            <a:xfrm>
              <a:off x="1344" y="274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p>
          </p:txBody>
        </p:sp>
        <p:sp>
          <p:nvSpPr>
            <p:cNvPr id="57" name="Text Box 124"/>
            <p:cNvSpPr txBox="1">
              <a:spLocks noChangeArrowheads="1"/>
            </p:cNvSpPr>
            <p:nvPr/>
          </p:nvSpPr>
          <p:spPr bwMode="auto">
            <a:xfrm>
              <a:off x="1632" y="24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5</a:t>
              </a:r>
            </a:p>
          </p:txBody>
        </p:sp>
        <p:sp>
          <p:nvSpPr>
            <p:cNvPr id="58" name="Text Box 125"/>
            <p:cNvSpPr txBox="1">
              <a:spLocks noChangeArrowheads="1"/>
            </p:cNvSpPr>
            <p:nvPr/>
          </p:nvSpPr>
          <p:spPr bwMode="auto">
            <a:xfrm>
              <a:off x="1374" y="3801"/>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1</a:t>
              </a:r>
            </a:p>
          </p:txBody>
        </p:sp>
        <p:sp>
          <p:nvSpPr>
            <p:cNvPr id="59" name="Text Box 126"/>
            <p:cNvSpPr txBox="1">
              <a:spLocks noChangeArrowheads="1"/>
            </p:cNvSpPr>
            <p:nvPr/>
          </p:nvSpPr>
          <p:spPr bwMode="auto">
            <a:xfrm>
              <a:off x="816" y="308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2</a:t>
              </a:r>
            </a:p>
          </p:txBody>
        </p:sp>
        <p:sp>
          <p:nvSpPr>
            <p:cNvPr id="60" name="Text Box 127"/>
            <p:cNvSpPr txBox="1">
              <a:spLocks noChangeArrowheads="1"/>
            </p:cNvSpPr>
            <p:nvPr/>
          </p:nvSpPr>
          <p:spPr bwMode="auto">
            <a:xfrm>
              <a:off x="1632" y="308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p>
          </p:txBody>
        </p:sp>
        <p:sp>
          <p:nvSpPr>
            <p:cNvPr id="61" name="Text Box 128"/>
            <p:cNvSpPr txBox="1">
              <a:spLocks noChangeArrowheads="1"/>
            </p:cNvSpPr>
            <p:nvPr/>
          </p:nvSpPr>
          <p:spPr bwMode="auto">
            <a:xfrm>
              <a:off x="816" y="24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p>
          </p:txBody>
        </p:sp>
        <p:sp>
          <p:nvSpPr>
            <p:cNvPr id="62" name="Freeform 129"/>
            <p:cNvSpPr>
              <a:spLocks/>
            </p:cNvSpPr>
            <p:nvPr/>
          </p:nvSpPr>
          <p:spPr bwMode="auto">
            <a:xfrm>
              <a:off x="1332" y="2658"/>
              <a:ext cx="1" cy="240"/>
            </a:xfrm>
            <a:custGeom>
              <a:avLst/>
              <a:gdLst>
                <a:gd name="T0" fmla="*/ 0 w 1"/>
                <a:gd name="T1" fmla="*/ 0 h 240"/>
                <a:gd name="T2" fmla="*/ 0 w 1"/>
                <a:gd name="T3" fmla="*/ 240 h 240"/>
              </a:gdLst>
              <a:ahLst/>
              <a:cxnLst>
                <a:cxn ang="0">
                  <a:pos x="T0" y="T1"/>
                </a:cxn>
                <a:cxn ang="0">
                  <a:pos x="T2" y="T3"/>
                </a:cxn>
              </a:cxnLst>
              <a:rect l="0" t="0" r="r" b="b"/>
              <a:pathLst>
                <a:path w="1" h="240">
                  <a:moveTo>
                    <a:pt x="0" y="0"/>
                  </a:moveTo>
                  <a:lnTo>
                    <a:pt x="0" y="240"/>
                  </a:lnTo>
                </a:path>
              </a:pathLst>
            </a:custGeom>
            <a:noFill/>
            <a:ln w="9525">
              <a:solidFill>
                <a:schemeClr val="tx1"/>
              </a:solidFill>
              <a:round/>
              <a:headEn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Freeform 130"/>
            <p:cNvSpPr>
              <a:spLocks/>
            </p:cNvSpPr>
            <p:nvPr/>
          </p:nvSpPr>
          <p:spPr bwMode="auto">
            <a:xfrm>
              <a:off x="1266" y="3864"/>
              <a:ext cx="84" cy="1"/>
            </a:xfrm>
            <a:custGeom>
              <a:avLst/>
              <a:gdLst>
                <a:gd name="T0" fmla="*/ 84 w 84"/>
                <a:gd name="T1" fmla="*/ 0 h 1"/>
                <a:gd name="T2" fmla="*/ 0 w 84"/>
                <a:gd name="T3" fmla="*/ 0 h 1"/>
              </a:gdLst>
              <a:ahLst/>
              <a:cxnLst>
                <a:cxn ang="0">
                  <a:pos x="T0" y="T1"/>
                </a:cxn>
                <a:cxn ang="0">
                  <a:pos x="T2" y="T3"/>
                </a:cxn>
              </a:cxnLst>
              <a:rect l="0" t="0" r="r" b="b"/>
              <a:pathLst>
                <a:path w="84" h="1">
                  <a:moveTo>
                    <a:pt x="84" y="0"/>
                  </a:moveTo>
                  <a:lnTo>
                    <a:pt x="0" y="0"/>
                  </a:lnTo>
                </a:path>
              </a:pathLst>
            </a:custGeom>
            <a:noFill/>
            <a:ln w="19050" cmpd="sng">
              <a:solidFill>
                <a:schemeClr val="tx1"/>
              </a:solidFill>
              <a:round/>
              <a:headEn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 name="Group 131"/>
            <p:cNvGrpSpPr>
              <a:grpSpLocks/>
            </p:cNvGrpSpPr>
            <p:nvPr/>
          </p:nvGrpSpPr>
          <p:grpSpPr bwMode="auto">
            <a:xfrm>
              <a:off x="768" y="2316"/>
              <a:ext cx="1134" cy="1134"/>
              <a:chOff x="1938" y="1488"/>
              <a:chExt cx="1134" cy="1134"/>
            </a:xfrm>
          </p:grpSpPr>
          <p:sp>
            <p:nvSpPr>
              <p:cNvPr id="75" name="AutoShape 132"/>
              <p:cNvSpPr>
                <a:spLocks noChangeArrowheads="1"/>
              </p:cNvSpPr>
              <p:nvPr/>
            </p:nvSpPr>
            <p:spPr bwMode="auto">
              <a:xfrm>
                <a:off x="1938" y="1488"/>
                <a:ext cx="1134" cy="1134"/>
              </a:xfrm>
              <a:prstGeom prst="diamond">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Freeform 133"/>
              <p:cNvSpPr>
                <a:spLocks/>
              </p:cNvSpPr>
              <p:nvPr/>
            </p:nvSpPr>
            <p:spPr bwMode="auto">
              <a:xfrm>
                <a:off x="2133" y="1737"/>
                <a:ext cx="129" cy="126"/>
              </a:xfrm>
              <a:custGeom>
                <a:avLst/>
                <a:gdLst>
                  <a:gd name="T0" fmla="*/ 0 w 129"/>
                  <a:gd name="T1" fmla="*/ 126 h 126"/>
                  <a:gd name="T2" fmla="*/ 129 w 129"/>
                  <a:gd name="T3" fmla="*/ 0 h 126"/>
                </a:gdLst>
                <a:ahLst/>
                <a:cxnLst>
                  <a:cxn ang="0">
                    <a:pos x="T0" y="T1"/>
                  </a:cxn>
                  <a:cxn ang="0">
                    <a:pos x="T2" y="T3"/>
                  </a:cxn>
                </a:cxnLst>
                <a:rect l="0" t="0" r="r" b="b"/>
                <a:pathLst>
                  <a:path w="129" h="126">
                    <a:moveTo>
                      <a:pt x="0" y="126"/>
                    </a:moveTo>
                    <a:lnTo>
                      <a:pt x="129" y="0"/>
                    </a:lnTo>
                  </a:path>
                </a:pathLst>
              </a:custGeom>
              <a:noFill/>
              <a:ln w="19050" cmpd="sng">
                <a:solidFill>
                  <a:schemeClr val="tx1"/>
                </a:solidFill>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Freeform 134"/>
              <p:cNvSpPr>
                <a:spLocks/>
              </p:cNvSpPr>
              <p:nvPr/>
            </p:nvSpPr>
            <p:spPr bwMode="auto">
              <a:xfrm>
                <a:off x="2768" y="2286"/>
                <a:ext cx="79" cy="75"/>
              </a:xfrm>
              <a:custGeom>
                <a:avLst/>
                <a:gdLst>
                  <a:gd name="T0" fmla="*/ 0 w 79"/>
                  <a:gd name="T1" fmla="*/ 75 h 75"/>
                  <a:gd name="T2" fmla="*/ 79 w 79"/>
                  <a:gd name="T3" fmla="*/ 0 h 75"/>
                </a:gdLst>
                <a:ahLst/>
                <a:cxnLst>
                  <a:cxn ang="0">
                    <a:pos x="T0" y="T1"/>
                  </a:cxn>
                  <a:cxn ang="0">
                    <a:pos x="T2" y="T3"/>
                  </a:cxn>
                </a:cxnLst>
                <a:rect l="0" t="0" r="r" b="b"/>
                <a:pathLst>
                  <a:path w="79" h="75">
                    <a:moveTo>
                      <a:pt x="0" y="75"/>
                    </a:moveTo>
                    <a:lnTo>
                      <a:pt x="79" y="0"/>
                    </a:lnTo>
                  </a:path>
                </a:pathLst>
              </a:custGeom>
              <a:noFill/>
              <a:ln w="19050" cmpd="sng">
                <a:solidFill>
                  <a:schemeClr val="tx1"/>
                </a:solidFill>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Freeform 135"/>
              <p:cNvSpPr>
                <a:spLocks/>
              </p:cNvSpPr>
              <p:nvPr/>
            </p:nvSpPr>
            <p:spPr bwMode="auto">
              <a:xfrm>
                <a:off x="2774" y="1758"/>
                <a:ext cx="138" cy="137"/>
              </a:xfrm>
              <a:custGeom>
                <a:avLst/>
                <a:gdLst>
                  <a:gd name="T0" fmla="*/ 0 w 138"/>
                  <a:gd name="T1" fmla="*/ 0 h 137"/>
                  <a:gd name="T2" fmla="*/ 138 w 138"/>
                  <a:gd name="T3" fmla="*/ 137 h 137"/>
                </a:gdLst>
                <a:ahLst/>
                <a:cxnLst>
                  <a:cxn ang="0">
                    <a:pos x="T0" y="T1"/>
                  </a:cxn>
                  <a:cxn ang="0">
                    <a:pos x="T2" y="T3"/>
                  </a:cxn>
                </a:cxnLst>
                <a:rect l="0" t="0" r="r" b="b"/>
                <a:pathLst>
                  <a:path w="138" h="137">
                    <a:moveTo>
                      <a:pt x="0" y="0"/>
                    </a:moveTo>
                    <a:lnTo>
                      <a:pt x="138" y="137"/>
                    </a:lnTo>
                  </a:path>
                </a:pathLst>
              </a:custGeom>
              <a:noFill/>
              <a:ln w="19050" cmpd="sng">
                <a:solidFill>
                  <a:schemeClr val="tx1"/>
                </a:solidFill>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Freeform 136"/>
              <p:cNvSpPr>
                <a:spLocks/>
              </p:cNvSpPr>
              <p:nvPr/>
            </p:nvSpPr>
            <p:spPr bwMode="auto">
              <a:xfrm>
                <a:off x="2148" y="2265"/>
                <a:ext cx="116" cy="119"/>
              </a:xfrm>
              <a:custGeom>
                <a:avLst/>
                <a:gdLst>
                  <a:gd name="T0" fmla="*/ 0 w 116"/>
                  <a:gd name="T1" fmla="*/ 0 h 119"/>
                  <a:gd name="T2" fmla="*/ 116 w 116"/>
                  <a:gd name="T3" fmla="*/ 119 h 119"/>
                </a:gdLst>
                <a:ahLst/>
                <a:cxnLst>
                  <a:cxn ang="0">
                    <a:pos x="T0" y="T1"/>
                  </a:cxn>
                  <a:cxn ang="0">
                    <a:pos x="T2" y="T3"/>
                  </a:cxn>
                </a:cxnLst>
                <a:rect l="0" t="0" r="r" b="b"/>
                <a:pathLst>
                  <a:path w="116" h="119">
                    <a:moveTo>
                      <a:pt x="0" y="0"/>
                    </a:moveTo>
                    <a:lnTo>
                      <a:pt x="116" y="119"/>
                    </a:lnTo>
                  </a:path>
                </a:pathLst>
              </a:custGeom>
              <a:noFill/>
              <a:ln w="19050" cmpd="sng">
                <a:solidFill>
                  <a:schemeClr val="tx1"/>
                </a:solidFill>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 name="Group 137"/>
            <p:cNvGrpSpPr>
              <a:grpSpLocks/>
            </p:cNvGrpSpPr>
            <p:nvPr/>
          </p:nvGrpSpPr>
          <p:grpSpPr bwMode="auto">
            <a:xfrm>
              <a:off x="1248" y="2028"/>
              <a:ext cx="240" cy="288"/>
              <a:chOff x="1824" y="1152"/>
              <a:chExt cx="240" cy="288"/>
            </a:xfrm>
          </p:grpSpPr>
          <p:sp>
            <p:nvSpPr>
              <p:cNvPr id="73" name="Oval 138"/>
              <p:cNvSpPr>
                <a:spLocks noChangeArrowheads="1"/>
              </p:cNvSpPr>
              <p:nvPr/>
            </p:nvSpPr>
            <p:spPr bwMode="auto">
              <a:xfrm>
                <a:off x="1824" y="1200"/>
                <a:ext cx="204" cy="20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Text Box 139"/>
              <p:cNvSpPr txBox="1">
                <a:spLocks noChangeArrowheads="1"/>
              </p:cNvSpPr>
              <p:nvPr/>
            </p:nvSpPr>
            <p:spPr bwMode="auto">
              <a:xfrm>
                <a:off x="1824" y="11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2</a:t>
                </a:r>
              </a:p>
            </p:txBody>
          </p:sp>
        </p:grpSp>
        <p:grpSp>
          <p:nvGrpSpPr>
            <p:cNvPr id="66" name="Group 140"/>
            <p:cNvGrpSpPr>
              <a:grpSpLocks/>
            </p:cNvGrpSpPr>
            <p:nvPr/>
          </p:nvGrpSpPr>
          <p:grpSpPr bwMode="auto">
            <a:xfrm>
              <a:off x="1248" y="3420"/>
              <a:ext cx="240" cy="288"/>
              <a:chOff x="1824" y="1152"/>
              <a:chExt cx="240" cy="288"/>
            </a:xfrm>
          </p:grpSpPr>
          <p:sp>
            <p:nvSpPr>
              <p:cNvPr id="71" name="Oval 141"/>
              <p:cNvSpPr>
                <a:spLocks noChangeArrowheads="1"/>
              </p:cNvSpPr>
              <p:nvPr/>
            </p:nvSpPr>
            <p:spPr bwMode="auto">
              <a:xfrm>
                <a:off x="1824" y="1200"/>
                <a:ext cx="204" cy="20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Text Box 142"/>
              <p:cNvSpPr txBox="1">
                <a:spLocks noChangeArrowheads="1"/>
              </p:cNvSpPr>
              <p:nvPr/>
            </p:nvSpPr>
            <p:spPr bwMode="auto">
              <a:xfrm>
                <a:off x="1824" y="11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p>
            </p:txBody>
          </p:sp>
        </p:grpSp>
        <p:grpSp>
          <p:nvGrpSpPr>
            <p:cNvPr id="67" name="Group 143"/>
            <p:cNvGrpSpPr>
              <a:grpSpLocks/>
            </p:cNvGrpSpPr>
            <p:nvPr/>
          </p:nvGrpSpPr>
          <p:grpSpPr bwMode="auto">
            <a:xfrm>
              <a:off x="528" y="2748"/>
              <a:ext cx="240" cy="288"/>
              <a:chOff x="1824" y="1152"/>
              <a:chExt cx="240" cy="288"/>
            </a:xfrm>
          </p:grpSpPr>
          <p:sp>
            <p:nvSpPr>
              <p:cNvPr id="69" name="Oval 144"/>
              <p:cNvSpPr>
                <a:spLocks noChangeArrowheads="1"/>
              </p:cNvSpPr>
              <p:nvPr/>
            </p:nvSpPr>
            <p:spPr bwMode="auto">
              <a:xfrm>
                <a:off x="1824" y="1200"/>
                <a:ext cx="204" cy="204"/>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Text Box 145"/>
              <p:cNvSpPr txBox="1">
                <a:spLocks noChangeArrowheads="1"/>
              </p:cNvSpPr>
              <p:nvPr/>
            </p:nvSpPr>
            <p:spPr bwMode="auto">
              <a:xfrm>
                <a:off x="1824" y="11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1</a:t>
                </a:r>
              </a:p>
            </p:txBody>
          </p:sp>
        </p:grpSp>
        <p:sp>
          <p:nvSpPr>
            <p:cNvPr id="68" name="Freeform 146"/>
            <p:cNvSpPr>
              <a:spLocks/>
            </p:cNvSpPr>
            <p:nvPr/>
          </p:nvSpPr>
          <p:spPr bwMode="auto">
            <a:xfrm>
              <a:off x="754" y="2880"/>
              <a:ext cx="1186" cy="987"/>
            </a:xfrm>
            <a:custGeom>
              <a:avLst/>
              <a:gdLst>
                <a:gd name="T0" fmla="*/ 14 w 1186"/>
                <a:gd name="T1" fmla="*/ 12 h 987"/>
                <a:gd name="T2" fmla="*/ 98 w 1186"/>
                <a:gd name="T3" fmla="*/ 744 h 987"/>
                <a:gd name="T4" fmla="*/ 602 w 1186"/>
                <a:gd name="T5" fmla="*/ 984 h 987"/>
                <a:gd name="T6" fmla="*/ 1094 w 1186"/>
                <a:gd name="T7" fmla="*/ 726 h 987"/>
                <a:gd name="T8" fmla="*/ 1154 w 1186"/>
                <a:gd name="T9" fmla="*/ 0 h 987"/>
              </a:gdLst>
              <a:ahLst/>
              <a:cxnLst>
                <a:cxn ang="0">
                  <a:pos x="T0" y="T1"/>
                </a:cxn>
                <a:cxn ang="0">
                  <a:pos x="T2" y="T3"/>
                </a:cxn>
                <a:cxn ang="0">
                  <a:pos x="T4" y="T5"/>
                </a:cxn>
                <a:cxn ang="0">
                  <a:pos x="T6" y="T7"/>
                </a:cxn>
                <a:cxn ang="0">
                  <a:pos x="T8" y="T9"/>
                </a:cxn>
              </a:cxnLst>
              <a:rect l="0" t="0" r="r" b="b"/>
              <a:pathLst>
                <a:path w="1186" h="987">
                  <a:moveTo>
                    <a:pt x="14" y="12"/>
                  </a:moveTo>
                  <a:cubicBezTo>
                    <a:pt x="28" y="134"/>
                    <a:pt x="0" y="582"/>
                    <a:pt x="98" y="744"/>
                  </a:cubicBezTo>
                  <a:cubicBezTo>
                    <a:pt x="196" y="906"/>
                    <a:pt x="436" y="987"/>
                    <a:pt x="602" y="984"/>
                  </a:cubicBezTo>
                  <a:cubicBezTo>
                    <a:pt x="768" y="981"/>
                    <a:pt x="1002" y="890"/>
                    <a:pt x="1094" y="726"/>
                  </a:cubicBezTo>
                  <a:cubicBezTo>
                    <a:pt x="1186" y="562"/>
                    <a:pt x="1142" y="151"/>
                    <a:pt x="1154" y="0"/>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40667"/>
                                        </p:tgtEl>
                                        <p:attrNameLst>
                                          <p:attrName>style.visibility</p:attrName>
                                        </p:attrNameLst>
                                      </p:cBhvr>
                                      <p:to>
                                        <p:strVal val="visible"/>
                                      </p:to>
                                    </p:set>
                                    <p:animEffect transition="in" filter="box(in)">
                                      <p:cBhvr>
                                        <p:cTn id="7" dur="500"/>
                                        <p:tgtEl>
                                          <p:spTgt spid="2406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40668"/>
                                        </p:tgtEl>
                                        <p:attrNameLst>
                                          <p:attrName>style.visibility</p:attrName>
                                        </p:attrNameLst>
                                      </p:cBhvr>
                                      <p:to>
                                        <p:strVal val="visible"/>
                                      </p:to>
                                    </p:set>
                                    <p:animEffect transition="in" filter="box(in)">
                                      <p:cBhvr>
                                        <p:cTn id="12" dur="500"/>
                                        <p:tgtEl>
                                          <p:spTgt spid="2406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40683"/>
                                        </p:tgtEl>
                                        <p:attrNameLst>
                                          <p:attrName>style.visibility</p:attrName>
                                        </p:attrNameLst>
                                      </p:cBhvr>
                                      <p:to>
                                        <p:strVal val="visible"/>
                                      </p:to>
                                    </p:set>
                                    <p:animEffect transition="in" filter="box(in)">
                                      <p:cBhvr>
                                        <p:cTn id="17" dur="500"/>
                                        <p:tgtEl>
                                          <p:spTgt spid="2406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40648"/>
                                        </p:tgtEl>
                                        <p:attrNameLst>
                                          <p:attrName>style.visibility</p:attrName>
                                        </p:attrNameLst>
                                      </p:cBhvr>
                                      <p:to>
                                        <p:strVal val="visible"/>
                                      </p:to>
                                    </p:set>
                                    <p:animEffect transition="in" filter="box(in)">
                                      <p:cBhvr>
                                        <p:cTn id="22" dur="500"/>
                                        <p:tgtEl>
                                          <p:spTgt spid="240648"/>
                                        </p:tgtEl>
                                      </p:cBhvr>
                                    </p:animEffect>
                                  </p:childTnLst>
                                </p:cTn>
                              </p:par>
                              <p:par>
                                <p:cTn id="23" presetID="8" presetClass="entr" presetSubtype="16" fill="hold" grpId="0" nodeType="withEffect">
                                  <p:stCondLst>
                                    <p:cond delay="0"/>
                                  </p:stCondLst>
                                  <p:childTnLst>
                                    <p:set>
                                      <p:cBhvr>
                                        <p:cTn id="24" dur="1" fill="hold">
                                          <p:stCondLst>
                                            <p:cond delay="0"/>
                                          </p:stCondLst>
                                        </p:cTn>
                                        <p:tgtEl>
                                          <p:spTgt spid="240684"/>
                                        </p:tgtEl>
                                        <p:attrNameLst>
                                          <p:attrName>style.visibility</p:attrName>
                                        </p:attrNameLst>
                                      </p:cBhvr>
                                      <p:to>
                                        <p:strVal val="visible"/>
                                      </p:to>
                                    </p:set>
                                    <p:animEffect transition="in" filter="diamond(in)">
                                      <p:cBhvr>
                                        <p:cTn id="25" dur="2000"/>
                                        <p:tgtEl>
                                          <p:spTgt spid="24068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left)">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wipe(left)">
                                      <p:cBhvr>
                                        <p:cTn id="3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8" grpId="0" autoUpdateAnimBg="0"/>
      <p:bldP spid="240667" grpId="0" autoUpdateAnimBg="0"/>
      <p:bldP spid="24068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ext Box 2"/>
          <p:cNvSpPr txBox="1">
            <a:spLocks noChangeArrowheads="1"/>
          </p:cNvSpPr>
          <p:nvPr/>
        </p:nvSpPr>
        <p:spPr bwMode="auto">
          <a:xfrm>
            <a:off x="304800" y="414338"/>
            <a:ext cx="46272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dirty="0">
                <a:solidFill>
                  <a:srgbClr val="FF3300"/>
                </a:solidFill>
              </a:rPr>
              <a:t>2.</a:t>
            </a:r>
            <a:r>
              <a:rPr lang="en-US" altLang="zh-CN" sz="2400" b="1" dirty="0">
                <a:solidFill>
                  <a:srgbClr val="FF3300"/>
                </a:solidFill>
                <a:latin typeface="宋体" panose="02010600030101010101" pitchFamily="2" charset="-122"/>
              </a:rPr>
              <a:t> </a:t>
            </a:r>
            <a:r>
              <a:rPr lang="zh-CN" altLang="en-US" sz="2400" b="1" dirty="0">
                <a:solidFill>
                  <a:srgbClr val="FF3300"/>
                </a:solidFill>
                <a:latin typeface="宋体" panose="02010600030101010101" pitchFamily="2" charset="-122"/>
              </a:rPr>
              <a:t>特勒根定理（似功率守恒）   </a:t>
            </a:r>
            <a:endParaRPr lang="zh-CN" altLang="en-US" sz="2400" b="1" dirty="0">
              <a:solidFill>
                <a:srgbClr val="FF3300"/>
              </a:solidFill>
              <a:ea typeface="楷体_GB2312" pitchFamily="49" charset="-122"/>
            </a:endParaRPr>
          </a:p>
        </p:txBody>
      </p:sp>
      <p:graphicFrame>
        <p:nvGraphicFramePr>
          <p:cNvPr id="187395" name="Object 3"/>
          <p:cNvGraphicFramePr>
            <a:graphicFrameLocks/>
          </p:cNvGraphicFramePr>
          <p:nvPr/>
        </p:nvGraphicFramePr>
        <p:xfrm>
          <a:off x="392113" y="884238"/>
          <a:ext cx="8307387" cy="2819400"/>
        </p:xfrm>
        <a:graphic>
          <a:graphicData uri="http://schemas.openxmlformats.org/presentationml/2006/ole">
            <mc:AlternateContent xmlns:mc="http://schemas.openxmlformats.org/markup-compatibility/2006">
              <mc:Choice xmlns:v="urn:schemas-microsoft-com:vml" Requires="v">
                <p:oleObj name="Equation" r:id="rId2" imgW="3987720" imgH="1409400" progId="Equation.DSMT4">
                  <p:embed/>
                </p:oleObj>
              </mc:Choice>
              <mc:Fallback>
                <p:oleObj name="Equation" r:id="rId2" imgW="3987720" imgH="1409400" progId="Equation.DSMT4">
                  <p:embed/>
                  <p:pic>
                    <p:nvPicPr>
                      <p:cNvPr id="187395"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113" y="884238"/>
                        <a:ext cx="8307387" cy="281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7396" name="Text Box 4"/>
          <p:cNvSpPr txBox="1">
            <a:spLocks noChangeArrowheads="1"/>
          </p:cNvSpPr>
          <p:nvPr/>
        </p:nvSpPr>
        <p:spPr bwMode="auto">
          <a:xfrm>
            <a:off x="579438" y="4403597"/>
            <a:ext cx="7604125" cy="1017844"/>
          </a:xfrm>
          <a:prstGeom prst="rect">
            <a:avLst/>
          </a:prstGeom>
          <a:solidFill>
            <a:srgbClr val="99FF99"/>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lIns="90000" tIns="46800" rIns="90000" bIns="46800" anchor="ctr">
            <a:spAutoFit/>
          </a:bodyPr>
          <a:lstStyle/>
          <a:p>
            <a:pPr>
              <a:spcBef>
                <a:spcPct val="50000"/>
              </a:spcBef>
              <a:buClr>
                <a:schemeClr val="accent2"/>
              </a:buClr>
              <a:buSzPct val="75000"/>
              <a:buFont typeface="Monotype Sorts" pitchFamily="2" charset="2"/>
              <a:buNone/>
            </a:pPr>
            <a:r>
              <a:rPr kumimoji="0" lang="zh-CN" altLang="en-US" sz="2400" b="1" dirty="0">
                <a:solidFill>
                  <a:srgbClr val="FF3300"/>
                </a:solidFill>
              </a:rPr>
              <a:t>注意</a:t>
            </a:r>
            <a:r>
              <a:rPr kumimoji="0" lang="zh-CN" altLang="en-US" sz="2400" b="1" dirty="0">
                <a:sym typeface="Wingdings" panose="05000000000000000000" pitchFamily="2" charset="2"/>
              </a:rPr>
              <a:t>（</a:t>
            </a:r>
            <a:r>
              <a:rPr kumimoji="0" lang="en-US" altLang="zh-CN" sz="2400" b="1" dirty="0">
                <a:ea typeface="楷体_GB2312" pitchFamily="49" charset="-122"/>
              </a:rPr>
              <a:t>1</a:t>
            </a:r>
            <a:r>
              <a:rPr kumimoji="0" lang="zh-CN" altLang="en-US" sz="2400" b="1" dirty="0">
                <a:ea typeface="楷体_GB2312" pitchFamily="49" charset="-122"/>
              </a:rPr>
              <a:t>）对应支路取相同的参考方向。</a:t>
            </a:r>
          </a:p>
          <a:p>
            <a:pPr>
              <a:spcBef>
                <a:spcPct val="50000"/>
              </a:spcBef>
              <a:buClr>
                <a:schemeClr val="accent2"/>
              </a:buClr>
              <a:buSzPct val="75000"/>
              <a:buFont typeface="Monotype Sorts" pitchFamily="2" charset="2"/>
              <a:buNone/>
            </a:pPr>
            <a:r>
              <a:rPr kumimoji="0" lang="zh-CN" altLang="en-US" sz="2400" b="1" dirty="0">
                <a:ea typeface="楷体_GB2312" pitchFamily="49" charset="-122"/>
              </a:rPr>
              <a:t>    （</a:t>
            </a:r>
            <a:r>
              <a:rPr kumimoji="0" lang="en-US" altLang="zh-CN" sz="2400" b="1" dirty="0">
                <a:ea typeface="楷体_GB2312" pitchFamily="49" charset="-122"/>
              </a:rPr>
              <a:t>2</a:t>
            </a:r>
            <a:r>
              <a:rPr kumimoji="0" lang="zh-CN" altLang="en-US" sz="2400" b="1" dirty="0">
                <a:ea typeface="楷体_GB2312" pitchFamily="49" charset="-122"/>
              </a:rPr>
              <a:t>）各支路电压、电流均取关联的参考方向。</a:t>
            </a:r>
          </a:p>
        </p:txBody>
      </p:sp>
    </p:spTree>
    <p:extLst>
      <p:ext uri="{BB962C8B-B14F-4D97-AF65-F5344CB8AC3E}">
        <p14:creationId xmlns:p14="http://schemas.microsoft.com/office/powerpoint/2010/main" val="29345106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187395"/>
                                        </p:tgtEl>
                                        <p:attrNameLst>
                                          <p:attrName>style.visibility</p:attrName>
                                        </p:attrNameLst>
                                      </p:cBhvr>
                                      <p:to>
                                        <p:strVal val="visible"/>
                                      </p:to>
                                    </p:set>
                                    <p:anim calcmode="lin" valueType="num">
                                      <p:cBhvr>
                                        <p:cTn id="7" dur="500" fill="hold"/>
                                        <p:tgtEl>
                                          <p:spTgt spid="187395"/>
                                        </p:tgtEl>
                                        <p:attrNameLst>
                                          <p:attrName>ppt_w</p:attrName>
                                        </p:attrNameLst>
                                      </p:cBhvr>
                                      <p:tavLst>
                                        <p:tav tm="0">
                                          <p:val>
                                            <p:fltVal val="0"/>
                                          </p:val>
                                        </p:tav>
                                        <p:tav tm="100000">
                                          <p:val>
                                            <p:strVal val="#ppt_w"/>
                                          </p:val>
                                        </p:tav>
                                      </p:tavLst>
                                    </p:anim>
                                    <p:anim calcmode="lin" valueType="num">
                                      <p:cBhvr>
                                        <p:cTn id="8" dur="500" fill="hold"/>
                                        <p:tgtEl>
                                          <p:spTgt spid="18739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187396"/>
                                        </p:tgtEl>
                                        <p:attrNameLst>
                                          <p:attrName>style.visibility</p:attrName>
                                        </p:attrNameLst>
                                      </p:cBhvr>
                                      <p:to>
                                        <p:strVal val="visible"/>
                                      </p:to>
                                    </p:set>
                                    <p:anim calcmode="lin" valueType="num">
                                      <p:cBhvr>
                                        <p:cTn id="13" dur="500" fill="hold"/>
                                        <p:tgtEl>
                                          <p:spTgt spid="187396"/>
                                        </p:tgtEl>
                                        <p:attrNameLst>
                                          <p:attrName>ppt_x</p:attrName>
                                        </p:attrNameLst>
                                      </p:cBhvr>
                                      <p:tavLst>
                                        <p:tav tm="0">
                                          <p:val>
                                            <p:strVal val="#ppt_x-#ppt_w/2"/>
                                          </p:val>
                                        </p:tav>
                                        <p:tav tm="100000">
                                          <p:val>
                                            <p:strVal val="#ppt_x"/>
                                          </p:val>
                                        </p:tav>
                                      </p:tavLst>
                                    </p:anim>
                                    <p:anim calcmode="lin" valueType="num">
                                      <p:cBhvr>
                                        <p:cTn id="14" dur="500" fill="hold"/>
                                        <p:tgtEl>
                                          <p:spTgt spid="187396"/>
                                        </p:tgtEl>
                                        <p:attrNameLst>
                                          <p:attrName>ppt_y</p:attrName>
                                        </p:attrNameLst>
                                      </p:cBhvr>
                                      <p:tavLst>
                                        <p:tav tm="0">
                                          <p:val>
                                            <p:strVal val="#ppt_y"/>
                                          </p:val>
                                        </p:tav>
                                        <p:tav tm="100000">
                                          <p:val>
                                            <p:strVal val="#ppt_y"/>
                                          </p:val>
                                        </p:tav>
                                      </p:tavLst>
                                    </p:anim>
                                    <p:anim calcmode="lin" valueType="num">
                                      <p:cBhvr>
                                        <p:cTn id="15" dur="500" fill="hold"/>
                                        <p:tgtEl>
                                          <p:spTgt spid="187396"/>
                                        </p:tgtEl>
                                        <p:attrNameLst>
                                          <p:attrName>ppt_w</p:attrName>
                                        </p:attrNameLst>
                                      </p:cBhvr>
                                      <p:tavLst>
                                        <p:tav tm="0">
                                          <p:val>
                                            <p:fltVal val="0"/>
                                          </p:val>
                                        </p:tav>
                                        <p:tav tm="100000">
                                          <p:val>
                                            <p:strVal val="#ppt_w"/>
                                          </p:val>
                                        </p:tav>
                                      </p:tavLst>
                                    </p:anim>
                                    <p:anim calcmode="lin" valueType="num">
                                      <p:cBhvr>
                                        <p:cTn id="16" dur="500" fill="hold"/>
                                        <p:tgtEl>
                                          <p:spTgt spid="18739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6"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2"/>
          <p:cNvSpPr txBox="1">
            <a:spLocks noChangeArrowheads="1"/>
          </p:cNvSpPr>
          <p:nvPr/>
        </p:nvSpPr>
        <p:spPr bwMode="auto">
          <a:xfrm>
            <a:off x="484188" y="550863"/>
            <a:ext cx="32957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dirty="0">
                <a:solidFill>
                  <a:srgbClr val="FF3300"/>
                </a:solidFill>
                <a:ea typeface="楷体_GB2312" pitchFamily="49" charset="-122"/>
              </a:rPr>
              <a:t>3.  </a:t>
            </a:r>
            <a:r>
              <a:rPr lang="zh-CN" altLang="en-US" sz="2400" b="1" dirty="0">
                <a:solidFill>
                  <a:srgbClr val="FF3300"/>
                </a:solidFill>
              </a:rPr>
              <a:t>功率守衡定理  </a:t>
            </a:r>
          </a:p>
        </p:txBody>
      </p:sp>
      <p:sp>
        <p:nvSpPr>
          <p:cNvPr id="190467" name="Text Box 3"/>
          <p:cNvSpPr txBox="1">
            <a:spLocks noChangeArrowheads="1"/>
          </p:cNvSpPr>
          <p:nvPr/>
        </p:nvSpPr>
        <p:spPr bwMode="auto">
          <a:xfrm>
            <a:off x="528638" y="1244600"/>
            <a:ext cx="76962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1500">
              <a:defRPr kumimoji="1" sz="2400">
                <a:solidFill>
                  <a:schemeClr val="tx1"/>
                </a:solidFill>
                <a:latin typeface="Times New Roman" panose="02020603050405020304" pitchFamily="18" charset="0"/>
                <a:ea typeface="宋体" panose="02010600030101010101" pitchFamily="2" charset="-122"/>
              </a:defRPr>
            </a:lvl1pPr>
            <a:lvl2pPr marL="857250">
              <a:defRPr kumimoji="1" sz="2400">
                <a:solidFill>
                  <a:schemeClr val="tx1"/>
                </a:solidFill>
                <a:latin typeface="Times New Roman" panose="02020603050405020304" pitchFamily="18" charset="0"/>
                <a:ea typeface="宋体" panose="02010600030101010101" pitchFamily="2" charset="-122"/>
              </a:defRPr>
            </a:lvl2pPr>
            <a:lvl3pPr marL="104775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50000"/>
              </a:spcBef>
            </a:pPr>
            <a:r>
              <a:rPr lang="zh-CN" altLang="en-US" b="1" dirty="0"/>
              <a:t>在任一瞬间，任一电路中的所有支路所吸收的瞬时 功率的代数和为零，即  </a:t>
            </a:r>
          </a:p>
        </p:txBody>
      </p:sp>
      <p:sp>
        <p:nvSpPr>
          <p:cNvPr id="190468" name="Text Box 4"/>
          <p:cNvSpPr txBox="1">
            <a:spLocks noChangeArrowheads="1"/>
          </p:cNvSpPr>
          <p:nvPr/>
        </p:nvSpPr>
        <p:spPr bwMode="auto">
          <a:xfrm>
            <a:off x="1176338" y="4797152"/>
            <a:ext cx="6400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latin typeface="宋体" panose="02010600030101010101" pitchFamily="2" charset="-122"/>
                <a:ea typeface="宋体" panose="02010600030101010101" pitchFamily="2" charset="-122"/>
              </a:rPr>
              <a:t>此亦可认为特勒根定理在同一电路上的表述。  </a:t>
            </a:r>
          </a:p>
        </p:txBody>
      </p:sp>
      <p:graphicFrame>
        <p:nvGraphicFramePr>
          <p:cNvPr id="190469" name="Object 5"/>
          <p:cNvGraphicFramePr>
            <a:graphicFrameLocks noChangeAspect="1"/>
          </p:cNvGraphicFramePr>
          <p:nvPr/>
        </p:nvGraphicFramePr>
        <p:xfrm>
          <a:off x="2909888" y="2387600"/>
          <a:ext cx="2736850" cy="835025"/>
        </p:xfrm>
        <a:graphic>
          <a:graphicData uri="http://schemas.openxmlformats.org/presentationml/2006/ole">
            <mc:AlternateContent xmlns:mc="http://schemas.openxmlformats.org/markup-compatibility/2006">
              <mc:Choice xmlns:v="urn:schemas-microsoft-com:vml" Requires="v">
                <p:oleObj name="公式" r:id="rId2" imgW="1206360" imgH="368280" progId="Equation.3">
                  <p:embed/>
                </p:oleObj>
              </mc:Choice>
              <mc:Fallback>
                <p:oleObj name="公式" r:id="rId2" imgW="1206360" imgH="368280" progId="Equation.3">
                  <p:embed/>
                  <p:pic>
                    <p:nvPicPr>
                      <p:cNvPr id="19046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9888" y="2387600"/>
                        <a:ext cx="2736850" cy="835025"/>
                      </a:xfrm>
                      <a:prstGeom prst="rect">
                        <a:avLst/>
                      </a:prstGeom>
                      <a:solidFill>
                        <a:srgbClr val="00FFCC"/>
                      </a:solidFill>
                      <a:ln>
                        <a:noFill/>
                      </a:ln>
                      <a:effectLst>
                        <a:prstShdw prst="shdw17" dist="17961" dir="2700000">
                          <a:srgbClr val="00FFCC">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90470" name="Group 6"/>
          <p:cNvGrpSpPr>
            <a:grpSpLocks/>
          </p:cNvGrpSpPr>
          <p:nvPr/>
        </p:nvGrpSpPr>
        <p:grpSpPr bwMode="auto">
          <a:xfrm>
            <a:off x="528638" y="3473450"/>
            <a:ext cx="7924800" cy="958850"/>
            <a:chOff x="324" y="1932"/>
            <a:chExt cx="4992" cy="604"/>
          </a:xfrm>
        </p:grpSpPr>
        <p:sp>
          <p:nvSpPr>
            <p:cNvPr id="190471" name="Text Box 7"/>
            <p:cNvSpPr txBox="1">
              <a:spLocks noChangeArrowheads="1"/>
            </p:cNvSpPr>
            <p:nvPr/>
          </p:nvSpPr>
          <p:spPr bwMode="auto">
            <a:xfrm>
              <a:off x="324" y="1932"/>
              <a:ext cx="4992" cy="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ct val="50000"/>
                </a:spcBef>
              </a:pPr>
              <a:r>
                <a:rPr lang="zh-CN" altLang="en-US" sz="2400" b="1" dirty="0"/>
                <a:t>将特勒根定理用于同一电路中各支路电流、电压即可证得上述关系。</a:t>
              </a:r>
            </a:p>
          </p:txBody>
        </p:sp>
        <p:graphicFrame>
          <p:nvGraphicFramePr>
            <p:cNvPr id="190472" name="Object 8"/>
            <p:cNvGraphicFramePr>
              <a:graphicFrameLocks noChangeAspect="1"/>
            </p:cNvGraphicFramePr>
            <p:nvPr/>
          </p:nvGraphicFramePr>
          <p:xfrm>
            <a:off x="1670" y="2252"/>
            <a:ext cx="3613" cy="284"/>
          </p:xfrm>
          <a:graphic>
            <a:graphicData uri="http://schemas.openxmlformats.org/presentationml/2006/ole">
              <mc:AlternateContent xmlns:mc="http://schemas.openxmlformats.org/markup-compatibility/2006">
                <mc:Choice xmlns:v="urn:schemas-microsoft-com:vml" Requires="v">
                  <p:oleObj name="Equation" r:id="rId4" imgW="3200400" imgH="253800" progId="Equation.3">
                    <p:embed/>
                  </p:oleObj>
                </mc:Choice>
                <mc:Fallback>
                  <p:oleObj name="Equation" r:id="rId4" imgW="3200400" imgH="253800" progId="Equation.3">
                    <p:embed/>
                    <p:pic>
                      <p:nvPicPr>
                        <p:cNvPr id="190472"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 y="2252"/>
                          <a:ext cx="3613"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25701730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90467"/>
                                        </p:tgtEl>
                                        <p:attrNameLst>
                                          <p:attrName>style.visibility</p:attrName>
                                        </p:attrNameLst>
                                      </p:cBhvr>
                                      <p:to>
                                        <p:strVal val="visible"/>
                                      </p:to>
                                    </p:set>
                                    <p:animEffect transition="in" filter="box(out)">
                                      <p:cBhvr>
                                        <p:cTn id="7" dur="500"/>
                                        <p:tgtEl>
                                          <p:spTgt spid="190467"/>
                                        </p:tgtEl>
                                      </p:cBhvr>
                                    </p:animEffect>
                                  </p:childTnLst>
                                </p:cTn>
                              </p:par>
                            </p:childTnLst>
                          </p:cTn>
                        </p:par>
                        <p:par>
                          <p:cTn id="8" fill="hold" nodeType="afterGroup">
                            <p:stCondLst>
                              <p:cond delay="500"/>
                            </p:stCondLst>
                            <p:childTnLst>
                              <p:par>
                                <p:cTn id="9" presetID="4" presetClass="entr" presetSubtype="32" fill="hold" nodeType="afterEffect">
                                  <p:stCondLst>
                                    <p:cond delay="0"/>
                                  </p:stCondLst>
                                  <p:childTnLst>
                                    <p:set>
                                      <p:cBhvr>
                                        <p:cTn id="10" dur="1" fill="hold">
                                          <p:stCondLst>
                                            <p:cond delay="0"/>
                                          </p:stCondLst>
                                        </p:cTn>
                                        <p:tgtEl>
                                          <p:spTgt spid="190469"/>
                                        </p:tgtEl>
                                        <p:attrNameLst>
                                          <p:attrName>style.visibility</p:attrName>
                                        </p:attrNameLst>
                                      </p:cBhvr>
                                      <p:to>
                                        <p:strVal val="visible"/>
                                      </p:to>
                                    </p:set>
                                    <p:animEffect transition="in" filter="box(out)">
                                      <p:cBhvr>
                                        <p:cTn id="11" dur="500"/>
                                        <p:tgtEl>
                                          <p:spTgt spid="19046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90470"/>
                                        </p:tgtEl>
                                        <p:attrNameLst>
                                          <p:attrName>style.visibility</p:attrName>
                                        </p:attrNameLst>
                                      </p:cBhvr>
                                      <p:to>
                                        <p:strVal val="visible"/>
                                      </p:to>
                                    </p:set>
                                    <p:animEffect transition="in" filter="wipe(left)">
                                      <p:cBhvr>
                                        <p:cTn id="16" dur="500"/>
                                        <p:tgtEl>
                                          <p:spTgt spid="19047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90468"/>
                                        </p:tgtEl>
                                        <p:attrNameLst>
                                          <p:attrName>style.visibility</p:attrName>
                                        </p:attrNameLst>
                                      </p:cBhvr>
                                      <p:to>
                                        <p:strVal val="visible"/>
                                      </p:to>
                                    </p:set>
                                    <p:animEffect transition="in" filter="wipe(left)">
                                      <p:cBhvr>
                                        <p:cTn id="21" dur="500"/>
                                        <p:tgtEl>
                                          <p:spTgt spid="190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autoUpdateAnimBg="0"/>
      <p:bldP spid="190468"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2"/>
          <p:cNvSpPr txBox="1">
            <a:spLocks noChangeArrowheads="1"/>
          </p:cNvSpPr>
          <p:nvPr/>
        </p:nvSpPr>
        <p:spPr bwMode="auto">
          <a:xfrm>
            <a:off x="436563" y="3926907"/>
            <a:ext cx="30670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FF3300"/>
                </a:solidFill>
              </a:rPr>
              <a:t>解    </a:t>
            </a:r>
            <a:r>
              <a:rPr lang="zh-CN" altLang="en-US" sz="2400" b="1"/>
              <a:t>由特勒根定理  </a:t>
            </a:r>
          </a:p>
        </p:txBody>
      </p:sp>
      <p:sp>
        <p:nvSpPr>
          <p:cNvPr id="191491" name="AutoShape 3"/>
          <p:cNvSpPr>
            <a:spLocks/>
          </p:cNvSpPr>
          <p:nvPr/>
        </p:nvSpPr>
        <p:spPr bwMode="auto">
          <a:xfrm>
            <a:off x="1885950" y="4767263"/>
            <a:ext cx="203200" cy="1460500"/>
          </a:xfrm>
          <a:prstGeom prst="leftBrace">
            <a:avLst>
              <a:gd name="adj1" fmla="val 59896"/>
              <a:gd name="adj2" fmla="val 50000"/>
            </a:avLst>
          </a:prstGeom>
          <a:noFill/>
          <a:ln w="952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91492" name="Object 4"/>
          <p:cNvGraphicFramePr>
            <a:graphicFrameLocks noChangeAspect="1"/>
          </p:cNvGraphicFramePr>
          <p:nvPr/>
        </p:nvGraphicFramePr>
        <p:xfrm>
          <a:off x="2314575" y="4368800"/>
          <a:ext cx="3648075" cy="1663700"/>
        </p:xfrm>
        <a:graphic>
          <a:graphicData uri="http://schemas.openxmlformats.org/presentationml/2006/ole">
            <mc:AlternateContent xmlns:mc="http://schemas.openxmlformats.org/markup-compatibility/2006">
              <mc:Choice xmlns:v="urn:schemas-microsoft-com:vml" Requires="v">
                <p:oleObj name="公式" r:id="rId2" imgW="1904760" imgH="888840" progId="Equation.3">
                  <p:embed/>
                </p:oleObj>
              </mc:Choice>
              <mc:Fallback>
                <p:oleObj name="公式" r:id="rId2" imgW="1904760" imgH="888840" progId="Equation.3">
                  <p:embed/>
                  <p:pic>
                    <p:nvPicPr>
                      <p:cNvPr id="19149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4575" y="4368800"/>
                        <a:ext cx="3648075" cy="166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493" name="Object 5"/>
          <p:cNvGraphicFramePr>
            <a:graphicFrameLocks noChangeAspect="1"/>
          </p:cNvGraphicFramePr>
          <p:nvPr/>
        </p:nvGraphicFramePr>
        <p:xfrm>
          <a:off x="2449513" y="6030913"/>
          <a:ext cx="1108075" cy="468312"/>
        </p:xfrm>
        <a:graphic>
          <a:graphicData uri="http://schemas.openxmlformats.org/presentationml/2006/ole">
            <mc:AlternateContent xmlns:mc="http://schemas.openxmlformats.org/markup-compatibility/2006">
              <mc:Choice xmlns:v="urn:schemas-microsoft-com:vml" Requires="v">
                <p:oleObj name="公式" r:id="rId4" imgW="571320" imgH="241200" progId="Equation.3">
                  <p:embed/>
                </p:oleObj>
              </mc:Choice>
              <mc:Fallback>
                <p:oleObj name="公式" r:id="rId4" imgW="571320" imgH="241200" progId="Equation.3">
                  <p:embed/>
                  <p:pic>
                    <p:nvPicPr>
                      <p:cNvPr id="19149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9513" y="6030913"/>
                        <a:ext cx="1108075"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1497" name="Group 9"/>
          <p:cNvGrpSpPr>
            <a:grpSpLocks/>
          </p:cNvGrpSpPr>
          <p:nvPr/>
        </p:nvGrpSpPr>
        <p:grpSpPr bwMode="auto">
          <a:xfrm>
            <a:off x="449263" y="355600"/>
            <a:ext cx="8158162" cy="3441700"/>
            <a:chOff x="283" y="224"/>
            <a:chExt cx="5139" cy="2168"/>
          </a:xfrm>
        </p:grpSpPr>
        <p:grpSp>
          <p:nvGrpSpPr>
            <p:cNvPr id="191498" name="Group 10"/>
            <p:cNvGrpSpPr>
              <a:grpSpLocks/>
            </p:cNvGrpSpPr>
            <p:nvPr/>
          </p:nvGrpSpPr>
          <p:grpSpPr bwMode="auto">
            <a:xfrm>
              <a:off x="471" y="1289"/>
              <a:ext cx="2288" cy="1055"/>
              <a:chOff x="471" y="1289"/>
              <a:chExt cx="2288" cy="1055"/>
            </a:xfrm>
          </p:grpSpPr>
          <p:sp>
            <p:nvSpPr>
              <p:cNvPr id="191499" name="Oval 11"/>
              <p:cNvSpPr>
                <a:spLocks noChangeArrowheads="1"/>
              </p:cNvSpPr>
              <p:nvPr/>
            </p:nvSpPr>
            <p:spPr bwMode="auto">
              <a:xfrm>
                <a:off x="783" y="1852"/>
                <a:ext cx="216" cy="208"/>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1500" name="Text Box 12"/>
              <p:cNvSpPr txBox="1">
                <a:spLocks noChangeArrowheads="1"/>
              </p:cNvSpPr>
              <p:nvPr/>
            </p:nvSpPr>
            <p:spPr bwMode="auto">
              <a:xfrm>
                <a:off x="2423" y="176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2</a:t>
                </a:r>
              </a:p>
            </p:txBody>
          </p:sp>
          <p:sp>
            <p:nvSpPr>
              <p:cNvPr id="191501" name="Rectangle 13"/>
              <p:cNvSpPr>
                <a:spLocks noChangeArrowheads="1"/>
              </p:cNvSpPr>
              <p:nvPr/>
            </p:nvSpPr>
            <p:spPr bwMode="auto">
              <a:xfrm>
                <a:off x="1319" y="1576"/>
                <a:ext cx="576" cy="768"/>
              </a:xfrm>
              <a:prstGeom prst="rect">
                <a:avLst/>
              </a:prstGeom>
              <a:solidFill>
                <a:srgbClr val="CC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02" name="Line 14"/>
              <p:cNvSpPr>
                <a:spLocks noChangeShapeType="1"/>
              </p:cNvSpPr>
              <p:nvPr/>
            </p:nvSpPr>
            <p:spPr bwMode="auto">
              <a:xfrm>
                <a:off x="887" y="2224"/>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03" name="Rectangle 15"/>
              <p:cNvSpPr>
                <a:spLocks noChangeArrowheads="1"/>
              </p:cNvSpPr>
              <p:nvPr/>
            </p:nvSpPr>
            <p:spPr bwMode="auto">
              <a:xfrm>
                <a:off x="1895" y="1672"/>
                <a:ext cx="432" cy="57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04" name="Text Box 16"/>
              <p:cNvSpPr txBox="1">
                <a:spLocks noChangeArrowheads="1"/>
              </p:cNvSpPr>
              <p:nvPr/>
            </p:nvSpPr>
            <p:spPr bwMode="auto">
              <a:xfrm>
                <a:off x="1463" y="1768"/>
                <a:ext cx="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t>P</a:t>
                </a:r>
              </a:p>
            </p:txBody>
          </p:sp>
          <p:sp>
            <p:nvSpPr>
              <p:cNvPr id="191505" name="Text Box 17"/>
              <p:cNvSpPr txBox="1">
                <a:spLocks noChangeArrowheads="1"/>
              </p:cNvSpPr>
              <p:nvPr/>
            </p:nvSpPr>
            <p:spPr bwMode="auto">
              <a:xfrm>
                <a:off x="551" y="200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91506" name="Text Box 18"/>
              <p:cNvSpPr txBox="1">
                <a:spLocks noChangeArrowheads="1"/>
              </p:cNvSpPr>
              <p:nvPr/>
            </p:nvSpPr>
            <p:spPr bwMode="auto">
              <a:xfrm>
                <a:off x="535" y="160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91507" name="Text Box 19"/>
              <p:cNvSpPr txBox="1">
                <a:spLocks noChangeArrowheads="1"/>
              </p:cNvSpPr>
              <p:nvPr/>
            </p:nvSpPr>
            <p:spPr bwMode="auto">
              <a:xfrm>
                <a:off x="471" y="17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S</a:t>
                </a:r>
              </a:p>
            </p:txBody>
          </p:sp>
          <p:sp>
            <p:nvSpPr>
              <p:cNvPr id="191508" name="Text Box 20"/>
              <p:cNvSpPr txBox="1">
                <a:spLocks noChangeArrowheads="1"/>
              </p:cNvSpPr>
              <p:nvPr/>
            </p:nvSpPr>
            <p:spPr bwMode="auto">
              <a:xfrm>
                <a:off x="2087" y="200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91509" name="Text Box 21"/>
              <p:cNvSpPr txBox="1">
                <a:spLocks noChangeArrowheads="1"/>
              </p:cNvSpPr>
              <p:nvPr/>
            </p:nvSpPr>
            <p:spPr bwMode="auto">
              <a:xfrm>
                <a:off x="2087" y="162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91510" name="Text Box 22"/>
              <p:cNvSpPr txBox="1">
                <a:spLocks noChangeArrowheads="1"/>
              </p:cNvSpPr>
              <p:nvPr/>
            </p:nvSpPr>
            <p:spPr bwMode="auto">
              <a:xfrm>
                <a:off x="2039" y="181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2</a:t>
                </a:r>
              </a:p>
            </p:txBody>
          </p:sp>
          <p:sp>
            <p:nvSpPr>
              <p:cNvPr id="191511" name="Line 23"/>
              <p:cNvSpPr>
                <a:spLocks noChangeShapeType="1"/>
              </p:cNvSpPr>
              <p:nvPr/>
            </p:nvSpPr>
            <p:spPr bwMode="auto">
              <a:xfrm>
                <a:off x="2423" y="1768"/>
                <a:ext cx="0" cy="336"/>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12" name="Line 24"/>
              <p:cNvSpPr>
                <a:spLocks noChangeShapeType="1"/>
              </p:cNvSpPr>
              <p:nvPr/>
            </p:nvSpPr>
            <p:spPr bwMode="auto">
              <a:xfrm>
                <a:off x="887" y="1576"/>
                <a:ext cx="28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13" name="Text Box 25"/>
              <p:cNvSpPr txBox="1">
                <a:spLocks noChangeArrowheads="1"/>
              </p:cNvSpPr>
              <p:nvPr/>
            </p:nvSpPr>
            <p:spPr bwMode="auto">
              <a:xfrm>
                <a:off x="896" y="1289"/>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1</a:t>
                </a:r>
              </a:p>
            </p:txBody>
          </p:sp>
          <p:sp>
            <p:nvSpPr>
              <p:cNvPr id="191514" name="Line 26"/>
              <p:cNvSpPr>
                <a:spLocks noChangeShapeType="1"/>
              </p:cNvSpPr>
              <p:nvPr/>
            </p:nvSpPr>
            <p:spPr bwMode="auto">
              <a:xfrm>
                <a:off x="887" y="1672"/>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15" name="Line 27"/>
              <p:cNvSpPr>
                <a:spLocks noChangeShapeType="1"/>
              </p:cNvSpPr>
              <p:nvPr/>
            </p:nvSpPr>
            <p:spPr bwMode="auto">
              <a:xfrm>
                <a:off x="895" y="1676"/>
                <a:ext cx="0" cy="5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191516" name="Group 28"/>
            <p:cNvGrpSpPr>
              <a:grpSpLocks/>
            </p:cNvGrpSpPr>
            <p:nvPr/>
          </p:nvGrpSpPr>
          <p:grpSpPr bwMode="auto">
            <a:xfrm>
              <a:off x="2967" y="1143"/>
              <a:ext cx="2211" cy="1249"/>
              <a:chOff x="2967" y="1143"/>
              <a:chExt cx="2211" cy="1249"/>
            </a:xfrm>
          </p:grpSpPr>
          <p:sp>
            <p:nvSpPr>
              <p:cNvPr id="191517" name="Oval 29"/>
              <p:cNvSpPr>
                <a:spLocks noChangeArrowheads="1"/>
              </p:cNvSpPr>
              <p:nvPr/>
            </p:nvSpPr>
            <p:spPr bwMode="auto">
              <a:xfrm>
                <a:off x="4631" y="1876"/>
                <a:ext cx="200" cy="192"/>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1518" name="Rectangle 30"/>
              <p:cNvSpPr>
                <a:spLocks noChangeArrowheads="1"/>
              </p:cNvSpPr>
              <p:nvPr/>
            </p:nvSpPr>
            <p:spPr bwMode="auto">
              <a:xfrm>
                <a:off x="3735" y="1576"/>
                <a:ext cx="576" cy="768"/>
              </a:xfrm>
              <a:prstGeom prst="rect">
                <a:avLst/>
              </a:prstGeom>
              <a:solidFill>
                <a:srgbClr val="CC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19" name="Text Box 31"/>
              <p:cNvSpPr txBox="1">
                <a:spLocks noChangeArrowheads="1"/>
              </p:cNvSpPr>
              <p:nvPr/>
            </p:nvSpPr>
            <p:spPr bwMode="auto">
              <a:xfrm>
                <a:off x="3879" y="1720"/>
                <a:ext cx="28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a:t>P</a:t>
                </a:r>
                <a:endParaRPr lang="en-US" altLang="zh-CN" sz="4000" b="1"/>
              </a:p>
            </p:txBody>
          </p:sp>
          <p:sp>
            <p:nvSpPr>
              <p:cNvPr id="191520" name="Rectangle 32"/>
              <p:cNvSpPr>
                <a:spLocks noChangeArrowheads="1"/>
              </p:cNvSpPr>
              <p:nvPr/>
            </p:nvSpPr>
            <p:spPr bwMode="auto">
              <a:xfrm>
                <a:off x="3303" y="1624"/>
                <a:ext cx="432" cy="67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21" name="Rectangle 33"/>
              <p:cNvSpPr>
                <a:spLocks noChangeArrowheads="1"/>
              </p:cNvSpPr>
              <p:nvPr/>
            </p:nvSpPr>
            <p:spPr bwMode="auto">
              <a:xfrm>
                <a:off x="3255" y="1816"/>
                <a:ext cx="96" cy="288"/>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22" name="Text Box 34"/>
              <p:cNvSpPr txBox="1">
                <a:spLocks noChangeArrowheads="1"/>
              </p:cNvSpPr>
              <p:nvPr/>
            </p:nvSpPr>
            <p:spPr bwMode="auto">
              <a:xfrm>
                <a:off x="3015" y="2104"/>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91523" name="Text Box 35"/>
              <p:cNvSpPr txBox="1">
                <a:spLocks noChangeArrowheads="1"/>
              </p:cNvSpPr>
              <p:nvPr/>
            </p:nvSpPr>
            <p:spPr bwMode="auto">
              <a:xfrm>
                <a:off x="3015" y="152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91524" name="Text Box 36"/>
              <p:cNvSpPr txBox="1">
                <a:spLocks noChangeArrowheads="1"/>
              </p:cNvSpPr>
              <p:nvPr/>
            </p:nvSpPr>
            <p:spPr bwMode="auto">
              <a:xfrm>
                <a:off x="4871" y="2040"/>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91525" name="Text Box 37"/>
              <p:cNvSpPr txBox="1">
                <a:spLocks noChangeArrowheads="1"/>
              </p:cNvSpPr>
              <p:nvPr/>
            </p:nvSpPr>
            <p:spPr bwMode="auto">
              <a:xfrm>
                <a:off x="4839" y="15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191526" name="Text Box 38"/>
              <p:cNvSpPr txBox="1">
                <a:spLocks noChangeArrowheads="1"/>
              </p:cNvSpPr>
              <p:nvPr/>
            </p:nvSpPr>
            <p:spPr bwMode="auto">
              <a:xfrm>
                <a:off x="3351" y="181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2</a:t>
                </a:r>
                <a:r>
                  <a:rPr lang="en-US" altLang="zh-CN" b="1">
                    <a:sym typeface="Symbol" panose="05050102010706020507" pitchFamily="18" charset="2"/>
                  </a:rPr>
                  <a:t></a:t>
                </a:r>
              </a:p>
            </p:txBody>
          </p:sp>
          <p:sp>
            <p:nvSpPr>
              <p:cNvPr id="191527" name="Line 39"/>
              <p:cNvSpPr>
                <a:spLocks noChangeShapeType="1"/>
              </p:cNvSpPr>
              <p:nvPr/>
            </p:nvSpPr>
            <p:spPr bwMode="auto">
              <a:xfrm flipH="1">
                <a:off x="3303" y="1528"/>
                <a:ext cx="28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28" name="Line 40"/>
              <p:cNvSpPr>
                <a:spLocks noChangeShapeType="1"/>
              </p:cNvSpPr>
              <p:nvPr/>
            </p:nvSpPr>
            <p:spPr bwMode="auto">
              <a:xfrm flipH="1">
                <a:off x="4455" y="1528"/>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91529" name="Object 41"/>
              <p:cNvGraphicFramePr>
                <a:graphicFrameLocks noChangeAspect="1"/>
              </p:cNvGraphicFramePr>
              <p:nvPr/>
            </p:nvGraphicFramePr>
            <p:xfrm>
              <a:off x="2967" y="1768"/>
              <a:ext cx="288" cy="376"/>
            </p:xfrm>
            <a:graphic>
              <a:graphicData uri="http://schemas.openxmlformats.org/presentationml/2006/ole">
                <mc:AlternateContent xmlns:mc="http://schemas.openxmlformats.org/markup-compatibility/2006">
                  <mc:Choice xmlns:v="urn:schemas-microsoft-com:vml" Requires="v">
                    <p:oleObj name="公式" r:id="rId6" imgW="215640" imgH="279360" progId="Equation.3">
                      <p:embed/>
                    </p:oleObj>
                  </mc:Choice>
                  <mc:Fallback>
                    <p:oleObj name="公式" r:id="rId6" imgW="215640" imgH="279360" progId="Equation.3">
                      <p:embed/>
                      <p:pic>
                        <p:nvPicPr>
                          <p:cNvPr id="191529" name="Object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7" y="1768"/>
                            <a:ext cx="288"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530" name="Object 42"/>
              <p:cNvGraphicFramePr>
                <a:graphicFrameLocks noChangeAspect="1"/>
              </p:cNvGraphicFramePr>
              <p:nvPr/>
            </p:nvGraphicFramePr>
            <p:xfrm>
              <a:off x="4871" y="1760"/>
              <a:ext cx="307" cy="376"/>
            </p:xfrm>
            <a:graphic>
              <a:graphicData uri="http://schemas.openxmlformats.org/presentationml/2006/ole">
                <mc:AlternateContent xmlns:mc="http://schemas.openxmlformats.org/markup-compatibility/2006">
                  <mc:Choice xmlns:v="urn:schemas-microsoft-com:vml" Requires="v">
                    <p:oleObj name="Equation" r:id="rId8" imgW="228600" imgH="279360" progId="Equation.3">
                      <p:embed/>
                    </p:oleObj>
                  </mc:Choice>
                  <mc:Fallback>
                    <p:oleObj name="Equation" r:id="rId8" imgW="228600" imgH="279360" progId="Equation.3">
                      <p:embed/>
                      <p:pic>
                        <p:nvPicPr>
                          <p:cNvPr id="191530" name="Object 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71" y="1760"/>
                            <a:ext cx="307"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531" name="Object 43"/>
              <p:cNvGraphicFramePr>
                <a:graphicFrameLocks noChangeAspect="1"/>
              </p:cNvGraphicFramePr>
              <p:nvPr/>
            </p:nvGraphicFramePr>
            <p:xfrm>
              <a:off x="3354" y="1144"/>
              <a:ext cx="237" cy="376"/>
            </p:xfrm>
            <a:graphic>
              <a:graphicData uri="http://schemas.openxmlformats.org/presentationml/2006/ole">
                <mc:AlternateContent xmlns:mc="http://schemas.openxmlformats.org/markup-compatibility/2006">
                  <mc:Choice xmlns:v="urn:schemas-microsoft-com:vml" Requires="v">
                    <p:oleObj name="公式" r:id="rId10" imgW="177480" imgH="279360" progId="Equation.3">
                      <p:embed/>
                    </p:oleObj>
                  </mc:Choice>
                  <mc:Fallback>
                    <p:oleObj name="公式" r:id="rId10" imgW="177480" imgH="279360" progId="Equation.3">
                      <p:embed/>
                      <p:pic>
                        <p:nvPicPr>
                          <p:cNvPr id="191531" name="Object 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4" y="1144"/>
                            <a:ext cx="237"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532" name="Object 44"/>
              <p:cNvGraphicFramePr>
                <a:graphicFrameLocks noChangeAspect="1"/>
              </p:cNvGraphicFramePr>
              <p:nvPr/>
            </p:nvGraphicFramePr>
            <p:xfrm>
              <a:off x="4471" y="1143"/>
              <a:ext cx="256" cy="376"/>
            </p:xfrm>
            <a:graphic>
              <a:graphicData uri="http://schemas.openxmlformats.org/presentationml/2006/ole">
                <mc:AlternateContent xmlns:mc="http://schemas.openxmlformats.org/markup-compatibility/2006">
                  <mc:Choice xmlns:v="urn:schemas-microsoft-com:vml" Requires="v">
                    <p:oleObj name="公式" r:id="rId12" imgW="190440" imgH="279360" progId="Equation.3">
                      <p:embed/>
                    </p:oleObj>
                  </mc:Choice>
                  <mc:Fallback>
                    <p:oleObj name="公式" r:id="rId12" imgW="190440" imgH="279360" progId="Equation.3">
                      <p:embed/>
                      <p:pic>
                        <p:nvPicPr>
                          <p:cNvPr id="191532" name="Object 4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71" y="1143"/>
                            <a:ext cx="256"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533" name="Line 45"/>
              <p:cNvSpPr>
                <a:spLocks noChangeShapeType="1"/>
              </p:cNvSpPr>
              <p:nvPr/>
            </p:nvSpPr>
            <p:spPr bwMode="auto">
              <a:xfrm flipH="1">
                <a:off x="4311" y="2272"/>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34" name="Line 46"/>
              <p:cNvSpPr>
                <a:spLocks noChangeShapeType="1"/>
              </p:cNvSpPr>
              <p:nvPr/>
            </p:nvSpPr>
            <p:spPr bwMode="auto">
              <a:xfrm flipH="1">
                <a:off x="4311" y="1648"/>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535" name="Line 47"/>
              <p:cNvSpPr>
                <a:spLocks noChangeShapeType="1"/>
              </p:cNvSpPr>
              <p:nvPr/>
            </p:nvSpPr>
            <p:spPr bwMode="auto">
              <a:xfrm>
                <a:off x="4735" y="1652"/>
                <a:ext cx="0" cy="62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191536" name="Group 48"/>
            <p:cNvGrpSpPr>
              <a:grpSpLocks/>
            </p:cNvGrpSpPr>
            <p:nvPr/>
          </p:nvGrpSpPr>
          <p:grpSpPr bwMode="auto">
            <a:xfrm>
              <a:off x="283" y="224"/>
              <a:ext cx="5139" cy="544"/>
              <a:chOff x="292" y="224"/>
              <a:chExt cx="5139" cy="544"/>
            </a:xfrm>
          </p:grpSpPr>
          <p:sp>
            <p:nvSpPr>
              <p:cNvPr id="191537" name="Text Box 49"/>
              <p:cNvSpPr txBox="1">
                <a:spLocks noChangeArrowheads="1"/>
              </p:cNvSpPr>
              <p:nvPr/>
            </p:nvSpPr>
            <p:spPr bwMode="auto">
              <a:xfrm>
                <a:off x="292" y="224"/>
                <a:ext cx="5139"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buClr>
                    <a:schemeClr val="accent2"/>
                  </a:buClr>
                  <a:buSzPct val="75000"/>
                  <a:buFont typeface="Monotype Sorts" pitchFamily="2" charset="2"/>
                  <a:buNone/>
                </a:pPr>
                <a:r>
                  <a:rPr lang="zh-CN" altLang="en-US" sz="2000" b="1" dirty="0">
                    <a:solidFill>
                      <a:srgbClr val="FF3300"/>
                    </a:solidFill>
                    <a:latin typeface="宋体" panose="02010600030101010101" pitchFamily="2" charset="-122"/>
                  </a:rPr>
                  <a:t>例</a:t>
                </a:r>
                <a:r>
                  <a:rPr lang="en-US" altLang="zh-CN" sz="2000" b="1" dirty="0">
                    <a:solidFill>
                      <a:srgbClr val="FF3300"/>
                    </a:solidFill>
                    <a:ea typeface="楷体_GB2312" pitchFamily="49" charset="-122"/>
                  </a:rPr>
                  <a:t>    </a:t>
                </a:r>
                <a:r>
                  <a:rPr kumimoji="0" lang="zh-CN" altLang="en-US" sz="2000" b="1" dirty="0"/>
                  <a:t>图示两个电路中方框内为同一电阻网络。</a:t>
                </a:r>
              </a:p>
              <a:p>
                <a:pPr>
                  <a:spcBef>
                    <a:spcPct val="50000"/>
                  </a:spcBef>
                  <a:buClr>
                    <a:schemeClr val="accent2"/>
                  </a:buClr>
                  <a:buSzPct val="75000"/>
                  <a:buFont typeface="Monotype Sorts" pitchFamily="2" charset="2"/>
                  <a:buNone/>
                </a:pPr>
                <a:r>
                  <a:rPr kumimoji="0" lang="zh-CN" altLang="en-US" sz="2000" b="1" dirty="0"/>
                  <a:t>          已知：</a:t>
                </a:r>
                <a:r>
                  <a:rPr kumimoji="0" lang="en-US" altLang="zh-CN" sz="2000" b="1" i="1" dirty="0"/>
                  <a:t>U</a:t>
                </a:r>
                <a:r>
                  <a:rPr kumimoji="0" lang="en-US" altLang="zh-CN" sz="2000" b="1" baseline="-25000" dirty="0"/>
                  <a:t>S</a:t>
                </a:r>
                <a:r>
                  <a:rPr lang="en-US" altLang="zh-CN" sz="2000" b="1" dirty="0">
                    <a:ea typeface="楷体_GB2312" pitchFamily="49" charset="-122"/>
                  </a:rPr>
                  <a:t>=10V</a:t>
                </a:r>
                <a:r>
                  <a:rPr lang="zh-CN" altLang="en-US" sz="2000" b="1" dirty="0">
                    <a:ea typeface="楷体_GB2312" pitchFamily="49" charset="-122"/>
                  </a:rPr>
                  <a:t>， </a:t>
                </a:r>
                <a:r>
                  <a:rPr lang="en-US" altLang="zh-CN" sz="2000" b="1" i="1" dirty="0">
                    <a:ea typeface="楷体_GB2312" pitchFamily="49" charset="-122"/>
                    <a:sym typeface="Symbol" panose="05050102010706020507" pitchFamily="18" charset="2"/>
                  </a:rPr>
                  <a:t>I</a:t>
                </a:r>
                <a:r>
                  <a:rPr lang="en-US" altLang="zh-CN" sz="2000" b="1" baseline="-25000" dirty="0">
                    <a:ea typeface="楷体_GB2312" pitchFamily="49" charset="-122"/>
                    <a:sym typeface="Symbol" panose="05050102010706020507" pitchFamily="18" charset="2"/>
                  </a:rPr>
                  <a:t>1</a:t>
                </a:r>
                <a:r>
                  <a:rPr lang="en-US" altLang="zh-CN" sz="2000" b="1" dirty="0">
                    <a:ea typeface="楷体_GB2312" pitchFamily="49" charset="-122"/>
                  </a:rPr>
                  <a:t>=5A</a:t>
                </a:r>
                <a:r>
                  <a:rPr lang="zh-CN" altLang="en-US" sz="2000" b="1" dirty="0">
                    <a:ea typeface="楷体_GB2312" pitchFamily="49" charset="-122"/>
                    <a:sym typeface="Symbol" panose="05050102010706020507" pitchFamily="18" charset="2"/>
                  </a:rPr>
                  <a:t>，</a:t>
                </a:r>
                <a:r>
                  <a:rPr lang="en-US" altLang="zh-CN" sz="2000" b="1" i="1" dirty="0">
                    <a:ea typeface="楷体_GB2312" pitchFamily="49" charset="-122"/>
                    <a:sym typeface="Symbol" panose="05050102010706020507" pitchFamily="18" charset="2"/>
                  </a:rPr>
                  <a:t>I</a:t>
                </a:r>
                <a:r>
                  <a:rPr lang="en-US" altLang="zh-CN" sz="2000" b="1" baseline="-25000" dirty="0">
                    <a:ea typeface="楷体_GB2312" pitchFamily="49" charset="-122"/>
                    <a:sym typeface="Symbol" panose="05050102010706020507" pitchFamily="18" charset="2"/>
                  </a:rPr>
                  <a:t>2</a:t>
                </a:r>
                <a:r>
                  <a:rPr lang="en-US" altLang="zh-CN" sz="2000" b="1" dirty="0">
                    <a:ea typeface="楷体_GB2312" pitchFamily="49" charset="-122"/>
                  </a:rPr>
                  <a:t>=1A</a:t>
                </a:r>
                <a:r>
                  <a:rPr lang="en-US" altLang="zh-CN" sz="2000" b="1" dirty="0">
                    <a:solidFill>
                      <a:srgbClr val="0000FF"/>
                    </a:solidFill>
                    <a:ea typeface="楷体_GB2312" pitchFamily="49" charset="-122"/>
                  </a:rPr>
                  <a:t> </a:t>
                </a:r>
                <a:r>
                  <a:rPr lang="zh-CN" altLang="en-US" sz="2000" b="1" dirty="0">
                    <a:ea typeface="楷体_GB2312" pitchFamily="49" charset="-122"/>
                  </a:rPr>
                  <a:t>，</a:t>
                </a:r>
                <a:r>
                  <a:rPr lang="zh-CN" altLang="en-US" sz="2000" b="1" dirty="0">
                    <a:solidFill>
                      <a:srgbClr val="0000FF"/>
                    </a:solidFill>
                    <a:ea typeface="楷体_GB2312" pitchFamily="49" charset="-122"/>
                  </a:rPr>
                  <a:t>            </a:t>
                </a:r>
                <a:endParaRPr lang="zh-CN" altLang="en-US" sz="2000" b="1" dirty="0">
                  <a:latin typeface="宋体" panose="02010600030101010101" pitchFamily="2" charset="-122"/>
                </a:endParaRPr>
              </a:p>
            </p:txBody>
          </p:sp>
          <p:graphicFrame>
            <p:nvGraphicFramePr>
              <p:cNvPr id="191538" name="Object 50"/>
              <p:cNvGraphicFramePr>
                <a:graphicFrameLocks noChangeAspect="1"/>
              </p:cNvGraphicFramePr>
              <p:nvPr/>
            </p:nvGraphicFramePr>
            <p:xfrm>
              <a:off x="3506" y="446"/>
              <a:ext cx="713" cy="297"/>
            </p:xfrm>
            <a:graphic>
              <a:graphicData uri="http://schemas.openxmlformats.org/presentationml/2006/ole">
                <mc:AlternateContent xmlns:mc="http://schemas.openxmlformats.org/markup-compatibility/2006">
                  <mc:Choice xmlns:v="urn:schemas-microsoft-com:vml" Requires="v">
                    <p:oleObj name="公式" r:id="rId14" imgW="672840" imgH="279360" progId="Equation.3">
                      <p:embed/>
                    </p:oleObj>
                  </mc:Choice>
                  <mc:Fallback>
                    <p:oleObj name="公式" r:id="rId14" imgW="672840" imgH="279360" progId="Equation.3">
                      <p:embed/>
                      <p:pic>
                        <p:nvPicPr>
                          <p:cNvPr id="191538" name="Object 5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06" y="446"/>
                            <a:ext cx="713" cy="297"/>
                          </a:xfrm>
                          <a:prstGeom prst="rect">
                            <a:avLst/>
                          </a:prstGeom>
                          <a:noFill/>
                          <a:ln>
                            <a:noFill/>
                          </a:ln>
                          <a:effectLst/>
                        </p:spPr>
                      </p:pic>
                    </p:oleObj>
                  </mc:Fallback>
                </mc:AlternateContent>
              </a:graphicData>
            </a:graphic>
          </p:graphicFrame>
        </p:grpSp>
        <p:graphicFrame>
          <p:nvGraphicFramePr>
            <p:cNvPr id="191539" name="Object 51"/>
            <p:cNvGraphicFramePr>
              <a:graphicFrameLocks noChangeAspect="1"/>
            </p:cNvGraphicFramePr>
            <p:nvPr/>
          </p:nvGraphicFramePr>
          <p:xfrm>
            <a:off x="793" y="924"/>
            <a:ext cx="802" cy="299"/>
          </p:xfrm>
          <a:graphic>
            <a:graphicData uri="http://schemas.openxmlformats.org/presentationml/2006/ole">
              <mc:AlternateContent xmlns:mc="http://schemas.openxmlformats.org/markup-compatibility/2006">
                <mc:Choice xmlns:v="urn:schemas-microsoft-com:vml" Requires="v">
                  <p:oleObj name="公式" r:id="rId16" imgW="647640" imgH="241200" progId="Equation.3">
                    <p:embed/>
                  </p:oleObj>
                </mc:Choice>
                <mc:Fallback>
                  <p:oleObj name="公式" r:id="rId16" imgW="647640" imgH="241200" progId="Equation.3">
                    <p:embed/>
                    <p:pic>
                      <p:nvPicPr>
                        <p:cNvPr id="191539" name="Object 5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3" y="924"/>
                          <a:ext cx="802"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38164554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1490"/>
                                        </p:tgtEl>
                                        <p:attrNameLst>
                                          <p:attrName>style.visibility</p:attrName>
                                        </p:attrNameLst>
                                      </p:cBhvr>
                                      <p:to>
                                        <p:strVal val="visible"/>
                                      </p:to>
                                    </p:set>
                                    <p:animEffect transition="in" filter="wipe(left)">
                                      <p:cBhvr>
                                        <p:cTn id="7" dur="500"/>
                                        <p:tgtEl>
                                          <p:spTgt spid="1914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1492"/>
                                        </p:tgtEl>
                                        <p:attrNameLst>
                                          <p:attrName>style.visibility</p:attrName>
                                        </p:attrNameLst>
                                      </p:cBhvr>
                                      <p:to>
                                        <p:strVal val="visible"/>
                                      </p:to>
                                    </p:set>
                                    <p:animEffect transition="in" filter="wipe(left)">
                                      <p:cBhvr>
                                        <p:cTn id="12" dur="500"/>
                                        <p:tgtEl>
                                          <p:spTgt spid="1914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1493"/>
                                        </p:tgtEl>
                                        <p:attrNameLst>
                                          <p:attrName>style.visibility</p:attrName>
                                        </p:attrNameLst>
                                      </p:cBhvr>
                                      <p:to>
                                        <p:strVal val="visible"/>
                                      </p:to>
                                    </p:set>
                                    <p:animEffect transition="in" filter="wipe(left)">
                                      <p:cBhvr>
                                        <p:cTn id="17" dur="500"/>
                                        <p:tgtEl>
                                          <p:spTgt spid="191493"/>
                                        </p:tgtEl>
                                      </p:cBhvr>
                                    </p:animEffect>
                                  </p:childTnLst>
                                </p:cTn>
                              </p:par>
                            </p:childTnLst>
                          </p:cTn>
                        </p:par>
                        <p:par>
                          <p:cTn id="18" fill="hold" nodeType="afterGroup">
                            <p:stCondLst>
                              <p:cond delay="500"/>
                            </p:stCondLst>
                            <p:childTnLst>
                              <p:par>
                                <p:cTn id="19" presetID="9" presetClass="entr" presetSubtype="0" fill="hold" nodeType="afterEffect">
                                  <p:stCondLst>
                                    <p:cond delay="0"/>
                                  </p:stCondLst>
                                  <p:childTnLst>
                                    <p:set>
                                      <p:cBhvr>
                                        <p:cTn id="20" dur="1" fill="hold">
                                          <p:stCondLst>
                                            <p:cond delay="0"/>
                                          </p:stCondLst>
                                        </p:cTn>
                                        <p:tgtEl>
                                          <p:spTgt spid="191491"/>
                                        </p:tgtEl>
                                        <p:attrNameLst>
                                          <p:attrName>style.visibility</p:attrName>
                                        </p:attrNameLst>
                                      </p:cBhvr>
                                      <p:to>
                                        <p:strVal val="visible"/>
                                      </p:to>
                                    </p:set>
                                    <p:animEffect transition="in" filter="dissolve">
                                      <p:cBhvr>
                                        <p:cTn id="21" dur="500"/>
                                        <p:tgtEl>
                                          <p:spTgt spid="191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2514" name="Object 2"/>
          <p:cNvGraphicFramePr>
            <a:graphicFrameLocks noChangeAspect="1"/>
          </p:cNvGraphicFramePr>
          <p:nvPr/>
        </p:nvGraphicFramePr>
        <p:xfrm>
          <a:off x="5428520" y="6171030"/>
          <a:ext cx="987425" cy="436563"/>
        </p:xfrm>
        <a:graphic>
          <a:graphicData uri="http://schemas.openxmlformats.org/presentationml/2006/ole">
            <mc:AlternateContent xmlns:mc="http://schemas.openxmlformats.org/markup-compatibility/2006">
              <mc:Choice xmlns:v="urn:schemas-microsoft-com:vml" Requires="v">
                <p:oleObj name="公式" r:id="rId2" imgW="545760" imgH="241200" progId="Equation.3">
                  <p:embed/>
                </p:oleObj>
              </mc:Choice>
              <mc:Fallback>
                <p:oleObj name="公式" r:id="rId2" imgW="545760" imgH="241200" progId="Equation.3">
                  <p:embed/>
                  <p:pic>
                    <p:nvPicPr>
                      <p:cNvPr id="19251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8520" y="6171030"/>
                        <a:ext cx="9874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15" name="Object 3"/>
          <p:cNvGraphicFramePr>
            <a:graphicFrameLocks noChangeAspect="1"/>
          </p:cNvGraphicFramePr>
          <p:nvPr/>
        </p:nvGraphicFramePr>
        <p:xfrm>
          <a:off x="893749" y="5115842"/>
          <a:ext cx="4692650" cy="833438"/>
        </p:xfrm>
        <a:graphic>
          <a:graphicData uri="http://schemas.openxmlformats.org/presentationml/2006/ole">
            <mc:AlternateContent xmlns:mc="http://schemas.openxmlformats.org/markup-compatibility/2006">
              <mc:Choice xmlns:v="urn:schemas-microsoft-com:vml" Requires="v">
                <p:oleObj name="公式" r:id="rId4" imgW="2387520" imgH="431640" progId="Equation.3">
                  <p:embed/>
                </p:oleObj>
              </mc:Choice>
              <mc:Fallback>
                <p:oleObj name="公式" r:id="rId4" imgW="2387520" imgH="431640" progId="Equation.3">
                  <p:embed/>
                  <p:pic>
                    <p:nvPicPr>
                      <p:cNvPr id="19251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3749" y="5115842"/>
                        <a:ext cx="4692650" cy="833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16" name="Object 4"/>
          <p:cNvGraphicFramePr>
            <a:graphicFrameLocks noChangeAspect="1"/>
          </p:cNvGraphicFramePr>
          <p:nvPr/>
        </p:nvGraphicFramePr>
        <p:xfrm>
          <a:off x="894455" y="5957143"/>
          <a:ext cx="3641725" cy="784225"/>
        </p:xfrm>
        <a:graphic>
          <a:graphicData uri="http://schemas.openxmlformats.org/presentationml/2006/ole">
            <mc:AlternateContent xmlns:mc="http://schemas.openxmlformats.org/markup-compatibility/2006">
              <mc:Choice xmlns:v="urn:schemas-microsoft-com:vml" Requires="v">
                <p:oleObj name="公式" r:id="rId6" imgW="1968480" imgH="431640" progId="Equation.3">
                  <p:embed/>
                </p:oleObj>
              </mc:Choice>
              <mc:Fallback>
                <p:oleObj name="公式" r:id="rId6" imgW="1968480" imgH="431640" progId="Equation.3">
                  <p:embed/>
                  <p:pic>
                    <p:nvPicPr>
                      <p:cNvPr id="19251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4455" y="5957143"/>
                        <a:ext cx="3641725"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17" name="Object 5"/>
          <p:cNvGraphicFramePr>
            <a:graphicFrameLocks noChangeAspect="1"/>
          </p:cNvGraphicFramePr>
          <p:nvPr/>
        </p:nvGraphicFramePr>
        <p:xfrm>
          <a:off x="968177" y="3703436"/>
          <a:ext cx="5251450" cy="808037"/>
        </p:xfrm>
        <a:graphic>
          <a:graphicData uri="http://schemas.openxmlformats.org/presentationml/2006/ole">
            <mc:AlternateContent xmlns:mc="http://schemas.openxmlformats.org/markup-compatibility/2006">
              <mc:Choice xmlns:v="urn:schemas-microsoft-com:vml" Requires="v">
                <p:oleObj name="Equation" r:id="rId8" imgW="2743200" imgH="431640" progId="Equation.3">
                  <p:embed/>
                </p:oleObj>
              </mc:Choice>
              <mc:Fallback>
                <p:oleObj name="Equation" r:id="rId8" imgW="2743200" imgH="431640" progId="Equation.3">
                  <p:embed/>
                  <p:pic>
                    <p:nvPicPr>
                      <p:cNvPr id="192517"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8177" y="3703436"/>
                        <a:ext cx="5251450"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2518" name="Text Box 6"/>
          <p:cNvSpPr txBox="1">
            <a:spLocks noChangeArrowheads="1"/>
          </p:cNvSpPr>
          <p:nvPr/>
        </p:nvSpPr>
        <p:spPr bwMode="auto">
          <a:xfrm>
            <a:off x="297358" y="3212976"/>
            <a:ext cx="2852738"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spcBef>
                <a:spcPct val="50000"/>
              </a:spcBef>
              <a:buClr>
                <a:schemeClr val="accent2"/>
              </a:buClr>
              <a:buSzPct val="75000"/>
              <a:buFont typeface="Monotype Sorts" pitchFamily="2" charset="2"/>
              <a:buNone/>
            </a:pPr>
            <a:r>
              <a:rPr kumimoji="0" lang="zh-CN" altLang="en-US" sz="2400" b="1" dirty="0">
                <a:solidFill>
                  <a:srgbClr val="0000FF"/>
                </a:solidFill>
              </a:rPr>
              <a:t>方框内为同一网络  </a:t>
            </a:r>
          </a:p>
        </p:txBody>
      </p:sp>
      <p:graphicFrame>
        <p:nvGraphicFramePr>
          <p:cNvPr id="192519" name="Object 7"/>
          <p:cNvGraphicFramePr>
            <a:graphicFrameLocks noChangeAspect="1"/>
          </p:cNvGraphicFramePr>
          <p:nvPr/>
        </p:nvGraphicFramePr>
        <p:xfrm>
          <a:off x="360040" y="4653136"/>
          <a:ext cx="4572000" cy="474662"/>
        </p:xfrm>
        <a:graphic>
          <a:graphicData uri="http://schemas.openxmlformats.org/presentationml/2006/ole">
            <mc:AlternateContent xmlns:mc="http://schemas.openxmlformats.org/markup-compatibility/2006">
              <mc:Choice xmlns:v="urn:schemas-microsoft-com:vml" Requires="v">
                <p:oleObj name="公式" r:id="rId10" imgW="2387520" imgH="253800" progId="Equation.3">
                  <p:embed/>
                </p:oleObj>
              </mc:Choice>
              <mc:Fallback>
                <p:oleObj name="公式" r:id="rId10" imgW="2387520" imgH="253800" progId="Equation.3">
                  <p:embed/>
                  <p:pic>
                    <p:nvPicPr>
                      <p:cNvPr id="192519"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0040" y="4653136"/>
                        <a:ext cx="457200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 name="Group 9"/>
          <p:cNvGrpSpPr>
            <a:grpSpLocks/>
          </p:cNvGrpSpPr>
          <p:nvPr/>
        </p:nvGrpSpPr>
        <p:grpSpPr bwMode="auto">
          <a:xfrm>
            <a:off x="539552" y="116632"/>
            <a:ext cx="8158162" cy="3095625"/>
            <a:chOff x="283" y="442"/>
            <a:chExt cx="5139" cy="1950"/>
          </a:xfrm>
        </p:grpSpPr>
        <p:grpSp>
          <p:nvGrpSpPr>
            <p:cNvPr id="9" name="Group 10"/>
            <p:cNvGrpSpPr>
              <a:grpSpLocks/>
            </p:cNvGrpSpPr>
            <p:nvPr/>
          </p:nvGrpSpPr>
          <p:grpSpPr bwMode="auto">
            <a:xfrm>
              <a:off x="471" y="1289"/>
              <a:ext cx="2288" cy="1055"/>
              <a:chOff x="471" y="1289"/>
              <a:chExt cx="2288" cy="1055"/>
            </a:xfrm>
          </p:grpSpPr>
          <p:sp>
            <p:nvSpPr>
              <p:cNvPr id="34" name="Oval 11"/>
              <p:cNvSpPr>
                <a:spLocks noChangeArrowheads="1"/>
              </p:cNvSpPr>
              <p:nvPr/>
            </p:nvSpPr>
            <p:spPr bwMode="auto">
              <a:xfrm>
                <a:off x="783" y="1852"/>
                <a:ext cx="216" cy="208"/>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5" name="Text Box 12"/>
              <p:cNvSpPr txBox="1">
                <a:spLocks noChangeArrowheads="1"/>
              </p:cNvSpPr>
              <p:nvPr/>
            </p:nvSpPr>
            <p:spPr bwMode="auto">
              <a:xfrm>
                <a:off x="2423" y="176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2</a:t>
                </a:r>
              </a:p>
            </p:txBody>
          </p:sp>
          <p:sp>
            <p:nvSpPr>
              <p:cNvPr id="36" name="Rectangle 13"/>
              <p:cNvSpPr>
                <a:spLocks noChangeArrowheads="1"/>
              </p:cNvSpPr>
              <p:nvPr/>
            </p:nvSpPr>
            <p:spPr bwMode="auto">
              <a:xfrm>
                <a:off x="1319" y="1576"/>
                <a:ext cx="576" cy="768"/>
              </a:xfrm>
              <a:prstGeom prst="rect">
                <a:avLst/>
              </a:prstGeom>
              <a:solidFill>
                <a:srgbClr val="CC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14"/>
              <p:cNvSpPr>
                <a:spLocks noChangeShapeType="1"/>
              </p:cNvSpPr>
              <p:nvPr/>
            </p:nvSpPr>
            <p:spPr bwMode="auto">
              <a:xfrm>
                <a:off x="887" y="2224"/>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15"/>
              <p:cNvSpPr>
                <a:spLocks noChangeArrowheads="1"/>
              </p:cNvSpPr>
              <p:nvPr/>
            </p:nvSpPr>
            <p:spPr bwMode="auto">
              <a:xfrm>
                <a:off x="1895" y="1672"/>
                <a:ext cx="432" cy="57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16"/>
              <p:cNvSpPr txBox="1">
                <a:spLocks noChangeArrowheads="1"/>
              </p:cNvSpPr>
              <p:nvPr/>
            </p:nvSpPr>
            <p:spPr bwMode="auto">
              <a:xfrm>
                <a:off x="1463" y="1768"/>
                <a:ext cx="2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t>P</a:t>
                </a:r>
              </a:p>
            </p:txBody>
          </p:sp>
          <p:sp>
            <p:nvSpPr>
              <p:cNvPr id="40" name="Text Box 17"/>
              <p:cNvSpPr txBox="1">
                <a:spLocks noChangeArrowheads="1"/>
              </p:cNvSpPr>
              <p:nvPr/>
            </p:nvSpPr>
            <p:spPr bwMode="auto">
              <a:xfrm>
                <a:off x="551" y="200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41" name="Text Box 18"/>
              <p:cNvSpPr txBox="1">
                <a:spLocks noChangeArrowheads="1"/>
              </p:cNvSpPr>
              <p:nvPr/>
            </p:nvSpPr>
            <p:spPr bwMode="auto">
              <a:xfrm>
                <a:off x="535" y="160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42" name="Text Box 19"/>
              <p:cNvSpPr txBox="1">
                <a:spLocks noChangeArrowheads="1"/>
              </p:cNvSpPr>
              <p:nvPr/>
            </p:nvSpPr>
            <p:spPr bwMode="auto">
              <a:xfrm>
                <a:off x="471" y="17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S</a:t>
                </a:r>
              </a:p>
            </p:txBody>
          </p:sp>
          <p:sp>
            <p:nvSpPr>
              <p:cNvPr id="43" name="Text Box 20"/>
              <p:cNvSpPr txBox="1">
                <a:spLocks noChangeArrowheads="1"/>
              </p:cNvSpPr>
              <p:nvPr/>
            </p:nvSpPr>
            <p:spPr bwMode="auto">
              <a:xfrm>
                <a:off x="2087" y="200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44" name="Text Box 21"/>
              <p:cNvSpPr txBox="1">
                <a:spLocks noChangeArrowheads="1"/>
              </p:cNvSpPr>
              <p:nvPr/>
            </p:nvSpPr>
            <p:spPr bwMode="auto">
              <a:xfrm>
                <a:off x="2087" y="162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45" name="Text Box 22"/>
              <p:cNvSpPr txBox="1">
                <a:spLocks noChangeArrowheads="1"/>
              </p:cNvSpPr>
              <p:nvPr/>
            </p:nvSpPr>
            <p:spPr bwMode="auto">
              <a:xfrm>
                <a:off x="2039" y="181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U</a:t>
                </a:r>
                <a:r>
                  <a:rPr lang="en-US" altLang="zh-CN" b="1" baseline="-25000"/>
                  <a:t>2</a:t>
                </a:r>
              </a:p>
            </p:txBody>
          </p:sp>
          <p:sp>
            <p:nvSpPr>
              <p:cNvPr id="46" name="Line 23"/>
              <p:cNvSpPr>
                <a:spLocks noChangeShapeType="1"/>
              </p:cNvSpPr>
              <p:nvPr/>
            </p:nvSpPr>
            <p:spPr bwMode="auto">
              <a:xfrm>
                <a:off x="2423" y="1768"/>
                <a:ext cx="0" cy="336"/>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24"/>
              <p:cNvSpPr>
                <a:spLocks noChangeShapeType="1"/>
              </p:cNvSpPr>
              <p:nvPr/>
            </p:nvSpPr>
            <p:spPr bwMode="auto">
              <a:xfrm>
                <a:off x="887" y="1576"/>
                <a:ext cx="28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25"/>
              <p:cNvSpPr txBox="1">
                <a:spLocks noChangeArrowheads="1"/>
              </p:cNvSpPr>
              <p:nvPr/>
            </p:nvSpPr>
            <p:spPr bwMode="auto">
              <a:xfrm>
                <a:off x="896" y="1289"/>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1</a:t>
                </a:r>
              </a:p>
            </p:txBody>
          </p:sp>
          <p:sp>
            <p:nvSpPr>
              <p:cNvPr id="49" name="Line 26"/>
              <p:cNvSpPr>
                <a:spLocks noChangeShapeType="1"/>
              </p:cNvSpPr>
              <p:nvPr/>
            </p:nvSpPr>
            <p:spPr bwMode="auto">
              <a:xfrm>
                <a:off x="887" y="1672"/>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27"/>
              <p:cNvSpPr>
                <a:spLocks noChangeShapeType="1"/>
              </p:cNvSpPr>
              <p:nvPr/>
            </p:nvSpPr>
            <p:spPr bwMode="auto">
              <a:xfrm>
                <a:off x="895" y="1676"/>
                <a:ext cx="0" cy="5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10" name="Group 28"/>
            <p:cNvGrpSpPr>
              <a:grpSpLocks/>
            </p:cNvGrpSpPr>
            <p:nvPr/>
          </p:nvGrpSpPr>
          <p:grpSpPr bwMode="auto">
            <a:xfrm>
              <a:off x="2967" y="1143"/>
              <a:ext cx="2211" cy="1249"/>
              <a:chOff x="2967" y="1143"/>
              <a:chExt cx="2211" cy="1249"/>
            </a:xfrm>
          </p:grpSpPr>
          <p:sp>
            <p:nvSpPr>
              <p:cNvPr id="15" name="Oval 29"/>
              <p:cNvSpPr>
                <a:spLocks noChangeArrowheads="1"/>
              </p:cNvSpPr>
              <p:nvPr/>
            </p:nvSpPr>
            <p:spPr bwMode="auto">
              <a:xfrm>
                <a:off x="4631" y="1876"/>
                <a:ext cx="200" cy="192"/>
              </a:xfrm>
              <a:prstGeom prst="ellipse">
                <a:avLst/>
              </a:prstGeom>
              <a:solidFill>
                <a:srgbClr val="CCFFFF"/>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6" name="Rectangle 30"/>
              <p:cNvSpPr>
                <a:spLocks noChangeArrowheads="1"/>
              </p:cNvSpPr>
              <p:nvPr/>
            </p:nvSpPr>
            <p:spPr bwMode="auto">
              <a:xfrm>
                <a:off x="3735" y="1576"/>
                <a:ext cx="576" cy="768"/>
              </a:xfrm>
              <a:prstGeom prst="rect">
                <a:avLst/>
              </a:prstGeom>
              <a:solidFill>
                <a:srgbClr val="CC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31"/>
              <p:cNvSpPr txBox="1">
                <a:spLocks noChangeArrowheads="1"/>
              </p:cNvSpPr>
              <p:nvPr/>
            </p:nvSpPr>
            <p:spPr bwMode="auto">
              <a:xfrm>
                <a:off x="3879" y="1720"/>
                <a:ext cx="28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a:t>P</a:t>
                </a:r>
                <a:endParaRPr lang="en-US" altLang="zh-CN" sz="4000" b="1"/>
              </a:p>
            </p:txBody>
          </p:sp>
          <p:sp>
            <p:nvSpPr>
              <p:cNvPr id="18" name="Rectangle 32"/>
              <p:cNvSpPr>
                <a:spLocks noChangeArrowheads="1"/>
              </p:cNvSpPr>
              <p:nvPr/>
            </p:nvSpPr>
            <p:spPr bwMode="auto">
              <a:xfrm>
                <a:off x="3303" y="1624"/>
                <a:ext cx="432" cy="67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Rectangle 33"/>
              <p:cNvSpPr>
                <a:spLocks noChangeArrowheads="1"/>
              </p:cNvSpPr>
              <p:nvPr/>
            </p:nvSpPr>
            <p:spPr bwMode="auto">
              <a:xfrm>
                <a:off x="3255" y="1816"/>
                <a:ext cx="96" cy="288"/>
              </a:xfrm>
              <a:prstGeom prst="rect">
                <a:avLst/>
              </a:prstGeom>
              <a:solidFill>
                <a:srgbClr val="CCFFFF"/>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Text Box 34"/>
              <p:cNvSpPr txBox="1">
                <a:spLocks noChangeArrowheads="1"/>
              </p:cNvSpPr>
              <p:nvPr/>
            </p:nvSpPr>
            <p:spPr bwMode="auto">
              <a:xfrm>
                <a:off x="3015" y="2104"/>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21" name="Text Box 35"/>
              <p:cNvSpPr txBox="1">
                <a:spLocks noChangeArrowheads="1"/>
              </p:cNvSpPr>
              <p:nvPr/>
            </p:nvSpPr>
            <p:spPr bwMode="auto">
              <a:xfrm>
                <a:off x="3015" y="152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22" name="Text Box 36"/>
              <p:cNvSpPr txBox="1">
                <a:spLocks noChangeArrowheads="1"/>
              </p:cNvSpPr>
              <p:nvPr/>
            </p:nvSpPr>
            <p:spPr bwMode="auto">
              <a:xfrm>
                <a:off x="4871" y="2040"/>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23" name="Text Box 37"/>
              <p:cNvSpPr txBox="1">
                <a:spLocks noChangeArrowheads="1"/>
              </p:cNvSpPr>
              <p:nvPr/>
            </p:nvSpPr>
            <p:spPr bwMode="auto">
              <a:xfrm>
                <a:off x="4839" y="15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t>
                </a:r>
              </a:p>
            </p:txBody>
          </p:sp>
          <p:sp>
            <p:nvSpPr>
              <p:cNvPr id="24" name="Text Box 38"/>
              <p:cNvSpPr txBox="1">
                <a:spLocks noChangeArrowheads="1"/>
              </p:cNvSpPr>
              <p:nvPr/>
            </p:nvSpPr>
            <p:spPr bwMode="auto">
              <a:xfrm>
                <a:off x="3351" y="181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2</a:t>
                </a:r>
                <a:r>
                  <a:rPr lang="en-US" altLang="zh-CN" b="1">
                    <a:sym typeface="Symbol" panose="05050102010706020507" pitchFamily="18" charset="2"/>
                  </a:rPr>
                  <a:t></a:t>
                </a:r>
              </a:p>
            </p:txBody>
          </p:sp>
          <p:sp>
            <p:nvSpPr>
              <p:cNvPr id="25" name="Line 39"/>
              <p:cNvSpPr>
                <a:spLocks noChangeShapeType="1"/>
              </p:cNvSpPr>
              <p:nvPr/>
            </p:nvSpPr>
            <p:spPr bwMode="auto">
              <a:xfrm flipH="1">
                <a:off x="3303" y="1528"/>
                <a:ext cx="28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40"/>
              <p:cNvSpPr>
                <a:spLocks noChangeShapeType="1"/>
              </p:cNvSpPr>
              <p:nvPr/>
            </p:nvSpPr>
            <p:spPr bwMode="auto">
              <a:xfrm flipH="1">
                <a:off x="4455" y="1528"/>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7" name="Object 41"/>
              <p:cNvGraphicFramePr>
                <a:graphicFrameLocks noChangeAspect="1"/>
              </p:cNvGraphicFramePr>
              <p:nvPr/>
            </p:nvGraphicFramePr>
            <p:xfrm>
              <a:off x="2967" y="1768"/>
              <a:ext cx="288" cy="376"/>
            </p:xfrm>
            <a:graphic>
              <a:graphicData uri="http://schemas.openxmlformats.org/presentationml/2006/ole">
                <mc:AlternateContent xmlns:mc="http://schemas.openxmlformats.org/markup-compatibility/2006">
                  <mc:Choice xmlns:v="urn:schemas-microsoft-com:vml" Requires="v">
                    <p:oleObj name="公式" r:id="rId12" imgW="215640" imgH="279360" progId="Equation.3">
                      <p:embed/>
                    </p:oleObj>
                  </mc:Choice>
                  <mc:Fallback>
                    <p:oleObj name="公式" r:id="rId12" imgW="215640" imgH="279360" progId="Equation.3">
                      <p:embed/>
                      <p:pic>
                        <p:nvPicPr>
                          <p:cNvPr id="27"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67" y="1768"/>
                            <a:ext cx="288"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42"/>
              <p:cNvGraphicFramePr>
                <a:graphicFrameLocks noChangeAspect="1"/>
              </p:cNvGraphicFramePr>
              <p:nvPr/>
            </p:nvGraphicFramePr>
            <p:xfrm>
              <a:off x="4871" y="1760"/>
              <a:ext cx="307" cy="376"/>
            </p:xfrm>
            <a:graphic>
              <a:graphicData uri="http://schemas.openxmlformats.org/presentationml/2006/ole">
                <mc:AlternateContent xmlns:mc="http://schemas.openxmlformats.org/markup-compatibility/2006">
                  <mc:Choice xmlns:v="urn:schemas-microsoft-com:vml" Requires="v">
                    <p:oleObj name="Equation" r:id="rId14" imgW="228600" imgH="279360" progId="Equation.3">
                      <p:embed/>
                    </p:oleObj>
                  </mc:Choice>
                  <mc:Fallback>
                    <p:oleObj name="Equation" r:id="rId14" imgW="228600" imgH="279360" progId="Equation.3">
                      <p:embed/>
                      <p:pic>
                        <p:nvPicPr>
                          <p:cNvPr id="28" name="Object 4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71" y="1760"/>
                            <a:ext cx="307"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43"/>
              <p:cNvGraphicFramePr>
                <a:graphicFrameLocks noChangeAspect="1"/>
              </p:cNvGraphicFramePr>
              <p:nvPr/>
            </p:nvGraphicFramePr>
            <p:xfrm>
              <a:off x="3354" y="1144"/>
              <a:ext cx="237" cy="376"/>
            </p:xfrm>
            <a:graphic>
              <a:graphicData uri="http://schemas.openxmlformats.org/presentationml/2006/ole">
                <mc:AlternateContent xmlns:mc="http://schemas.openxmlformats.org/markup-compatibility/2006">
                  <mc:Choice xmlns:v="urn:schemas-microsoft-com:vml" Requires="v">
                    <p:oleObj name="公式" r:id="rId16" imgW="177480" imgH="279360" progId="Equation.3">
                      <p:embed/>
                    </p:oleObj>
                  </mc:Choice>
                  <mc:Fallback>
                    <p:oleObj name="公式" r:id="rId16" imgW="177480" imgH="279360" progId="Equation.3">
                      <p:embed/>
                      <p:pic>
                        <p:nvPicPr>
                          <p:cNvPr id="29" name="Object 4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54" y="1144"/>
                            <a:ext cx="237"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44"/>
              <p:cNvGraphicFramePr>
                <a:graphicFrameLocks noChangeAspect="1"/>
              </p:cNvGraphicFramePr>
              <p:nvPr/>
            </p:nvGraphicFramePr>
            <p:xfrm>
              <a:off x="4471" y="1143"/>
              <a:ext cx="256" cy="376"/>
            </p:xfrm>
            <a:graphic>
              <a:graphicData uri="http://schemas.openxmlformats.org/presentationml/2006/ole">
                <mc:AlternateContent xmlns:mc="http://schemas.openxmlformats.org/markup-compatibility/2006">
                  <mc:Choice xmlns:v="urn:schemas-microsoft-com:vml" Requires="v">
                    <p:oleObj name="公式" r:id="rId18" imgW="190440" imgH="279360" progId="Equation.3">
                      <p:embed/>
                    </p:oleObj>
                  </mc:Choice>
                  <mc:Fallback>
                    <p:oleObj name="公式" r:id="rId18" imgW="190440" imgH="279360" progId="Equation.3">
                      <p:embed/>
                      <p:pic>
                        <p:nvPicPr>
                          <p:cNvPr id="30" name="Object 4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71" y="1143"/>
                            <a:ext cx="256"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Line 45"/>
              <p:cNvSpPr>
                <a:spLocks noChangeShapeType="1"/>
              </p:cNvSpPr>
              <p:nvPr/>
            </p:nvSpPr>
            <p:spPr bwMode="auto">
              <a:xfrm flipH="1">
                <a:off x="4311" y="2272"/>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46"/>
              <p:cNvSpPr>
                <a:spLocks noChangeShapeType="1"/>
              </p:cNvSpPr>
              <p:nvPr/>
            </p:nvSpPr>
            <p:spPr bwMode="auto">
              <a:xfrm flipH="1">
                <a:off x="4311" y="1648"/>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47"/>
              <p:cNvSpPr>
                <a:spLocks noChangeShapeType="1"/>
              </p:cNvSpPr>
              <p:nvPr/>
            </p:nvSpPr>
            <p:spPr bwMode="auto">
              <a:xfrm>
                <a:off x="4735" y="1652"/>
                <a:ext cx="0" cy="62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11" name="Group 48"/>
            <p:cNvGrpSpPr>
              <a:grpSpLocks/>
            </p:cNvGrpSpPr>
            <p:nvPr/>
          </p:nvGrpSpPr>
          <p:grpSpPr bwMode="auto">
            <a:xfrm>
              <a:off x="283" y="442"/>
              <a:ext cx="5139" cy="550"/>
              <a:chOff x="292" y="442"/>
              <a:chExt cx="5139" cy="550"/>
            </a:xfrm>
          </p:grpSpPr>
          <p:sp>
            <p:nvSpPr>
              <p:cNvPr id="13" name="Text Box 49"/>
              <p:cNvSpPr txBox="1">
                <a:spLocks noChangeArrowheads="1"/>
              </p:cNvSpPr>
              <p:nvPr/>
            </p:nvSpPr>
            <p:spPr bwMode="auto">
              <a:xfrm>
                <a:off x="292" y="442"/>
                <a:ext cx="5139"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buClr>
                    <a:schemeClr val="accent2"/>
                  </a:buClr>
                  <a:buSzPct val="75000"/>
                  <a:buFont typeface="Monotype Sorts" pitchFamily="2" charset="2"/>
                  <a:buNone/>
                </a:pPr>
                <a:r>
                  <a:rPr lang="zh-CN" altLang="en-US" sz="2000" b="1" dirty="0">
                    <a:solidFill>
                      <a:srgbClr val="FF3300"/>
                    </a:solidFill>
                    <a:latin typeface="宋体" panose="02010600030101010101" pitchFamily="2" charset="-122"/>
                  </a:rPr>
                  <a:t>例</a:t>
                </a:r>
                <a:r>
                  <a:rPr lang="en-US" altLang="zh-CN" sz="2000" b="1" dirty="0">
                    <a:solidFill>
                      <a:srgbClr val="FF3300"/>
                    </a:solidFill>
                    <a:ea typeface="楷体_GB2312" pitchFamily="49" charset="-122"/>
                  </a:rPr>
                  <a:t>    </a:t>
                </a:r>
                <a:r>
                  <a:rPr kumimoji="0" lang="zh-CN" altLang="en-US" sz="2000" b="1" dirty="0"/>
                  <a:t>图示两个电路中方框内为同一电阻网络。</a:t>
                </a:r>
              </a:p>
              <a:p>
                <a:pPr>
                  <a:spcBef>
                    <a:spcPct val="50000"/>
                  </a:spcBef>
                  <a:buClr>
                    <a:schemeClr val="accent2"/>
                  </a:buClr>
                  <a:buSzPct val="75000"/>
                  <a:buFont typeface="Monotype Sorts" pitchFamily="2" charset="2"/>
                  <a:buNone/>
                </a:pPr>
                <a:r>
                  <a:rPr kumimoji="0" lang="zh-CN" altLang="en-US" sz="2000" b="1" dirty="0"/>
                  <a:t>          已知：</a:t>
                </a:r>
                <a:r>
                  <a:rPr kumimoji="0" lang="en-US" altLang="zh-CN" sz="2000" b="1" i="1" dirty="0"/>
                  <a:t>U</a:t>
                </a:r>
                <a:r>
                  <a:rPr kumimoji="0" lang="en-US" altLang="zh-CN" sz="2000" b="1" baseline="-25000" dirty="0"/>
                  <a:t>S</a:t>
                </a:r>
                <a:r>
                  <a:rPr lang="en-US" altLang="zh-CN" sz="2000" b="1" dirty="0">
                    <a:ea typeface="楷体_GB2312" pitchFamily="49" charset="-122"/>
                  </a:rPr>
                  <a:t>=10V</a:t>
                </a:r>
                <a:r>
                  <a:rPr lang="zh-CN" altLang="en-US" sz="2000" b="1" dirty="0">
                    <a:ea typeface="楷体_GB2312" pitchFamily="49" charset="-122"/>
                  </a:rPr>
                  <a:t>， </a:t>
                </a:r>
                <a:r>
                  <a:rPr lang="en-US" altLang="zh-CN" sz="2000" b="1" i="1" dirty="0">
                    <a:ea typeface="楷体_GB2312" pitchFamily="49" charset="-122"/>
                    <a:sym typeface="Symbol" panose="05050102010706020507" pitchFamily="18" charset="2"/>
                  </a:rPr>
                  <a:t>I</a:t>
                </a:r>
                <a:r>
                  <a:rPr lang="en-US" altLang="zh-CN" sz="2000" b="1" baseline="-25000" dirty="0">
                    <a:ea typeface="楷体_GB2312" pitchFamily="49" charset="-122"/>
                    <a:sym typeface="Symbol" panose="05050102010706020507" pitchFamily="18" charset="2"/>
                  </a:rPr>
                  <a:t>1</a:t>
                </a:r>
                <a:r>
                  <a:rPr lang="en-US" altLang="zh-CN" sz="2000" b="1" dirty="0">
                    <a:ea typeface="楷体_GB2312" pitchFamily="49" charset="-122"/>
                  </a:rPr>
                  <a:t>=5A</a:t>
                </a:r>
                <a:r>
                  <a:rPr lang="zh-CN" altLang="en-US" sz="2000" b="1" dirty="0">
                    <a:ea typeface="楷体_GB2312" pitchFamily="49" charset="-122"/>
                    <a:sym typeface="Symbol" panose="05050102010706020507" pitchFamily="18" charset="2"/>
                  </a:rPr>
                  <a:t>，</a:t>
                </a:r>
                <a:r>
                  <a:rPr lang="en-US" altLang="zh-CN" sz="2000" b="1" i="1" dirty="0">
                    <a:ea typeface="楷体_GB2312" pitchFamily="49" charset="-122"/>
                    <a:sym typeface="Symbol" panose="05050102010706020507" pitchFamily="18" charset="2"/>
                  </a:rPr>
                  <a:t>I</a:t>
                </a:r>
                <a:r>
                  <a:rPr lang="en-US" altLang="zh-CN" sz="2000" b="1" baseline="-25000" dirty="0">
                    <a:ea typeface="楷体_GB2312" pitchFamily="49" charset="-122"/>
                    <a:sym typeface="Symbol" panose="05050102010706020507" pitchFamily="18" charset="2"/>
                  </a:rPr>
                  <a:t>2</a:t>
                </a:r>
                <a:r>
                  <a:rPr lang="en-US" altLang="zh-CN" sz="2000" b="1" dirty="0">
                    <a:ea typeface="楷体_GB2312" pitchFamily="49" charset="-122"/>
                  </a:rPr>
                  <a:t>=1A</a:t>
                </a:r>
                <a:r>
                  <a:rPr lang="en-US" altLang="zh-CN" sz="2000" b="1" dirty="0">
                    <a:solidFill>
                      <a:srgbClr val="0000FF"/>
                    </a:solidFill>
                    <a:ea typeface="楷体_GB2312" pitchFamily="49" charset="-122"/>
                  </a:rPr>
                  <a:t> </a:t>
                </a:r>
                <a:r>
                  <a:rPr lang="zh-CN" altLang="en-US" sz="2000" b="1" dirty="0">
                    <a:ea typeface="楷体_GB2312" pitchFamily="49" charset="-122"/>
                  </a:rPr>
                  <a:t>，</a:t>
                </a:r>
                <a:r>
                  <a:rPr lang="zh-CN" altLang="en-US" sz="2000" b="1" dirty="0">
                    <a:solidFill>
                      <a:srgbClr val="0000FF"/>
                    </a:solidFill>
                    <a:ea typeface="楷体_GB2312" pitchFamily="49" charset="-122"/>
                  </a:rPr>
                  <a:t>            </a:t>
                </a:r>
                <a:endParaRPr lang="zh-CN" altLang="en-US" sz="2000" b="1" dirty="0">
                  <a:latin typeface="宋体" panose="02010600030101010101" pitchFamily="2" charset="-122"/>
                </a:endParaRPr>
              </a:p>
            </p:txBody>
          </p:sp>
          <p:graphicFrame>
            <p:nvGraphicFramePr>
              <p:cNvPr id="14" name="Object 50"/>
              <p:cNvGraphicFramePr>
                <a:graphicFrameLocks noChangeAspect="1"/>
              </p:cNvGraphicFramePr>
              <p:nvPr/>
            </p:nvGraphicFramePr>
            <p:xfrm>
              <a:off x="3465" y="695"/>
              <a:ext cx="713" cy="297"/>
            </p:xfrm>
            <a:graphic>
              <a:graphicData uri="http://schemas.openxmlformats.org/presentationml/2006/ole">
                <mc:AlternateContent xmlns:mc="http://schemas.openxmlformats.org/markup-compatibility/2006">
                  <mc:Choice xmlns:v="urn:schemas-microsoft-com:vml" Requires="v">
                    <p:oleObj name="公式" r:id="rId20" imgW="672840" imgH="279360" progId="Equation.3">
                      <p:embed/>
                    </p:oleObj>
                  </mc:Choice>
                  <mc:Fallback>
                    <p:oleObj name="公式" r:id="rId20" imgW="672840" imgH="279360" progId="Equation.3">
                      <p:embed/>
                      <p:pic>
                        <p:nvPicPr>
                          <p:cNvPr id="14" name="Object 5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65" y="695"/>
                            <a:ext cx="713" cy="297"/>
                          </a:xfrm>
                          <a:prstGeom prst="rect">
                            <a:avLst/>
                          </a:prstGeom>
                          <a:noFill/>
                          <a:ln>
                            <a:noFill/>
                          </a:ln>
                          <a:effectLst/>
                        </p:spPr>
                      </p:pic>
                    </p:oleObj>
                  </mc:Fallback>
                </mc:AlternateContent>
              </a:graphicData>
            </a:graphic>
          </p:graphicFrame>
        </p:grpSp>
        <p:graphicFrame>
          <p:nvGraphicFramePr>
            <p:cNvPr id="12" name="Object 51"/>
            <p:cNvGraphicFramePr>
              <a:graphicFrameLocks noChangeAspect="1"/>
            </p:cNvGraphicFramePr>
            <p:nvPr/>
          </p:nvGraphicFramePr>
          <p:xfrm>
            <a:off x="793" y="1005"/>
            <a:ext cx="802" cy="299"/>
          </p:xfrm>
          <a:graphic>
            <a:graphicData uri="http://schemas.openxmlformats.org/presentationml/2006/ole">
              <mc:AlternateContent xmlns:mc="http://schemas.openxmlformats.org/markup-compatibility/2006">
                <mc:Choice xmlns:v="urn:schemas-microsoft-com:vml" Requires="v">
                  <p:oleObj name="公式" r:id="rId22" imgW="647640" imgH="241200" progId="Equation.3">
                    <p:embed/>
                  </p:oleObj>
                </mc:Choice>
                <mc:Fallback>
                  <p:oleObj name="公式" r:id="rId22" imgW="647640" imgH="241200" progId="Equation.3">
                    <p:embed/>
                    <p:pic>
                      <p:nvPicPr>
                        <p:cNvPr id="12" name="Object 5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93" y="1005"/>
                          <a:ext cx="802"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 name="矩形 1"/>
          <p:cNvSpPr/>
          <p:nvPr/>
        </p:nvSpPr>
        <p:spPr bwMode="auto">
          <a:xfrm>
            <a:off x="838002" y="4561700"/>
            <a:ext cx="4419600" cy="593351"/>
          </a:xfrm>
          <a:prstGeom prst="rect">
            <a:avLst/>
          </a:prstGeom>
          <a:no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幼圆" panose="02010509060101010101" pitchFamily="49" charset="-122"/>
              <a:ea typeface="幼圆" panose="02010509060101010101" pitchFamily="49" charset="-122"/>
            </a:endParaRPr>
          </a:p>
        </p:txBody>
      </p:sp>
      <p:sp>
        <p:nvSpPr>
          <p:cNvPr id="52" name="Text Box 18"/>
          <p:cNvSpPr txBox="1">
            <a:spLocks noChangeArrowheads="1"/>
          </p:cNvSpPr>
          <p:nvPr/>
        </p:nvSpPr>
        <p:spPr bwMode="auto">
          <a:xfrm>
            <a:off x="5592122" y="4638663"/>
            <a:ext cx="344011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solidFill>
                  <a:srgbClr val="0000FF"/>
                </a:solidFill>
              </a:rPr>
              <a:t>二端口</a:t>
            </a:r>
            <a:r>
              <a:rPr lang="zh-CN" altLang="en-US" b="1" dirty="0">
                <a:solidFill>
                  <a:srgbClr val="FF0000"/>
                </a:solidFill>
              </a:rPr>
              <a:t>（线性电阻）</a:t>
            </a:r>
            <a:r>
              <a:rPr lang="zh-CN" altLang="en-US" b="1" dirty="0">
                <a:solidFill>
                  <a:srgbClr val="0000FF"/>
                </a:solidFill>
              </a:rPr>
              <a:t>网络 </a:t>
            </a:r>
            <a:endParaRPr lang="en-US" altLang="zh-CN" b="1" dirty="0">
              <a:solidFill>
                <a:srgbClr val="0000FF"/>
              </a:solidFill>
            </a:endParaRPr>
          </a:p>
          <a:p>
            <a:pPr>
              <a:spcBef>
                <a:spcPct val="50000"/>
              </a:spcBef>
            </a:pPr>
            <a:r>
              <a:rPr lang="zh-CN" altLang="en-US" b="1" dirty="0">
                <a:solidFill>
                  <a:srgbClr val="0000FF"/>
                </a:solidFill>
              </a:rPr>
              <a:t>端口变量关系方程</a:t>
            </a:r>
            <a:endParaRPr lang="en-US" altLang="zh-CN" b="1" dirty="0">
              <a:solidFill>
                <a:srgbClr val="0000FF"/>
              </a:solidFill>
            </a:endParaRPr>
          </a:p>
          <a:p>
            <a:pPr>
              <a:spcBef>
                <a:spcPct val="50000"/>
              </a:spcBef>
            </a:pPr>
            <a:r>
              <a:rPr lang="zh-CN" altLang="en-US" b="1" dirty="0">
                <a:solidFill>
                  <a:srgbClr val="FF0000"/>
                </a:solidFill>
              </a:rPr>
              <a:t>注意：电流与电压方向  </a:t>
            </a:r>
          </a:p>
        </p:txBody>
      </p:sp>
    </p:spTree>
    <p:extLst>
      <p:ext uri="{BB962C8B-B14F-4D97-AF65-F5344CB8AC3E}">
        <p14:creationId xmlns:p14="http://schemas.microsoft.com/office/powerpoint/2010/main" val="27236006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25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nodeType="clickEffect">
                                  <p:stCondLst>
                                    <p:cond delay="0"/>
                                  </p:stCondLst>
                                  <p:childTnLst>
                                    <p:set>
                                      <p:cBhvr>
                                        <p:cTn id="10" dur="1" fill="hold">
                                          <p:stCondLst>
                                            <p:cond delay="0"/>
                                          </p:stCondLst>
                                        </p:cTn>
                                        <p:tgtEl>
                                          <p:spTgt spid="192517"/>
                                        </p:tgtEl>
                                        <p:attrNameLst>
                                          <p:attrName>style.visibility</p:attrName>
                                        </p:attrNameLst>
                                      </p:cBhvr>
                                      <p:to>
                                        <p:strVal val="visible"/>
                                      </p:to>
                                    </p:set>
                                    <p:animEffect transition="in" filter="slide(fromLeft)">
                                      <p:cBhvr>
                                        <p:cTn id="11" dur="500"/>
                                        <p:tgtEl>
                                          <p:spTgt spid="19251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8" fill="hold" nodeType="clickEffect">
                                  <p:stCondLst>
                                    <p:cond delay="0"/>
                                  </p:stCondLst>
                                  <p:childTnLst>
                                    <p:set>
                                      <p:cBhvr>
                                        <p:cTn id="15" dur="1" fill="hold">
                                          <p:stCondLst>
                                            <p:cond delay="0"/>
                                          </p:stCondLst>
                                        </p:cTn>
                                        <p:tgtEl>
                                          <p:spTgt spid="192519"/>
                                        </p:tgtEl>
                                        <p:attrNameLst>
                                          <p:attrName>style.visibility</p:attrName>
                                        </p:attrNameLst>
                                      </p:cBhvr>
                                      <p:to>
                                        <p:strVal val="visible"/>
                                      </p:to>
                                    </p:set>
                                    <p:animEffect transition="in" filter="slide(fromLeft)">
                                      <p:cBhvr>
                                        <p:cTn id="16" dur="500"/>
                                        <p:tgtEl>
                                          <p:spTgt spid="1925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8" fill="hold" nodeType="clickEffect">
                                  <p:stCondLst>
                                    <p:cond delay="0"/>
                                  </p:stCondLst>
                                  <p:childTnLst>
                                    <p:set>
                                      <p:cBhvr>
                                        <p:cTn id="20" dur="1" fill="hold">
                                          <p:stCondLst>
                                            <p:cond delay="0"/>
                                          </p:stCondLst>
                                        </p:cTn>
                                        <p:tgtEl>
                                          <p:spTgt spid="192515"/>
                                        </p:tgtEl>
                                        <p:attrNameLst>
                                          <p:attrName>style.visibility</p:attrName>
                                        </p:attrNameLst>
                                      </p:cBhvr>
                                      <p:to>
                                        <p:strVal val="visible"/>
                                      </p:to>
                                    </p:set>
                                    <p:animEffect transition="in" filter="slide(fromLeft)">
                                      <p:cBhvr>
                                        <p:cTn id="21" dur="500"/>
                                        <p:tgtEl>
                                          <p:spTgt spid="19251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8" fill="hold" nodeType="clickEffect">
                                  <p:stCondLst>
                                    <p:cond delay="0"/>
                                  </p:stCondLst>
                                  <p:childTnLst>
                                    <p:set>
                                      <p:cBhvr>
                                        <p:cTn id="25" dur="1" fill="hold">
                                          <p:stCondLst>
                                            <p:cond delay="0"/>
                                          </p:stCondLst>
                                        </p:cTn>
                                        <p:tgtEl>
                                          <p:spTgt spid="192516"/>
                                        </p:tgtEl>
                                        <p:attrNameLst>
                                          <p:attrName>style.visibility</p:attrName>
                                        </p:attrNameLst>
                                      </p:cBhvr>
                                      <p:to>
                                        <p:strVal val="visible"/>
                                      </p:to>
                                    </p:set>
                                    <p:animEffect transition="in" filter="slide(fromLeft)">
                                      <p:cBhvr>
                                        <p:cTn id="26" dur="500"/>
                                        <p:tgtEl>
                                          <p:spTgt spid="192516"/>
                                        </p:tgtEl>
                                      </p:cBhvr>
                                    </p:animEffect>
                                  </p:childTnLst>
                                </p:cTn>
                              </p:par>
                            </p:childTnLst>
                          </p:cTn>
                        </p:par>
                        <p:par>
                          <p:cTn id="27" fill="hold" nodeType="afterGroup">
                            <p:stCondLst>
                              <p:cond delay="500"/>
                            </p:stCondLst>
                            <p:childTnLst>
                              <p:par>
                                <p:cTn id="28" presetID="2" presetClass="entr" presetSubtype="4" fill="hold" nodeType="afterEffect">
                                  <p:stCondLst>
                                    <p:cond delay="0"/>
                                  </p:stCondLst>
                                  <p:childTnLst>
                                    <p:set>
                                      <p:cBhvr>
                                        <p:cTn id="29" dur="1" fill="hold">
                                          <p:stCondLst>
                                            <p:cond delay="0"/>
                                          </p:stCondLst>
                                        </p:cTn>
                                        <p:tgtEl>
                                          <p:spTgt spid="192514"/>
                                        </p:tgtEl>
                                        <p:attrNameLst>
                                          <p:attrName>style.visibility</p:attrName>
                                        </p:attrNameLst>
                                      </p:cBhvr>
                                      <p:to>
                                        <p:strVal val="visible"/>
                                      </p:to>
                                    </p:set>
                                    <p:anim calcmode="lin" valueType="num">
                                      <p:cBhvr additive="base">
                                        <p:cTn id="30" dur="500" fill="hold"/>
                                        <p:tgtEl>
                                          <p:spTgt spid="192514"/>
                                        </p:tgtEl>
                                        <p:attrNameLst>
                                          <p:attrName>ppt_x</p:attrName>
                                        </p:attrNameLst>
                                      </p:cBhvr>
                                      <p:tavLst>
                                        <p:tav tm="0">
                                          <p:val>
                                            <p:strVal val="#ppt_x"/>
                                          </p:val>
                                        </p:tav>
                                        <p:tav tm="100000">
                                          <p:val>
                                            <p:strVal val="#ppt_x"/>
                                          </p:val>
                                        </p:tav>
                                      </p:tavLst>
                                    </p:anim>
                                    <p:anim calcmode="lin" valueType="num">
                                      <p:cBhvr additive="base">
                                        <p:cTn id="31" dur="500" fill="hold"/>
                                        <p:tgtEl>
                                          <p:spTgt spid="19251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8" grpId="0"/>
      <p:bldP spid="2" grpId="0" animBg="1"/>
      <p:bldP spid="5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52450" y="1009650"/>
            <a:ext cx="8039100" cy="48387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356870" y="876300"/>
            <a:ext cx="8429625" cy="51054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361950" y="828675"/>
            <a:ext cx="8420100" cy="520065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85775" y="952500"/>
            <a:ext cx="8172450" cy="4953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352425" y="861695"/>
            <a:ext cx="8439150" cy="513397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96545" y="221615"/>
            <a:ext cx="8277225" cy="5105400"/>
          </a:xfrm>
          <a:prstGeom prst="rect">
            <a:avLst/>
          </a:prstGeom>
        </p:spPr>
      </p:pic>
      <p:pic>
        <p:nvPicPr>
          <p:cNvPr id="3" name="图片 2"/>
          <p:cNvPicPr>
            <a:picLocks noChangeAspect="1"/>
          </p:cNvPicPr>
          <p:nvPr/>
        </p:nvPicPr>
        <p:blipFill>
          <a:blip r:embed="rId3"/>
          <a:stretch>
            <a:fillRect/>
          </a:stretch>
        </p:blipFill>
        <p:spPr>
          <a:xfrm>
            <a:off x="650240" y="5327015"/>
            <a:ext cx="7734300" cy="1104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47650" y="180340"/>
            <a:ext cx="7694930" cy="5205095"/>
          </a:xfrm>
          <a:prstGeom prst="rect">
            <a:avLst/>
          </a:prstGeom>
        </p:spPr>
      </p:pic>
      <p:pic>
        <p:nvPicPr>
          <p:cNvPr id="3" name="图片 2"/>
          <p:cNvPicPr>
            <a:picLocks noChangeAspect="1"/>
          </p:cNvPicPr>
          <p:nvPr/>
        </p:nvPicPr>
        <p:blipFill>
          <a:blip r:embed="rId3"/>
          <a:stretch>
            <a:fillRect/>
          </a:stretch>
        </p:blipFill>
        <p:spPr>
          <a:xfrm>
            <a:off x="0" y="5111115"/>
            <a:ext cx="5248910" cy="14363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D970F756-27B3-495B-A805-E7AC3C5CE3B9}" type="datetime1">
              <a:rPr lang="zh-CN" altLang="en-US" smtClean="0"/>
              <a:pPr>
                <a:defRPr/>
              </a:pPr>
              <a:t>2024/8/17</a:t>
            </a:fld>
            <a:endParaRPr lang="en-US" altLang="zh-CN"/>
          </a:p>
        </p:txBody>
      </p:sp>
      <p:sp>
        <p:nvSpPr>
          <p:cNvPr id="14"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r>
              <a:rPr lang="zh-CN" altLang="en-US"/>
              <a:t>电路理论</a:t>
            </a:r>
            <a:endParaRPr lang="en-US" altLang="zh-CN"/>
          </a:p>
        </p:txBody>
      </p:sp>
      <p:sp>
        <p:nvSpPr>
          <p:cNvPr id="15"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mn-lt"/>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幼圆" panose="02010509060101010101" pitchFamily="49" charset="-122"/>
                <a:ea typeface="幼圆" panose="02010509060101010101" pitchFamily="49" charset="-122"/>
                <a:cs typeface="+mn-cs"/>
              </a:defRPr>
            </a:lvl5pPr>
            <a:lvl6pPr marL="22860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6pPr>
            <a:lvl7pPr marL="27432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7pPr>
            <a:lvl8pPr marL="32004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8pPr>
            <a:lvl9pPr marL="3657600" algn="l" defTabSz="914400" rtl="0" eaLnBrk="1" latinLnBrk="0" hangingPunct="1">
              <a:defRPr kumimoji="1" kern="1200">
                <a:solidFill>
                  <a:schemeClr val="tx1"/>
                </a:solidFill>
                <a:latin typeface="幼圆" panose="02010509060101010101" pitchFamily="49" charset="-122"/>
                <a:ea typeface="幼圆" panose="02010509060101010101" pitchFamily="49" charset="-122"/>
                <a:cs typeface="+mn-cs"/>
              </a:defRPr>
            </a:lvl9pPr>
          </a:lstStyle>
          <a:p>
            <a:pPr>
              <a:defRPr/>
            </a:pPr>
            <a:fld id="{FD534FBA-0597-43B6-B0EE-70CE2D337E26}" type="slidenum">
              <a:rPr lang="en-US" altLang="zh-CN" smtClean="0"/>
              <a:pPr>
                <a:defRPr/>
              </a:pPr>
              <a:t>93</a:t>
            </a:fld>
            <a:endParaRPr lang="en-US" altLang="zh-CN"/>
          </a:p>
        </p:txBody>
      </p:sp>
      <p:grpSp>
        <p:nvGrpSpPr>
          <p:cNvPr id="4101" name="Group 1026"/>
          <p:cNvGrpSpPr>
            <a:grpSpLocks/>
          </p:cNvGrpSpPr>
          <p:nvPr/>
        </p:nvGrpSpPr>
        <p:grpSpPr bwMode="auto">
          <a:xfrm>
            <a:off x="0" y="0"/>
            <a:ext cx="9144000" cy="6858000"/>
            <a:chOff x="0" y="0"/>
            <a:chExt cx="5970" cy="4956"/>
          </a:xfrm>
        </p:grpSpPr>
        <p:pic>
          <p:nvPicPr>
            <p:cNvPr id="4107"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8"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9"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113" y="7620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Text Box 1060"/>
          <p:cNvSpPr txBox="1">
            <a:spLocks noChangeArrowheads="1"/>
          </p:cNvSpPr>
          <p:nvPr/>
        </p:nvSpPr>
        <p:spPr bwMode="auto">
          <a:xfrm>
            <a:off x="1616075" y="69850"/>
            <a:ext cx="597535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0"/>
              </a:spcBef>
              <a:buFontTx/>
              <a:buNone/>
            </a:pPr>
            <a:r>
              <a:rPr lang="zh-CN" altLang="en-US" sz="4800">
                <a:solidFill>
                  <a:srgbClr val="FF0000"/>
                </a:solidFill>
                <a:latin typeface="隶书" panose="02010509060101010101" pitchFamily="49" charset="-122"/>
                <a:ea typeface="隶书" panose="02010509060101010101" pitchFamily="49" charset="-122"/>
              </a:rPr>
              <a:t>第</a:t>
            </a:r>
            <a:r>
              <a:rPr lang="en-US" altLang="zh-CN" sz="4800">
                <a:solidFill>
                  <a:srgbClr val="FF0000"/>
                </a:solidFill>
                <a:latin typeface="隶书" panose="02010509060101010101" pitchFamily="49" charset="-122"/>
                <a:ea typeface="隶书" panose="02010509060101010101" pitchFamily="49" charset="-122"/>
              </a:rPr>
              <a:t>5</a:t>
            </a:r>
            <a:r>
              <a:rPr lang="zh-CN" altLang="en-US" sz="4800">
                <a:solidFill>
                  <a:srgbClr val="FF0000"/>
                </a:solidFill>
                <a:latin typeface="隶书" panose="02010509060101010101" pitchFamily="49" charset="-122"/>
                <a:ea typeface="隶书" panose="02010509060101010101" pitchFamily="49" charset="-122"/>
              </a:rPr>
              <a:t>章 </a:t>
            </a:r>
          </a:p>
          <a:p>
            <a:pPr algn="ctr" eaLnBrk="1" hangingPunct="1">
              <a:spcBef>
                <a:spcPct val="0"/>
              </a:spcBef>
              <a:buFontTx/>
              <a:buNone/>
            </a:pPr>
            <a:r>
              <a:rPr lang="zh-CN" altLang="en-US" sz="4800">
                <a:solidFill>
                  <a:srgbClr val="FF0000"/>
                </a:solidFill>
                <a:latin typeface="隶书" panose="02010509060101010101" pitchFamily="49" charset="-122"/>
                <a:ea typeface="隶书" panose="02010509060101010101" pitchFamily="49" charset="-122"/>
              </a:rPr>
              <a:t> 含运算放大器的电路</a:t>
            </a:r>
          </a:p>
        </p:txBody>
      </p:sp>
      <p:sp>
        <p:nvSpPr>
          <p:cNvPr id="77861" name="Text Box 1061"/>
          <p:cNvSpPr txBox="1">
            <a:spLocks noChangeArrowheads="1"/>
          </p:cNvSpPr>
          <p:nvPr/>
        </p:nvSpPr>
        <p:spPr bwMode="auto">
          <a:xfrm>
            <a:off x="959107" y="3245054"/>
            <a:ext cx="75596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3600" dirty="0">
                <a:effectLst>
                  <a:outerShdw blurRad="38100" dist="38100" dir="2700000" algn="tl">
                    <a:srgbClr val="C0C0C0"/>
                  </a:outerShdw>
                </a:effectLst>
                <a:latin typeface="Times New Roman" panose="02020603050405020304" pitchFamily="18" charset="0"/>
                <a:ea typeface="华文新魏" panose="02010800040101010101" pitchFamily="2" charset="-122"/>
              </a:rPr>
              <a:t>只有一个考点！</a:t>
            </a:r>
            <a:endParaRPr lang="en-US" altLang="zh-CN" sz="3600" dirty="0">
              <a:effectLst>
                <a:outerShdw blurRad="38100" dist="38100" dir="2700000" algn="tl">
                  <a:srgbClr val="C0C0C0"/>
                </a:outerShdw>
              </a:effectLst>
              <a:latin typeface="Times New Roman" panose="02020603050405020304" pitchFamily="18" charset="0"/>
              <a:ea typeface="华文新魏" panose="02010800040101010101" pitchFamily="2" charset="-122"/>
            </a:endParaRPr>
          </a:p>
          <a:p>
            <a:pPr eaLnBrk="1" hangingPunct="1">
              <a:defRPr/>
            </a:pPr>
            <a:r>
              <a:rPr lang="zh-CN" altLang="en-US" sz="3600" dirty="0">
                <a:solidFill>
                  <a:srgbClr val="FF0000"/>
                </a:solidFill>
                <a:effectLst>
                  <a:outerShdw blurRad="38100" dist="38100" dir="2700000" algn="tl">
                    <a:srgbClr val="C0C0C0"/>
                  </a:outerShdw>
                </a:effectLst>
                <a:latin typeface="Times New Roman" panose="02020603050405020304" pitchFamily="18" charset="0"/>
                <a:ea typeface="华文新魏" panose="02010800040101010101" pitchFamily="2" charset="-122"/>
              </a:rPr>
              <a:t>工作在线性区时虚短、虚断特性</a:t>
            </a:r>
            <a:endParaRPr lang="en-US" altLang="zh-CN" sz="3600" dirty="0">
              <a:solidFill>
                <a:srgbClr val="FF0000"/>
              </a:solidFill>
              <a:effectLst>
                <a:outerShdw blurRad="38100" dist="38100" dir="2700000" algn="tl">
                  <a:srgbClr val="C0C0C0"/>
                </a:outerShdw>
              </a:effectLst>
              <a:latin typeface="Times New Roman" panose="02020603050405020304" pitchFamily="18" charset="0"/>
              <a:ea typeface="华文新魏" panose="0201080004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2" name="Text Box 4"/>
          <p:cNvSpPr txBox="1">
            <a:spLocks noChangeArrowheads="1"/>
          </p:cNvSpPr>
          <p:nvPr/>
        </p:nvSpPr>
        <p:spPr bwMode="auto">
          <a:xfrm>
            <a:off x="612775" y="1022350"/>
            <a:ext cx="7077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latin typeface="Times New Roman" panose="02020603050405020304" pitchFamily="18" charset="0"/>
              </a:rPr>
              <a:t>在</a:t>
            </a:r>
            <a:r>
              <a:rPr kumimoji="1" lang="zh-CN" altLang="en-US" sz="2400" b="1" dirty="0">
                <a:solidFill>
                  <a:srgbClr val="FF0000"/>
                </a:solidFill>
                <a:latin typeface="Times New Roman" panose="02020603050405020304" pitchFamily="18" charset="0"/>
              </a:rPr>
              <a:t>线性放大区</a:t>
            </a:r>
            <a:r>
              <a:rPr kumimoji="1" lang="zh-CN" altLang="en-US" sz="2400" b="1" dirty="0">
                <a:latin typeface="Times New Roman" panose="02020603050405020304" pitchFamily="18" charset="0"/>
              </a:rPr>
              <a:t>，将运放电路作如下的理想化处理：  </a:t>
            </a:r>
          </a:p>
        </p:txBody>
      </p:sp>
      <p:sp>
        <p:nvSpPr>
          <p:cNvPr id="519173" name="Text Box 5"/>
          <p:cNvSpPr txBox="1">
            <a:spLocks noChangeArrowheads="1"/>
          </p:cNvSpPr>
          <p:nvPr/>
        </p:nvSpPr>
        <p:spPr bwMode="auto">
          <a:xfrm>
            <a:off x="1579563" y="1308100"/>
            <a:ext cx="1628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latin typeface="Times New Roman" panose="02020603050405020304" pitchFamily="18" charset="0"/>
              </a:rPr>
              <a:t>(1)  </a:t>
            </a:r>
            <a:r>
              <a:rPr kumimoji="1" lang="en-US" altLang="zh-CN" sz="2400" b="1" i="1">
                <a:latin typeface="Times New Roman" panose="02020603050405020304" pitchFamily="18" charset="0"/>
              </a:rPr>
              <a:t>A</a:t>
            </a:r>
            <a:r>
              <a:rPr kumimoji="1" lang="en-US" altLang="zh-CN" sz="2400" b="1">
                <a:latin typeface="Times New Roman" panose="02020603050405020304" pitchFamily="18" charset="0"/>
                <a:sym typeface="Symbol" panose="05050102010706020507" pitchFamily="18" charset="2"/>
              </a:rPr>
              <a:t></a:t>
            </a:r>
            <a:r>
              <a:rPr kumimoji="1" lang="en-US" altLang="zh-CN" sz="2800" b="1">
                <a:latin typeface="Times New Roman" panose="02020603050405020304" pitchFamily="18" charset="0"/>
                <a:sym typeface="Symbol" panose="05050102010706020507" pitchFamily="18" charset="2"/>
              </a:rPr>
              <a:t>  </a:t>
            </a:r>
            <a:endParaRPr kumimoji="1" lang="en-US" altLang="zh-CN" sz="2400" b="1">
              <a:latin typeface="Times New Roman" panose="02020603050405020304" pitchFamily="18" charset="0"/>
            </a:endParaRPr>
          </a:p>
        </p:txBody>
      </p:sp>
      <p:sp>
        <p:nvSpPr>
          <p:cNvPr id="519174" name="Rectangle 6"/>
          <p:cNvSpPr>
            <a:spLocks noChangeArrowheads="1"/>
          </p:cNvSpPr>
          <p:nvPr/>
        </p:nvSpPr>
        <p:spPr bwMode="auto">
          <a:xfrm>
            <a:off x="1003300" y="1744663"/>
            <a:ext cx="7678705"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kumimoji="1" lang="en-US" altLang="zh-CN" sz="2400" b="1" dirty="0">
                <a:latin typeface="Times New Roman" panose="02020603050405020304" pitchFamily="18" charset="0"/>
                <a:sym typeface="Wingdings 3" panose="05040102010807070707" pitchFamily="18" charset="2"/>
              </a:rPr>
              <a:t>        ∵ </a:t>
            </a:r>
            <a:r>
              <a:rPr kumimoji="1" lang="en-US" altLang="zh-CN" sz="2400" b="1" i="1" dirty="0" err="1">
                <a:latin typeface="Times New Roman" panose="02020603050405020304" pitchFamily="18" charset="0"/>
              </a:rPr>
              <a:t>u</a:t>
            </a:r>
            <a:r>
              <a:rPr kumimoji="1" lang="en-US" altLang="zh-CN" sz="2400" b="1" baseline="-25000" dirty="0" err="1">
                <a:latin typeface="Times New Roman" panose="02020603050405020304" pitchFamily="18" charset="0"/>
              </a:rPr>
              <a:t>o</a:t>
            </a:r>
            <a:r>
              <a:rPr kumimoji="1" lang="zh-CN" altLang="en-US" sz="2400" b="1" dirty="0">
                <a:latin typeface="Times New Roman" panose="02020603050405020304" pitchFamily="18" charset="0"/>
                <a:sym typeface="Wingdings 3" panose="05040102010807070707" pitchFamily="18" charset="2"/>
              </a:rPr>
              <a:t>为有限值，则</a:t>
            </a:r>
            <a:r>
              <a:rPr kumimoji="1" lang="en-US" altLang="zh-CN" sz="2400" b="1" i="1" dirty="0" err="1">
                <a:latin typeface="Times New Roman" panose="02020603050405020304" pitchFamily="18" charset="0"/>
              </a:rPr>
              <a:t>u</a:t>
            </a:r>
            <a:r>
              <a:rPr kumimoji="1" lang="en-US" altLang="zh-CN" sz="2400" b="1" baseline="-25000" dirty="0" err="1">
                <a:latin typeface="Times New Roman" panose="02020603050405020304" pitchFamily="18" charset="0"/>
              </a:rPr>
              <a:t>d</a:t>
            </a:r>
            <a:r>
              <a:rPr kumimoji="1" lang="en-US" altLang="zh-CN" sz="2400" b="1" dirty="0">
                <a:latin typeface="Times New Roman" panose="02020603050405020304" pitchFamily="18" charset="0"/>
              </a:rPr>
              <a:t>=0 ,</a:t>
            </a:r>
            <a:r>
              <a:rPr kumimoji="1" lang="zh-CN" altLang="en-US" sz="2400" b="1" dirty="0">
                <a:latin typeface="Times New Roman" panose="02020603050405020304" pitchFamily="18" charset="0"/>
                <a:sym typeface="Wingdings 3" panose="05040102010807070707" pitchFamily="18" charset="2"/>
              </a:rPr>
              <a:t>即</a:t>
            </a:r>
            <a:r>
              <a:rPr kumimoji="1" lang="en-US" altLang="zh-CN" sz="2400" b="1" i="1" dirty="0" err="1">
                <a:latin typeface="Times New Roman" panose="02020603050405020304" pitchFamily="18" charset="0"/>
                <a:sym typeface="Wingdings 3" panose="05040102010807070707" pitchFamily="18" charset="2"/>
              </a:rPr>
              <a:t>u</a:t>
            </a:r>
            <a:r>
              <a:rPr lang="en-US" altLang="zh-CN" sz="2400" b="1" baseline="-25000" dirty="0" err="1">
                <a:latin typeface="宋体" panose="02010600030101010101" pitchFamily="2" charset="-122"/>
                <a:sym typeface="Wingdings 3" panose="05040102010807070707" pitchFamily="18" charset="2"/>
              </a:rPr>
              <a:t>P</a:t>
            </a:r>
            <a:r>
              <a:rPr kumimoji="1" lang="en-US" altLang="zh-CN" sz="2400" b="1" dirty="0">
                <a:latin typeface="Times New Roman" panose="02020603050405020304" pitchFamily="18" charset="0"/>
                <a:sym typeface="Wingdings 3" panose="05040102010807070707" pitchFamily="18" charset="2"/>
              </a:rPr>
              <a:t>=</a:t>
            </a:r>
            <a:r>
              <a:rPr kumimoji="1" lang="en-US" altLang="zh-CN" sz="2400" b="1" i="1" dirty="0">
                <a:latin typeface="Times New Roman" panose="02020603050405020304" pitchFamily="18" charset="0"/>
                <a:sym typeface="Wingdings 3" panose="05040102010807070707" pitchFamily="18" charset="2"/>
              </a:rPr>
              <a:t>u</a:t>
            </a:r>
            <a:r>
              <a:rPr lang="en-US" altLang="zh-CN" sz="2400" b="1" baseline="-25000" dirty="0">
                <a:latin typeface="宋体" panose="02010600030101010101" pitchFamily="2" charset="-122"/>
                <a:sym typeface="Wingdings 3" panose="05040102010807070707" pitchFamily="18" charset="2"/>
              </a:rPr>
              <a:t>n</a:t>
            </a:r>
            <a:r>
              <a:rPr kumimoji="1" lang="zh-CN" altLang="en-US" sz="2400" b="1" dirty="0">
                <a:latin typeface="Times New Roman" panose="02020603050405020304" pitchFamily="18" charset="0"/>
                <a:sym typeface="Wingdings 3" panose="05040102010807070707" pitchFamily="18" charset="2"/>
              </a:rPr>
              <a:t>，两个输入端之间</a:t>
            </a:r>
          </a:p>
          <a:p>
            <a:pPr>
              <a:spcBef>
                <a:spcPct val="20000"/>
              </a:spcBef>
            </a:pPr>
            <a:r>
              <a:rPr kumimoji="1" lang="zh-CN" altLang="en-US" sz="2400" b="1" dirty="0">
                <a:latin typeface="Times New Roman" panose="02020603050405020304" pitchFamily="18" charset="0"/>
                <a:sym typeface="Wingdings 3" panose="05040102010807070707" pitchFamily="18" charset="2"/>
              </a:rPr>
              <a:t>相当于短路</a:t>
            </a:r>
            <a:r>
              <a:rPr kumimoji="1" lang="en-US" altLang="zh-CN" sz="2400" b="1" dirty="0">
                <a:latin typeface="Times New Roman" panose="02020603050405020304" pitchFamily="18" charset="0"/>
                <a:sym typeface="Wingdings 3" panose="05040102010807070707" pitchFamily="18" charset="2"/>
              </a:rPr>
              <a:t>(</a:t>
            </a:r>
            <a:r>
              <a:rPr kumimoji="1" lang="zh-CN" altLang="en-US" sz="2400" b="1" dirty="0">
                <a:latin typeface="Times New Roman" panose="02020603050405020304" pitchFamily="18" charset="0"/>
                <a:sym typeface="Wingdings 3" panose="05040102010807070707" pitchFamily="18" charset="2"/>
              </a:rPr>
              <a:t>虚短</a:t>
            </a:r>
            <a:r>
              <a:rPr kumimoji="1" lang="en-US" altLang="zh-CN" sz="2400" b="1" dirty="0">
                <a:latin typeface="Times New Roman" panose="02020603050405020304" pitchFamily="18" charset="0"/>
                <a:sym typeface="Wingdings 3" panose="05040102010807070707" pitchFamily="18" charset="2"/>
              </a:rPr>
              <a:t>)</a:t>
            </a:r>
            <a:r>
              <a:rPr kumimoji="1" lang="zh-CN" altLang="en-US" sz="2400" b="1" dirty="0">
                <a:latin typeface="Times New Roman" panose="02020603050405020304" pitchFamily="18" charset="0"/>
                <a:sym typeface="Wingdings 3" panose="05040102010807070707" pitchFamily="18" charset="2"/>
              </a:rPr>
              <a:t>；  </a:t>
            </a:r>
          </a:p>
        </p:txBody>
      </p:sp>
      <p:sp>
        <p:nvSpPr>
          <p:cNvPr id="519175" name="Rectangle 7"/>
          <p:cNvSpPr>
            <a:spLocks noChangeArrowheads="1"/>
          </p:cNvSpPr>
          <p:nvPr/>
        </p:nvSpPr>
        <p:spPr bwMode="auto">
          <a:xfrm>
            <a:off x="974725" y="2689225"/>
            <a:ext cx="7623924"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en-US" altLang="zh-CN" sz="2400" b="1" dirty="0">
                <a:latin typeface="Times New Roman" panose="02020603050405020304" pitchFamily="18" charset="0"/>
              </a:rPr>
              <a:t>        (2)  </a:t>
            </a:r>
            <a:r>
              <a:rPr kumimoji="1" lang="en-US" altLang="zh-CN" sz="2400" b="1" i="1" dirty="0" err="1">
                <a:latin typeface="Times New Roman" panose="02020603050405020304" pitchFamily="18" charset="0"/>
              </a:rPr>
              <a:t>R</a:t>
            </a:r>
            <a:r>
              <a:rPr kumimoji="1" lang="en-US" altLang="zh-CN" sz="2400" b="1" baseline="-25000" dirty="0" err="1">
                <a:latin typeface="Times New Roman" panose="02020603050405020304" pitchFamily="18" charset="0"/>
              </a:rPr>
              <a:t>i</a:t>
            </a:r>
            <a:r>
              <a:rPr kumimoji="1" lang="en-US" altLang="zh-CN" sz="2400" b="1" i="1" baseline="-25000" dirty="0">
                <a:latin typeface="Times New Roman" panose="02020603050405020304" pitchFamily="18" charset="0"/>
              </a:rPr>
              <a:t> </a:t>
            </a:r>
            <a:r>
              <a:rPr kumimoji="1" lang="en-US" altLang="zh-CN" sz="2400" b="1" dirty="0">
                <a:latin typeface="Times New Roman" panose="02020603050405020304" pitchFamily="18" charset="0"/>
                <a:sym typeface="Symbol" panose="05050102010706020507" pitchFamily="18" charset="2"/>
              </a:rPr>
              <a:t> </a:t>
            </a:r>
            <a:r>
              <a:rPr kumimoji="1" lang="zh-CN" altLang="en-US" sz="2400" b="1" i="1" dirty="0">
                <a:latin typeface="Times New Roman" panose="02020603050405020304" pitchFamily="18" charset="0"/>
                <a:sym typeface="Symbol" panose="05050102010706020507" pitchFamily="18" charset="2"/>
              </a:rPr>
              <a:t>，</a:t>
            </a:r>
            <a:r>
              <a:rPr kumimoji="1" lang="en-US" altLang="zh-CN" sz="2400" b="1" i="1" dirty="0">
                <a:latin typeface="Times New Roman" panose="02020603050405020304" pitchFamily="18" charset="0"/>
                <a:sym typeface="Symbol" panose="05050102010706020507" pitchFamily="18" charset="2"/>
              </a:rPr>
              <a:t>R</a:t>
            </a:r>
            <a:r>
              <a:rPr kumimoji="1" lang="en-US" altLang="zh-CN" sz="2400" b="1" baseline="-25000" dirty="0">
                <a:latin typeface="Times New Roman" panose="02020603050405020304" pitchFamily="18" charset="0"/>
                <a:sym typeface="Symbol" panose="05050102010706020507" pitchFamily="18" charset="2"/>
              </a:rPr>
              <a:t>o</a:t>
            </a:r>
            <a:r>
              <a:rPr kumimoji="1" lang="en-US" altLang="zh-CN" sz="2400" b="1" dirty="0">
                <a:latin typeface="Times New Roman" panose="02020603050405020304" pitchFamily="18" charset="0"/>
                <a:sym typeface="Symbol" panose="05050102010706020507" pitchFamily="18" charset="2"/>
              </a:rPr>
              <a:t>0</a:t>
            </a:r>
            <a:r>
              <a:rPr kumimoji="1" lang="en-US" altLang="zh-CN" sz="2400" b="1" i="1" dirty="0">
                <a:latin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sym typeface="Symbol" panose="05050102010706020507" pitchFamily="18" charset="2"/>
              </a:rPr>
              <a:t> </a:t>
            </a:r>
            <a:r>
              <a:rPr kumimoji="1" lang="en-US" altLang="zh-CN" sz="2400" b="1" i="1" dirty="0" err="1">
                <a:latin typeface="Times New Roman" panose="02020603050405020304" pitchFamily="18" charset="0"/>
                <a:sym typeface="Symbol" panose="05050102010706020507" pitchFamily="18" charset="2"/>
              </a:rPr>
              <a:t>i</a:t>
            </a:r>
            <a:r>
              <a:rPr lang="en-US" altLang="zh-CN" sz="2400" b="1" i="1" baseline="-25000" dirty="0" err="1">
                <a:latin typeface="Times New Roman" panose="02020603050405020304" pitchFamily="18" charset="0"/>
                <a:sym typeface="Symbol" panose="05050102010706020507" pitchFamily="18" charset="2"/>
              </a:rPr>
              <a:t>p</a:t>
            </a:r>
            <a:r>
              <a:rPr kumimoji="1" lang="en-US" altLang="zh-CN" sz="2400" b="1" dirty="0">
                <a:latin typeface="Times New Roman" panose="02020603050405020304" pitchFamily="18" charset="0"/>
                <a:sym typeface="Symbol" panose="05050102010706020507" pitchFamily="18" charset="2"/>
              </a:rPr>
              <a:t>=0 , </a:t>
            </a:r>
            <a:r>
              <a:rPr kumimoji="1" lang="en-US" altLang="zh-CN" sz="2400" b="1" i="1" dirty="0">
                <a:latin typeface="Times New Roman" panose="02020603050405020304" pitchFamily="18" charset="0"/>
                <a:sym typeface="Symbol" panose="05050102010706020507" pitchFamily="18" charset="2"/>
              </a:rPr>
              <a:t>i</a:t>
            </a:r>
            <a:r>
              <a:rPr lang="en-US" altLang="zh-CN" sz="2400" b="1" i="1" baseline="-25000" dirty="0">
                <a:latin typeface="宋体" panose="02010600030101010101" pitchFamily="2" charset="-122"/>
                <a:sym typeface="Symbol" panose="05050102010706020507" pitchFamily="18" charset="2"/>
              </a:rPr>
              <a:t>n</a:t>
            </a:r>
            <a:r>
              <a:rPr kumimoji="1" lang="en-US" altLang="zh-CN" sz="2400" b="1" dirty="0">
                <a:latin typeface="Times New Roman" panose="02020603050405020304" pitchFamily="18" charset="0"/>
                <a:sym typeface="Symbol" panose="05050102010706020507" pitchFamily="18" charset="2"/>
              </a:rPr>
              <a:t>=0</a:t>
            </a:r>
            <a:r>
              <a:rPr kumimoji="1" lang="zh-CN" altLang="en-US" sz="2400" b="1" dirty="0">
                <a:latin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rPr>
              <a:t>即从输入端看进去，元件相当于开路（虚断）。  </a:t>
            </a:r>
          </a:p>
        </p:txBody>
      </p:sp>
      <p:grpSp>
        <p:nvGrpSpPr>
          <p:cNvPr id="519176" name="Group 8"/>
          <p:cNvGrpSpPr>
            <a:grpSpLocks/>
          </p:cNvGrpSpPr>
          <p:nvPr/>
        </p:nvGrpSpPr>
        <p:grpSpPr bwMode="auto">
          <a:xfrm>
            <a:off x="5927154" y="3441700"/>
            <a:ext cx="2813050" cy="2568575"/>
            <a:chOff x="3036" y="2462"/>
            <a:chExt cx="1772" cy="1618"/>
          </a:xfrm>
        </p:grpSpPr>
        <p:sp>
          <p:nvSpPr>
            <p:cNvPr id="519177" name="Text Box 9"/>
            <p:cNvSpPr txBox="1">
              <a:spLocks noChangeArrowheads="1"/>
            </p:cNvSpPr>
            <p:nvPr/>
          </p:nvSpPr>
          <p:spPr bwMode="auto">
            <a:xfrm>
              <a:off x="3710" y="246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o</a:t>
              </a:r>
              <a:endParaRPr kumimoji="1" lang="en-US" altLang="zh-CN" sz="2400" b="1">
                <a:latin typeface="Times New Roman" panose="02020603050405020304" pitchFamily="18" charset="0"/>
              </a:endParaRPr>
            </a:p>
          </p:txBody>
        </p:sp>
        <p:sp>
          <p:nvSpPr>
            <p:cNvPr id="519178" name="Line 10"/>
            <p:cNvSpPr>
              <a:spLocks noChangeShapeType="1"/>
            </p:cNvSpPr>
            <p:nvPr/>
          </p:nvSpPr>
          <p:spPr bwMode="auto">
            <a:xfrm>
              <a:off x="3036" y="3396"/>
              <a:ext cx="15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79" name="Line 11"/>
            <p:cNvSpPr>
              <a:spLocks noChangeShapeType="1"/>
            </p:cNvSpPr>
            <p:nvPr/>
          </p:nvSpPr>
          <p:spPr bwMode="auto">
            <a:xfrm flipV="1">
              <a:off x="3732" y="2616"/>
              <a:ext cx="0" cy="14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80" name="Text Box 12"/>
            <p:cNvSpPr txBox="1">
              <a:spLocks noChangeArrowheads="1"/>
            </p:cNvSpPr>
            <p:nvPr/>
          </p:nvSpPr>
          <p:spPr bwMode="auto">
            <a:xfrm>
              <a:off x="4514" y="3146"/>
              <a:ext cx="2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d</a:t>
              </a:r>
              <a:endParaRPr kumimoji="1" lang="en-US" altLang="zh-CN" sz="2400" b="1">
                <a:latin typeface="Times New Roman" panose="02020603050405020304" pitchFamily="18" charset="0"/>
              </a:endParaRPr>
            </a:p>
          </p:txBody>
        </p:sp>
        <p:sp>
          <p:nvSpPr>
            <p:cNvPr id="519181" name="Text Box 13"/>
            <p:cNvSpPr txBox="1">
              <a:spLocks noChangeArrowheads="1"/>
            </p:cNvSpPr>
            <p:nvPr/>
          </p:nvSpPr>
          <p:spPr bwMode="auto">
            <a:xfrm>
              <a:off x="3722" y="337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latin typeface="Times New Roman" panose="02020603050405020304" pitchFamily="18" charset="0"/>
                </a:rPr>
                <a:t>0</a:t>
              </a:r>
            </a:p>
          </p:txBody>
        </p:sp>
      </p:grpSp>
      <p:sp>
        <p:nvSpPr>
          <p:cNvPr id="519182" name="Text Box 14"/>
          <p:cNvSpPr txBox="1">
            <a:spLocks noChangeArrowheads="1"/>
          </p:cNvSpPr>
          <p:nvPr/>
        </p:nvSpPr>
        <p:spPr bwMode="auto">
          <a:xfrm>
            <a:off x="6406579" y="3917950"/>
            <a:ext cx="65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sat</a:t>
            </a:r>
            <a:endParaRPr kumimoji="1" lang="en-US" altLang="zh-CN" sz="2400" b="1">
              <a:latin typeface="Times New Roman" panose="02020603050405020304" pitchFamily="18" charset="0"/>
            </a:endParaRPr>
          </a:p>
        </p:txBody>
      </p:sp>
      <p:sp>
        <p:nvSpPr>
          <p:cNvPr id="519183" name="Text Box 15"/>
          <p:cNvSpPr txBox="1">
            <a:spLocks noChangeArrowheads="1"/>
          </p:cNvSpPr>
          <p:nvPr/>
        </p:nvSpPr>
        <p:spPr bwMode="auto">
          <a:xfrm>
            <a:off x="6997129" y="5365750"/>
            <a:ext cx="806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黑体" panose="02010609060101010101" pitchFamily="49" charset="-122"/>
                <a:ea typeface="黑体" panose="02010609060101010101" pitchFamily="49" charset="-122"/>
              </a:rPr>
              <a:t>-</a:t>
            </a:r>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sat</a:t>
            </a:r>
            <a:endParaRPr kumimoji="1" lang="en-US" altLang="zh-CN" sz="2400" b="1">
              <a:latin typeface="Times New Roman" panose="02020603050405020304" pitchFamily="18" charset="0"/>
            </a:endParaRPr>
          </a:p>
        </p:txBody>
      </p:sp>
      <p:sp>
        <p:nvSpPr>
          <p:cNvPr id="519184" name="Text Box 16"/>
          <p:cNvSpPr txBox="1">
            <a:spLocks noChangeArrowheads="1"/>
          </p:cNvSpPr>
          <p:nvPr/>
        </p:nvSpPr>
        <p:spPr bwMode="auto">
          <a:xfrm>
            <a:off x="5984304" y="6200775"/>
            <a:ext cx="30940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latin typeface="Times New Roman" panose="02020603050405020304" pitchFamily="18" charset="0"/>
              </a:rPr>
              <a:t>理想运放的静态特性  </a:t>
            </a:r>
          </a:p>
        </p:txBody>
      </p:sp>
      <p:sp>
        <p:nvSpPr>
          <p:cNvPr id="519186" name="Freeform 18"/>
          <p:cNvSpPr>
            <a:spLocks/>
          </p:cNvSpPr>
          <p:nvPr/>
        </p:nvSpPr>
        <p:spPr bwMode="auto">
          <a:xfrm>
            <a:off x="6165279" y="4248150"/>
            <a:ext cx="1733550" cy="1333500"/>
          </a:xfrm>
          <a:custGeom>
            <a:avLst/>
            <a:gdLst>
              <a:gd name="T0" fmla="*/ 0 w 1092"/>
              <a:gd name="T1" fmla="*/ 840 h 840"/>
              <a:gd name="T2" fmla="*/ 552 w 1092"/>
              <a:gd name="T3" fmla="*/ 840 h 840"/>
              <a:gd name="T4" fmla="*/ 552 w 1092"/>
              <a:gd name="T5" fmla="*/ 0 h 840"/>
              <a:gd name="T6" fmla="*/ 1092 w 1092"/>
              <a:gd name="T7" fmla="*/ 0 h 840"/>
            </a:gdLst>
            <a:ahLst/>
            <a:cxnLst>
              <a:cxn ang="0">
                <a:pos x="T0" y="T1"/>
              </a:cxn>
              <a:cxn ang="0">
                <a:pos x="T2" y="T3"/>
              </a:cxn>
              <a:cxn ang="0">
                <a:pos x="T4" y="T5"/>
              </a:cxn>
              <a:cxn ang="0">
                <a:pos x="T6" y="T7"/>
              </a:cxn>
            </a:cxnLst>
            <a:rect l="0" t="0" r="r" b="b"/>
            <a:pathLst>
              <a:path w="1092" h="840">
                <a:moveTo>
                  <a:pt x="0" y="840"/>
                </a:moveTo>
                <a:lnTo>
                  <a:pt x="552" y="840"/>
                </a:lnTo>
                <a:lnTo>
                  <a:pt x="552" y="0"/>
                </a:lnTo>
                <a:lnTo>
                  <a:pt x="1092" y="0"/>
                </a:lnTo>
              </a:path>
            </a:pathLst>
          </a:custGeom>
          <a:noFill/>
          <a:ln w="31750" cap="flat" cmpd="sng">
            <a:solidFill>
              <a:srgbClr val="FF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87" name="Text Box 19"/>
          <p:cNvSpPr txBox="1">
            <a:spLocks noChangeArrowheads="1"/>
          </p:cNvSpPr>
          <p:nvPr/>
        </p:nvSpPr>
        <p:spPr bwMode="auto">
          <a:xfrm>
            <a:off x="7527354" y="3609975"/>
            <a:ext cx="1581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000" b="1" dirty="0">
                <a:latin typeface="Times New Roman" panose="02020603050405020304" pitchFamily="18" charset="0"/>
              </a:rPr>
              <a:t>正向饱和区  </a:t>
            </a:r>
          </a:p>
          <a:p>
            <a:r>
              <a:rPr kumimoji="1" lang="zh-CN" altLang="en-US" sz="2000" b="1" dirty="0">
                <a:latin typeface="Times New Roman" panose="02020603050405020304" pitchFamily="18" charset="0"/>
              </a:rPr>
              <a:t>       </a:t>
            </a:r>
            <a:r>
              <a:rPr kumimoji="1" lang="en-US" altLang="zh-CN" sz="2000" b="1" i="1" dirty="0" err="1">
                <a:latin typeface="Times New Roman" panose="02020603050405020304" pitchFamily="18" charset="0"/>
              </a:rPr>
              <a:t>u</a:t>
            </a:r>
            <a:r>
              <a:rPr kumimoji="1" lang="en-US" altLang="zh-CN" sz="2000" b="1" baseline="-25000" dirty="0" err="1">
                <a:latin typeface="Times New Roman" panose="02020603050405020304" pitchFamily="18" charset="0"/>
              </a:rPr>
              <a:t>d</a:t>
            </a:r>
            <a:r>
              <a:rPr kumimoji="1" lang="en-US" altLang="zh-CN" sz="2000" b="1" dirty="0">
                <a:latin typeface="Times New Roman" panose="02020603050405020304" pitchFamily="18" charset="0"/>
              </a:rPr>
              <a:t>&gt;0  </a:t>
            </a:r>
          </a:p>
        </p:txBody>
      </p:sp>
      <p:sp>
        <p:nvSpPr>
          <p:cNvPr id="519188" name="Text Box 20"/>
          <p:cNvSpPr txBox="1">
            <a:spLocks noChangeArrowheads="1"/>
          </p:cNvSpPr>
          <p:nvPr/>
        </p:nvSpPr>
        <p:spPr bwMode="auto">
          <a:xfrm>
            <a:off x="5508054" y="5572125"/>
            <a:ext cx="1581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000" b="1">
                <a:latin typeface="Times New Roman" panose="02020603050405020304" pitchFamily="18" charset="0"/>
              </a:rPr>
              <a:t>反向饱和区  </a:t>
            </a:r>
          </a:p>
          <a:p>
            <a:r>
              <a:rPr kumimoji="1" lang="zh-CN" altLang="en-US" sz="2000" b="1">
                <a:latin typeface="Times New Roman" panose="02020603050405020304" pitchFamily="18" charset="0"/>
              </a:rPr>
              <a:t>      </a:t>
            </a:r>
            <a:r>
              <a:rPr kumimoji="1" lang="en-US" altLang="zh-CN" sz="2000" b="1" i="1">
                <a:latin typeface="Times New Roman" panose="02020603050405020304" pitchFamily="18" charset="0"/>
              </a:rPr>
              <a:t>u</a:t>
            </a:r>
            <a:r>
              <a:rPr kumimoji="1" lang="en-US" altLang="zh-CN" sz="2000" b="1" baseline="-25000">
                <a:latin typeface="Times New Roman" panose="02020603050405020304" pitchFamily="18" charset="0"/>
              </a:rPr>
              <a:t>d</a:t>
            </a:r>
            <a:r>
              <a:rPr kumimoji="1" lang="en-US" altLang="zh-CN" sz="2000" b="1">
                <a:latin typeface="Times New Roman" panose="02020603050405020304" pitchFamily="18" charset="0"/>
              </a:rPr>
              <a:t>&lt;0  </a:t>
            </a:r>
          </a:p>
        </p:txBody>
      </p:sp>
      <p:sp>
        <p:nvSpPr>
          <p:cNvPr id="56" name="Rectangle 2"/>
          <p:cNvSpPr txBox="1">
            <a:spLocks noChangeArrowheads="1"/>
          </p:cNvSpPr>
          <p:nvPr/>
        </p:nvSpPr>
        <p:spPr bwMode="auto">
          <a:xfrm>
            <a:off x="257175" y="171450"/>
            <a:ext cx="8534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a:solidFill>
                  <a:schemeClr val="tx1"/>
                </a:solidFill>
                <a:effectLst>
                  <a:outerShdw blurRad="38100" dist="38100" dir="2700000" algn="tl">
                    <a:srgbClr val="C0C0C0"/>
                  </a:outerShdw>
                </a:effectLst>
                <a:ea typeface="隶书" panose="02010509060101010101" pitchFamily="49" charset="-122"/>
              </a:rPr>
              <a:t>5.2 </a:t>
            </a:r>
            <a:r>
              <a:rPr lang="zh-CN" altLang="en-US">
                <a:solidFill>
                  <a:schemeClr val="tx1"/>
                </a:solidFill>
                <a:effectLst>
                  <a:outerShdw blurRad="38100" dist="38100" dir="2700000" algn="tl">
                    <a:srgbClr val="C0C0C0"/>
                  </a:outerShdw>
                </a:effectLst>
                <a:ea typeface="隶书" panose="02010509060101010101" pitchFamily="49" charset="-122"/>
              </a:rPr>
              <a:t>理想运放 </a:t>
            </a:r>
            <a:r>
              <a:rPr lang="en-US" altLang="zh-CN">
                <a:solidFill>
                  <a:schemeClr val="tx1"/>
                </a:solidFill>
                <a:effectLst>
                  <a:outerShdw blurRad="38100" dist="38100" dir="2700000" algn="tl">
                    <a:srgbClr val="C0C0C0"/>
                  </a:outerShdw>
                </a:effectLst>
                <a:ea typeface="隶书" panose="02010509060101010101" pitchFamily="49" charset="-122"/>
              </a:rPr>
              <a:t>ideal operational amplifiers</a:t>
            </a:r>
            <a:endParaRPr lang="en-US" altLang="zh-CN" dirty="0">
              <a:solidFill>
                <a:schemeClr val="tx1"/>
              </a:solidFill>
              <a:effectLst>
                <a:outerShdw blurRad="38100" dist="38100" dir="2700000" algn="tl">
                  <a:srgbClr val="C0C0C0"/>
                </a:outerShdw>
              </a:effectLst>
              <a:ea typeface="隶书" panose="02010509060101010101" pitchFamily="49" charset="-122"/>
            </a:endParaRPr>
          </a:p>
        </p:txBody>
      </p:sp>
      <p:pic>
        <p:nvPicPr>
          <p:cNvPr id="3" name="图片 2"/>
          <p:cNvPicPr>
            <a:picLocks noChangeAspect="1"/>
          </p:cNvPicPr>
          <p:nvPr/>
        </p:nvPicPr>
        <p:blipFill>
          <a:blip r:embed="rId3"/>
          <a:stretch>
            <a:fillRect/>
          </a:stretch>
        </p:blipFill>
        <p:spPr>
          <a:xfrm>
            <a:off x="21586" y="3667954"/>
            <a:ext cx="2684864" cy="3033406"/>
          </a:xfrm>
          <a:prstGeom prst="rect">
            <a:avLst/>
          </a:prstGeom>
        </p:spPr>
      </p:pic>
      <p:graphicFrame>
        <p:nvGraphicFramePr>
          <p:cNvPr id="57" name="Object 10"/>
          <p:cNvGraphicFramePr>
            <a:graphicFrameLocks noChangeAspect="1"/>
          </p:cNvGraphicFramePr>
          <p:nvPr/>
        </p:nvGraphicFramePr>
        <p:xfrm>
          <a:off x="2738187" y="3730726"/>
          <a:ext cx="2558116" cy="2682530"/>
        </p:xfrm>
        <a:graphic>
          <a:graphicData uri="http://schemas.openxmlformats.org/presentationml/2006/ole">
            <mc:AlternateContent xmlns:mc="http://schemas.openxmlformats.org/markup-compatibility/2006">
              <mc:Choice xmlns:v="urn:schemas-microsoft-com:vml" Requires="v">
                <p:oleObj name="Visio" r:id="rId4" imgW="1887236" imgH="1977676" progId="Visio.Drawing.11">
                  <p:embed/>
                </p:oleObj>
              </mc:Choice>
              <mc:Fallback>
                <p:oleObj name="Visio" r:id="rId4" imgW="1887236" imgH="1977676" progId="Visio.Drawing.11">
                  <p:embed/>
                  <p:pic>
                    <p:nvPicPr>
                      <p:cNvPr id="57"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8187" y="3730726"/>
                        <a:ext cx="2558116" cy="268253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49007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9172"/>
                                        </p:tgtEl>
                                        <p:attrNameLst>
                                          <p:attrName>style.visibility</p:attrName>
                                        </p:attrNameLst>
                                      </p:cBhvr>
                                      <p:to>
                                        <p:strVal val="visible"/>
                                      </p:to>
                                    </p:set>
                                    <p:animEffect transition="in" filter="wipe(left)">
                                      <p:cBhvr>
                                        <p:cTn id="7" dur="500"/>
                                        <p:tgtEl>
                                          <p:spTgt spid="51917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7" presetClass="entr" presetSubtype="8" fill="hold" grpId="0" nodeType="clickEffect">
                                  <p:stCondLst>
                                    <p:cond delay="0"/>
                                  </p:stCondLst>
                                  <p:childTnLst>
                                    <p:set>
                                      <p:cBhvr>
                                        <p:cTn id="17" dur="1" fill="hold">
                                          <p:stCondLst>
                                            <p:cond delay="0"/>
                                          </p:stCondLst>
                                        </p:cTn>
                                        <p:tgtEl>
                                          <p:spTgt spid="519173"/>
                                        </p:tgtEl>
                                        <p:attrNameLst>
                                          <p:attrName>style.visibility</p:attrName>
                                        </p:attrNameLst>
                                      </p:cBhvr>
                                      <p:to>
                                        <p:strVal val="visible"/>
                                      </p:to>
                                    </p:set>
                                    <p:anim calcmode="lin" valueType="num">
                                      <p:cBhvr>
                                        <p:cTn id="18" dur="500" fill="hold"/>
                                        <p:tgtEl>
                                          <p:spTgt spid="519173"/>
                                        </p:tgtEl>
                                        <p:attrNameLst>
                                          <p:attrName>ppt_x</p:attrName>
                                        </p:attrNameLst>
                                      </p:cBhvr>
                                      <p:tavLst>
                                        <p:tav tm="0">
                                          <p:val>
                                            <p:strVal val="#ppt_x-#ppt_w/2"/>
                                          </p:val>
                                        </p:tav>
                                        <p:tav tm="100000">
                                          <p:val>
                                            <p:strVal val="#ppt_x"/>
                                          </p:val>
                                        </p:tav>
                                      </p:tavLst>
                                    </p:anim>
                                    <p:anim calcmode="lin" valueType="num">
                                      <p:cBhvr>
                                        <p:cTn id="19" dur="500" fill="hold"/>
                                        <p:tgtEl>
                                          <p:spTgt spid="519173"/>
                                        </p:tgtEl>
                                        <p:attrNameLst>
                                          <p:attrName>ppt_y</p:attrName>
                                        </p:attrNameLst>
                                      </p:cBhvr>
                                      <p:tavLst>
                                        <p:tav tm="0">
                                          <p:val>
                                            <p:strVal val="#ppt_y"/>
                                          </p:val>
                                        </p:tav>
                                        <p:tav tm="100000">
                                          <p:val>
                                            <p:strVal val="#ppt_y"/>
                                          </p:val>
                                        </p:tav>
                                      </p:tavLst>
                                    </p:anim>
                                    <p:anim calcmode="lin" valueType="num">
                                      <p:cBhvr>
                                        <p:cTn id="20" dur="500" fill="hold"/>
                                        <p:tgtEl>
                                          <p:spTgt spid="519173"/>
                                        </p:tgtEl>
                                        <p:attrNameLst>
                                          <p:attrName>ppt_w</p:attrName>
                                        </p:attrNameLst>
                                      </p:cBhvr>
                                      <p:tavLst>
                                        <p:tav tm="0">
                                          <p:val>
                                            <p:fltVal val="0"/>
                                          </p:val>
                                        </p:tav>
                                        <p:tav tm="100000">
                                          <p:val>
                                            <p:strVal val="#ppt_w"/>
                                          </p:val>
                                        </p:tav>
                                      </p:tavLst>
                                    </p:anim>
                                    <p:anim calcmode="lin" valueType="num">
                                      <p:cBhvr>
                                        <p:cTn id="21" dur="500" fill="hold"/>
                                        <p:tgtEl>
                                          <p:spTgt spid="519173"/>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19174"/>
                                        </p:tgtEl>
                                        <p:attrNameLst>
                                          <p:attrName>style.visibility</p:attrName>
                                        </p:attrNameLst>
                                      </p:cBhvr>
                                      <p:to>
                                        <p:strVal val="visible"/>
                                      </p:to>
                                    </p:set>
                                    <p:animEffect transition="in" filter="wipe(left)">
                                      <p:cBhvr>
                                        <p:cTn id="26" dur="500"/>
                                        <p:tgtEl>
                                          <p:spTgt spid="51917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19175"/>
                                        </p:tgtEl>
                                        <p:attrNameLst>
                                          <p:attrName>style.visibility</p:attrName>
                                        </p:attrNameLst>
                                      </p:cBhvr>
                                      <p:to>
                                        <p:strVal val="visible"/>
                                      </p:to>
                                    </p:set>
                                    <p:animEffect transition="in" filter="wipe(left)">
                                      <p:cBhvr>
                                        <p:cTn id="31" dur="500"/>
                                        <p:tgtEl>
                                          <p:spTgt spid="519175"/>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519184"/>
                                        </p:tgtEl>
                                        <p:attrNameLst>
                                          <p:attrName>style.visibility</p:attrName>
                                        </p:attrNameLst>
                                      </p:cBhvr>
                                      <p:to>
                                        <p:strVal val="visible"/>
                                      </p:to>
                                    </p:set>
                                    <p:animEffect transition="in" filter="box(out)">
                                      <p:cBhvr>
                                        <p:cTn id="36" dur="500"/>
                                        <p:tgtEl>
                                          <p:spTgt spid="519184"/>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51917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519186"/>
                                        </p:tgtEl>
                                        <p:attrNameLst>
                                          <p:attrName>style.visibility</p:attrName>
                                        </p:attrNameLst>
                                      </p:cBhvr>
                                      <p:to>
                                        <p:strVal val="visible"/>
                                      </p:to>
                                    </p:set>
                                    <p:animEffect transition="in" filter="wipe(left)">
                                      <p:cBhvr>
                                        <p:cTn id="44" dur="500"/>
                                        <p:tgtEl>
                                          <p:spTgt spid="519186"/>
                                        </p:tgtEl>
                                      </p:cBhvr>
                                    </p:animEffect>
                                  </p:childTnLst>
                                </p:cTn>
                              </p:par>
                            </p:childTnLst>
                          </p:cTn>
                        </p:par>
                        <p:par>
                          <p:cTn id="45" fill="hold">
                            <p:stCondLst>
                              <p:cond delay="500"/>
                            </p:stCondLst>
                            <p:childTnLst>
                              <p:par>
                                <p:cTn id="46" presetID="1" presetClass="entr" presetSubtype="0" fill="hold" grpId="0" nodeType="afterEffect">
                                  <p:stCondLst>
                                    <p:cond delay="0"/>
                                  </p:stCondLst>
                                  <p:childTnLst>
                                    <p:set>
                                      <p:cBhvr>
                                        <p:cTn id="47" dur="1" fill="hold">
                                          <p:stCondLst>
                                            <p:cond delay="499"/>
                                          </p:stCondLst>
                                        </p:cTn>
                                        <p:tgtEl>
                                          <p:spTgt spid="519182"/>
                                        </p:tgtEl>
                                        <p:attrNameLst>
                                          <p:attrName>style.visibility</p:attrName>
                                        </p:attrNameLst>
                                      </p:cBhvr>
                                      <p:to>
                                        <p:strVal val="visible"/>
                                      </p:to>
                                    </p:set>
                                  </p:childTnLst>
                                </p:cTn>
                              </p:par>
                            </p:childTnLst>
                          </p:cTn>
                        </p:par>
                        <p:par>
                          <p:cTn id="48" fill="hold">
                            <p:stCondLst>
                              <p:cond delay="1000"/>
                            </p:stCondLst>
                            <p:childTnLst>
                              <p:par>
                                <p:cTn id="49" presetID="1" presetClass="entr" presetSubtype="0" fill="hold" grpId="0" nodeType="afterEffect">
                                  <p:stCondLst>
                                    <p:cond delay="0"/>
                                  </p:stCondLst>
                                  <p:childTnLst>
                                    <p:set>
                                      <p:cBhvr>
                                        <p:cTn id="50" dur="1" fill="hold">
                                          <p:stCondLst>
                                            <p:cond delay="499"/>
                                          </p:stCondLst>
                                        </p:cTn>
                                        <p:tgtEl>
                                          <p:spTgt spid="519183"/>
                                        </p:tgtEl>
                                        <p:attrNameLst>
                                          <p:attrName>style.visibility</p:attrName>
                                        </p:attrNameLst>
                                      </p:cBhvr>
                                      <p:to>
                                        <p:strVal val="visible"/>
                                      </p:to>
                                    </p:set>
                                  </p:childTnLst>
                                </p:cTn>
                              </p:par>
                            </p:childTnLst>
                          </p:cTn>
                        </p:par>
                        <p:par>
                          <p:cTn id="51" fill="hold">
                            <p:stCondLst>
                              <p:cond delay="1500"/>
                            </p:stCondLst>
                            <p:childTnLst>
                              <p:par>
                                <p:cTn id="52" presetID="9" presetClass="entr" presetSubtype="0" fill="hold" grpId="0" nodeType="afterEffect">
                                  <p:stCondLst>
                                    <p:cond delay="0"/>
                                  </p:stCondLst>
                                  <p:childTnLst>
                                    <p:set>
                                      <p:cBhvr>
                                        <p:cTn id="53" dur="1" fill="hold">
                                          <p:stCondLst>
                                            <p:cond delay="0"/>
                                          </p:stCondLst>
                                        </p:cTn>
                                        <p:tgtEl>
                                          <p:spTgt spid="519187"/>
                                        </p:tgtEl>
                                        <p:attrNameLst>
                                          <p:attrName>style.visibility</p:attrName>
                                        </p:attrNameLst>
                                      </p:cBhvr>
                                      <p:to>
                                        <p:strVal val="visible"/>
                                      </p:to>
                                    </p:set>
                                    <p:animEffect transition="in" filter="dissolve">
                                      <p:cBhvr>
                                        <p:cTn id="54" dur="500"/>
                                        <p:tgtEl>
                                          <p:spTgt spid="519187"/>
                                        </p:tgtEl>
                                      </p:cBhvr>
                                    </p:animEffect>
                                  </p:childTnLst>
                                </p:cTn>
                              </p:par>
                            </p:childTnLst>
                          </p:cTn>
                        </p:par>
                        <p:par>
                          <p:cTn id="55" fill="hold">
                            <p:stCondLst>
                              <p:cond delay="2000"/>
                            </p:stCondLst>
                            <p:childTnLst>
                              <p:par>
                                <p:cTn id="56" presetID="1" presetClass="entr" presetSubtype="0" fill="hold" grpId="0" nodeType="afterEffect">
                                  <p:stCondLst>
                                    <p:cond delay="0"/>
                                  </p:stCondLst>
                                  <p:childTnLst>
                                    <p:set>
                                      <p:cBhvr>
                                        <p:cTn id="57" dur="1" fill="hold">
                                          <p:stCondLst>
                                            <p:cond delay="499"/>
                                          </p:stCondLst>
                                        </p:cTn>
                                        <p:tgtEl>
                                          <p:spTgt spid="519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2" grpId="0" autoUpdateAnimBg="0"/>
      <p:bldP spid="519173" grpId="0" autoUpdateAnimBg="0"/>
      <p:bldP spid="519174" grpId="0" autoUpdateAnimBg="0"/>
      <p:bldP spid="519175" grpId="0" autoUpdateAnimBg="0"/>
      <p:bldP spid="519182" grpId="0" autoUpdateAnimBg="0"/>
      <p:bldP spid="519183" grpId="0" autoUpdateAnimBg="0"/>
      <p:bldP spid="519184" grpId="0" autoUpdateAnimBg="0"/>
      <p:bldP spid="519187" grpId="0" autoUpdateAnimBg="0"/>
      <p:bldP spid="519188"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3011051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61645" y="928370"/>
            <a:ext cx="8220075" cy="500062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76250" y="1009650"/>
            <a:ext cx="8191500" cy="48387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394970" y="838200"/>
            <a:ext cx="8353425" cy="51816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4425950" y="1374231"/>
          <a:ext cx="4718050" cy="2952750"/>
        </p:xfrm>
        <a:graphic>
          <a:graphicData uri="http://schemas.openxmlformats.org/presentationml/2006/ole">
            <mc:AlternateContent xmlns:mc="http://schemas.openxmlformats.org/markup-compatibility/2006">
              <mc:Choice xmlns:v="urn:schemas-microsoft-com:vml" Requires="v">
                <p:oleObj name="Visio" r:id="rId3" imgW="2762885" imgH="1838325" progId="Visio.Drawing.15">
                  <p:embed/>
                </p:oleObj>
              </mc:Choice>
              <mc:Fallback>
                <p:oleObj name="Visio" r:id="rId3" imgW="2762885" imgH="1838325" progId="Visio.Drawing.15">
                  <p:embed/>
                  <p:pic>
                    <p:nvPicPr>
                      <p:cNvPr id="0" name="图片 18687"/>
                      <p:cNvPicPr/>
                      <p:nvPr/>
                    </p:nvPicPr>
                    <p:blipFill>
                      <a:blip r:embed="rId4"/>
                      <a:stretch>
                        <a:fillRect/>
                      </a:stretch>
                    </p:blipFill>
                    <p:spPr>
                      <a:xfrm>
                        <a:off x="4425950" y="1374231"/>
                        <a:ext cx="4718050" cy="2952750"/>
                      </a:xfrm>
                      <a:prstGeom prst="rect">
                        <a:avLst/>
                      </a:prstGeom>
                    </p:spPr>
                  </p:pic>
                </p:oleObj>
              </mc:Fallback>
            </mc:AlternateContent>
          </a:graphicData>
        </a:graphic>
      </p:graphicFrame>
      <p:sp>
        <p:nvSpPr>
          <p:cNvPr id="7" name="Text Box 2"/>
          <p:cNvSpPr txBox="1">
            <a:spLocks noChangeArrowheads="1"/>
          </p:cNvSpPr>
          <p:nvPr/>
        </p:nvSpPr>
        <p:spPr bwMode="auto">
          <a:xfrm>
            <a:off x="929700" y="309109"/>
            <a:ext cx="8033177" cy="1384995"/>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spcBef>
                <a:spcPct val="0"/>
              </a:spcBef>
            </a:pPr>
            <a:r>
              <a:rPr kumimoji="1" lang="zh-CN" altLang="en-US" sz="2800" b="1" dirty="0">
                <a:latin typeface="Times New Roman" panose="02020603050405020304" pitchFamily="18" charset="0"/>
                <a:ea typeface="楷体" panose="02010609060101010101" charset="-122"/>
              </a:rPr>
              <a:t>图示电路中，运算放大器视为理想的，且工作在线性区。（</a:t>
            </a:r>
            <a:r>
              <a:rPr kumimoji="1" lang="en-US" altLang="zh-CN" sz="2800" b="1" dirty="0">
                <a:latin typeface="Times New Roman" panose="02020603050405020304" pitchFamily="18" charset="0"/>
                <a:ea typeface="楷体" panose="02010609060101010101" charset="-122"/>
              </a:rPr>
              <a:t>1</a:t>
            </a:r>
            <a:r>
              <a:rPr kumimoji="1" lang="zh-CN" altLang="en-US" sz="2800" b="1" dirty="0">
                <a:latin typeface="Times New Roman" panose="02020603050405020304" pitchFamily="18" charset="0"/>
                <a:ea typeface="楷体" panose="02010609060101010101" charset="-122"/>
              </a:rPr>
              <a:t>）计算输出电压</a:t>
            </a:r>
            <a:r>
              <a:rPr kumimoji="1" lang="en-US" altLang="zh-CN" sz="2800" b="1" i="1" dirty="0" err="1">
                <a:latin typeface="Times New Roman" panose="02020603050405020304" pitchFamily="18" charset="0"/>
                <a:ea typeface="楷体" panose="02010609060101010101" charset="-122"/>
              </a:rPr>
              <a:t>u</a:t>
            </a:r>
            <a:r>
              <a:rPr kumimoji="1" lang="en-US" altLang="zh-CN" sz="2800" b="1" baseline="-25000" dirty="0" err="1">
                <a:latin typeface="Times New Roman" panose="02020603050405020304" pitchFamily="18" charset="0"/>
                <a:ea typeface="楷体" panose="02010609060101010101" charset="-122"/>
              </a:rPr>
              <a:t>o</a:t>
            </a:r>
            <a:r>
              <a:rPr kumimoji="1" lang="zh-CN" altLang="en-US" sz="2800" b="1" dirty="0">
                <a:latin typeface="Times New Roman" panose="02020603050405020304" pitchFamily="18" charset="0"/>
                <a:ea typeface="楷体" panose="02010609060101010101" charset="-122"/>
              </a:rPr>
              <a:t>；（</a:t>
            </a:r>
            <a:r>
              <a:rPr kumimoji="1" lang="en-US" altLang="zh-CN" sz="2800" b="1" dirty="0">
                <a:latin typeface="Times New Roman" panose="02020603050405020304" pitchFamily="18" charset="0"/>
                <a:ea typeface="楷体" panose="02010609060101010101" charset="-122"/>
              </a:rPr>
              <a:t>2</a:t>
            </a:r>
            <a:r>
              <a:rPr kumimoji="1" lang="zh-CN" altLang="en-US" sz="2800" b="1" dirty="0">
                <a:latin typeface="Times New Roman" panose="02020603050405020304" pitchFamily="18" charset="0"/>
                <a:ea typeface="楷体" panose="02010609060101010101" charset="-122"/>
              </a:rPr>
              <a:t>）将</a:t>
            </a:r>
            <a:r>
              <a:rPr kumimoji="1" lang="en-US" altLang="zh-CN" sz="2800" b="1" dirty="0">
                <a:latin typeface="Times New Roman" panose="02020603050405020304" pitchFamily="18" charset="0"/>
                <a:ea typeface="楷体" panose="02010609060101010101" charset="-122"/>
              </a:rPr>
              <a:t>100kΩ</a:t>
            </a:r>
            <a:r>
              <a:rPr kumimoji="1" lang="zh-CN" altLang="en-US" sz="2800" b="1" dirty="0">
                <a:latin typeface="Times New Roman" panose="02020603050405020304" pitchFamily="18" charset="0"/>
                <a:ea typeface="楷体" panose="02010609060101010101" charset="-122"/>
              </a:rPr>
              <a:t>电阻断开，再计算</a:t>
            </a:r>
            <a:r>
              <a:rPr kumimoji="1" lang="en-US" altLang="zh-CN" sz="2800" b="1" i="1" dirty="0" err="1">
                <a:latin typeface="Times New Roman" panose="02020603050405020304" pitchFamily="18" charset="0"/>
                <a:ea typeface="楷体" panose="02010609060101010101" charset="-122"/>
              </a:rPr>
              <a:t>u</a:t>
            </a:r>
            <a:r>
              <a:rPr kumimoji="1" lang="en-US" altLang="zh-CN" sz="2800" b="1" baseline="-25000" dirty="0" err="1">
                <a:latin typeface="Times New Roman" panose="02020603050405020304" pitchFamily="18" charset="0"/>
                <a:ea typeface="楷体" panose="02010609060101010101" charset="-122"/>
              </a:rPr>
              <a:t>o</a:t>
            </a:r>
            <a:r>
              <a:rPr kumimoji="1" lang="en-US" altLang="zh-CN" sz="2800" b="1" baseline="-25000" dirty="0">
                <a:latin typeface="Times New Roman" panose="02020603050405020304" pitchFamily="18" charset="0"/>
                <a:ea typeface="楷体" panose="02010609060101010101" charset="-122"/>
              </a:rPr>
              <a:t> </a:t>
            </a:r>
            <a:r>
              <a:rPr kumimoji="1" lang="zh-CN" altLang="en-US" sz="2800" b="1" dirty="0">
                <a:latin typeface="Times New Roman" panose="02020603050405020304" pitchFamily="18" charset="0"/>
                <a:ea typeface="楷体" panose="02010609060101010101" charset="-122"/>
              </a:rPr>
              <a:t>。</a:t>
            </a:r>
          </a:p>
        </p:txBody>
      </p:sp>
      <p:sp>
        <p:nvSpPr>
          <p:cNvPr id="8" name="文本框 7"/>
          <p:cNvSpPr txBox="1"/>
          <p:nvPr/>
        </p:nvSpPr>
        <p:spPr>
          <a:xfrm>
            <a:off x="204004" y="363234"/>
            <a:ext cx="725696"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5</a:t>
            </a:r>
            <a:endParaRPr lang="zh-CN" altLang="en-US" sz="2800" b="1" dirty="0">
              <a:solidFill>
                <a:srgbClr val="FF0000"/>
              </a:solidFill>
            </a:endParaRPr>
          </a:p>
        </p:txBody>
      </p:sp>
      <p:sp>
        <p:nvSpPr>
          <p:cNvPr id="9" name="文本框 8"/>
          <p:cNvSpPr txBox="1"/>
          <p:nvPr/>
        </p:nvSpPr>
        <p:spPr>
          <a:xfrm>
            <a:off x="204004" y="1763531"/>
            <a:ext cx="504056" cy="523220"/>
          </a:xfrm>
          <a:prstGeom prst="rect">
            <a:avLst/>
          </a:prstGeom>
          <a:solidFill>
            <a:schemeClr val="bg1">
              <a:lumMod val="85000"/>
            </a:schemeClr>
          </a:solidFill>
        </p:spPr>
        <p:txBody>
          <a:bodyPr wrap="square">
            <a:spAutoFit/>
          </a:bodyPr>
          <a:lstStyle/>
          <a:p>
            <a:r>
              <a:rPr lang="zh-CN" altLang="en-US" sz="2800" b="1" dirty="0">
                <a:solidFill>
                  <a:srgbClr val="3333CC"/>
                </a:solidFill>
                <a:latin typeface="Times New Roman" panose="02020603050405020304" pitchFamily="18" charset="0"/>
                <a:ea typeface="楷体" panose="02010609060101010101" charset="-122"/>
              </a:rPr>
              <a:t>解</a:t>
            </a:r>
            <a:endParaRPr lang="zh-CN" altLang="en-US" sz="2800" b="1" dirty="0">
              <a:solidFill>
                <a:srgbClr val="3333CC"/>
              </a:solidFill>
            </a:endParaRPr>
          </a:p>
        </p:txBody>
      </p:sp>
      <p:sp>
        <p:nvSpPr>
          <p:cNvPr id="11" name="文本框 10"/>
          <p:cNvSpPr txBox="1"/>
          <p:nvPr/>
        </p:nvSpPr>
        <p:spPr>
          <a:xfrm>
            <a:off x="767584" y="1763531"/>
            <a:ext cx="4483797" cy="523220"/>
          </a:xfrm>
          <a:prstGeom prst="rect">
            <a:avLst/>
          </a:prstGeom>
          <a:noFill/>
        </p:spPr>
        <p:txBody>
          <a:bodyPr wrap="square" rtlCol="0">
            <a:spAutoFit/>
          </a:bodyPr>
          <a:lstStyle/>
          <a:p>
            <a:r>
              <a:rPr lang="zh-CN" altLang="en-US" sz="2800" b="1" dirty="0">
                <a:solidFill>
                  <a:srgbClr val="FF0000"/>
                </a:solidFill>
                <a:latin typeface="Times New Roman" panose="02020603050405020304" pitchFamily="18" charset="0"/>
                <a:ea typeface="楷体" panose="02010609060101010101" charset="-122"/>
              </a:rPr>
              <a:t>考察“虚短、虚断” 特性</a:t>
            </a:r>
            <a:endParaRPr lang="en-US" altLang="zh-CN" sz="2800" b="1" dirty="0">
              <a:solidFill>
                <a:srgbClr val="FF0000"/>
              </a:solidFill>
              <a:latin typeface="Times New Roman" panose="02020603050405020304" pitchFamily="18" charset="0"/>
              <a:ea typeface="楷体" panose="02010609060101010101" charset="-122"/>
            </a:endParaRPr>
          </a:p>
        </p:txBody>
      </p:sp>
      <p:graphicFrame>
        <p:nvGraphicFramePr>
          <p:cNvPr id="12" name="对象 11"/>
          <p:cNvGraphicFramePr>
            <a:graphicFrameLocks noChangeAspect="1"/>
          </p:cNvGraphicFramePr>
          <p:nvPr/>
        </p:nvGraphicFramePr>
        <p:xfrm>
          <a:off x="929700" y="2413472"/>
          <a:ext cx="1422400" cy="393700"/>
        </p:xfrm>
        <a:graphic>
          <a:graphicData uri="http://schemas.openxmlformats.org/presentationml/2006/ole">
            <mc:AlternateContent xmlns:mc="http://schemas.openxmlformats.org/markup-compatibility/2006">
              <mc:Choice xmlns:v="urn:schemas-microsoft-com:vml" Requires="v">
                <p:oleObj name="Equation" r:id="rId5" imgW="34137600" imgH="9448800" progId="Equation.DSMT4">
                  <p:embed/>
                </p:oleObj>
              </mc:Choice>
              <mc:Fallback>
                <p:oleObj name="Equation" r:id="rId5" imgW="34137600" imgH="9448800" progId="Equation.DSMT4">
                  <p:embed/>
                  <p:pic>
                    <p:nvPicPr>
                      <p:cNvPr id="0" name="对象 13"/>
                      <p:cNvPicPr/>
                      <p:nvPr/>
                    </p:nvPicPr>
                    <p:blipFill>
                      <a:blip r:embed="rId6"/>
                      <a:stretch>
                        <a:fillRect/>
                      </a:stretch>
                    </p:blipFill>
                    <p:spPr>
                      <a:xfrm>
                        <a:off x="929700" y="2413472"/>
                        <a:ext cx="1422400" cy="393700"/>
                      </a:xfrm>
                      <a:prstGeom prst="rect">
                        <a:avLst/>
                      </a:prstGeom>
                    </p:spPr>
                  </p:pic>
                </p:oleObj>
              </mc:Fallback>
            </mc:AlternateContent>
          </a:graphicData>
        </a:graphic>
      </p:graphicFrame>
      <p:grpSp>
        <p:nvGrpSpPr>
          <p:cNvPr id="17" name="组合 16"/>
          <p:cNvGrpSpPr/>
          <p:nvPr/>
        </p:nvGrpSpPr>
        <p:grpSpPr>
          <a:xfrm>
            <a:off x="5918096" y="2079032"/>
            <a:ext cx="1464221" cy="1041032"/>
            <a:chOff x="5918096" y="1997026"/>
            <a:chExt cx="1464221" cy="1041032"/>
          </a:xfrm>
        </p:grpSpPr>
        <p:sp>
          <p:nvSpPr>
            <p:cNvPr id="13" name="文本框 12"/>
            <p:cNvSpPr txBox="1"/>
            <p:nvPr/>
          </p:nvSpPr>
          <p:spPr>
            <a:xfrm>
              <a:off x="6034356" y="1997026"/>
              <a:ext cx="300082" cy="369332"/>
            </a:xfrm>
            <a:prstGeom prst="rect">
              <a:avLst/>
            </a:prstGeom>
            <a:noFill/>
          </p:spPr>
          <p:txBody>
            <a:bodyPr wrap="none"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a</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14" name="文本框 13"/>
            <p:cNvSpPr txBox="1"/>
            <p:nvPr/>
          </p:nvSpPr>
          <p:spPr>
            <a:xfrm>
              <a:off x="5918096" y="2668726"/>
              <a:ext cx="312906" cy="369332"/>
            </a:xfrm>
            <a:prstGeom prst="rect">
              <a:avLst/>
            </a:prstGeom>
            <a:noFill/>
          </p:spPr>
          <p:txBody>
            <a:bodyPr wrap="none"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b</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15" name="文本框 14"/>
            <p:cNvSpPr txBox="1"/>
            <p:nvPr/>
          </p:nvSpPr>
          <p:spPr>
            <a:xfrm>
              <a:off x="6953359" y="2650596"/>
              <a:ext cx="312906" cy="369332"/>
            </a:xfrm>
            <a:prstGeom prst="rect">
              <a:avLst/>
            </a:prstGeom>
            <a:noFill/>
          </p:spPr>
          <p:txBody>
            <a:bodyPr wrap="none"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d</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16" name="文本框 15"/>
            <p:cNvSpPr txBox="1"/>
            <p:nvPr/>
          </p:nvSpPr>
          <p:spPr>
            <a:xfrm>
              <a:off x="7095059" y="2190757"/>
              <a:ext cx="287258" cy="369332"/>
            </a:xfrm>
            <a:prstGeom prst="rect">
              <a:avLst/>
            </a:prstGeom>
            <a:noFill/>
          </p:spPr>
          <p:txBody>
            <a:bodyPr wrap="none"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c</a:t>
              </a:r>
              <a:endParaRPr lang="zh-CN" altLang="en-US" b="1" dirty="0">
                <a:solidFill>
                  <a:srgbClr val="FF0000"/>
                </a:solidFill>
                <a:latin typeface="Times New Roman" panose="02020603050405020304" pitchFamily="18" charset="0"/>
                <a:cs typeface="Times New Roman" panose="02020603050405020304" pitchFamily="18" charset="0"/>
              </a:endParaRPr>
            </a:p>
          </p:txBody>
        </p:sp>
      </p:grpSp>
      <p:graphicFrame>
        <p:nvGraphicFramePr>
          <p:cNvPr id="19" name="对象 18"/>
          <p:cNvGraphicFramePr>
            <a:graphicFrameLocks noChangeAspect="1"/>
          </p:cNvGraphicFramePr>
          <p:nvPr/>
        </p:nvGraphicFramePr>
        <p:xfrm>
          <a:off x="2944813" y="2413000"/>
          <a:ext cx="901700" cy="393700"/>
        </p:xfrm>
        <a:graphic>
          <a:graphicData uri="http://schemas.openxmlformats.org/presentationml/2006/ole">
            <mc:AlternateContent xmlns:mc="http://schemas.openxmlformats.org/markup-compatibility/2006">
              <mc:Choice xmlns:v="urn:schemas-microsoft-com:vml" Requires="v">
                <p:oleObj name="Equation" r:id="rId7" imgW="21640800" imgH="9448800" progId="Equation.DSMT4">
                  <p:embed/>
                </p:oleObj>
              </mc:Choice>
              <mc:Fallback>
                <p:oleObj name="Equation" r:id="rId7" imgW="21640800" imgH="9448800" progId="Equation.DSMT4">
                  <p:embed/>
                  <p:pic>
                    <p:nvPicPr>
                      <p:cNvPr id="0" name="图片 18689"/>
                      <p:cNvPicPr/>
                      <p:nvPr/>
                    </p:nvPicPr>
                    <p:blipFill>
                      <a:blip r:embed="rId8"/>
                      <a:stretch>
                        <a:fillRect/>
                      </a:stretch>
                    </p:blipFill>
                    <p:spPr>
                      <a:xfrm>
                        <a:off x="2944813" y="2413000"/>
                        <a:ext cx="901700" cy="393700"/>
                      </a:xfrm>
                      <a:prstGeom prst="rect">
                        <a:avLst/>
                      </a:prstGeom>
                    </p:spPr>
                  </p:pic>
                </p:oleObj>
              </mc:Fallback>
            </mc:AlternateContent>
          </a:graphicData>
        </a:graphic>
      </p:graphicFrame>
      <p:sp>
        <p:nvSpPr>
          <p:cNvPr id="20" name="文本框 19"/>
          <p:cNvSpPr txBox="1"/>
          <p:nvPr/>
        </p:nvSpPr>
        <p:spPr>
          <a:xfrm>
            <a:off x="482574" y="2905780"/>
            <a:ext cx="735100" cy="523220"/>
          </a:xfrm>
          <a:prstGeom prst="rect">
            <a:avLst/>
          </a:prstGeom>
          <a:noFill/>
        </p:spPr>
        <p:txBody>
          <a:bodyPr wrap="square">
            <a:spAutoFit/>
          </a:bodyPr>
          <a:lstStyle/>
          <a:p>
            <a:r>
              <a:rPr lang="zh-CN" altLang="en-US" sz="2800" dirty="0">
                <a:solidFill>
                  <a:srgbClr val="3333CC"/>
                </a:solidFill>
                <a:latin typeface="Times New Roman" panose="02020603050405020304" pitchFamily="18" charset="0"/>
                <a:ea typeface="楷体" panose="02010609060101010101" charset="-122"/>
                <a:cs typeface="Times New Roman" panose="02020603050405020304" pitchFamily="18" charset="0"/>
              </a:rPr>
              <a:t>（</a:t>
            </a:r>
            <a:r>
              <a:rPr lang="en-US" altLang="zh-CN" sz="2800" dirty="0">
                <a:solidFill>
                  <a:srgbClr val="3333CC"/>
                </a:solidFill>
                <a:latin typeface="Times New Roman" panose="02020603050405020304" pitchFamily="18" charset="0"/>
                <a:ea typeface="楷体" panose="02010609060101010101" charset="-122"/>
                <a:cs typeface="Times New Roman" panose="02020603050405020304" pitchFamily="18" charset="0"/>
              </a:rPr>
              <a:t>1</a:t>
            </a:r>
            <a:r>
              <a:rPr lang="zh-CN" altLang="en-US" sz="2800" dirty="0">
                <a:solidFill>
                  <a:srgbClr val="3333CC"/>
                </a:solidFill>
                <a:latin typeface="Times New Roman" panose="02020603050405020304" pitchFamily="18" charset="0"/>
                <a:ea typeface="楷体" panose="02010609060101010101" charset="-122"/>
                <a:cs typeface="Times New Roman" panose="02020603050405020304" pitchFamily="18" charset="0"/>
              </a:rPr>
              <a:t>）</a:t>
            </a:r>
            <a:endParaRPr lang="zh-CN" altLang="en-US" sz="2800" dirty="0">
              <a:solidFill>
                <a:srgbClr val="3333CC"/>
              </a:solidFill>
              <a:latin typeface="Times New Roman" panose="02020603050405020304" pitchFamily="18" charset="0"/>
              <a:cs typeface="Times New Roman" panose="02020603050405020304" pitchFamily="18" charset="0"/>
            </a:endParaRPr>
          </a:p>
        </p:txBody>
      </p:sp>
      <p:graphicFrame>
        <p:nvGraphicFramePr>
          <p:cNvPr id="21" name="对象 20"/>
          <p:cNvGraphicFramePr>
            <a:graphicFrameLocks noChangeAspect="1"/>
          </p:cNvGraphicFramePr>
          <p:nvPr/>
        </p:nvGraphicFramePr>
        <p:xfrm>
          <a:off x="1498773" y="3035300"/>
          <a:ext cx="2438400" cy="787400"/>
        </p:xfrm>
        <a:graphic>
          <a:graphicData uri="http://schemas.openxmlformats.org/presentationml/2006/ole">
            <mc:AlternateContent xmlns:mc="http://schemas.openxmlformats.org/markup-compatibility/2006">
              <mc:Choice xmlns:v="urn:schemas-microsoft-com:vml" Requires="v">
                <p:oleObj name="Equation" r:id="rId9" imgW="58521600" imgH="18897600" progId="Equation.DSMT4">
                  <p:embed/>
                </p:oleObj>
              </mc:Choice>
              <mc:Fallback>
                <p:oleObj name="Equation" r:id="rId9" imgW="58521600" imgH="18897600" progId="Equation.DSMT4">
                  <p:embed/>
                  <p:pic>
                    <p:nvPicPr>
                      <p:cNvPr id="0" name="图片 18690"/>
                      <p:cNvPicPr/>
                      <p:nvPr/>
                    </p:nvPicPr>
                    <p:blipFill>
                      <a:blip r:embed="rId10"/>
                      <a:stretch>
                        <a:fillRect/>
                      </a:stretch>
                    </p:blipFill>
                    <p:spPr>
                      <a:xfrm>
                        <a:off x="1498773" y="3035300"/>
                        <a:ext cx="2438400" cy="787400"/>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1498773" y="4050828"/>
          <a:ext cx="1638300" cy="787400"/>
        </p:xfrm>
        <a:graphic>
          <a:graphicData uri="http://schemas.openxmlformats.org/presentationml/2006/ole">
            <mc:AlternateContent xmlns:mc="http://schemas.openxmlformats.org/markup-compatibility/2006">
              <mc:Choice xmlns:v="urn:schemas-microsoft-com:vml" Requires="v">
                <p:oleObj name="Equation" r:id="rId11" imgW="39319200" imgH="18897600" progId="Equation.DSMT4">
                  <p:embed/>
                </p:oleObj>
              </mc:Choice>
              <mc:Fallback>
                <p:oleObj name="Equation" r:id="rId11" imgW="39319200" imgH="18897600" progId="Equation.DSMT4">
                  <p:embed/>
                  <p:pic>
                    <p:nvPicPr>
                      <p:cNvPr id="0" name="图片 18691"/>
                      <p:cNvPicPr/>
                      <p:nvPr/>
                    </p:nvPicPr>
                    <p:blipFill>
                      <a:blip r:embed="rId12"/>
                      <a:stretch>
                        <a:fillRect/>
                      </a:stretch>
                    </p:blipFill>
                    <p:spPr>
                      <a:xfrm>
                        <a:off x="1498773" y="4050828"/>
                        <a:ext cx="1638300" cy="787400"/>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3486150" y="4235450"/>
          <a:ext cx="1879600" cy="393700"/>
        </p:xfrm>
        <a:graphic>
          <a:graphicData uri="http://schemas.openxmlformats.org/presentationml/2006/ole">
            <mc:AlternateContent xmlns:mc="http://schemas.openxmlformats.org/markup-compatibility/2006">
              <mc:Choice xmlns:v="urn:schemas-microsoft-com:vml" Requires="v">
                <p:oleObj name="Equation" r:id="rId13" imgW="45110400" imgH="9448800" progId="Equation.DSMT4">
                  <p:embed/>
                </p:oleObj>
              </mc:Choice>
              <mc:Fallback>
                <p:oleObj name="Equation" r:id="rId13" imgW="45110400" imgH="9448800" progId="Equation.DSMT4">
                  <p:embed/>
                  <p:pic>
                    <p:nvPicPr>
                      <p:cNvPr id="0" name="图片 18692"/>
                      <p:cNvPicPr/>
                      <p:nvPr/>
                    </p:nvPicPr>
                    <p:blipFill>
                      <a:blip r:embed="rId14"/>
                      <a:stretch>
                        <a:fillRect/>
                      </a:stretch>
                    </p:blipFill>
                    <p:spPr>
                      <a:xfrm>
                        <a:off x="3486150" y="4235450"/>
                        <a:ext cx="1879600" cy="393700"/>
                      </a:xfrm>
                      <a:prstGeom prst="rect">
                        <a:avLst/>
                      </a:prstGeom>
                    </p:spPr>
                  </p:pic>
                </p:oleObj>
              </mc:Fallback>
            </mc:AlternateContent>
          </a:graphicData>
        </a:graphic>
      </p:graphicFrame>
      <p:sp>
        <p:nvSpPr>
          <p:cNvPr id="25" name="文本框 24"/>
          <p:cNvSpPr txBox="1"/>
          <p:nvPr/>
        </p:nvSpPr>
        <p:spPr>
          <a:xfrm>
            <a:off x="456032" y="4931048"/>
            <a:ext cx="735100" cy="523220"/>
          </a:xfrm>
          <a:prstGeom prst="rect">
            <a:avLst/>
          </a:prstGeom>
          <a:noFill/>
        </p:spPr>
        <p:txBody>
          <a:bodyPr wrap="square">
            <a:spAutoFit/>
          </a:bodyPr>
          <a:lstStyle/>
          <a:p>
            <a:r>
              <a:rPr lang="zh-CN" altLang="en-US" sz="2800" dirty="0">
                <a:solidFill>
                  <a:srgbClr val="3333CC"/>
                </a:solidFill>
                <a:latin typeface="Times New Roman" panose="02020603050405020304" pitchFamily="18" charset="0"/>
                <a:ea typeface="楷体" panose="02010609060101010101" charset="-122"/>
                <a:cs typeface="Times New Roman" panose="02020603050405020304" pitchFamily="18" charset="0"/>
              </a:rPr>
              <a:t>（</a:t>
            </a:r>
            <a:r>
              <a:rPr lang="en-US" altLang="zh-CN" sz="2800" dirty="0">
                <a:solidFill>
                  <a:srgbClr val="3333CC"/>
                </a:solidFill>
                <a:latin typeface="Times New Roman" panose="02020603050405020304" pitchFamily="18" charset="0"/>
                <a:ea typeface="楷体" panose="02010609060101010101" charset="-122"/>
                <a:cs typeface="Times New Roman" panose="02020603050405020304" pitchFamily="18" charset="0"/>
              </a:rPr>
              <a:t>2</a:t>
            </a:r>
            <a:r>
              <a:rPr lang="zh-CN" altLang="en-US" sz="2800" dirty="0">
                <a:solidFill>
                  <a:srgbClr val="3333CC"/>
                </a:solidFill>
                <a:latin typeface="Times New Roman" panose="02020603050405020304" pitchFamily="18" charset="0"/>
                <a:ea typeface="楷体" panose="02010609060101010101" charset="-122"/>
                <a:cs typeface="Times New Roman" panose="02020603050405020304" pitchFamily="18" charset="0"/>
              </a:rPr>
              <a:t>）</a:t>
            </a:r>
            <a:endParaRPr lang="zh-CN" altLang="en-US" sz="2800" dirty="0">
              <a:solidFill>
                <a:srgbClr val="3333CC"/>
              </a:solidFill>
              <a:latin typeface="Times New Roman" panose="02020603050405020304" pitchFamily="18" charset="0"/>
              <a:cs typeface="Times New Roman" panose="02020603050405020304" pitchFamily="18" charset="0"/>
            </a:endParaRPr>
          </a:p>
        </p:txBody>
      </p:sp>
      <p:sp>
        <p:nvSpPr>
          <p:cNvPr id="27" name="文本框 26"/>
          <p:cNvSpPr txBox="1"/>
          <p:nvPr/>
        </p:nvSpPr>
        <p:spPr>
          <a:xfrm>
            <a:off x="1240192" y="4931048"/>
            <a:ext cx="4314650" cy="523220"/>
          </a:xfrm>
          <a:prstGeom prst="rect">
            <a:avLst/>
          </a:prstGeom>
          <a:noFill/>
        </p:spPr>
        <p:txBody>
          <a:bodyPr wrap="square">
            <a:spAutoFit/>
          </a:bodyPr>
          <a:lstStyle/>
          <a:p>
            <a:r>
              <a:rPr lang="zh-CN" altLang="en-US" sz="2800" dirty="0">
                <a:solidFill>
                  <a:srgbClr val="3333CC"/>
                </a:solidFill>
                <a:latin typeface="楷体" panose="02010609060101010101" charset="-122"/>
                <a:ea typeface="楷体" panose="02010609060101010101" charset="-122"/>
                <a:cs typeface="Times New Roman" panose="02020603050405020304" pitchFamily="18" charset="0"/>
              </a:rPr>
              <a:t>放大电路的级联</a:t>
            </a:r>
          </a:p>
        </p:txBody>
      </p:sp>
      <p:graphicFrame>
        <p:nvGraphicFramePr>
          <p:cNvPr id="28" name="对象 27"/>
          <p:cNvGraphicFramePr>
            <a:graphicFrameLocks noChangeAspect="1"/>
          </p:cNvGraphicFramePr>
          <p:nvPr/>
        </p:nvGraphicFramePr>
        <p:xfrm>
          <a:off x="1394011" y="5525664"/>
          <a:ext cx="1384300" cy="787400"/>
        </p:xfrm>
        <a:graphic>
          <a:graphicData uri="http://schemas.openxmlformats.org/presentationml/2006/ole">
            <mc:AlternateContent xmlns:mc="http://schemas.openxmlformats.org/markup-compatibility/2006">
              <mc:Choice xmlns:v="urn:schemas-microsoft-com:vml" Requires="v">
                <p:oleObj name="Equation" r:id="rId15" imgW="33223200" imgH="18897600" progId="Equation.DSMT4">
                  <p:embed/>
                </p:oleObj>
              </mc:Choice>
              <mc:Fallback>
                <p:oleObj name="Equation" r:id="rId15" imgW="33223200" imgH="18897600" progId="Equation.DSMT4">
                  <p:embed/>
                  <p:pic>
                    <p:nvPicPr>
                      <p:cNvPr id="0" name="图片 18693"/>
                      <p:cNvPicPr/>
                      <p:nvPr/>
                    </p:nvPicPr>
                    <p:blipFill>
                      <a:blip r:embed="rId16"/>
                      <a:stretch>
                        <a:fillRect/>
                      </a:stretch>
                    </p:blipFill>
                    <p:spPr>
                      <a:xfrm>
                        <a:off x="1394011" y="5525664"/>
                        <a:ext cx="1384300" cy="787400"/>
                      </a:xfrm>
                      <a:prstGeom prst="rect">
                        <a:avLst/>
                      </a:prstGeom>
                    </p:spPr>
                  </p:pic>
                </p:oleObj>
              </mc:Fallback>
            </mc:AlternateContent>
          </a:graphicData>
        </a:graphic>
      </p:graphicFrame>
      <p:graphicFrame>
        <p:nvGraphicFramePr>
          <p:cNvPr id="30" name="对象 29"/>
          <p:cNvGraphicFramePr>
            <a:graphicFrameLocks noChangeAspect="1"/>
          </p:cNvGraphicFramePr>
          <p:nvPr/>
        </p:nvGraphicFramePr>
        <p:xfrm>
          <a:off x="3111748" y="5722514"/>
          <a:ext cx="1612900" cy="393700"/>
        </p:xfrm>
        <a:graphic>
          <a:graphicData uri="http://schemas.openxmlformats.org/presentationml/2006/ole">
            <mc:AlternateContent xmlns:mc="http://schemas.openxmlformats.org/markup-compatibility/2006">
              <mc:Choice xmlns:v="urn:schemas-microsoft-com:vml" Requires="v">
                <p:oleObj name="Equation" r:id="rId17" imgW="38709600" imgH="9448800" progId="Equation.DSMT4">
                  <p:embed/>
                </p:oleObj>
              </mc:Choice>
              <mc:Fallback>
                <p:oleObj name="Equation" r:id="rId17" imgW="38709600" imgH="9448800" progId="Equation.DSMT4">
                  <p:embed/>
                  <p:pic>
                    <p:nvPicPr>
                      <p:cNvPr id="0" name="图片 18694"/>
                      <p:cNvPicPr/>
                      <p:nvPr/>
                    </p:nvPicPr>
                    <p:blipFill>
                      <a:blip r:embed="rId18"/>
                      <a:stretch>
                        <a:fillRect/>
                      </a:stretch>
                    </p:blipFill>
                    <p:spPr>
                      <a:xfrm>
                        <a:off x="3111748" y="5722514"/>
                        <a:ext cx="1612900" cy="393700"/>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5188788" y="5525664"/>
          <a:ext cx="1638300" cy="787400"/>
        </p:xfrm>
        <a:graphic>
          <a:graphicData uri="http://schemas.openxmlformats.org/presentationml/2006/ole">
            <mc:AlternateContent xmlns:mc="http://schemas.openxmlformats.org/markup-compatibility/2006">
              <mc:Choice xmlns:v="urn:schemas-microsoft-com:vml" Requires="v">
                <p:oleObj name="Equation" r:id="rId19" imgW="39319200" imgH="18897600" progId="Equation.DSMT4">
                  <p:embed/>
                </p:oleObj>
              </mc:Choice>
              <mc:Fallback>
                <p:oleObj name="Equation" r:id="rId19" imgW="39319200" imgH="18897600" progId="Equation.DSMT4">
                  <p:embed/>
                  <p:pic>
                    <p:nvPicPr>
                      <p:cNvPr id="0" name="图片 18695"/>
                      <p:cNvPicPr/>
                      <p:nvPr/>
                    </p:nvPicPr>
                    <p:blipFill>
                      <a:blip r:embed="rId20"/>
                      <a:stretch>
                        <a:fillRect/>
                      </a:stretch>
                    </p:blipFill>
                    <p:spPr>
                      <a:xfrm>
                        <a:off x="5188788" y="5525664"/>
                        <a:ext cx="1638300" cy="787400"/>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7115175" y="5722514"/>
          <a:ext cx="1803400" cy="393700"/>
        </p:xfrm>
        <a:graphic>
          <a:graphicData uri="http://schemas.openxmlformats.org/presentationml/2006/ole">
            <mc:AlternateContent xmlns:mc="http://schemas.openxmlformats.org/markup-compatibility/2006">
              <mc:Choice xmlns:v="urn:schemas-microsoft-com:vml" Requires="v">
                <p:oleObj name="Equation" r:id="rId21" imgW="43281600" imgH="9448800" progId="Equation.DSMT4">
                  <p:embed/>
                </p:oleObj>
              </mc:Choice>
              <mc:Fallback>
                <p:oleObj name="Equation" r:id="rId21" imgW="43281600" imgH="9448800" progId="Equation.DSMT4">
                  <p:embed/>
                  <p:pic>
                    <p:nvPicPr>
                      <p:cNvPr id="0" name="图片 18696"/>
                      <p:cNvPicPr/>
                      <p:nvPr/>
                    </p:nvPicPr>
                    <p:blipFill>
                      <a:blip r:embed="rId22"/>
                      <a:stretch>
                        <a:fillRect/>
                      </a:stretch>
                    </p:blipFill>
                    <p:spPr>
                      <a:xfrm>
                        <a:off x="7115175" y="5722514"/>
                        <a:ext cx="1803400" cy="393700"/>
                      </a:xfrm>
                      <a:prstGeom prst="rect">
                        <a:avLst/>
                      </a:prstGeom>
                    </p:spPr>
                  </p:pic>
                </p:oleObj>
              </mc:Fallback>
            </mc:AlternateContent>
          </a:graphicData>
        </a:graphic>
      </p:graphicFrame>
      <p:cxnSp>
        <p:nvCxnSpPr>
          <p:cNvPr id="3" name="直接连接符 2"/>
          <p:cNvCxnSpPr/>
          <p:nvPr/>
        </p:nvCxnSpPr>
        <p:spPr>
          <a:xfrm>
            <a:off x="7266265" y="1374231"/>
            <a:ext cx="639485" cy="4191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left)">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5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wipe(left)">
                                      <p:cBhvr>
                                        <p:cTn id="56" dur="500"/>
                                        <p:tgtEl>
                                          <p:spTgt spid="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left)">
                                      <p:cBhvr>
                                        <p:cTn id="61" dur="500"/>
                                        <p:tgtEl>
                                          <p:spTgt spid="2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500"/>
                                        <p:tgtEl>
                                          <p:spTgt spid="28"/>
                                        </p:tgtEl>
                                      </p:cBhvr>
                                    </p:animEffect>
                                  </p:childTnLst>
                                </p:cTn>
                              </p:par>
                              <p:par>
                                <p:cTn id="67" presetID="10" presetClass="entr" presetSubtype="0"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par>
                                <p:cTn id="70" presetID="10" presetClass="entr" presetSubtype="0" fill="hold"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500"/>
                                        <p:tgtEl>
                                          <p:spTgt spid="31"/>
                                        </p:tgtEl>
                                      </p:cBhvr>
                                    </p:animEffect>
                                  </p:childTnLst>
                                </p:cTn>
                              </p:par>
                              <p:par>
                                <p:cTn id="73" presetID="10" presetClass="entr" presetSubtype="0" fill="hold"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build="p"/>
      <p:bldP spid="20" grpId="0"/>
      <p:bldP spid="25" grpId="0"/>
      <p:bldP spid="27"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spcBef>
                <a:spcPct val="0"/>
              </a:spcBef>
              <a:buFontTx/>
              <a:buNone/>
              <a:defRPr/>
            </a:pPr>
            <a:fld id="{C5648E5A-CF64-4266-932E-274557207202}" type="datetime1">
              <a:rPr lang="zh-CN" altLang="en-US" smtClean="0"/>
              <a:pPr>
                <a:spcBef>
                  <a:spcPct val="0"/>
                </a:spcBef>
                <a:buFontTx/>
                <a:buNone/>
                <a:defRPr/>
              </a:pPr>
              <a:t>2024/8/17</a:t>
            </a:fld>
            <a:endParaRPr lang="en-US" altLang="zh-CN" sz="1400">
              <a:solidFill>
                <a:srgbClr val="FF6600"/>
              </a:solidFill>
              <a:ea typeface="宋体" panose="02010600030101010101" pitchFamily="2" charset="-122"/>
            </a:endParaRPr>
          </a:p>
        </p:txBody>
      </p:sp>
      <p:sp>
        <p:nvSpPr>
          <p:cNvPr id="4099"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spcBef>
                <a:spcPct val="0"/>
              </a:spcBef>
              <a:buFontTx/>
              <a:buNone/>
            </a:pPr>
            <a:r>
              <a:rPr lang="zh-CN" altLang="en-US"/>
              <a:t>电路理论</a:t>
            </a:r>
            <a:endParaRPr lang="en-US" altLang="zh-CN" sz="1400">
              <a:solidFill>
                <a:srgbClr val="FF6600"/>
              </a:solidFill>
              <a:ea typeface="宋体" panose="02010600030101010101" pitchFamily="2" charset="-122"/>
            </a:endParaRPr>
          </a:p>
        </p:txBody>
      </p:sp>
      <p:sp>
        <p:nvSpPr>
          <p:cNvPr id="4100"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spcBef>
                <a:spcPct val="0"/>
              </a:spcBef>
              <a:buFontTx/>
              <a:buNone/>
              <a:defRPr/>
            </a:pPr>
            <a:fld id="{891A9A88-BB01-4C3C-B2FB-163983272EDA}" type="slidenum">
              <a:rPr lang="en-US" altLang="zh-CN" smtClean="0"/>
              <a:pPr>
                <a:spcBef>
                  <a:spcPct val="0"/>
                </a:spcBef>
                <a:buFontTx/>
                <a:buNone/>
                <a:defRPr/>
              </a:pPr>
              <a:t>100</a:t>
            </a:fld>
            <a:endParaRPr lang="en-US" altLang="zh-CN" sz="1400">
              <a:solidFill>
                <a:srgbClr val="FF6600"/>
              </a:solidFill>
              <a:ea typeface="宋体" panose="02010600030101010101" pitchFamily="2" charset="-122"/>
            </a:endParaRPr>
          </a:p>
        </p:txBody>
      </p:sp>
      <p:grpSp>
        <p:nvGrpSpPr>
          <p:cNvPr id="4101" name="Group 2"/>
          <p:cNvGrpSpPr>
            <a:grpSpLocks/>
          </p:cNvGrpSpPr>
          <p:nvPr/>
        </p:nvGrpSpPr>
        <p:grpSpPr bwMode="auto">
          <a:xfrm>
            <a:off x="0" y="0"/>
            <a:ext cx="9144000" cy="6858000"/>
            <a:chOff x="0" y="0"/>
            <a:chExt cx="5970" cy="4956"/>
          </a:xfrm>
        </p:grpSpPr>
        <p:pic>
          <p:nvPicPr>
            <p:cNvPr id="4108" name="Picture 3"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9" name="Picture 4"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5"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6"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10"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113" y="7620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2091" name="Text Box 11"/>
          <p:cNvSpPr txBox="1">
            <a:spLocks noChangeArrowheads="1"/>
          </p:cNvSpPr>
          <p:nvPr/>
        </p:nvSpPr>
        <p:spPr bwMode="auto">
          <a:xfrm>
            <a:off x="1671638" y="109538"/>
            <a:ext cx="6483350"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zh-CN" altLang="en-US" sz="4800" dirty="0">
                <a:solidFill>
                  <a:srgbClr val="FF0000"/>
                </a:solidFill>
                <a:effectLst>
                  <a:outerShdw blurRad="38100" dist="38100" dir="2700000" algn="tl">
                    <a:srgbClr val="C0C0C0"/>
                  </a:outerShdw>
                </a:effectLst>
              </a:rPr>
              <a:t>第</a:t>
            </a:r>
            <a:r>
              <a:rPr lang="en-US" altLang="zh-CN" sz="4800" dirty="0">
                <a:solidFill>
                  <a:srgbClr val="FF0000"/>
                </a:solidFill>
                <a:effectLst>
                  <a:outerShdw blurRad="38100" dist="38100" dir="2700000" algn="tl">
                    <a:srgbClr val="C0C0C0"/>
                  </a:outerShdw>
                </a:effectLst>
              </a:rPr>
              <a:t>7</a:t>
            </a:r>
            <a:r>
              <a:rPr lang="zh-CN" altLang="en-US" sz="4800" dirty="0">
                <a:solidFill>
                  <a:srgbClr val="FF0000"/>
                </a:solidFill>
                <a:effectLst>
                  <a:outerShdw blurRad="38100" dist="38100" dir="2700000" algn="tl">
                    <a:srgbClr val="C0C0C0"/>
                  </a:outerShdw>
                </a:effectLst>
              </a:rPr>
              <a:t>章 </a:t>
            </a:r>
          </a:p>
          <a:p>
            <a:pPr algn="ctr" eaLnBrk="1" hangingPunct="1">
              <a:defRPr/>
            </a:pPr>
            <a:r>
              <a:rPr lang="zh-CN" altLang="en-US" sz="4800" dirty="0">
                <a:solidFill>
                  <a:srgbClr val="FF0000"/>
                </a:solidFill>
                <a:effectLst>
                  <a:outerShdw blurRad="38100" dist="38100" dir="2700000" algn="tl">
                    <a:srgbClr val="C0C0C0"/>
                  </a:outerShdw>
                </a:effectLst>
              </a:rPr>
              <a:t>电感、电容及动态电路</a:t>
            </a:r>
          </a:p>
        </p:txBody>
      </p:sp>
      <p:sp>
        <p:nvSpPr>
          <p:cNvPr id="4104" name="Text Box 13"/>
          <p:cNvSpPr txBox="1">
            <a:spLocks noChangeArrowheads="1"/>
          </p:cNvSpPr>
          <p:nvPr/>
        </p:nvSpPr>
        <p:spPr bwMode="auto">
          <a:xfrm>
            <a:off x="1066800" y="2100263"/>
            <a:ext cx="61912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0"/>
              </a:spcBef>
              <a:buFontTx/>
              <a:buNone/>
            </a:pPr>
            <a:r>
              <a:rPr lang="en-US" altLang="zh-CN" sz="3200">
                <a:ea typeface="隶书" panose="02010509060101010101" pitchFamily="49" charset="-122"/>
              </a:rPr>
              <a:t>7.1 </a:t>
            </a:r>
            <a:r>
              <a:rPr lang="zh-CN" altLang="en-US" sz="3200">
                <a:ea typeface="隶书" panose="02010509060101010101" pitchFamily="49" charset="-122"/>
              </a:rPr>
              <a:t>广义函数 </a:t>
            </a:r>
            <a:r>
              <a:rPr lang="en-US" altLang="zh-CN" sz="3200">
                <a:ea typeface="隶书" panose="02010509060101010101" pitchFamily="49" charset="-122"/>
              </a:rPr>
              <a:t>Singularity Functions </a:t>
            </a:r>
          </a:p>
        </p:txBody>
      </p:sp>
      <p:sp>
        <p:nvSpPr>
          <p:cNvPr id="4105" name="Text Box 14"/>
          <p:cNvSpPr txBox="1">
            <a:spLocks noChangeArrowheads="1"/>
          </p:cNvSpPr>
          <p:nvPr/>
        </p:nvSpPr>
        <p:spPr bwMode="auto">
          <a:xfrm>
            <a:off x="1066800" y="2735263"/>
            <a:ext cx="33194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0"/>
              </a:spcBef>
              <a:buFontTx/>
              <a:buNone/>
            </a:pPr>
            <a:r>
              <a:rPr lang="en-US" altLang="zh-CN" sz="3200">
                <a:ea typeface="隶书" panose="02010509060101010101" pitchFamily="49" charset="-122"/>
              </a:rPr>
              <a:t>7.2 </a:t>
            </a:r>
            <a:r>
              <a:rPr lang="zh-CN" altLang="en-US" sz="3200">
                <a:ea typeface="隶书" panose="02010509060101010101" pitchFamily="49" charset="-122"/>
              </a:rPr>
              <a:t>电容 </a:t>
            </a:r>
            <a:r>
              <a:rPr lang="en-US" altLang="zh-CN" sz="3200">
                <a:ea typeface="隶书" panose="02010509060101010101" pitchFamily="49" charset="-122"/>
              </a:rPr>
              <a:t>Capacitor</a:t>
            </a:r>
          </a:p>
        </p:txBody>
      </p:sp>
      <p:sp>
        <p:nvSpPr>
          <p:cNvPr id="4107" name="Text Box 14"/>
          <p:cNvSpPr txBox="1">
            <a:spLocks noChangeArrowheads="1"/>
          </p:cNvSpPr>
          <p:nvPr/>
        </p:nvSpPr>
        <p:spPr bwMode="auto">
          <a:xfrm>
            <a:off x="1066800" y="3386138"/>
            <a:ext cx="31130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0"/>
              </a:spcBef>
              <a:buFontTx/>
              <a:buNone/>
            </a:pPr>
            <a:r>
              <a:rPr lang="en-US" altLang="zh-CN" sz="3200">
                <a:ea typeface="隶书" panose="02010509060101010101" pitchFamily="49" charset="-122"/>
              </a:rPr>
              <a:t>7.3 </a:t>
            </a:r>
            <a:r>
              <a:rPr lang="zh-CN" altLang="en-US" sz="3200">
                <a:ea typeface="隶书" panose="02010509060101010101" pitchFamily="49" charset="-122"/>
              </a:rPr>
              <a:t>电感 </a:t>
            </a:r>
            <a:r>
              <a:rPr lang="en-US" altLang="zh-CN" sz="3200">
                <a:ea typeface="隶书" panose="02010509060101010101" pitchFamily="49" charset="-122"/>
              </a:rPr>
              <a:t>Inductor</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Text Box 2"/>
          <p:cNvSpPr txBox="1">
            <a:spLocks noChangeArrowheads="1"/>
          </p:cNvSpPr>
          <p:nvPr/>
        </p:nvSpPr>
        <p:spPr bwMode="auto">
          <a:xfrm>
            <a:off x="330200" y="836712"/>
            <a:ext cx="5540375"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dirty="0">
                <a:solidFill>
                  <a:srgbClr val="FF0000"/>
                </a:solidFill>
                <a:latin typeface="Times New Roman" panose="02020603050405020304" pitchFamily="18" charset="0"/>
              </a:rPr>
              <a:t>1. </a:t>
            </a:r>
            <a:r>
              <a:rPr kumimoji="1" lang="zh-CN" altLang="en-US" sz="2400" b="1" dirty="0">
                <a:solidFill>
                  <a:srgbClr val="FF0000"/>
                </a:solidFill>
                <a:latin typeface="Times New Roman" panose="02020603050405020304" pitchFamily="18" charset="0"/>
              </a:rPr>
              <a:t>单位阶跃函数</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unit-step function</a:t>
            </a:r>
            <a:r>
              <a:rPr kumimoji="1" lang="en-US" altLang="zh-CN" sz="2400" b="1" dirty="0">
                <a:solidFill>
                  <a:srgbClr val="FF0000"/>
                </a:solidFill>
                <a:latin typeface="Times New Roman" panose="02020603050405020304" pitchFamily="18" charset="0"/>
              </a:rPr>
              <a:t>)</a:t>
            </a:r>
            <a:endParaRPr kumimoji="1" lang="en-US" altLang="zh-CN" sz="2400" dirty="0">
              <a:solidFill>
                <a:srgbClr val="FF0000"/>
              </a:solidFill>
              <a:latin typeface="Times New Roman" panose="02020603050405020304" pitchFamily="18" charset="0"/>
            </a:endParaRPr>
          </a:p>
        </p:txBody>
      </p:sp>
      <p:sp>
        <p:nvSpPr>
          <p:cNvPr id="194563" name="Text Box 3"/>
          <p:cNvSpPr txBox="1">
            <a:spLocks noChangeArrowheads="1"/>
          </p:cNvSpPr>
          <p:nvPr/>
        </p:nvSpPr>
        <p:spPr bwMode="auto">
          <a:xfrm>
            <a:off x="509588" y="1484412"/>
            <a:ext cx="142557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rgbClr val="0066FF"/>
                </a:solidFill>
                <a:latin typeface="Times New Roman" panose="02020603050405020304" pitchFamily="18" charset="0"/>
              </a:rPr>
              <a:t>1.  </a:t>
            </a:r>
            <a:r>
              <a:rPr kumimoji="1" lang="zh-CN" altLang="en-US" sz="2400" b="1">
                <a:solidFill>
                  <a:srgbClr val="0066FF"/>
                </a:solidFill>
                <a:latin typeface="Times New Roman" panose="02020603050405020304" pitchFamily="18" charset="0"/>
              </a:rPr>
              <a:t>定义</a:t>
            </a:r>
            <a:endParaRPr kumimoji="1" lang="zh-CN" altLang="en-US" sz="2400">
              <a:latin typeface="Times New Roman" panose="02020603050405020304" pitchFamily="18" charset="0"/>
            </a:endParaRPr>
          </a:p>
        </p:txBody>
      </p:sp>
      <p:graphicFrame>
        <p:nvGraphicFramePr>
          <p:cNvPr id="194564" name="Object 4"/>
          <p:cNvGraphicFramePr>
            <a:graphicFrameLocks noChangeAspect="1"/>
          </p:cNvGraphicFramePr>
          <p:nvPr/>
        </p:nvGraphicFramePr>
        <p:xfrm>
          <a:off x="2022475" y="1700312"/>
          <a:ext cx="2260600" cy="939800"/>
        </p:xfrm>
        <a:graphic>
          <a:graphicData uri="http://schemas.openxmlformats.org/presentationml/2006/ole">
            <mc:AlternateContent xmlns:mc="http://schemas.openxmlformats.org/markup-compatibility/2006">
              <mc:Choice xmlns:v="urn:schemas-microsoft-com:vml" Requires="v">
                <p:oleObj name="公式" r:id="rId3" imgW="1130040" imgH="469800" progId="Equation.3">
                  <p:embed/>
                </p:oleObj>
              </mc:Choice>
              <mc:Fallback>
                <p:oleObj name="公式" r:id="rId3" imgW="1130040" imgH="469800" progId="Equation.3">
                  <p:embed/>
                  <p:pic>
                    <p:nvPicPr>
                      <p:cNvPr id="19456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2475" y="1700312"/>
                        <a:ext cx="2260600" cy="9398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4565" name="Group 5"/>
          <p:cNvGrpSpPr>
            <a:grpSpLocks/>
          </p:cNvGrpSpPr>
          <p:nvPr/>
        </p:nvGrpSpPr>
        <p:grpSpPr bwMode="auto">
          <a:xfrm>
            <a:off x="1009650" y="2941737"/>
            <a:ext cx="4046538" cy="482600"/>
            <a:chOff x="576" y="1816"/>
            <a:chExt cx="2442" cy="304"/>
          </a:xfrm>
        </p:grpSpPr>
        <p:graphicFrame>
          <p:nvGraphicFramePr>
            <p:cNvPr id="194566" name="Object 6"/>
            <p:cNvGraphicFramePr>
              <a:graphicFrameLocks noChangeAspect="1"/>
            </p:cNvGraphicFramePr>
            <p:nvPr/>
          </p:nvGraphicFramePr>
          <p:xfrm>
            <a:off x="912" y="1872"/>
            <a:ext cx="388" cy="248"/>
          </p:xfrm>
          <a:graphic>
            <a:graphicData uri="http://schemas.openxmlformats.org/presentationml/2006/ole">
              <mc:AlternateContent xmlns:mc="http://schemas.openxmlformats.org/markup-compatibility/2006">
                <mc:Choice xmlns:v="urn:schemas-microsoft-com:vml" Requires="v">
                  <p:oleObj name="公式" r:id="rId5" imgW="317160" imgH="203040" progId="Equation.3">
                    <p:embed/>
                  </p:oleObj>
                </mc:Choice>
                <mc:Fallback>
                  <p:oleObj name="公式" r:id="rId5" imgW="317160" imgH="203040" progId="Equation.3">
                    <p:embed/>
                    <p:pic>
                      <p:nvPicPr>
                        <p:cNvPr id="19456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 y="1872"/>
                          <a:ext cx="388"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4567" name="Group 7"/>
            <p:cNvGrpSpPr>
              <a:grpSpLocks/>
            </p:cNvGrpSpPr>
            <p:nvPr/>
          </p:nvGrpSpPr>
          <p:grpSpPr bwMode="auto">
            <a:xfrm>
              <a:off x="576" y="1816"/>
              <a:ext cx="2442" cy="296"/>
              <a:chOff x="576" y="1816"/>
              <a:chExt cx="2442" cy="296"/>
            </a:xfrm>
          </p:grpSpPr>
          <p:sp>
            <p:nvSpPr>
              <p:cNvPr id="194568" name="Text Box 8"/>
              <p:cNvSpPr txBox="1">
                <a:spLocks noChangeArrowheads="1"/>
              </p:cNvSpPr>
              <p:nvPr/>
            </p:nvSpPr>
            <p:spPr bwMode="auto">
              <a:xfrm>
                <a:off x="576" y="1824"/>
                <a:ext cx="394"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zh-CN" altLang="en-US" sz="2400" b="1">
                    <a:latin typeface="Times New Roman" panose="02020603050405020304" pitchFamily="18" charset="0"/>
                  </a:rPr>
                  <a:t>用</a:t>
                </a:r>
                <a:endParaRPr kumimoji="1" lang="zh-CN" altLang="en-US" sz="2400">
                  <a:latin typeface="Times New Roman" panose="02020603050405020304" pitchFamily="18" charset="0"/>
                </a:endParaRPr>
              </a:p>
            </p:txBody>
          </p:sp>
          <p:sp>
            <p:nvSpPr>
              <p:cNvPr id="194569" name="Text Box 9"/>
              <p:cNvSpPr txBox="1">
                <a:spLocks noChangeArrowheads="1"/>
              </p:cNvSpPr>
              <p:nvPr/>
            </p:nvSpPr>
            <p:spPr bwMode="auto">
              <a:xfrm>
                <a:off x="1243" y="1816"/>
                <a:ext cx="1775"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zh-CN" altLang="en-US" sz="2400" b="1">
                    <a:latin typeface="Times New Roman" panose="02020603050405020304" pitchFamily="18" charset="0"/>
                  </a:rPr>
                  <a:t>来描述开关的动作：</a:t>
                </a:r>
                <a:endParaRPr kumimoji="1" lang="zh-CN" altLang="en-US" sz="2400">
                  <a:latin typeface="Times New Roman" panose="02020603050405020304" pitchFamily="18" charset="0"/>
                </a:endParaRPr>
              </a:p>
            </p:txBody>
          </p:sp>
        </p:grpSp>
      </p:grpSp>
      <p:grpSp>
        <p:nvGrpSpPr>
          <p:cNvPr id="194570" name="Group 10"/>
          <p:cNvGrpSpPr>
            <a:grpSpLocks/>
          </p:cNvGrpSpPr>
          <p:nvPr/>
        </p:nvGrpSpPr>
        <p:grpSpPr bwMode="auto">
          <a:xfrm>
            <a:off x="952500" y="5354737"/>
            <a:ext cx="3149600" cy="457200"/>
            <a:chOff x="596" y="3464"/>
            <a:chExt cx="1984" cy="288"/>
          </a:xfrm>
        </p:grpSpPr>
        <p:sp>
          <p:nvSpPr>
            <p:cNvPr id="194571" name="Text Box 11"/>
            <p:cNvSpPr txBox="1">
              <a:spLocks noChangeArrowheads="1"/>
            </p:cNvSpPr>
            <p:nvPr/>
          </p:nvSpPr>
          <p:spPr bwMode="auto">
            <a:xfrm>
              <a:off x="596" y="3464"/>
              <a:ext cx="1660"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latin typeface="Times New Roman" panose="02020603050405020304" pitchFamily="18" charset="0"/>
                </a:rPr>
                <a:t>t </a:t>
              </a:r>
              <a:r>
                <a:rPr kumimoji="1" lang="en-US" altLang="zh-CN" sz="2400" b="1">
                  <a:latin typeface="Times New Roman" panose="02020603050405020304" pitchFamily="18" charset="0"/>
                </a:rPr>
                <a:t>= 0</a:t>
              </a:r>
              <a:r>
                <a:rPr kumimoji="1" lang="zh-CN" altLang="zh-CN" sz="2400" b="1">
                  <a:latin typeface="Times New Roman" panose="02020603050405020304" pitchFamily="18" charset="0"/>
                </a:rPr>
                <a:t>合</a:t>
              </a:r>
              <a:r>
                <a:rPr kumimoji="1" lang="en-US" altLang="zh-CN" sz="2400" b="1">
                  <a:latin typeface="Times New Roman" panose="02020603050405020304" pitchFamily="18" charset="0"/>
                </a:rPr>
                <a:t>S   </a:t>
              </a:r>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  = </a:t>
              </a:r>
              <a:r>
                <a:rPr kumimoji="1" lang="en-US" altLang="zh-CN" sz="2400" b="1" i="1">
                  <a:latin typeface="Times New Roman" panose="02020603050405020304" pitchFamily="18" charset="0"/>
                </a:rPr>
                <a:t>E</a:t>
              </a:r>
              <a:endParaRPr kumimoji="1" lang="en-US" altLang="zh-CN" sz="2400" b="1">
                <a:latin typeface="Times New Roman" panose="02020603050405020304" pitchFamily="18" charset="0"/>
              </a:endParaRPr>
            </a:p>
          </p:txBody>
        </p:sp>
        <p:graphicFrame>
          <p:nvGraphicFramePr>
            <p:cNvPr id="194572" name="Object 12"/>
            <p:cNvGraphicFramePr>
              <a:graphicFrameLocks noChangeAspect="1"/>
            </p:cNvGraphicFramePr>
            <p:nvPr/>
          </p:nvGraphicFramePr>
          <p:xfrm>
            <a:off x="2192" y="3488"/>
            <a:ext cx="388" cy="248"/>
          </p:xfrm>
          <a:graphic>
            <a:graphicData uri="http://schemas.openxmlformats.org/presentationml/2006/ole">
              <mc:AlternateContent xmlns:mc="http://schemas.openxmlformats.org/markup-compatibility/2006">
                <mc:Choice xmlns:v="urn:schemas-microsoft-com:vml" Requires="v">
                  <p:oleObj name="公式" r:id="rId7" imgW="317160" imgH="203040" progId="Equation.3">
                    <p:embed/>
                  </p:oleObj>
                </mc:Choice>
                <mc:Fallback>
                  <p:oleObj name="公式" r:id="rId7" imgW="317160" imgH="203040" progId="Equation.3">
                    <p:embed/>
                    <p:pic>
                      <p:nvPicPr>
                        <p:cNvPr id="194572"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2" y="3488"/>
                          <a:ext cx="388"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4573" name="Group 13"/>
          <p:cNvGrpSpPr>
            <a:grpSpLocks/>
          </p:cNvGrpSpPr>
          <p:nvPr/>
        </p:nvGrpSpPr>
        <p:grpSpPr bwMode="auto">
          <a:xfrm>
            <a:off x="4745038" y="5342037"/>
            <a:ext cx="3141662" cy="457200"/>
            <a:chOff x="2985" y="3456"/>
            <a:chExt cx="1979" cy="288"/>
          </a:xfrm>
        </p:grpSpPr>
        <p:sp>
          <p:nvSpPr>
            <p:cNvPr id="194574" name="Text Box 14"/>
            <p:cNvSpPr txBox="1">
              <a:spLocks noChangeArrowheads="1"/>
            </p:cNvSpPr>
            <p:nvPr/>
          </p:nvSpPr>
          <p:spPr bwMode="auto">
            <a:xfrm>
              <a:off x="2985" y="3456"/>
              <a:ext cx="1719"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latin typeface="Times New Roman" panose="02020603050405020304" pitchFamily="18" charset="0"/>
                </a:rPr>
                <a:t>t </a:t>
              </a:r>
              <a:r>
                <a:rPr kumimoji="1" lang="en-US" altLang="zh-CN" sz="2400" b="1">
                  <a:latin typeface="Times New Roman" panose="02020603050405020304" pitchFamily="18" charset="0"/>
                </a:rPr>
                <a:t>= 0</a:t>
              </a:r>
              <a:r>
                <a:rPr kumimoji="1" lang="zh-CN" altLang="zh-CN" sz="2400" b="1">
                  <a:latin typeface="Times New Roman" panose="02020603050405020304" pitchFamily="18" charset="0"/>
                </a:rPr>
                <a:t>拉闸   </a:t>
              </a: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  = </a:t>
              </a: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S</a:t>
              </a:r>
            </a:p>
          </p:txBody>
        </p:sp>
        <p:graphicFrame>
          <p:nvGraphicFramePr>
            <p:cNvPr id="194575" name="Object 15"/>
            <p:cNvGraphicFramePr>
              <a:graphicFrameLocks noChangeAspect="1"/>
            </p:cNvGraphicFramePr>
            <p:nvPr/>
          </p:nvGraphicFramePr>
          <p:xfrm>
            <a:off x="4576" y="3480"/>
            <a:ext cx="388" cy="248"/>
          </p:xfrm>
          <a:graphic>
            <a:graphicData uri="http://schemas.openxmlformats.org/presentationml/2006/ole">
              <mc:AlternateContent xmlns:mc="http://schemas.openxmlformats.org/markup-compatibility/2006">
                <mc:Choice xmlns:v="urn:schemas-microsoft-com:vml" Requires="v">
                  <p:oleObj name="公式" r:id="rId8" imgW="317160" imgH="203040" progId="Equation.3">
                    <p:embed/>
                  </p:oleObj>
                </mc:Choice>
                <mc:Fallback>
                  <p:oleObj name="公式" r:id="rId8" imgW="317160" imgH="203040" progId="Equation.3">
                    <p:embed/>
                    <p:pic>
                      <p:nvPicPr>
                        <p:cNvPr id="194575"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6" y="3480"/>
                          <a:ext cx="388"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4576" name="Group 16"/>
          <p:cNvGrpSpPr>
            <a:grpSpLocks/>
          </p:cNvGrpSpPr>
          <p:nvPr/>
        </p:nvGrpSpPr>
        <p:grpSpPr bwMode="auto">
          <a:xfrm>
            <a:off x="933450" y="3652937"/>
            <a:ext cx="2692400" cy="1435100"/>
            <a:chOff x="528" y="2264"/>
            <a:chExt cx="1696" cy="904"/>
          </a:xfrm>
        </p:grpSpPr>
        <p:grpSp>
          <p:nvGrpSpPr>
            <p:cNvPr id="194577" name="Group 17"/>
            <p:cNvGrpSpPr>
              <a:grpSpLocks/>
            </p:cNvGrpSpPr>
            <p:nvPr/>
          </p:nvGrpSpPr>
          <p:grpSpPr bwMode="auto">
            <a:xfrm>
              <a:off x="528" y="2264"/>
              <a:ext cx="1696" cy="904"/>
              <a:chOff x="528" y="2264"/>
              <a:chExt cx="1696" cy="904"/>
            </a:xfrm>
          </p:grpSpPr>
          <p:sp>
            <p:nvSpPr>
              <p:cNvPr id="194578" name="Oval 18"/>
              <p:cNvSpPr>
                <a:spLocks noChangeArrowheads="1"/>
              </p:cNvSpPr>
              <p:nvPr/>
            </p:nvSpPr>
            <p:spPr bwMode="auto">
              <a:xfrm>
                <a:off x="800" y="2640"/>
                <a:ext cx="192" cy="168"/>
              </a:xfrm>
              <a:prstGeom prst="ellipse">
                <a:avLst/>
              </a:prstGeom>
              <a:solidFill>
                <a:srgbClr val="99FF99"/>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79" name="Text Box 19"/>
              <p:cNvSpPr txBox="1">
                <a:spLocks noChangeArrowheads="1"/>
              </p:cNvSpPr>
              <p:nvPr/>
            </p:nvSpPr>
            <p:spPr bwMode="auto">
              <a:xfrm>
                <a:off x="1110" y="2527"/>
                <a:ext cx="196" cy="23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b="1">
                    <a:latin typeface="Times New Roman" panose="02020603050405020304" pitchFamily="18" charset="0"/>
                  </a:rPr>
                  <a:t>S</a:t>
                </a:r>
                <a:endParaRPr kumimoji="1" lang="en-US" altLang="zh-CN" sz="2400" b="1">
                  <a:latin typeface="Times New Roman" panose="02020603050405020304" pitchFamily="18" charset="0"/>
                </a:endParaRPr>
              </a:p>
            </p:txBody>
          </p:sp>
          <p:grpSp>
            <p:nvGrpSpPr>
              <p:cNvPr id="194580" name="Group 20"/>
              <p:cNvGrpSpPr>
                <a:grpSpLocks/>
              </p:cNvGrpSpPr>
              <p:nvPr/>
            </p:nvGrpSpPr>
            <p:grpSpPr bwMode="auto">
              <a:xfrm>
                <a:off x="2003" y="2305"/>
                <a:ext cx="175" cy="804"/>
                <a:chOff x="1660" y="1285"/>
                <a:chExt cx="126" cy="598"/>
              </a:xfrm>
            </p:grpSpPr>
            <p:grpSp>
              <p:nvGrpSpPr>
                <p:cNvPr id="194581" name="Group 21"/>
                <p:cNvGrpSpPr>
                  <a:grpSpLocks/>
                </p:cNvGrpSpPr>
                <p:nvPr/>
              </p:nvGrpSpPr>
              <p:grpSpPr bwMode="auto">
                <a:xfrm>
                  <a:off x="1695" y="1285"/>
                  <a:ext cx="91" cy="598"/>
                  <a:chOff x="1695" y="1285"/>
                  <a:chExt cx="91" cy="598"/>
                </a:xfrm>
              </p:grpSpPr>
              <p:sp>
                <p:nvSpPr>
                  <p:cNvPr id="194582" name="Text Box 22"/>
                  <p:cNvSpPr txBox="1">
                    <a:spLocks noChangeArrowheads="1"/>
                  </p:cNvSpPr>
                  <p:nvPr/>
                </p:nvSpPr>
                <p:spPr bwMode="auto">
                  <a:xfrm>
                    <a:off x="1703" y="1285"/>
                    <a:ext cx="83" cy="21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1" lang="zh-CN" altLang="zh-CN" sz="2400" b="1">
                      <a:latin typeface="Times New Roman" panose="02020603050405020304" pitchFamily="18" charset="0"/>
                    </a:endParaRPr>
                  </a:p>
                </p:txBody>
              </p:sp>
              <p:sp>
                <p:nvSpPr>
                  <p:cNvPr id="194583" name="Text Box 23"/>
                  <p:cNvSpPr txBox="1">
                    <a:spLocks noChangeArrowheads="1"/>
                  </p:cNvSpPr>
                  <p:nvPr/>
                </p:nvSpPr>
                <p:spPr bwMode="auto">
                  <a:xfrm>
                    <a:off x="1695" y="1669"/>
                    <a:ext cx="84" cy="21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1" lang="zh-CN" altLang="zh-CN" sz="2400" b="1">
                      <a:latin typeface="Times New Roman" panose="02020603050405020304" pitchFamily="18" charset="0"/>
                    </a:endParaRPr>
                  </a:p>
                </p:txBody>
              </p:sp>
            </p:grpSp>
            <p:sp>
              <p:nvSpPr>
                <p:cNvPr id="194584" name="Text Box 24"/>
                <p:cNvSpPr txBox="1">
                  <a:spLocks noChangeArrowheads="1"/>
                </p:cNvSpPr>
                <p:nvPr/>
              </p:nvSpPr>
              <p:spPr bwMode="auto">
                <a:xfrm>
                  <a:off x="1660" y="1466"/>
                  <a:ext cx="84" cy="21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1" lang="zh-CN" altLang="zh-CN" sz="2400" b="1">
                    <a:latin typeface="Times New Roman" panose="02020603050405020304" pitchFamily="18" charset="0"/>
                  </a:endParaRPr>
                </a:p>
              </p:txBody>
            </p:sp>
          </p:grpSp>
          <p:sp>
            <p:nvSpPr>
              <p:cNvPr id="194585" name="Text Box 25"/>
              <p:cNvSpPr txBox="1">
                <a:spLocks noChangeArrowheads="1"/>
              </p:cNvSpPr>
              <p:nvPr/>
            </p:nvSpPr>
            <p:spPr bwMode="auto">
              <a:xfrm>
                <a:off x="528" y="2645"/>
                <a:ext cx="244"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latin typeface="Times New Roman" panose="02020603050405020304" pitchFamily="18" charset="0"/>
                  </a:rPr>
                  <a:t>E</a:t>
                </a:r>
                <a:endParaRPr kumimoji="1" lang="en-US" altLang="zh-CN" sz="2400" b="1">
                  <a:latin typeface="Times New Roman" panose="02020603050405020304" pitchFamily="18" charset="0"/>
                </a:endParaRPr>
              </a:p>
            </p:txBody>
          </p:sp>
          <p:sp>
            <p:nvSpPr>
              <p:cNvPr id="194586" name="Line 26"/>
              <p:cNvSpPr>
                <a:spLocks noChangeShapeType="1"/>
              </p:cNvSpPr>
              <p:nvPr/>
            </p:nvSpPr>
            <p:spPr bwMode="auto">
              <a:xfrm>
                <a:off x="896" y="2320"/>
                <a:ext cx="40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87" name="Line 27"/>
              <p:cNvSpPr>
                <a:spLocks noChangeShapeType="1"/>
              </p:cNvSpPr>
              <p:nvPr/>
            </p:nvSpPr>
            <p:spPr bwMode="auto">
              <a:xfrm flipV="1">
                <a:off x="896" y="3070"/>
                <a:ext cx="929" cy="2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88" name="Line 28"/>
              <p:cNvSpPr>
                <a:spLocks noChangeShapeType="1"/>
              </p:cNvSpPr>
              <p:nvPr/>
            </p:nvSpPr>
            <p:spPr bwMode="auto">
              <a:xfrm flipH="1">
                <a:off x="1440" y="2328"/>
                <a:ext cx="368" cy="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89" name="Line 29"/>
              <p:cNvSpPr>
                <a:spLocks noChangeShapeType="1"/>
              </p:cNvSpPr>
              <p:nvPr/>
            </p:nvSpPr>
            <p:spPr bwMode="auto">
              <a:xfrm flipV="1">
                <a:off x="896" y="2772"/>
                <a:ext cx="0" cy="32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90" name="Line 30"/>
              <p:cNvSpPr>
                <a:spLocks noChangeShapeType="1"/>
              </p:cNvSpPr>
              <p:nvPr/>
            </p:nvSpPr>
            <p:spPr bwMode="auto">
              <a:xfrm>
                <a:off x="896" y="2320"/>
                <a:ext cx="0" cy="5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91" name="Line 31"/>
              <p:cNvSpPr>
                <a:spLocks noChangeShapeType="1"/>
              </p:cNvSpPr>
              <p:nvPr/>
            </p:nvSpPr>
            <p:spPr bwMode="auto">
              <a:xfrm flipH="1">
                <a:off x="1163" y="2320"/>
                <a:ext cx="334" cy="12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92" name="Line 32"/>
              <p:cNvSpPr>
                <a:spLocks noChangeShapeType="1"/>
              </p:cNvSpPr>
              <p:nvPr/>
            </p:nvSpPr>
            <p:spPr bwMode="auto">
              <a:xfrm>
                <a:off x="1363" y="2385"/>
                <a:ext cx="0" cy="70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93" name="Line 33"/>
              <p:cNvSpPr>
                <a:spLocks noChangeShapeType="1"/>
              </p:cNvSpPr>
              <p:nvPr/>
            </p:nvSpPr>
            <p:spPr bwMode="auto">
              <a:xfrm flipH="1" flipV="1">
                <a:off x="1230" y="2449"/>
                <a:ext cx="67" cy="19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94" name="Rectangle 34"/>
              <p:cNvSpPr>
                <a:spLocks noChangeArrowheads="1"/>
              </p:cNvSpPr>
              <p:nvPr/>
            </p:nvSpPr>
            <p:spPr bwMode="auto">
              <a:xfrm>
                <a:off x="1832" y="2264"/>
                <a:ext cx="392" cy="90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95" name="Line 35"/>
              <p:cNvSpPr>
                <a:spLocks noChangeShapeType="1"/>
              </p:cNvSpPr>
              <p:nvPr/>
            </p:nvSpPr>
            <p:spPr bwMode="auto">
              <a:xfrm>
                <a:off x="672" y="2960"/>
                <a:ext cx="10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4596" name="Group 36"/>
              <p:cNvGrpSpPr>
                <a:grpSpLocks/>
              </p:cNvGrpSpPr>
              <p:nvPr/>
            </p:nvGrpSpPr>
            <p:grpSpPr bwMode="auto">
              <a:xfrm>
                <a:off x="648" y="2472"/>
                <a:ext cx="128" cy="136"/>
                <a:chOff x="648" y="2472"/>
                <a:chExt cx="128" cy="136"/>
              </a:xfrm>
            </p:grpSpPr>
            <p:sp>
              <p:nvSpPr>
                <p:cNvPr id="194597" name="Line 37"/>
                <p:cNvSpPr>
                  <a:spLocks noChangeShapeType="1"/>
                </p:cNvSpPr>
                <p:nvPr/>
              </p:nvSpPr>
              <p:spPr bwMode="auto">
                <a:xfrm>
                  <a:off x="648" y="2536"/>
                  <a:ext cx="1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98" name="Line 38"/>
                <p:cNvSpPr>
                  <a:spLocks noChangeShapeType="1"/>
                </p:cNvSpPr>
                <p:nvPr/>
              </p:nvSpPr>
              <p:spPr bwMode="auto">
                <a:xfrm>
                  <a:off x="704" y="2472"/>
                  <a:ext cx="0" cy="1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4599" name="Group 39"/>
              <p:cNvGrpSpPr>
                <a:grpSpLocks/>
              </p:cNvGrpSpPr>
              <p:nvPr/>
            </p:nvGrpSpPr>
            <p:grpSpPr bwMode="auto">
              <a:xfrm>
                <a:off x="1584" y="2392"/>
                <a:ext cx="128" cy="136"/>
                <a:chOff x="648" y="2472"/>
                <a:chExt cx="128" cy="136"/>
              </a:xfrm>
            </p:grpSpPr>
            <p:sp>
              <p:nvSpPr>
                <p:cNvPr id="194600" name="Line 40"/>
                <p:cNvSpPr>
                  <a:spLocks noChangeShapeType="1"/>
                </p:cNvSpPr>
                <p:nvPr/>
              </p:nvSpPr>
              <p:spPr bwMode="auto">
                <a:xfrm>
                  <a:off x="648" y="2536"/>
                  <a:ext cx="1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01" name="Line 41"/>
                <p:cNvSpPr>
                  <a:spLocks noChangeShapeType="1"/>
                </p:cNvSpPr>
                <p:nvPr/>
              </p:nvSpPr>
              <p:spPr bwMode="auto">
                <a:xfrm>
                  <a:off x="704" y="2472"/>
                  <a:ext cx="0" cy="1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602" name="Line 42"/>
              <p:cNvSpPr>
                <a:spLocks noChangeShapeType="1"/>
              </p:cNvSpPr>
              <p:nvPr/>
            </p:nvSpPr>
            <p:spPr bwMode="auto">
              <a:xfrm>
                <a:off x="1584" y="2984"/>
                <a:ext cx="10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03" name="Text Box 43"/>
              <p:cNvSpPr txBox="1">
                <a:spLocks noChangeArrowheads="1"/>
              </p:cNvSpPr>
              <p:nvPr/>
            </p:nvSpPr>
            <p:spPr bwMode="auto">
              <a:xfrm>
                <a:off x="1367" y="2600"/>
                <a:ext cx="404"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endParaRPr kumimoji="1" lang="en-US" altLang="zh-CN" sz="2400">
                  <a:latin typeface="Times New Roman" panose="02020603050405020304" pitchFamily="18" charset="0"/>
                </a:endParaRPr>
              </a:p>
            </p:txBody>
          </p:sp>
        </p:grpSp>
        <p:sp>
          <p:nvSpPr>
            <p:cNvPr id="194604" name="Oval 44"/>
            <p:cNvSpPr>
              <a:spLocks noChangeArrowheads="1"/>
            </p:cNvSpPr>
            <p:nvPr/>
          </p:nvSpPr>
          <p:spPr bwMode="auto">
            <a:xfrm>
              <a:off x="1608" y="3064"/>
              <a:ext cx="64" cy="56"/>
            </a:xfrm>
            <a:prstGeom prst="ellipse">
              <a:avLst/>
            </a:pr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05" name="Oval 45"/>
            <p:cNvSpPr>
              <a:spLocks noChangeArrowheads="1"/>
            </p:cNvSpPr>
            <p:nvPr/>
          </p:nvSpPr>
          <p:spPr bwMode="auto">
            <a:xfrm>
              <a:off x="1592" y="2288"/>
              <a:ext cx="64" cy="56"/>
            </a:xfrm>
            <a:prstGeom prst="ellipse">
              <a:avLst/>
            </a:pr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4606" name="Group 46"/>
          <p:cNvGrpSpPr>
            <a:grpSpLocks/>
          </p:cNvGrpSpPr>
          <p:nvPr/>
        </p:nvGrpSpPr>
        <p:grpSpPr bwMode="auto">
          <a:xfrm>
            <a:off x="5191125" y="1339950"/>
            <a:ext cx="3106738" cy="1524000"/>
            <a:chOff x="3320" y="816"/>
            <a:chExt cx="1957" cy="960"/>
          </a:xfrm>
        </p:grpSpPr>
        <p:sp>
          <p:nvSpPr>
            <p:cNvPr id="194607" name="Line 47"/>
            <p:cNvSpPr>
              <a:spLocks noChangeShapeType="1"/>
            </p:cNvSpPr>
            <p:nvPr/>
          </p:nvSpPr>
          <p:spPr bwMode="auto">
            <a:xfrm>
              <a:off x="3560" y="1536"/>
              <a:ext cx="158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08" name="Line 48"/>
            <p:cNvSpPr>
              <a:spLocks noChangeShapeType="1"/>
            </p:cNvSpPr>
            <p:nvPr/>
          </p:nvSpPr>
          <p:spPr bwMode="auto">
            <a:xfrm flipV="1">
              <a:off x="3656" y="960"/>
              <a:ext cx="0" cy="72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09" name="Line 49"/>
            <p:cNvSpPr>
              <a:spLocks noChangeShapeType="1"/>
            </p:cNvSpPr>
            <p:nvPr/>
          </p:nvSpPr>
          <p:spPr bwMode="auto">
            <a:xfrm>
              <a:off x="3656" y="1152"/>
              <a:ext cx="105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10" name="Text Box 50"/>
            <p:cNvSpPr txBox="1">
              <a:spLocks noChangeArrowheads="1"/>
            </p:cNvSpPr>
            <p:nvPr/>
          </p:nvSpPr>
          <p:spPr bwMode="auto">
            <a:xfrm>
              <a:off x="5108" y="1392"/>
              <a:ext cx="169"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rPr>
                <a:t>t</a:t>
              </a:r>
              <a:endParaRPr kumimoji="1" lang="en-US" altLang="zh-CN" sz="2400">
                <a:latin typeface="Times New Roman" panose="02020603050405020304" pitchFamily="18" charset="0"/>
              </a:endParaRPr>
            </a:p>
          </p:txBody>
        </p:sp>
        <p:sp>
          <p:nvSpPr>
            <p:cNvPr id="194611" name="Text Box 51"/>
            <p:cNvSpPr txBox="1">
              <a:spLocks noChangeArrowheads="1"/>
            </p:cNvSpPr>
            <p:nvPr/>
          </p:nvSpPr>
          <p:spPr bwMode="auto">
            <a:xfrm>
              <a:off x="3704" y="816"/>
              <a:ext cx="381"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sym typeface="Symbol" panose="05050102010706020507" pitchFamily="18" charset="2"/>
                </a:rPr>
                <a:t></a:t>
              </a:r>
              <a:r>
                <a:rPr kumimoji="1" lang="en-US" altLang="zh-CN"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sym typeface="Symbol" panose="05050102010706020507" pitchFamily="18" charset="2"/>
                </a:rPr>
                <a:t>t</a:t>
              </a:r>
              <a:r>
                <a:rPr kumimoji="1" lang="en-US" altLang="zh-CN" sz="24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194612" name="Line 52"/>
            <p:cNvSpPr>
              <a:spLocks noChangeShapeType="1"/>
            </p:cNvSpPr>
            <p:nvPr/>
          </p:nvSpPr>
          <p:spPr bwMode="auto">
            <a:xfrm flipH="1">
              <a:off x="3320" y="1536"/>
              <a:ext cx="33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13" name="Line 53"/>
            <p:cNvSpPr>
              <a:spLocks noChangeShapeType="1"/>
            </p:cNvSpPr>
            <p:nvPr/>
          </p:nvSpPr>
          <p:spPr bwMode="auto">
            <a:xfrm>
              <a:off x="3656" y="1152"/>
              <a:ext cx="0" cy="384"/>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14" name="Text Box 54"/>
            <p:cNvSpPr txBox="1">
              <a:spLocks noChangeArrowheads="1"/>
            </p:cNvSpPr>
            <p:nvPr/>
          </p:nvSpPr>
          <p:spPr bwMode="auto">
            <a:xfrm>
              <a:off x="3638" y="1488"/>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latin typeface="Times New Roman" panose="02020603050405020304" pitchFamily="18" charset="0"/>
                </a:rPr>
                <a:t>0</a:t>
              </a:r>
            </a:p>
          </p:txBody>
        </p:sp>
        <p:sp>
          <p:nvSpPr>
            <p:cNvPr id="194615" name="Text Box 55"/>
            <p:cNvSpPr txBox="1">
              <a:spLocks noChangeArrowheads="1"/>
            </p:cNvSpPr>
            <p:nvPr/>
          </p:nvSpPr>
          <p:spPr bwMode="auto">
            <a:xfrm>
              <a:off x="3435" y="1063"/>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latin typeface="Times New Roman" panose="02020603050405020304" pitchFamily="18" charset="0"/>
                </a:rPr>
                <a:t>1</a:t>
              </a:r>
            </a:p>
          </p:txBody>
        </p:sp>
      </p:grpSp>
      <p:grpSp>
        <p:nvGrpSpPr>
          <p:cNvPr id="194616" name="Group 56"/>
          <p:cNvGrpSpPr>
            <a:grpSpLocks/>
          </p:cNvGrpSpPr>
          <p:nvPr/>
        </p:nvGrpSpPr>
        <p:grpSpPr bwMode="auto">
          <a:xfrm>
            <a:off x="4716463" y="3144937"/>
            <a:ext cx="2706687" cy="1892300"/>
            <a:chOff x="2911" y="1944"/>
            <a:chExt cx="1705" cy="1192"/>
          </a:xfrm>
        </p:grpSpPr>
        <p:grpSp>
          <p:nvGrpSpPr>
            <p:cNvPr id="194617" name="Group 57"/>
            <p:cNvGrpSpPr>
              <a:grpSpLocks/>
            </p:cNvGrpSpPr>
            <p:nvPr/>
          </p:nvGrpSpPr>
          <p:grpSpPr bwMode="auto">
            <a:xfrm>
              <a:off x="2911" y="1944"/>
              <a:ext cx="1705" cy="1192"/>
              <a:chOff x="2911" y="1944"/>
              <a:chExt cx="1705" cy="1192"/>
            </a:xfrm>
          </p:grpSpPr>
          <p:sp>
            <p:nvSpPr>
              <p:cNvPr id="194618" name="Text Box 58"/>
              <p:cNvSpPr txBox="1">
                <a:spLocks noChangeArrowheads="1"/>
              </p:cNvSpPr>
              <p:nvPr/>
            </p:nvSpPr>
            <p:spPr bwMode="auto">
              <a:xfrm>
                <a:off x="2911" y="2613"/>
                <a:ext cx="26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S</a:t>
                </a:r>
                <a:endParaRPr kumimoji="1" lang="en-US" altLang="zh-CN" sz="2400" b="1">
                  <a:latin typeface="Times New Roman" panose="02020603050405020304" pitchFamily="18" charset="0"/>
                </a:endParaRPr>
              </a:p>
            </p:txBody>
          </p:sp>
          <p:grpSp>
            <p:nvGrpSpPr>
              <p:cNvPr id="194619" name="Group 59"/>
              <p:cNvGrpSpPr>
                <a:grpSpLocks/>
              </p:cNvGrpSpPr>
              <p:nvPr/>
            </p:nvGrpSpPr>
            <p:grpSpPr bwMode="auto">
              <a:xfrm>
                <a:off x="3192" y="1944"/>
                <a:ext cx="1424" cy="1192"/>
                <a:chOff x="3192" y="1944"/>
                <a:chExt cx="1424" cy="1192"/>
              </a:xfrm>
            </p:grpSpPr>
            <p:sp>
              <p:nvSpPr>
                <p:cNvPr id="194620" name="Text Box 60"/>
                <p:cNvSpPr txBox="1">
                  <a:spLocks noChangeArrowheads="1"/>
                </p:cNvSpPr>
                <p:nvPr/>
              </p:nvSpPr>
              <p:spPr bwMode="auto">
                <a:xfrm>
                  <a:off x="3782" y="2511"/>
                  <a:ext cx="196" cy="23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b="1">
                      <a:latin typeface="Times New Roman" panose="02020603050405020304" pitchFamily="18" charset="0"/>
                    </a:rPr>
                    <a:t>S</a:t>
                  </a:r>
                  <a:endParaRPr kumimoji="1" lang="en-US" altLang="zh-CN" sz="2400" b="1">
                    <a:latin typeface="Times New Roman" panose="02020603050405020304" pitchFamily="18" charset="0"/>
                  </a:endParaRPr>
                </a:p>
              </p:txBody>
            </p:sp>
            <p:grpSp>
              <p:nvGrpSpPr>
                <p:cNvPr id="194621" name="Group 61"/>
                <p:cNvGrpSpPr>
                  <a:grpSpLocks/>
                </p:cNvGrpSpPr>
                <p:nvPr/>
              </p:nvGrpSpPr>
              <p:grpSpPr bwMode="auto">
                <a:xfrm>
                  <a:off x="4395" y="2273"/>
                  <a:ext cx="175" cy="804"/>
                  <a:chOff x="1660" y="1285"/>
                  <a:chExt cx="126" cy="598"/>
                </a:xfrm>
              </p:grpSpPr>
              <p:grpSp>
                <p:nvGrpSpPr>
                  <p:cNvPr id="194622" name="Group 62"/>
                  <p:cNvGrpSpPr>
                    <a:grpSpLocks/>
                  </p:cNvGrpSpPr>
                  <p:nvPr/>
                </p:nvGrpSpPr>
                <p:grpSpPr bwMode="auto">
                  <a:xfrm>
                    <a:off x="1695" y="1285"/>
                    <a:ext cx="91" cy="598"/>
                    <a:chOff x="1695" y="1285"/>
                    <a:chExt cx="91" cy="598"/>
                  </a:xfrm>
                </p:grpSpPr>
                <p:sp>
                  <p:nvSpPr>
                    <p:cNvPr id="194623" name="Text Box 63"/>
                    <p:cNvSpPr txBox="1">
                      <a:spLocks noChangeArrowheads="1"/>
                    </p:cNvSpPr>
                    <p:nvPr/>
                  </p:nvSpPr>
                  <p:spPr bwMode="auto">
                    <a:xfrm>
                      <a:off x="1703" y="1285"/>
                      <a:ext cx="83" cy="21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1" lang="zh-CN" altLang="zh-CN" sz="2400" b="1">
                        <a:latin typeface="Times New Roman" panose="02020603050405020304" pitchFamily="18" charset="0"/>
                      </a:endParaRPr>
                    </a:p>
                  </p:txBody>
                </p:sp>
                <p:sp>
                  <p:nvSpPr>
                    <p:cNvPr id="194624" name="Text Box 64"/>
                    <p:cNvSpPr txBox="1">
                      <a:spLocks noChangeArrowheads="1"/>
                    </p:cNvSpPr>
                    <p:nvPr/>
                  </p:nvSpPr>
                  <p:spPr bwMode="auto">
                    <a:xfrm>
                      <a:off x="1695" y="1669"/>
                      <a:ext cx="84" cy="21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1" lang="zh-CN" altLang="zh-CN" sz="2400" b="1">
                        <a:latin typeface="Times New Roman" panose="02020603050405020304" pitchFamily="18" charset="0"/>
                      </a:endParaRPr>
                    </a:p>
                  </p:txBody>
                </p:sp>
              </p:grpSp>
              <p:sp>
                <p:nvSpPr>
                  <p:cNvPr id="194625" name="Text Box 65"/>
                  <p:cNvSpPr txBox="1">
                    <a:spLocks noChangeArrowheads="1"/>
                  </p:cNvSpPr>
                  <p:nvPr/>
                </p:nvSpPr>
                <p:spPr bwMode="auto">
                  <a:xfrm>
                    <a:off x="1660" y="1466"/>
                    <a:ext cx="84" cy="21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1" lang="zh-CN" altLang="zh-CN" sz="2400" b="1">
                      <a:latin typeface="Times New Roman" panose="02020603050405020304" pitchFamily="18" charset="0"/>
                    </a:endParaRPr>
                  </a:p>
                </p:txBody>
              </p:sp>
            </p:grpSp>
            <p:sp>
              <p:nvSpPr>
                <p:cNvPr id="194626" name="Line 66"/>
                <p:cNvSpPr>
                  <a:spLocks noChangeShapeType="1"/>
                </p:cNvSpPr>
                <p:nvPr/>
              </p:nvSpPr>
              <p:spPr bwMode="auto">
                <a:xfrm>
                  <a:off x="3288" y="2288"/>
                  <a:ext cx="94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27" name="Line 67"/>
                <p:cNvSpPr>
                  <a:spLocks noChangeShapeType="1"/>
                </p:cNvSpPr>
                <p:nvPr/>
              </p:nvSpPr>
              <p:spPr bwMode="auto">
                <a:xfrm flipV="1">
                  <a:off x="3288" y="2740"/>
                  <a:ext cx="0" cy="32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28" name="Line 68"/>
                <p:cNvSpPr>
                  <a:spLocks noChangeShapeType="1"/>
                </p:cNvSpPr>
                <p:nvPr/>
              </p:nvSpPr>
              <p:spPr bwMode="auto">
                <a:xfrm>
                  <a:off x="3288" y="2288"/>
                  <a:ext cx="0" cy="3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29" name="Line 69"/>
                <p:cNvSpPr>
                  <a:spLocks noChangeShapeType="1"/>
                </p:cNvSpPr>
                <p:nvPr/>
              </p:nvSpPr>
              <p:spPr bwMode="auto">
                <a:xfrm rot="8243330" flipH="1" flipV="1">
                  <a:off x="3694" y="2601"/>
                  <a:ext cx="67" cy="19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0" name="Rectangle 70"/>
                <p:cNvSpPr>
                  <a:spLocks noChangeArrowheads="1"/>
                </p:cNvSpPr>
                <p:nvPr/>
              </p:nvSpPr>
              <p:spPr bwMode="auto">
                <a:xfrm>
                  <a:off x="4224" y="2232"/>
                  <a:ext cx="392" cy="90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kumimoji="1" lang="zh-CN" altLang="zh-CN" sz="2400">
                    <a:solidFill>
                      <a:schemeClr val="bg1"/>
                    </a:solidFill>
                    <a:latin typeface="Times New Roman" panose="02020603050405020304" pitchFamily="18" charset="0"/>
                  </a:endParaRPr>
                </a:p>
              </p:txBody>
            </p:sp>
            <p:sp>
              <p:nvSpPr>
                <p:cNvPr id="194631" name="Line 71"/>
                <p:cNvSpPr>
                  <a:spLocks noChangeShapeType="1"/>
                </p:cNvSpPr>
                <p:nvPr/>
              </p:nvSpPr>
              <p:spPr bwMode="auto">
                <a:xfrm>
                  <a:off x="3656" y="2288"/>
                  <a:ext cx="0" cy="30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2" name="Line 72"/>
                <p:cNvSpPr>
                  <a:spLocks noChangeShapeType="1"/>
                </p:cNvSpPr>
                <p:nvPr/>
              </p:nvSpPr>
              <p:spPr bwMode="auto">
                <a:xfrm>
                  <a:off x="3664" y="2776"/>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3" name="Line 73"/>
                <p:cNvSpPr>
                  <a:spLocks noChangeShapeType="1"/>
                </p:cNvSpPr>
                <p:nvPr/>
              </p:nvSpPr>
              <p:spPr bwMode="auto">
                <a:xfrm>
                  <a:off x="3280" y="3048"/>
                  <a:ext cx="9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4" name="Line 74"/>
                <p:cNvSpPr>
                  <a:spLocks noChangeShapeType="1"/>
                </p:cNvSpPr>
                <p:nvPr/>
              </p:nvSpPr>
              <p:spPr bwMode="auto">
                <a:xfrm flipV="1">
                  <a:off x="3664" y="2544"/>
                  <a:ext cx="48" cy="2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5" name="Oval 75"/>
                <p:cNvSpPr>
                  <a:spLocks noChangeArrowheads="1"/>
                </p:cNvSpPr>
                <p:nvPr/>
              </p:nvSpPr>
              <p:spPr bwMode="auto">
                <a:xfrm>
                  <a:off x="3192" y="2616"/>
                  <a:ext cx="192" cy="168"/>
                </a:xfrm>
                <a:prstGeom prst="ellipse">
                  <a:avLst/>
                </a:prstGeom>
                <a:solidFill>
                  <a:srgbClr val="99FF99"/>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6" name="Line 76"/>
                <p:cNvSpPr>
                  <a:spLocks noChangeShapeType="1"/>
                </p:cNvSpPr>
                <p:nvPr/>
              </p:nvSpPr>
              <p:spPr bwMode="auto">
                <a:xfrm>
                  <a:off x="3200" y="2696"/>
                  <a:ext cx="1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7" name="Line 77"/>
                <p:cNvSpPr>
                  <a:spLocks noChangeShapeType="1"/>
                </p:cNvSpPr>
                <p:nvPr/>
              </p:nvSpPr>
              <p:spPr bwMode="auto">
                <a:xfrm>
                  <a:off x="3736" y="2224"/>
                  <a:ext cx="38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94638" name="Object 78"/>
                <p:cNvGraphicFramePr>
                  <a:graphicFrameLocks noChangeAspect="1"/>
                </p:cNvGraphicFramePr>
                <p:nvPr/>
              </p:nvGraphicFramePr>
              <p:xfrm>
                <a:off x="3671" y="1944"/>
                <a:ext cx="357" cy="248"/>
              </p:xfrm>
              <a:graphic>
                <a:graphicData uri="http://schemas.openxmlformats.org/presentationml/2006/ole">
                  <mc:AlternateContent xmlns:mc="http://schemas.openxmlformats.org/markup-compatibility/2006">
                    <mc:Choice xmlns:v="urn:schemas-microsoft-com:vml" Requires="v">
                      <p:oleObj name="公式" r:id="rId9" imgW="291960" imgH="203040" progId="Equation.3">
                        <p:embed/>
                      </p:oleObj>
                    </mc:Choice>
                    <mc:Fallback>
                      <p:oleObj name="公式" r:id="rId9" imgW="291960" imgH="203040" progId="Equation.3">
                        <p:embed/>
                        <p:pic>
                          <p:nvPicPr>
                            <p:cNvPr id="194638" name="Object 7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71" y="1944"/>
                              <a:ext cx="35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94639" name="Line 79"/>
            <p:cNvSpPr>
              <a:spLocks noChangeShapeType="1"/>
            </p:cNvSpPr>
            <p:nvPr/>
          </p:nvSpPr>
          <p:spPr bwMode="auto">
            <a:xfrm flipV="1">
              <a:off x="3288" y="2400"/>
              <a:ext cx="0" cy="192"/>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40090652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62">
                                            <p:txEl>
                                              <p:pRg st="0" end="0"/>
                                            </p:txEl>
                                          </p:spTgt>
                                        </p:tgtEl>
                                        <p:attrNameLst>
                                          <p:attrName>style.visibility</p:attrName>
                                        </p:attrNameLst>
                                      </p:cBhvr>
                                      <p:to>
                                        <p:strVal val="visible"/>
                                      </p:to>
                                    </p:set>
                                    <p:animEffect transition="in" filter="wipe(left)">
                                      <p:cBhvr>
                                        <p:cTn id="7" dur="500"/>
                                        <p:tgtEl>
                                          <p:spTgt spid="1945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63"/>
                                        </p:tgtEl>
                                        <p:attrNameLst>
                                          <p:attrName>style.visibility</p:attrName>
                                        </p:attrNameLst>
                                      </p:cBhvr>
                                      <p:to>
                                        <p:strVal val="visible"/>
                                      </p:to>
                                    </p:set>
                                    <p:animEffect transition="in" filter="wipe(left)">
                                      <p:cBhvr>
                                        <p:cTn id="12" dur="500"/>
                                        <p:tgtEl>
                                          <p:spTgt spid="1945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4564"/>
                                        </p:tgtEl>
                                        <p:attrNameLst>
                                          <p:attrName>style.visibility</p:attrName>
                                        </p:attrNameLst>
                                      </p:cBhvr>
                                      <p:to>
                                        <p:strVal val="visible"/>
                                      </p:to>
                                    </p:set>
                                    <p:animEffect transition="in" filter="wipe(left)">
                                      <p:cBhvr>
                                        <p:cTn id="17" dur="500"/>
                                        <p:tgtEl>
                                          <p:spTgt spid="1945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4606"/>
                                        </p:tgtEl>
                                        <p:attrNameLst>
                                          <p:attrName>style.visibility</p:attrName>
                                        </p:attrNameLst>
                                      </p:cBhvr>
                                      <p:to>
                                        <p:strVal val="visible"/>
                                      </p:to>
                                    </p:set>
                                    <p:animEffect transition="in" filter="wipe(left)">
                                      <p:cBhvr>
                                        <p:cTn id="22" dur="500"/>
                                        <p:tgtEl>
                                          <p:spTgt spid="1946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94565"/>
                                        </p:tgtEl>
                                        <p:attrNameLst>
                                          <p:attrName>style.visibility</p:attrName>
                                        </p:attrNameLst>
                                      </p:cBhvr>
                                      <p:to>
                                        <p:strVal val="visible"/>
                                      </p:to>
                                    </p:set>
                                    <p:animEffect transition="in" filter="wipe(left)">
                                      <p:cBhvr>
                                        <p:cTn id="27" dur="500"/>
                                        <p:tgtEl>
                                          <p:spTgt spid="1945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94576"/>
                                        </p:tgtEl>
                                        <p:attrNameLst>
                                          <p:attrName>style.visibility</p:attrName>
                                        </p:attrNameLst>
                                      </p:cBhvr>
                                      <p:to>
                                        <p:strVal val="visible"/>
                                      </p:to>
                                    </p:set>
                                    <p:animEffect transition="in" filter="dissolve">
                                      <p:cBhvr>
                                        <p:cTn id="32" dur="500"/>
                                        <p:tgtEl>
                                          <p:spTgt spid="19457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8" fill="hold" nodeType="clickEffect">
                                  <p:stCondLst>
                                    <p:cond delay="0"/>
                                  </p:stCondLst>
                                  <p:childTnLst>
                                    <p:set>
                                      <p:cBhvr>
                                        <p:cTn id="36" dur="1" fill="hold">
                                          <p:stCondLst>
                                            <p:cond delay="0"/>
                                          </p:stCondLst>
                                        </p:cTn>
                                        <p:tgtEl>
                                          <p:spTgt spid="194570"/>
                                        </p:tgtEl>
                                        <p:attrNameLst>
                                          <p:attrName>style.visibility</p:attrName>
                                        </p:attrNameLst>
                                      </p:cBhvr>
                                      <p:to>
                                        <p:strVal val="visible"/>
                                      </p:to>
                                    </p:set>
                                    <p:anim calcmode="lin" valueType="num">
                                      <p:cBhvr>
                                        <p:cTn id="37" dur="500" fill="hold"/>
                                        <p:tgtEl>
                                          <p:spTgt spid="194570"/>
                                        </p:tgtEl>
                                        <p:attrNameLst>
                                          <p:attrName>ppt_x</p:attrName>
                                        </p:attrNameLst>
                                      </p:cBhvr>
                                      <p:tavLst>
                                        <p:tav tm="0">
                                          <p:val>
                                            <p:strVal val="#ppt_x-#ppt_w/2"/>
                                          </p:val>
                                        </p:tav>
                                        <p:tav tm="100000">
                                          <p:val>
                                            <p:strVal val="#ppt_x"/>
                                          </p:val>
                                        </p:tav>
                                      </p:tavLst>
                                    </p:anim>
                                    <p:anim calcmode="lin" valueType="num">
                                      <p:cBhvr>
                                        <p:cTn id="38" dur="500" fill="hold"/>
                                        <p:tgtEl>
                                          <p:spTgt spid="194570"/>
                                        </p:tgtEl>
                                        <p:attrNameLst>
                                          <p:attrName>ppt_y</p:attrName>
                                        </p:attrNameLst>
                                      </p:cBhvr>
                                      <p:tavLst>
                                        <p:tav tm="0">
                                          <p:val>
                                            <p:strVal val="#ppt_y"/>
                                          </p:val>
                                        </p:tav>
                                        <p:tav tm="100000">
                                          <p:val>
                                            <p:strVal val="#ppt_y"/>
                                          </p:val>
                                        </p:tav>
                                      </p:tavLst>
                                    </p:anim>
                                    <p:anim calcmode="lin" valueType="num">
                                      <p:cBhvr>
                                        <p:cTn id="39" dur="500" fill="hold"/>
                                        <p:tgtEl>
                                          <p:spTgt spid="194570"/>
                                        </p:tgtEl>
                                        <p:attrNameLst>
                                          <p:attrName>ppt_w</p:attrName>
                                        </p:attrNameLst>
                                      </p:cBhvr>
                                      <p:tavLst>
                                        <p:tav tm="0">
                                          <p:val>
                                            <p:fltVal val="0"/>
                                          </p:val>
                                        </p:tav>
                                        <p:tav tm="100000">
                                          <p:val>
                                            <p:strVal val="#ppt_w"/>
                                          </p:val>
                                        </p:tav>
                                      </p:tavLst>
                                    </p:anim>
                                    <p:anim calcmode="lin" valueType="num">
                                      <p:cBhvr>
                                        <p:cTn id="40" dur="500" fill="hold"/>
                                        <p:tgtEl>
                                          <p:spTgt spid="194570"/>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94616"/>
                                        </p:tgtEl>
                                        <p:attrNameLst>
                                          <p:attrName>style.visibility</p:attrName>
                                        </p:attrNameLst>
                                      </p:cBhvr>
                                      <p:to>
                                        <p:strVal val="visible"/>
                                      </p:to>
                                    </p:set>
                                    <p:animEffect transition="in" filter="wipe(left)">
                                      <p:cBhvr>
                                        <p:cTn id="45" dur="500"/>
                                        <p:tgtEl>
                                          <p:spTgt spid="19461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94573"/>
                                        </p:tgtEl>
                                        <p:attrNameLst>
                                          <p:attrName>style.visibility</p:attrName>
                                        </p:attrNameLst>
                                      </p:cBhvr>
                                      <p:to>
                                        <p:strVal val="visible"/>
                                      </p:to>
                                    </p:set>
                                    <p:animEffect transition="in" filter="wipe(left)">
                                      <p:cBhvr>
                                        <p:cTn id="50" dur="500"/>
                                        <p:tgtEl>
                                          <p:spTgt spid="194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2" grpId="0" build="p" autoUpdateAnimBg="0"/>
      <p:bldP spid="194563" grpId="0" animBg="1"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ChangeArrowheads="1"/>
          </p:cNvSpPr>
          <p:nvPr/>
        </p:nvSpPr>
        <p:spPr bwMode="auto">
          <a:xfrm>
            <a:off x="215900" y="188640"/>
            <a:ext cx="3995738"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zh-CN" altLang="en-US" sz="2400" b="1" dirty="0">
                <a:solidFill>
                  <a:srgbClr val="0066FF"/>
                </a:solidFill>
                <a:latin typeface="Times New Roman" panose="02020603050405020304" pitchFamily="18" charset="0"/>
              </a:rPr>
              <a:t>单位阶跃函数的延迟</a:t>
            </a:r>
            <a:endParaRPr kumimoji="1" lang="zh-CN" altLang="en-US" sz="2400" b="1" dirty="0">
              <a:latin typeface="Times New Roman" panose="02020603050405020304" pitchFamily="18" charset="0"/>
            </a:endParaRPr>
          </a:p>
        </p:txBody>
      </p:sp>
      <p:graphicFrame>
        <p:nvGraphicFramePr>
          <p:cNvPr id="196611" name="Object 3"/>
          <p:cNvGraphicFramePr>
            <a:graphicFrameLocks noChangeAspect="1"/>
          </p:cNvGraphicFramePr>
          <p:nvPr/>
        </p:nvGraphicFramePr>
        <p:xfrm>
          <a:off x="4257675" y="980728"/>
          <a:ext cx="3052763" cy="1090613"/>
        </p:xfrm>
        <a:graphic>
          <a:graphicData uri="http://schemas.openxmlformats.org/presentationml/2006/ole">
            <mc:AlternateContent xmlns:mc="http://schemas.openxmlformats.org/markup-compatibility/2006">
              <mc:Choice xmlns:v="urn:schemas-microsoft-com:vml" Requires="v">
                <p:oleObj name="Equation" r:id="rId3" imgW="1346040" imgH="482400" progId="Equation.DSMT4">
                  <p:embed/>
                </p:oleObj>
              </mc:Choice>
              <mc:Fallback>
                <p:oleObj name="Equation" r:id="rId3" imgW="1346040" imgH="482400" progId="Equation.DSMT4">
                  <p:embed/>
                  <p:pic>
                    <p:nvPicPr>
                      <p:cNvPr id="196611" name="Object 3"/>
                      <p:cNvPicPr>
                        <a:picLocks noChangeAspect="1" noChangeArrowheads="1"/>
                      </p:cNvPicPr>
                      <p:nvPr/>
                    </p:nvPicPr>
                    <p:blipFill>
                      <a:blip r:embed="rId4"/>
                      <a:srcRect/>
                      <a:stretch>
                        <a:fillRect/>
                      </a:stretch>
                    </p:blipFill>
                    <p:spPr bwMode="auto">
                      <a:xfrm>
                        <a:off x="4257675" y="980728"/>
                        <a:ext cx="3052763" cy="10906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6612" name="Rectangle 4"/>
          <p:cNvSpPr>
            <a:spLocks noChangeArrowheads="1"/>
          </p:cNvSpPr>
          <p:nvPr/>
        </p:nvSpPr>
        <p:spPr bwMode="auto">
          <a:xfrm>
            <a:off x="827584" y="2420888"/>
            <a:ext cx="5807075"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zh-CN" altLang="en-US" sz="2400" b="1" dirty="0">
                <a:solidFill>
                  <a:srgbClr val="0066FF"/>
                </a:solidFill>
                <a:latin typeface="Times New Roman" panose="02020603050405020304" pitchFamily="18" charset="0"/>
              </a:rPr>
              <a:t>单位阶跃函数的反转</a:t>
            </a:r>
            <a:endParaRPr kumimoji="1" lang="zh-CN" altLang="en-US" sz="2400" b="1" dirty="0">
              <a:latin typeface="Times New Roman" panose="02020603050405020304" pitchFamily="18" charset="0"/>
            </a:endParaRPr>
          </a:p>
        </p:txBody>
      </p:sp>
      <p:graphicFrame>
        <p:nvGraphicFramePr>
          <p:cNvPr id="59" name="Object 56"/>
          <p:cNvGraphicFramePr>
            <a:graphicFrameLocks noChangeAspect="1"/>
          </p:cNvGraphicFramePr>
          <p:nvPr/>
        </p:nvGraphicFramePr>
        <p:xfrm>
          <a:off x="990600" y="620688"/>
          <a:ext cx="3168650" cy="2063750"/>
        </p:xfrm>
        <a:graphic>
          <a:graphicData uri="http://schemas.openxmlformats.org/presentationml/2006/ole">
            <mc:AlternateContent xmlns:mc="http://schemas.openxmlformats.org/markup-compatibility/2006">
              <mc:Choice xmlns:v="urn:schemas-microsoft-com:vml" Requires="v">
                <p:oleObj name="Visio" r:id="rId5" imgW="1641634" imgH="1068991" progId="Visio.Drawing.11">
                  <p:embed/>
                </p:oleObj>
              </mc:Choice>
              <mc:Fallback>
                <p:oleObj name="Visio" r:id="rId5" imgW="1641634" imgH="1068991" progId="Visio.Drawing.11">
                  <p:embed/>
                  <p:pic>
                    <p:nvPicPr>
                      <p:cNvPr id="59" name="Object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620688"/>
                        <a:ext cx="316865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 name="Object 65"/>
          <p:cNvGraphicFramePr>
            <a:graphicFrameLocks noChangeAspect="1"/>
          </p:cNvGraphicFramePr>
          <p:nvPr/>
        </p:nvGraphicFramePr>
        <p:xfrm>
          <a:off x="1469232" y="2924944"/>
          <a:ext cx="2376487" cy="1814513"/>
        </p:xfrm>
        <a:graphic>
          <a:graphicData uri="http://schemas.openxmlformats.org/presentationml/2006/ole">
            <mc:AlternateContent xmlns:mc="http://schemas.openxmlformats.org/markup-compatibility/2006">
              <mc:Choice xmlns:v="urn:schemas-microsoft-com:vml" Requires="v">
                <p:oleObj name="Visio" r:id="rId7" imgW="1240869" imgH="947261" progId="Visio.Drawing.11">
                  <p:embed/>
                </p:oleObj>
              </mc:Choice>
              <mc:Fallback>
                <p:oleObj name="Visio" r:id="rId7" imgW="1240869" imgH="947261" progId="Visio.Drawing.11">
                  <p:embed/>
                  <p:pic>
                    <p:nvPicPr>
                      <p:cNvPr id="60" name="Object 6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9232" y="2924944"/>
                        <a:ext cx="2376487" cy="181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 name="Object 3"/>
          <p:cNvGraphicFramePr>
            <a:graphicFrameLocks noChangeAspect="1"/>
          </p:cNvGraphicFramePr>
          <p:nvPr/>
        </p:nvGraphicFramePr>
        <p:xfrm>
          <a:off x="4355976" y="3259634"/>
          <a:ext cx="3109913" cy="1033462"/>
        </p:xfrm>
        <a:graphic>
          <a:graphicData uri="http://schemas.openxmlformats.org/presentationml/2006/ole">
            <mc:AlternateContent xmlns:mc="http://schemas.openxmlformats.org/markup-compatibility/2006">
              <mc:Choice xmlns:v="urn:schemas-microsoft-com:vml" Requires="v">
                <p:oleObj name="Equation" r:id="rId9" imgW="1371600" imgH="457200" progId="Equation.DSMT4">
                  <p:embed/>
                </p:oleObj>
              </mc:Choice>
              <mc:Fallback>
                <p:oleObj name="Equation" r:id="rId9" imgW="1371600" imgH="457200" progId="Equation.DSMT4">
                  <p:embed/>
                  <p:pic>
                    <p:nvPicPr>
                      <p:cNvPr id="61" name="Object 3"/>
                      <p:cNvPicPr>
                        <a:picLocks noChangeAspect="1" noChangeArrowheads="1"/>
                      </p:cNvPicPr>
                      <p:nvPr/>
                    </p:nvPicPr>
                    <p:blipFill>
                      <a:blip r:embed="rId10"/>
                      <a:srcRect/>
                      <a:stretch>
                        <a:fillRect/>
                      </a:stretch>
                    </p:blipFill>
                    <p:spPr bwMode="auto">
                      <a:xfrm>
                        <a:off x="4355976" y="3259634"/>
                        <a:ext cx="3109913" cy="103346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 name="Object 39"/>
          <p:cNvGraphicFramePr>
            <a:graphicFrameLocks noChangeAspect="1"/>
          </p:cNvGraphicFramePr>
          <p:nvPr/>
        </p:nvGraphicFramePr>
        <p:xfrm>
          <a:off x="991292" y="5445224"/>
          <a:ext cx="3200400" cy="966788"/>
        </p:xfrm>
        <a:graphic>
          <a:graphicData uri="http://schemas.openxmlformats.org/presentationml/2006/ole">
            <mc:AlternateContent xmlns:mc="http://schemas.openxmlformats.org/markup-compatibility/2006">
              <mc:Choice xmlns:v="urn:schemas-microsoft-com:vml" Requires="v">
                <p:oleObj name="Equation" r:id="rId11" imgW="1511300" imgH="457200" progId="Equation.DSMT4">
                  <p:embed/>
                </p:oleObj>
              </mc:Choice>
              <mc:Fallback>
                <p:oleObj name="Equation" r:id="rId11" imgW="1511300" imgH="457200" progId="Equation.DSMT4">
                  <p:embed/>
                  <p:pic>
                    <p:nvPicPr>
                      <p:cNvPr id="62" name="Object 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1292" y="5445224"/>
                        <a:ext cx="3200400"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 name="Text Box 41"/>
          <p:cNvSpPr txBox="1">
            <a:spLocks noChangeArrowheads="1"/>
          </p:cNvSpPr>
          <p:nvPr/>
        </p:nvSpPr>
        <p:spPr bwMode="auto">
          <a:xfrm>
            <a:off x="899592" y="4772000"/>
            <a:ext cx="705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dirty="0">
                <a:solidFill>
                  <a:schemeClr val="folHlink"/>
                </a:solidFill>
                <a:ea typeface="隶书" panose="02010509060101010101" pitchFamily="49" charset="-122"/>
              </a:rPr>
              <a:t>单位阶跃函数的应用</a:t>
            </a:r>
            <a:r>
              <a:rPr lang="en-US" altLang="zh-CN" dirty="0">
                <a:solidFill>
                  <a:schemeClr val="folHlink"/>
                </a:solidFill>
                <a:ea typeface="隶书" panose="02010509060101010101" pitchFamily="49" charset="-122"/>
              </a:rPr>
              <a:t>——</a:t>
            </a:r>
            <a:r>
              <a:rPr lang="zh-CN" altLang="en-US" dirty="0">
                <a:solidFill>
                  <a:schemeClr val="folHlink"/>
                </a:solidFill>
                <a:ea typeface="隶书" panose="02010509060101010101" pitchFamily="49" charset="-122"/>
              </a:rPr>
              <a:t>表达波形 </a:t>
            </a:r>
          </a:p>
        </p:txBody>
      </p:sp>
      <p:graphicFrame>
        <p:nvGraphicFramePr>
          <p:cNvPr id="64" name="Object 42"/>
          <p:cNvGraphicFramePr>
            <a:graphicFrameLocks noChangeAspect="1"/>
          </p:cNvGraphicFramePr>
          <p:nvPr/>
        </p:nvGraphicFramePr>
        <p:xfrm>
          <a:off x="5240985" y="5680968"/>
          <a:ext cx="2808287" cy="495300"/>
        </p:xfrm>
        <a:graphic>
          <a:graphicData uri="http://schemas.openxmlformats.org/presentationml/2006/ole">
            <mc:AlternateContent xmlns:mc="http://schemas.openxmlformats.org/markup-compatibility/2006">
              <mc:Choice xmlns:v="urn:schemas-microsoft-com:vml" Requires="v">
                <p:oleObj name="Equation" r:id="rId13" imgW="1295400" imgH="228600" progId="Equation.DSMT4">
                  <p:embed/>
                </p:oleObj>
              </mc:Choice>
              <mc:Fallback>
                <p:oleObj name="Equation" r:id="rId13" imgW="1295400" imgH="228600" progId="Equation.DSMT4">
                  <p:embed/>
                  <p:pic>
                    <p:nvPicPr>
                      <p:cNvPr id="64" name="Object 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40985" y="5680968"/>
                        <a:ext cx="280828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 name="Line 45"/>
          <p:cNvSpPr>
            <a:spLocks noChangeShapeType="1"/>
          </p:cNvSpPr>
          <p:nvPr/>
        </p:nvSpPr>
        <p:spPr bwMode="auto">
          <a:xfrm>
            <a:off x="4355976" y="5934141"/>
            <a:ext cx="720725" cy="0"/>
          </a:xfrm>
          <a:prstGeom prst="line">
            <a:avLst/>
          </a:prstGeom>
          <a:noFill/>
          <a:ln w="5715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4563161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6611"/>
                                        </p:tgtEl>
                                        <p:attrNameLst>
                                          <p:attrName>style.visibility</p:attrName>
                                        </p:attrNameLst>
                                      </p:cBhvr>
                                      <p:to>
                                        <p:strVal val="visible"/>
                                      </p:to>
                                    </p:set>
                                    <p:animEffect transition="in" filter="wipe(left)">
                                      <p:cBhvr>
                                        <p:cTn id="7" dur="500"/>
                                        <p:tgtEl>
                                          <p:spTgt spid="1966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6612">
                                            <p:txEl>
                                              <p:pRg st="0" end="0"/>
                                            </p:txEl>
                                          </p:spTgt>
                                        </p:tgtEl>
                                        <p:attrNameLst>
                                          <p:attrName>style.visibility</p:attrName>
                                        </p:attrNameLst>
                                      </p:cBhvr>
                                      <p:to>
                                        <p:strVal val="visible"/>
                                      </p:to>
                                    </p:set>
                                    <p:animEffect transition="in" filter="wipe(left)">
                                      <p:cBhvr>
                                        <p:cTn id="16" dur="500"/>
                                        <p:tgtEl>
                                          <p:spTgt spid="19661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wipe(left)">
                                      <p:cBhvr>
                                        <p:cTn id="21" dur="500"/>
                                        <p:tgtEl>
                                          <p:spTgt spid="6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0"/>
                                        </p:tgtEl>
                                        <p:attrNameLst>
                                          <p:attrName>style.visibility</p:attrName>
                                        </p:attrNameLst>
                                      </p:cBhvr>
                                      <p:to>
                                        <p:strVal val="visible"/>
                                      </p:to>
                                    </p:set>
                                    <p:animEffect transition="in" filter="wipe(left)">
                                      <p:cBhvr>
                                        <p:cTn id="26" dur="1000"/>
                                        <p:tgtEl>
                                          <p:spTgt spid="6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6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build="p" autoUpdateAnimBg="0"/>
      <p:bldP spid="6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42" name="Object 2"/>
          <p:cNvGraphicFramePr>
            <a:graphicFrameLocks noChangeAspect="1"/>
          </p:cNvGraphicFramePr>
          <p:nvPr/>
        </p:nvGraphicFramePr>
        <p:xfrm>
          <a:off x="3851275" y="2060575"/>
          <a:ext cx="2212975" cy="814388"/>
        </p:xfrm>
        <a:graphic>
          <a:graphicData uri="http://schemas.openxmlformats.org/presentationml/2006/ole">
            <mc:AlternateContent xmlns:mc="http://schemas.openxmlformats.org/markup-compatibility/2006">
              <mc:Choice xmlns:v="urn:schemas-microsoft-com:vml" Requires="v">
                <p:oleObj name="Equation" r:id="rId3" imgW="1104840" imgH="406080" progId="Equation.DSMT4">
                  <p:embed/>
                </p:oleObj>
              </mc:Choice>
              <mc:Fallback>
                <p:oleObj name="Equation" r:id="rId3" imgW="1104840" imgH="406080" progId="Equation.DSMT4">
                  <p:embed/>
                  <p:pic>
                    <p:nvPicPr>
                      <p:cNvPr id="2150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2060575"/>
                        <a:ext cx="2212975" cy="8143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3" name="Object 3"/>
          <p:cNvGraphicFramePr>
            <a:graphicFrameLocks noChangeAspect="1"/>
          </p:cNvGraphicFramePr>
          <p:nvPr/>
        </p:nvGraphicFramePr>
        <p:xfrm>
          <a:off x="4535488" y="3141663"/>
          <a:ext cx="2208212" cy="647700"/>
        </p:xfrm>
        <a:graphic>
          <a:graphicData uri="http://schemas.openxmlformats.org/presentationml/2006/ole">
            <mc:AlternateContent xmlns:mc="http://schemas.openxmlformats.org/markup-compatibility/2006">
              <mc:Choice xmlns:v="urn:schemas-microsoft-com:vml" Requires="v">
                <p:oleObj name="Equation" r:id="rId5" imgW="952200" imgH="279360" progId="Equation.DSMT4">
                  <p:embed/>
                </p:oleObj>
              </mc:Choice>
              <mc:Fallback>
                <p:oleObj name="Equation" r:id="rId5" imgW="952200" imgH="279360" progId="Equation.DSMT4">
                  <p:embed/>
                  <p:pic>
                    <p:nvPicPr>
                      <p:cNvPr id="2150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5488" y="3141663"/>
                        <a:ext cx="2208212" cy="6477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44" name="Text Box 4"/>
          <p:cNvSpPr txBox="1">
            <a:spLocks noChangeArrowheads="1"/>
          </p:cNvSpPr>
          <p:nvPr/>
        </p:nvSpPr>
        <p:spPr bwMode="auto">
          <a:xfrm>
            <a:off x="576263" y="333375"/>
            <a:ext cx="3455987"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a:solidFill>
                  <a:srgbClr val="0066FF"/>
                </a:solidFill>
                <a:latin typeface="Times New Roman" panose="02020603050405020304" pitchFamily="18" charset="0"/>
              </a:rPr>
              <a:t>2. </a:t>
            </a:r>
            <a:r>
              <a:rPr kumimoji="1" lang="zh-CN" altLang="en-US" sz="2400" b="1">
                <a:solidFill>
                  <a:srgbClr val="0066FF"/>
                </a:solidFill>
                <a:latin typeface="Times New Roman" panose="02020603050405020304" pitchFamily="18" charset="0"/>
              </a:rPr>
              <a:t>单位冲激函数</a:t>
            </a:r>
            <a:r>
              <a:rPr kumimoji="1" lang="zh-CN" altLang="en-US" sz="2400" b="1" i="1">
                <a:solidFill>
                  <a:srgbClr val="0066FF"/>
                </a:solidFill>
                <a:latin typeface="Times New Roman" panose="02020603050405020304" pitchFamily="18" charset="0"/>
              </a:rPr>
              <a:t> </a:t>
            </a:r>
            <a:r>
              <a:rPr kumimoji="1" lang="zh-CN" altLang="en-US" sz="2400" b="1" i="1">
                <a:solidFill>
                  <a:srgbClr val="0066FF"/>
                </a:solidFill>
                <a:latin typeface="Times New Roman" panose="02020603050405020304" pitchFamily="18" charset="0"/>
                <a:sym typeface="Symbol" panose="05050102010706020507" pitchFamily="18" charset="2"/>
              </a:rPr>
              <a:t></a:t>
            </a:r>
            <a:r>
              <a:rPr kumimoji="1" lang="zh-CN" altLang="en-US" sz="2400" b="1">
                <a:solidFill>
                  <a:srgbClr val="0066FF"/>
                </a:solidFill>
                <a:latin typeface="Times New Roman" panose="02020603050405020304" pitchFamily="18" charset="0"/>
                <a:sym typeface="Symbol" panose="05050102010706020507" pitchFamily="18" charset="2"/>
              </a:rPr>
              <a:t> </a:t>
            </a:r>
            <a:r>
              <a:rPr kumimoji="1" lang="en-US" altLang="zh-CN" sz="2400" b="1">
                <a:solidFill>
                  <a:srgbClr val="0066FF"/>
                </a:solidFill>
                <a:latin typeface="Times New Roman" panose="02020603050405020304" pitchFamily="18" charset="0"/>
                <a:sym typeface="Symbol" panose="05050102010706020507" pitchFamily="18" charset="2"/>
              </a:rPr>
              <a:t>(</a:t>
            </a:r>
            <a:r>
              <a:rPr kumimoji="1" lang="en-US" altLang="zh-CN" sz="2400" b="1" i="1">
                <a:solidFill>
                  <a:srgbClr val="0066FF"/>
                </a:solidFill>
                <a:latin typeface="Times New Roman" panose="02020603050405020304" pitchFamily="18" charset="0"/>
                <a:sym typeface="Symbol" panose="05050102010706020507" pitchFamily="18" charset="2"/>
              </a:rPr>
              <a:t>t</a:t>
            </a:r>
            <a:r>
              <a:rPr kumimoji="1" lang="en-US" altLang="zh-CN" sz="2400" b="1">
                <a:solidFill>
                  <a:srgbClr val="0066FF"/>
                </a:solidFill>
                <a:latin typeface="Times New Roman" panose="02020603050405020304" pitchFamily="18" charset="0"/>
                <a:sym typeface="Symbol" panose="05050102010706020507" pitchFamily="18" charset="2"/>
              </a:rPr>
              <a:t>)</a:t>
            </a:r>
            <a:endParaRPr kumimoji="1" lang="en-US" altLang="zh-CN" sz="2400" b="1">
              <a:solidFill>
                <a:srgbClr val="0066FF"/>
              </a:solidFill>
              <a:latin typeface="Times New Roman" panose="02020603050405020304" pitchFamily="18" charset="0"/>
            </a:endParaRPr>
          </a:p>
        </p:txBody>
      </p:sp>
      <p:grpSp>
        <p:nvGrpSpPr>
          <p:cNvPr id="215045" name="Group 5"/>
          <p:cNvGrpSpPr>
            <a:grpSpLocks/>
          </p:cNvGrpSpPr>
          <p:nvPr/>
        </p:nvGrpSpPr>
        <p:grpSpPr bwMode="auto">
          <a:xfrm>
            <a:off x="1219200" y="1066800"/>
            <a:ext cx="2452688" cy="2514600"/>
            <a:chOff x="768" y="672"/>
            <a:chExt cx="1545" cy="1584"/>
          </a:xfrm>
        </p:grpSpPr>
        <p:sp>
          <p:nvSpPr>
            <p:cNvPr id="215046" name="Line 6"/>
            <p:cNvSpPr>
              <a:spLocks noChangeShapeType="1"/>
            </p:cNvSpPr>
            <p:nvPr/>
          </p:nvSpPr>
          <p:spPr bwMode="auto">
            <a:xfrm>
              <a:off x="856" y="1920"/>
              <a:ext cx="129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47" name="Line 7"/>
            <p:cNvSpPr>
              <a:spLocks noChangeShapeType="1"/>
            </p:cNvSpPr>
            <p:nvPr/>
          </p:nvSpPr>
          <p:spPr bwMode="auto">
            <a:xfrm flipV="1">
              <a:off x="1424" y="768"/>
              <a:ext cx="0" cy="148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48" name="Line 8"/>
            <p:cNvSpPr>
              <a:spLocks noChangeShapeType="1"/>
            </p:cNvSpPr>
            <p:nvPr/>
          </p:nvSpPr>
          <p:spPr bwMode="auto">
            <a:xfrm>
              <a:off x="1232" y="1192"/>
              <a:ext cx="43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49" name="Text Box 9"/>
            <p:cNvSpPr txBox="1">
              <a:spLocks noChangeArrowheads="1"/>
            </p:cNvSpPr>
            <p:nvPr/>
          </p:nvSpPr>
          <p:spPr bwMode="auto">
            <a:xfrm>
              <a:off x="1400" y="1924"/>
              <a:ext cx="578"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latin typeface="Times New Roman" panose="02020603050405020304" pitchFamily="18" charset="0"/>
                  <a:sym typeface="Symbol" panose="05050102010706020507" pitchFamily="18" charset="2"/>
                </a:rPr>
                <a:t></a:t>
              </a:r>
              <a:r>
                <a:rPr kumimoji="1" lang="en-US" altLang="zh-CN" sz="2400" b="1">
                  <a:latin typeface="Times New Roman" panose="02020603050405020304" pitchFamily="18" charset="0"/>
                  <a:sym typeface="Symbol" panose="05050102010706020507" pitchFamily="18" charset="2"/>
                </a:rPr>
                <a:t>/2</a:t>
              </a:r>
              <a:endParaRPr kumimoji="1" lang="en-US" altLang="zh-CN" sz="2400" b="1">
                <a:latin typeface="Times New Roman" panose="02020603050405020304" pitchFamily="18" charset="0"/>
              </a:endParaRPr>
            </a:p>
          </p:txBody>
        </p:sp>
        <p:sp>
          <p:nvSpPr>
            <p:cNvPr id="215050" name="Text Box 10"/>
            <p:cNvSpPr txBox="1">
              <a:spLocks noChangeArrowheads="1"/>
            </p:cNvSpPr>
            <p:nvPr/>
          </p:nvSpPr>
          <p:spPr bwMode="auto">
            <a:xfrm>
              <a:off x="808" y="904"/>
              <a:ext cx="383"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latin typeface="Times New Roman" panose="02020603050405020304" pitchFamily="18" charset="0"/>
                </a:rPr>
                <a:t>1/</a:t>
              </a:r>
              <a:r>
                <a:rPr kumimoji="1" lang="en-US" altLang="zh-CN" sz="2400" b="1" i="1">
                  <a:latin typeface="Times New Roman" panose="02020603050405020304" pitchFamily="18" charset="0"/>
                  <a:sym typeface="Symbol" panose="05050102010706020507" pitchFamily="18" charset="2"/>
                </a:rPr>
                <a:t></a:t>
              </a:r>
            </a:p>
          </p:txBody>
        </p:sp>
        <p:sp>
          <p:nvSpPr>
            <p:cNvPr id="215051" name="Text Box 11"/>
            <p:cNvSpPr txBox="1">
              <a:spLocks noChangeArrowheads="1"/>
            </p:cNvSpPr>
            <p:nvPr/>
          </p:nvSpPr>
          <p:spPr bwMode="auto">
            <a:xfrm>
              <a:off x="2144" y="1896"/>
              <a:ext cx="169"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rPr>
                <a:t>t</a:t>
              </a:r>
              <a:endParaRPr kumimoji="1" lang="en-US" altLang="zh-CN" sz="2400" b="1">
                <a:latin typeface="Times New Roman" panose="02020603050405020304" pitchFamily="18" charset="0"/>
              </a:endParaRPr>
            </a:p>
          </p:txBody>
        </p:sp>
        <p:sp>
          <p:nvSpPr>
            <p:cNvPr id="215052" name="Text Box 12"/>
            <p:cNvSpPr txBox="1">
              <a:spLocks noChangeArrowheads="1"/>
            </p:cNvSpPr>
            <p:nvPr/>
          </p:nvSpPr>
          <p:spPr bwMode="auto">
            <a:xfrm>
              <a:off x="1498" y="672"/>
              <a:ext cx="393"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rPr>
                <a:t>p</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215053" name="Line 13"/>
            <p:cNvSpPr>
              <a:spLocks noChangeShapeType="1"/>
            </p:cNvSpPr>
            <p:nvPr/>
          </p:nvSpPr>
          <p:spPr bwMode="auto">
            <a:xfrm>
              <a:off x="1232" y="1176"/>
              <a:ext cx="0" cy="7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54" name="Text Box 14"/>
            <p:cNvSpPr txBox="1">
              <a:spLocks noChangeArrowheads="1"/>
            </p:cNvSpPr>
            <p:nvPr/>
          </p:nvSpPr>
          <p:spPr bwMode="auto">
            <a:xfrm>
              <a:off x="768" y="1916"/>
              <a:ext cx="578"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sym typeface="Symbol" panose="05050102010706020507" pitchFamily="18" charset="2"/>
                </a:rPr>
                <a:t></a:t>
              </a:r>
              <a:r>
                <a:rPr kumimoji="1" lang="en-US" altLang="zh-CN" sz="2400" b="1">
                  <a:latin typeface="Times New Roman" panose="02020603050405020304" pitchFamily="18" charset="0"/>
                  <a:sym typeface="Symbol" panose="05050102010706020507" pitchFamily="18" charset="2"/>
                </a:rPr>
                <a:t>/2</a:t>
              </a:r>
              <a:endParaRPr kumimoji="1" lang="en-US" altLang="zh-CN" sz="2400" b="1">
                <a:latin typeface="Times New Roman" panose="02020603050405020304" pitchFamily="18" charset="0"/>
              </a:endParaRPr>
            </a:p>
          </p:txBody>
        </p:sp>
        <p:sp>
          <p:nvSpPr>
            <p:cNvPr id="215055" name="Line 15"/>
            <p:cNvSpPr>
              <a:spLocks noChangeShapeType="1"/>
            </p:cNvSpPr>
            <p:nvPr/>
          </p:nvSpPr>
          <p:spPr bwMode="auto">
            <a:xfrm>
              <a:off x="1664" y="1200"/>
              <a:ext cx="0" cy="7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15056" name="Object 16"/>
          <p:cNvGraphicFramePr>
            <a:graphicFrameLocks noChangeAspect="1"/>
          </p:cNvGraphicFramePr>
          <p:nvPr/>
        </p:nvGraphicFramePr>
        <p:xfrm>
          <a:off x="3743325" y="1160463"/>
          <a:ext cx="3709988" cy="809625"/>
        </p:xfrm>
        <a:graphic>
          <a:graphicData uri="http://schemas.openxmlformats.org/presentationml/2006/ole">
            <mc:AlternateContent xmlns:mc="http://schemas.openxmlformats.org/markup-compatibility/2006">
              <mc:Choice xmlns:v="urn:schemas-microsoft-com:vml" Requires="v">
                <p:oleObj name="Equation" r:id="rId7" imgW="1854000" imgH="406080" progId="Equation.DSMT4">
                  <p:embed/>
                </p:oleObj>
              </mc:Choice>
              <mc:Fallback>
                <p:oleObj name="Equation" r:id="rId7" imgW="1854000" imgH="406080" progId="Equation.DSMT4">
                  <p:embed/>
                  <p:pic>
                    <p:nvPicPr>
                      <p:cNvPr id="215056"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3325" y="1160463"/>
                        <a:ext cx="3709988" cy="80962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57" name="Text Box 17"/>
          <p:cNvSpPr txBox="1">
            <a:spLocks noChangeArrowheads="1"/>
          </p:cNvSpPr>
          <p:nvPr/>
        </p:nvSpPr>
        <p:spPr bwMode="auto">
          <a:xfrm>
            <a:off x="719138" y="4149725"/>
            <a:ext cx="1103312"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zh-CN" altLang="en-US" sz="2400" b="1">
                <a:solidFill>
                  <a:srgbClr val="FF0066"/>
                </a:solidFill>
                <a:latin typeface="Times New Roman" panose="02020603050405020304" pitchFamily="18" charset="0"/>
              </a:rPr>
              <a:t>定义：</a:t>
            </a:r>
            <a:endParaRPr kumimoji="1" lang="zh-CN" altLang="en-US" sz="2400" b="1">
              <a:latin typeface="Times New Roman" panose="02020603050405020304" pitchFamily="18" charset="0"/>
            </a:endParaRPr>
          </a:p>
        </p:txBody>
      </p:sp>
      <p:graphicFrame>
        <p:nvGraphicFramePr>
          <p:cNvPr id="215058" name="Object 18"/>
          <p:cNvGraphicFramePr>
            <a:graphicFrameLocks noChangeAspect="1"/>
          </p:cNvGraphicFramePr>
          <p:nvPr/>
        </p:nvGraphicFramePr>
        <p:xfrm>
          <a:off x="1150938" y="4581525"/>
          <a:ext cx="2341562" cy="831850"/>
        </p:xfrm>
        <a:graphic>
          <a:graphicData uri="http://schemas.openxmlformats.org/presentationml/2006/ole">
            <mc:AlternateContent xmlns:mc="http://schemas.openxmlformats.org/markup-compatibility/2006">
              <mc:Choice xmlns:v="urn:schemas-microsoft-com:vml" Requires="v">
                <p:oleObj name="公式" r:id="rId9" imgW="2717640" imgH="965160" progId="Equation.3">
                  <p:embed/>
                </p:oleObj>
              </mc:Choice>
              <mc:Fallback>
                <p:oleObj name="公式" r:id="rId9" imgW="2717640" imgH="965160" progId="Equation.3">
                  <p:embed/>
                  <p:pic>
                    <p:nvPicPr>
                      <p:cNvPr id="215058"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0938" y="4581525"/>
                        <a:ext cx="2341562" cy="8318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59" name="Object 19"/>
          <p:cNvGraphicFramePr>
            <a:graphicFrameLocks noChangeAspect="1"/>
          </p:cNvGraphicFramePr>
          <p:nvPr/>
        </p:nvGraphicFramePr>
        <p:xfrm>
          <a:off x="1223963" y="5481638"/>
          <a:ext cx="2038350" cy="781050"/>
        </p:xfrm>
        <a:graphic>
          <a:graphicData uri="http://schemas.openxmlformats.org/presentationml/2006/ole">
            <mc:AlternateContent xmlns:mc="http://schemas.openxmlformats.org/markup-compatibility/2006">
              <mc:Choice xmlns:v="urn:schemas-microsoft-com:vml" Requires="v">
                <p:oleObj name="公式" r:id="rId11" imgW="863280" imgH="330120" progId="Equation.3">
                  <p:embed/>
                </p:oleObj>
              </mc:Choice>
              <mc:Fallback>
                <p:oleObj name="公式" r:id="rId11" imgW="863280" imgH="330120" progId="Equation.3">
                  <p:embed/>
                  <p:pic>
                    <p:nvPicPr>
                      <p:cNvPr id="215059"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23963" y="5481638"/>
                        <a:ext cx="2038350" cy="7810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15060" name="Group 20"/>
          <p:cNvGrpSpPr>
            <a:grpSpLocks/>
          </p:cNvGrpSpPr>
          <p:nvPr/>
        </p:nvGrpSpPr>
        <p:grpSpPr bwMode="auto">
          <a:xfrm>
            <a:off x="4427538" y="4508500"/>
            <a:ext cx="2830512" cy="1628775"/>
            <a:chOff x="2918" y="2556"/>
            <a:chExt cx="1783" cy="1026"/>
          </a:xfrm>
        </p:grpSpPr>
        <p:sp>
          <p:nvSpPr>
            <p:cNvPr id="215061" name="Line 21"/>
            <p:cNvSpPr>
              <a:spLocks noChangeShapeType="1"/>
            </p:cNvSpPr>
            <p:nvPr/>
          </p:nvSpPr>
          <p:spPr bwMode="auto">
            <a:xfrm>
              <a:off x="3048" y="3292"/>
              <a:ext cx="14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62" name="Line 22"/>
            <p:cNvSpPr>
              <a:spLocks noChangeShapeType="1"/>
            </p:cNvSpPr>
            <p:nvPr/>
          </p:nvSpPr>
          <p:spPr bwMode="auto">
            <a:xfrm flipV="1">
              <a:off x="3240" y="2680"/>
              <a:ext cx="0" cy="8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63" name="Text Box 23"/>
            <p:cNvSpPr txBox="1">
              <a:spLocks noChangeArrowheads="1"/>
            </p:cNvSpPr>
            <p:nvPr/>
          </p:nvSpPr>
          <p:spPr bwMode="auto">
            <a:xfrm>
              <a:off x="4532" y="3220"/>
              <a:ext cx="169"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rPr>
                <a:t>t</a:t>
              </a:r>
              <a:endParaRPr kumimoji="1" lang="en-US" altLang="zh-CN" sz="2400" b="1">
                <a:latin typeface="Times New Roman" panose="02020603050405020304" pitchFamily="18" charset="0"/>
              </a:endParaRPr>
            </a:p>
          </p:txBody>
        </p:sp>
        <p:sp>
          <p:nvSpPr>
            <p:cNvPr id="215064" name="Text Box 24"/>
            <p:cNvSpPr txBox="1">
              <a:spLocks noChangeArrowheads="1"/>
            </p:cNvSpPr>
            <p:nvPr/>
          </p:nvSpPr>
          <p:spPr bwMode="auto">
            <a:xfrm>
              <a:off x="3272" y="2556"/>
              <a:ext cx="39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latin typeface="Times New Roman" panose="02020603050405020304" pitchFamily="18" charset="0"/>
                  <a:sym typeface="Symbol" panose="05050102010706020507" pitchFamily="18" charset="2"/>
                </a:rPr>
                <a:t></a:t>
              </a:r>
              <a:r>
                <a:rPr kumimoji="1" lang="en-US" altLang="zh-CN"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sym typeface="Symbol" panose="05050102010706020507" pitchFamily="18" charset="2"/>
                </a:rPr>
                <a:t>t</a:t>
              </a:r>
              <a:r>
                <a:rPr kumimoji="1" lang="en-US" altLang="zh-CN" sz="2400" b="1">
                  <a:latin typeface="Times New Roman" panose="02020603050405020304" pitchFamily="18" charset="0"/>
                  <a:sym typeface="Symbol" panose="05050102010706020507" pitchFamily="18" charset="2"/>
                </a:rPr>
                <a:t>)</a:t>
              </a:r>
            </a:p>
          </p:txBody>
        </p:sp>
        <p:sp>
          <p:nvSpPr>
            <p:cNvPr id="215065" name="Line 25"/>
            <p:cNvSpPr>
              <a:spLocks noChangeShapeType="1"/>
            </p:cNvSpPr>
            <p:nvPr/>
          </p:nvSpPr>
          <p:spPr bwMode="auto">
            <a:xfrm flipV="1">
              <a:off x="3240" y="2896"/>
              <a:ext cx="0" cy="396"/>
            </a:xfrm>
            <a:prstGeom prst="line">
              <a:avLst/>
            </a:prstGeom>
            <a:noFill/>
            <a:ln w="254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66" name="Text Box 26"/>
            <p:cNvSpPr txBox="1">
              <a:spLocks noChangeArrowheads="1"/>
            </p:cNvSpPr>
            <p:nvPr/>
          </p:nvSpPr>
          <p:spPr bwMode="auto">
            <a:xfrm>
              <a:off x="2918" y="2776"/>
              <a:ext cx="340"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dirty="0">
                  <a:latin typeface="Times New Roman" panose="02020603050405020304" pitchFamily="18" charset="0"/>
                </a:rPr>
                <a:t>(1)</a:t>
              </a:r>
            </a:p>
          </p:txBody>
        </p:sp>
        <p:sp>
          <p:nvSpPr>
            <p:cNvPr id="215067" name="Text Box 27"/>
            <p:cNvSpPr txBox="1">
              <a:spLocks noChangeArrowheads="1"/>
            </p:cNvSpPr>
            <p:nvPr/>
          </p:nvSpPr>
          <p:spPr bwMode="auto">
            <a:xfrm>
              <a:off x="3020" y="3294"/>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latin typeface="Times New Roman" panose="02020603050405020304" pitchFamily="18" charset="0"/>
                </a:rPr>
                <a:t>0</a:t>
              </a:r>
            </a:p>
          </p:txBody>
        </p:sp>
      </p:grpSp>
    </p:spTree>
    <p:extLst>
      <p:ext uri="{BB962C8B-B14F-4D97-AF65-F5344CB8AC3E}">
        <p14:creationId xmlns:p14="http://schemas.microsoft.com/office/powerpoint/2010/main" val="8408578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5045"/>
                                        </p:tgtEl>
                                        <p:attrNameLst>
                                          <p:attrName>style.visibility</p:attrName>
                                        </p:attrNameLst>
                                      </p:cBhvr>
                                      <p:to>
                                        <p:strVal val="visible"/>
                                      </p:to>
                                    </p:set>
                                    <p:animEffect transition="in" filter="wipe(left)">
                                      <p:cBhvr>
                                        <p:cTn id="7" dur="500"/>
                                        <p:tgtEl>
                                          <p:spTgt spid="2150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5056"/>
                                        </p:tgtEl>
                                        <p:attrNameLst>
                                          <p:attrName>style.visibility</p:attrName>
                                        </p:attrNameLst>
                                      </p:cBhvr>
                                      <p:to>
                                        <p:strVal val="visible"/>
                                      </p:to>
                                    </p:set>
                                    <p:animEffect transition="in" filter="wipe(left)">
                                      <p:cBhvr>
                                        <p:cTn id="12" dur="500"/>
                                        <p:tgtEl>
                                          <p:spTgt spid="2150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15042"/>
                                        </p:tgtEl>
                                        <p:attrNameLst>
                                          <p:attrName>style.visibility</p:attrName>
                                        </p:attrNameLst>
                                      </p:cBhvr>
                                      <p:to>
                                        <p:strVal val="visible"/>
                                      </p:to>
                                    </p:set>
                                    <p:animEffect transition="in" filter="wipe(left)">
                                      <p:cBhvr>
                                        <p:cTn id="17" dur="500"/>
                                        <p:tgtEl>
                                          <p:spTgt spid="2150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15043"/>
                                        </p:tgtEl>
                                        <p:attrNameLst>
                                          <p:attrName>style.visibility</p:attrName>
                                        </p:attrNameLst>
                                      </p:cBhvr>
                                      <p:to>
                                        <p:strVal val="visible"/>
                                      </p:to>
                                    </p:set>
                                    <p:animEffect transition="in" filter="wipe(left)">
                                      <p:cBhvr>
                                        <p:cTn id="22" dur="500"/>
                                        <p:tgtEl>
                                          <p:spTgt spid="2150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057">
                                            <p:txEl>
                                              <p:pRg st="0" end="0"/>
                                            </p:txEl>
                                          </p:spTgt>
                                        </p:tgtEl>
                                        <p:attrNameLst>
                                          <p:attrName>style.visibility</p:attrName>
                                        </p:attrNameLst>
                                      </p:cBhvr>
                                      <p:to>
                                        <p:strVal val="visible"/>
                                      </p:to>
                                    </p:set>
                                    <p:animEffect transition="in" filter="wipe(left)">
                                      <p:cBhvr>
                                        <p:cTn id="27" dur="500"/>
                                        <p:tgtEl>
                                          <p:spTgt spid="215057">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15058"/>
                                        </p:tgtEl>
                                        <p:attrNameLst>
                                          <p:attrName>style.visibility</p:attrName>
                                        </p:attrNameLst>
                                      </p:cBhvr>
                                      <p:to>
                                        <p:strVal val="visible"/>
                                      </p:to>
                                    </p:set>
                                    <p:animEffect transition="in" filter="wipe(left)">
                                      <p:cBhvr>
                                        <p:cTn id="32" dur="500"/>
                                        <p:tgtEl>
                                          <p:spTgt spid="2150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15059"/>
                                        </p:tgtEl>
                                        <p:attrNameLst>
                                          <p:attrName>style.visibility</p:attrName>
                                        </p:attrNameLst>
                                      </p:cBhvr>
                                      <p:to>
                                        <p:strVal val="visible"/>
                                      </p:to>
                                    </p:set>
                                    <p:animEffect transition="in" filter="wipe(left)">
                                      <p:cBhvr>
                                        <p:cTn id="37" dur="500"/>
                                        <p:tgtEl>
                                          <p:spTgt spid="2150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15060"/>
                                        </p:tgtEl>
                                        <p:attrNameLst>
                                          <p:attrName>style.visibility</p:attrName>
                                        </p:attrNameLst>
                                      </p:cBhvr>
                                      <p:to>
                                        <p:strVal val="visible"/>
                                      </p:to>
                                    </p:set>
                                    <p:animEffect transition="in" filter="wipe(left)">
                                      <p:cBhvr>
                                        <p:cTn id="42" dur="500"/>
                                        <p:tgtEl>
                                          <p:spTgt spid="21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57"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213" name="Rectangle 29"/>
          <p:cNvSpPr>
            <a:spLocks noChangeArrowheads="1"/>
          </p:cNvSpPr>
          <p:nvPr/>
        </p:nvSpPr>
        <p:spPr bwMode="auto">
          <a:xfrm>
            <a:off x="182563" y="490860"/>
            <a:ext cx="4708525"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a:solidFill>
                  <a:srgbClr val="0066FF"/>
                </a:solidFill>
                <a:latin typeface="Times New Roman" panose="02020603050405020304" pitchFamily="18" charset="0"/>
              </a:rPr>
              <a:t>3. </a:t>
            </a:r>
            <a:r>
              <a:rPr kumimoji="1" lang="zh-CN" altLang="en-US" sz="2400" b="1">
                <a:solidFill>
                  <a:srgbClr val="0066FF"/>
                </a:solidFill>
                <a:latin typeface="Times New Roman" panose="02020603050405020304" pitchFamily="18" charset="0"/>
              </a:rPr>
              <a:t>单位冲激函数的延迟  </a:t>
            </a:r>
            <a:r>
              <a:rPr kumimoji="1" lang="zh-CN" altLang="en-US" sz="2400" b="1" i="1">
                <a:solidFill>
                  <a:srgbClr val="0066FF"/>
                </a:solidFill>
                <a:latin typeface="Times New Roman" panose="02020603050405020304" pitchFamily="18" charset="0"/>
                <a:sym typeface="Symbol" panose="05050102010706020507" pitchFamily="18" charset="2"/>
              </a:rPr>
              <a:t> </a:t>
            </a:r>
            <a:r>
              <a:rPr kumimoji="1" lang="en-US" altLang="zh-CN" sz="2400" b="1">
                <a:solidFill>
                  <a:srgbClr val="0066FF"/>
                </a:solidFill>
                <a:latin typeface="Times New Roman" panose="02020603050405020304" pitchFamily="18" charset="0"/>
                <a:sym typeface="Symbol" panose="05050102010706020507" pitchFamily="18" charset="2"/>
              </a:rPr>
              <a:t>(</a:t>
            </a:r>
            <a:r>
              <a:rPr kumimoji="1" lang="en-US" altLang="zh-CN" sz="2400" b="1" i="1">
                <a:solidFill>
                  <a:srgbClr val="0066FF"/>
                </a:solidFill>
                <a:latin typeface="Times New Roman" panose="02020603050405020304" pitchFamily="18" charset="0"/>
                <a:sym typeface="Symbol" panose="05050102010706020507" pitchFamily="18" charset="2"/>
              </a:rPr>
              <a:t>t</a:t>
            </a:r>
            <a:r>
              <a:rPr kumimoji="1" lang="en-US" altLang="zh-CN" sz="2400">
                <a:solidFill>
                  <a:srgbClr val="0066FF"/>
                </a:solidFill>
                <a:latin typeface="Times New Roman" panose="02020603050405020304" pitchFamily="18" charset="0"/>
                <a:sym typeface="Symbol" panose="05050102010706020507" pitchFamily="18" charset="2"/>
              </a:rPr>
              <a:t>-</a:t>
            </a:r>
            <a:r>
              <a:rPr kumimoji="1" lang="en-US" altLang="zh-CN" sz="2400" b="1" i="1">
                <a:solidFill>
                  <a:srgbClr val="0066FF"/>
                </a:solidFill>
                <a:latin typeface="Times New Roman" panose="02020603050405020304" pitchFamily="18" charset="0"/>
                <a:sym typeface="Symbol" panose="05050102010706020507" pitchFamily="18" charset="2"/>
              </a:rPr>
              <a:t>t</a:t>
            </a:r>
            <a:r>
              <a:rPr kumimoji="1" lang="en-US" altLang="zh-CN" sz="2400" b="1" baseline="-25000">
                <a:solidFill>
                  <a:srgbClr val="0066FF"/>
                </a:solidFill>
                <a:latin typeface="Times New Roman" panose="02020603050405020304" pitchFamily="18" charset="0"/>
                <a:sym typeface="Symbol" panose="05050102010706020507" pitchFamily="18" charset="2"/>
              </a:rPr>
              <a:t>0</a:t>
            </a:r>
            <a:r>
              <a:rPr kumimoji="1" lang="en-US" altLang="zh-CN" sz="2400" b="1">
                <a:solidFill>
                  <a:srgbClr val="0066FF"/>
                </a:solidFill>
                <a:latin typeface="Times New Roman" panose="02020603050405020304" pitchFamily="18" charset="0"/>
                <a:sym typeface="Symbol" panose="05050102010706020507" pitchFamily="18" charset="2"/>
              </a:rPr>
              <a:t>)</a:t>
            </a:r>
          </a:p>
        </p:txBody>
      </p:sp>
      <p:graphicFrame>
        <p:nvGraphicFramePr>
          <p:cNvPr id="221214" name="Object 30"/>
          <p:cNvGraphicFramePr>
            <a:graphicFrameLocks noChangeAspect="1"/>
          </p:cNvGraphicFramePr>
          <p:nvPr/>
        </p:nvGraphicFramePr>
        <p:xfrm>
          <a:off x="1000125" y="1486222"/>
          <a:ext cx="3333750" cy="1390650"/>
        </p:xfrm>
        <a:graphic>
          <a:graphicData uri="http://schemas.openxmlformats.org/presentationml/2006/ole">
            <mc:AlternateContent xmlns:mc="http://schemas.openxmlformats.org/markup-compatibility/2006">
              <mc:Choice xmlns:v="urn:schemas-microsoft-com:vml" Requires="v">
                <p:oleObj name="公式" r:id="rId3" imgW="1396800" imgH="583920" progId="Equation.3">
                  <p:embed/>
                </p:oleObj>
              </mc:Choice>
              <mc:Fallback>
                <p:oleObj name="公式" r:id="rId3" imgW="1396800" imgH="583920" progId="Equation.3">
                  <p:embed/>
                  <p:pic>
                    <p:nvPicPr>
                      <p:cNvPr id="221214"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25" y="1486222"/>
                        <a:ext cx="3333750" cy="13906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1228" name="Group 44"/>
          <p:cNvGrpSpPr>
            <a:grpSpLocks/>
          </p:cNvGrpSpPr>
          <p:nvPr/>
        </p:nvGrpSpPr>
        <p:grpSpPr bwMode="auto">
          <a:xfrm>
            <a:off x="4679950" y="1265560"/>
            <a:ext cx="3441700" cy="1803400"/>
            <a:chOff x="3249" y="1890"/>
            <a:chExt cx="2168" cy="1136"/>
          </a:xfrm>
        </p:grpSpPr>
        <p:sp>
          <p:nvSpPr>
            <p:cNvPr id="221229" name="Line 45"/>
            <p:cNvSpPr>
              <a:spLocks noChangeShapeType="1"/>
            </p:cNvSpPr>
            <p:nvPr/>
          </p:nvSpPr>
          <p:spPr bwMode="auto">
            <a:xfrm>
              <a:off x="3328" y="2774"/>
              <a:ext cx="187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30" name="Line 46"/>
            <p:cNvSpPr>
              <a:spLocks noChangeShapeType="1"/>
            </p:cNvSpPr>
            <p:nvPr/>
          </p:nvSpPr>
          <p:spPr bwMode="auto">
            <a:xfrm flipV="1">
              <a:off x="3520" y="2128"/>
              <a:ext cx="0" cy="79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31" name="Text Box 47"/>
            <p:cNvSpPr txBox="1">
              <a:spLocks noChangeArrowheads="1"/>
            </p:cNvSpPr>
            <p:nvPr/>
          </p:nvSpPr>
          <p:spPr bwMode="auto">
            <a:xfrm>
              <a:off x="5248" y="2592"/>
              <a:ext cx="169"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rPr>
                <a:t>t</a:t>
              </a:r>
            </a:p>
          </p:txBody>
        </p:sp>
        <p:sp>
          <p:nvSpPr>
            <p:cNvPr id="221232" name="Text Box 48"/>
            <p:cNvSpPr txBox="1">
              <a:spLocks noChangeArrowheads="1"/>
            </p:cNvSpPr>
            <p:nvPr/>
          </p:nvSpPr>
          <p:spPr bwMode="auto">
            <a:xfrm>
              <a:off x="3319" y="2250"/>
              <a:ext cx="116"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endParaRPr kumimoji="1" lang="zh-CN" altLang="zh-CN" sz="2400" b="1">
                <a:latin typeface="Times New Roman" panose="02020603050405020304" pitchFamily="18" charset="0"/>
              </a:endParaRPr>
            </a:p>
          </p:txBody>
        </p:sp>
        <p:sp>
          <p:nvSpPr>
            <p:cNvPr id="221233" name="Line 49"/>
            <p:cNvSpPr>
              <a:spLocks noChangeShapeType="1"/>
            </p:cNvSpPr>
            <p:nvPr/>
          </p:nvSpPr>
          <p:spPr bwMode="auto">
            <a:xfrm flipV="1">
              <a:off x="3943" y="2320"/>
              <a:ext cx="0" cy="456"/>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34" name="Text Box 50"/>
            <p:cNvSpPr txBox="1">
              <a:spLocks noChangeArrowheads="1"/>
            </p:cNvSpPr>
            <p:nvPr/>
          </p:nvSpPr>
          <p:spPr bwMode="auto">
            <a:xfrm>
              <a:off x="4541" y="2250"/>
              <a:ext cx="116"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endParaRPr kumimoji="1" lang="zh-CN" altLang="zh-CN" sz="2400" b="1">
                <a:latin typeface="Times New Roman" panose="02020603050405020304" pitchFamily="18" charset="0"/>
              </a:endParaRPr>
            </a:p>
          </p:txBody>
        </p:sp>
        <p:sp>
          <p:nvSpPr>
            <p:cNvPr id="221235" name="Text Box 51"/>
            <p:cNvSpPr txBox="1">
              <a:spLocks noChangeArrowheads="1"/>
            </p:cNvSpPr>
            <p:nvPr/>
          </p:nvSpPr>
          <p:spPr bwMode="auto">
            <a:xfrm>
              <a:off x="3535" y="1890"/>
              <a:ext cx="621"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dirty="0">
                  <a:latin typeface="Times New Roman" panose="02020603050405020304" pitchFamily="18" charset="0"/>
                  <a:sym typeface="Symbol" panose="05050102010706020507" pitchFamily="18" charset="2"/>
                </a:rPr>
                <a:t> </a:t>
              </a:r>
              <a:r>
                <a:rPr kumimoji="1" lang="en-US" altLang="zh-CN" sz="2400" b="1" dirty="0">
                  <a:latin typeface="Times New Roman" panose="02020603050405020304" pitchFamily="18" charset="0"/>
                  <a:sym typeface="Symbol" panose="05050102010706020507" pitchFamily="18" charset="2"/>
                </a:rPr>
                <a:t>(</a:t>
              </a:r>
              <a:r>
                <a:rPr kumimoji="1" lang="en-US" altLang="zh-CN" sz="2400" b="1" i="1" dirty="0">
                  <a:latin typeface="Times New Roman" panose="02020603050405020304" pitchFamily="18" charset="0"/>
                  <a:sym typeface="Symbol" panose="05050102010706020507" pitchFamily="18" charset="2"/>
                </a:rPr>
                <a:t>t</a:t>
              </a:r>
              <a:r>
                <a:rPr kumimoji="1" lang="en-US" altLang="zh-CN" sz="2400" b="1" dirty="0">
                  <a:latin typeface="Times New Roman" panose="02020603050405020304" pitchFamily="18" charset="0"/>
                  <a:sym typeface="Symbol" panose="05050102010706020507" pitchFamily="18" charset="2"/>
                </a:rPr>
                <a:t>-</a:t>
              </a:r>
              <a:r>
                <a:rPr kumimoji="1" lang="en-US" altLang="zh-CN" sz="2400" b="1" i="1" dirty="0">
                  <a:latin typeface="Times New Roman" panose="02020603050405020304" pitchFamily="18" charset="0"/>
                  <a:sym typeface="Symbol" panose="05050102010706020507" pitchFamily="18" charset="2"/>
                </a:rPr>
                <a:t>t</a:t>
              </a:r>
              <a:r>
                <a:rPr kumimoji="1" lang="en-US" altLang="zh-CN" sz="2400" b="1" baseline="-25000" dirty="0">
                  <a:latin typeface="Times New Roman" panose="02020603050405020304" pitchFamily="18" charset="0"/>
                  <a:sym typeface="Symbol" panose="05050102010706020507" pitchFamily="18" charset="2"/>
                </a:rPr>
                <a:t>0</a:t>
              </a:r>
              <a:r>
                <a:rPr kumimoji="1" lang="en-US" altLang="zh-CN" sz="2400" b="1" dirty="0">
                  <a:latin typeface="Times New Roman" panose="02020603050405020304" pitchFamily="18" charset="0"/>
                  <a:sym typeface="Symbol" panose="05050102010706020507" pitchFamily="18" charset="2"/>
                </a:rPr>
                <a:t>)</a:t>
              </a:r>
              <a:endParaRPr kumimoji="1" lang="en-US" altLang="zh-CN" sz="2400" b="1" dirty="0">
                <a:solidFill>
                  <a:srgbClr val="FF0066"/>
                </a:solidFill>
                <a:latin typeface="Times New Roman" panose="02020603050405020304" pitchFamily="18" charset="0"/>
                <a:sym typeface="Symbol" panose="05050102010706020507" pitchFamily="18" charset="2"/>
              </a:endParaRPr>
            </a:p>
          </p:txBody>
        </p:sp>
        <p:sp>
          <p:nvSpPr>
            <p:cNvPr id="221236" name="Text Box 52"/>
            <p:cNvSpPr txBox="1">
              <a:spLocks noChangeArrowheads="1"/>
            </p:cNvSpPr>
            <p:nvPr/>
          </p:nvSpPr>
          <p:spPr bwMode="auto">
            <a:xfrm>
              <a:off x="3847" y="2704"/>
              <a:ext cx="233"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rPr>
                <a:t>t</a:t>
              </a:r>
              <a:r>
                <a:rPr kumimoji="1" lang="en-US" altLang="zh-CN" sz="2400" b="1" baseline="-25000">
                  <a:latin typeface="Times New Roman" panose="02020603050405020304" pitchFamily="18" charset="0"/>
                </a:rPr>
                <a:t>0</a:t>
              </a:r>
              <a:endParaRPr kumimoji="1" lang="en-US" altLang="zh-CN" sz="2400" b="1">
                <a:latin typeface="Times New Roman" panose="02020603050405020304" pitchFamily="18" charset="0"/>
              </a:endParaRPr>
            </a:p>
          </p:txBody>
        </p:sp>
        <p:sp>
          <p:nvSpPr>
            <p:cNvPr id="221237" name="Text Box 53"/>
            <p:cNvSpPr txBox="1">
              <a:spLocks noChangeArrowheads="1"/>
            </p:cNvSpPr>
            <p:nvPr/>
          </p:nvSpPr>
          <p:spPr bwMode="auto">
            <a:xfrm>
              <a:off x="3249" y="2738"/>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latin typeface="Times New Roman" panose="02020603050405020304" pitchFamily="18" charset="0"/>
                </a:rPr>
                <a:t>0</a:t>
              </a:r>
            </a:p>
          </p:txBody>
        </p:sp>
        <p:sp>
          <p:nvSpPr>
            <p:cNvPr id="221238" name="Text Box 54"/>
            <p:cNvSpPr txBox="1">
              <a:spLocks noChangeArrowheads="1"/>
            </p:cNvSpPr>
            <p:nvPr/>
          </p:nvSpPr>
          <p:spPr bwMode="auto">
            <a:xfrm>
              <a:off x="4010" y="2247"/>
              <a:ext cx="340"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solidFill>
                    <a:srgbClr val="FF0000"/>
                  </a:solidFill>
                  <a:latin typeface="Times New Roman" panose="02020603050405020304" pitchFamily="18" charset="0"/>
                </a:rPr>
                <a:t>(1)</a:t>
              </a:r>
              <a:endParaRPr kumimoji="1" lang="en-US" altLang="zh-CN" sz="2400" b="1">
                <a:latin typeface="Times New Roman" panose="02020603050405020304" pitchFamily="18" charset="0"/>
              </a:endParaRPr>
            </a:p>
          </p:txBody>
        </p:sp>
      </p:grpSp>
      <p:grpSp>
        <p:nvGrpSpPr>
          <p:cNvPr id="59" name="Group 2"/>
          <p:cNvGrpSpPr>
            <a:grpSpLocks/>
          </p:cNvGrpSpPr>
          <p:nvPr/>
        </p:nvGrpSpPr>
        <p:grpSpPr bwMode="auto">
          <a:xfrm>
            <a:off x="899592" y="5200070"/>
            <a:ext cx="3106737" cy="1524000"/>
            <a:chOff x="3320" y="816"/>
            <a:chExt cx="1957" cy="960"/>
          </a:xfrm>
        </p:grpSpPr>
        <p:grpSp>
          <p:nvGrpSpPr>
            <p:cNvPr id="60" name="Group 3"/>
            <p:cNvGrpSpPr>
              <a:grpSpLocks/>
            </p:cNvGrpSpPr>
            <p:nvPr/>
          </p:nvGrpSpPr>
          <p:grpSpPr bwMode="auto">
            <a:xfrm>
              <a:off x="3320" y="816"/>
              <a:ext cx="1957" cy="960"/>
              <a:chOff x="3320" y="816"/>
              <a:chExt cx="1957" cy="960"/>
            </a:xfrm>
          </p:grpSpPr>
          <p:grpSp>
            <p:nvGrpSpPr>
              <p:cNvPr id="62" name="Group 4"/>
              <p:cNvGrpSpPr>
                <a:grpSpLocks/>
              </p:cNvGrpSpPr>
              <p:nvPr/>
            </p:nvGrpSpPr>
            <p:grpSpPr bwMode="auto">
              <a:xfrm>
                <a:off x="3320" y="816"/>
                <a:ext cx="1957" cy="864"/>
                <a:chOff x="3312" y="816"/>
                <a:chExt cx="1957" cy="864"/>
              </a:xfrm>
            </p:grpSpPr>
            <p:sp>
              <p:nvSpPr>
                <p:cNvPr id="64" name="Line 5"/>
                <p:cNvSpPr>
                  <a:spLocks noChangeShapeType="1"/>
                </p:cNvSpPr>
                <p:nvPr/>
              </p:nvSpPr>
              <p:spPr bwMode="auto">
                <a:xfrm>
                  <a:off x="3552" y="1536"/>
                  <a:ext cx="158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
                <p:cNvSpPr>
                  <a:spLocks noChangeShapeType="1"/>
                </p:cNvSpPr>
                <p:nvPr/>
              </p:nvSpPr>
              <p:spPr bwMode="auto">
                <a:xfrm flipV="1">
                  <a:off x="3648" y="960"/>
                  <a:ext cx="0" cy="72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7"/>
                <p:cNvSpPr>
                  <a:spLocks noChangeShapeType="1"/>
                </p:cNvSpPr>
                <p:nvPr/>
              </p:nvSpPr>
              <p:spPr bwMode="auto">
                <a:xfrm>
                  <a:off x="3648" y="1152"/>
                  <a:ext cx="105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Text Box 8"/>
                <p:cNvSpPr txBox="1">
                  <a:spLocks noChangeArrowheads="1"/>
                </p:cNvSpPr>
                <p:nvPr/>
              </p:nvSpPr>
              <p:spPr bwMode="auto">
                <a:xfrm>
                  <a:off x="5100" y="1392"/>
                  <a:ext cx="169"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rPr>
                    <a:t>t</a:t>
                  </a:r>
                  <a:endParaRPr kumimoji="1" lang="en-US" altLang="zh-CN" sz="2400">
                    <a:latin typeface="Times New Roman" panose="02020603050405020304" pitchFamily="18" charset="0"/>
                  </a:endParaRPr>
                </a:p>
              </p:txBody>
            </p:sp>
            <p:sp>
              <p:nvSpPr>
                <p:cNvPr id="68" name="Text Box 9"/>
                <p:cNvSpPr txBox="1">
                  <a:spLocks noChangeArrowheads="1"/>
                </p:cNvSpPr>
                <p:nvPr/>
              </p:nvSpPr>
              <p:spPr bwMode="auto">
                <a:xfrm>
                  <a:off x="3696" y="816"/>
                  <a:ext cx="381"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sym typeface="Symbol" panose="05050102010706020507" pitchFamily="18" charset="2"/>
                    </a:rPr>
                    <a:t></a:t>
                  </a:r>
                  <a:r>
                    <a:rPr kumimoji="1" lang="en-US" altLang="zh-CN"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sym typeface="Symbol" panose="05050102010706020507" pitchFamily="18" charset="2"/>
                    </a:rPr>
                    <a:t>t</a:t>
                  </a:r>
                  <a:r>
                    <a:rPr kumimoji="1" lang="en-US" altLang="zh-CN" sz="2400" b="1">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69" name="Line 10"/>
                <p:cNvSpPr>
                  <a:spLocks noChangeShapeType="1"/>
                </p:cNvSpPr>
                <p:nvPr/>
              </p:nvSpPr>
              <p:spPr bwMode="auto">
                <a:xfrm flipH="1">
                  <a:off x="3312" y="1536"/>
                  <a:ext cx="33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11"/>
                <p:cNvSpPr>
                  <a:spLocks noChangeShapeType="1"/>
                </p:cNvSpPr>
                <p:nvPr/>
              </p:nvSpPr>
              <p:spPr bwMode="auto">
                <a:xfrm>
                  <a:off x="3648" y="1152"/>
                  <a:ext cx="0" cy="384"/>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 name="Text Box 12"/>
              <p:cNvSpPr txBox="1">
                <a:spLocks noChangeArrowheads="1"/>
              </p:cNvSpPr>
              <p:nvPr/>
            </p:nvSpPr>
            <p:spPr bwMode="auto">
              <a:xfrm>
                <a:off x="3638" y="1488"/>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latin typeface="Times New Roman" panose="02020603050405020304" pitchFamily="18" charset="0"/>
                  </a:rPr>
                  <a:t>0</a:t>
                </a:r>
              </a:p>
            </p:txBody>
          </p:sp>
        </p:grpSp>
        <p:sp>
          <p:nvSpPr>
            <p:cNvPr id="61" name="Text Box 13"/>
            <p:cNvSpPr txBox="1">
              <a:spLocks noChangeArrowheads="1"/>
            </p:cNvSpPr>
            <p:nvPr/>
          </p:nvSpPr>
          <p:spPr bwMode="auto">
            <a:xfrm>
              <a:off x="3435" y="1063"/>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latin typeface="Times New Roman" panose="02020603050405020304" pitchFamily="18" charset="0"/>
                </a:rPr>
                <a:t>1</a:t>
              </a:r>
            </a:p>
          </p:txBody>
        </p:sp>
      </p:grpSp>
      <p:grpSp>
        <p:nvGrpSpPr>
          <p:cNvPr id="71" name="Group 14"/>
          <p:cNvGrpSpPr>
            <a:grpSpLocks/>
          </p:cNvGrpSpPr>
          <p:nvPr/>
        </p:nvGrpSpPr>
        <p:grpSpPr bwMode="auto">
          <a:xfrm>
            <a:off x="909117" y="3447470"/>
            <a:ext cx="2830512" cy="1628775"/>
            <a:chOff x="590" y="1848"/>
            <a:chExt cx="1783" cy="1026"/>
          </a:xfrm>
        </p:grpSpPr>
        <p:sp>
          <p:nvSpPr>
            <p:cNvPr id="72" name="Line 15"/>
            <p:cNvSpPr>
              <a:spLocks noChangeShapeType="1"/>
            </p:cNvSpPr>
            <p:nvPr/>
          </p:nvSpPr>
          <p:spPr bwMode="auto">
            <a:xfrm>
              <a:off x="720" y="2584"/>
              <a:ext cx="14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16"/>
            <p:cNvSpPr>
              <a:spLocks noChangeShapeType="1"/>
            </p:cNvSpPr>
            <p:nvPr/>
          </p:nvSpPr>
          <p:spPr bwMode="auto">
            <a:xfrm flipV="1">
              <a:off x="912" y="1972"/>
              <a:ext cx="0" cy="8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Text Box 17"/>
            <p:cNvSpPr txBox="1">
              <a:spLocks noChangeArrowheads="1"/>
            </p:cNvSpPr>
            <p:nvPr/>
          </p:nvSpPr>
          <p:spPr bwMode="auto">
            <a:xfrm>
              <a:off x="2204" y="2512"/>
              <a:ext cx="169"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latin typeface="Times New Roman" panose="02020603050405020304" pitchFamily="18" charset="0"/>
                </a:rPr>
                <a:t>t</a:t>
              </a:r>
              <a:endParaRPr kumimoji="1" lang="en-US" altLang="zh-CN" sz="2400" b="1">
                <a:latin typeface="Times New Roman" panose="02020603050405020304" pitchFamily="18" charset="0"/>
              </a:endParaRPr>
            </a:p>
          </p:txBody>
        </p:sp>
        <p:sp>
          <p:nvSpPr>
            <p:cNvPr id="75" name="Text Box 18"/>
            <p:cNvSpPr txBox="1">
              <a:spLocks noChangeArrowheads="1"/>
            </p:cNvSpPr>
            <p:nvPr/>
          </p:nvSpPr>
          <p:spPr bwMode="auto">
            <a:xfrm>
              <a:off x="944" y="1848"/>
              <a:ext cx="39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latin typeface="Times New Roman" panose="02020603050405020304" pitchFamily="18" charset="0"/>
                  <a:sym typeface="Symbol" panose="05050102010706020507" pitchFamily="18" charset="2"/>
                </a:rPr>
                <a:t></a:t>
              </a:r>
              <a:r>
                <a:rPr kumimoji="1" lang="en-US" altLang="zh-CN"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sym typeface="Symbol" panose="05050102010706020507" pitchFamily="18" charset="2"/>
                </a:rPr>
                <a:t>t</a:t>
              </a:r>
              <a:r>
                <a:rPr kumimoji="1" lang="en-US" altLang="zh-CN" sz="2400" b="1">
                  <a:latin typeface="Times New Roman" panose="02020603050405020304" pitchFamily="18" charset="0"/>
                  <a:sym typeface="Symbol" panose="05050102010706020507" pitchFamily="18" charset="2"/>
                </a:rPr>
                <a:t>)</a:t>
              </a:r>
            </a:p>
          </p:txBody>
        </p:sp>
        <p:sp>
          <p:nvSpPr>
            <p:cNvPr id="76" name="Line 19"/>
            <p:cNvSpPr>
              <a:spLocks noChangeShapeType="1"/>
            </p:cNvSpPr>
            <p:nvPr/>
          </p:nvSpPr>
          <p:spPr bwMode="auto">
            <a:xfrm flipV="1">
              <a:off x="912" y="2188"/>
              <a:ext cx="0" cy="396"/>
            </a:xfrm>
            <a:prstGeom prst="line">
              <a:avLst/>
            </a:prstGeom>
            <a:noFill/>
            <a:ln w="381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Text Box 20"/>
            <p:cNvSpPr txBox="1">
              <a:spLocks noChangeArrowheads="1"/>
            </p:cNvSpPr>
            <p:nvPr/>
          </p:nvSpPr>
          <p:spPr bwMode="auto">
            <a:xfrm>
              <a:off x="590" y="2068"/>
              <a:ext cx="340"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latin typeface="Times New Roman" panose="02020603050405020304" pitchFamily="18" charset="0"/>
                </a:rPr>
                <a:t>(1)</a:t>
              </a:r>
            </a:p>
          </p:txBody>
        </p:sp>
        <p:sp>
          <p:nvSpPr>
            <p:cNvPr id="78" name="Text Box 21"/>
            <p:cNvSpPr txBox="1">
              <a:spLocks noChangeArrowheads="1"/>
            </p:cNvSpPr>
            <p:nvPr/>
          </p:nvSpPr>
          <p:spPr bwMode="auto">
            <a:xfrm>
              <a:off x="692" y="2586"/>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a:latin typeface="Times New Roman" panose="02020603050405020304" pitchFamily="18" charset="0"/>
                </a:rPr>
                <a:t>0</a:t>
              </a:r>
            </a:p>
          </p:txBody>
        </p:sp>
      </p:grpSp>
      <p:graphicFrame>
        <p:nvGraphicFramePr>
          <p:cNvPr id="79" name="Object 22"/>
          <p:cNvGraphicFramePr>
            <a:graphicFrameLocks noChangeAspect="1"/>
          </p:cNvGraphicFramePr>
          <p:nvPr/>
        </p:nvGraphicFramePr>
        <p:xfrm>
          <a:off x="4211960" y="5592183"/>
          <a:ext cx="1976437" cy="887413"/>
        </p:xfrm>
        <a:graphic>
          <a:graphicData uri="http://schemas.openxmlformats.org/presentationml/2006/ole">
            <mc:AlternateContent xmlns:mc="http://schemas.openxmlformats.org/markup-compatibility/2006">
              <mc:Choice xmlns:v="urn:schemas-microsoft-com:vml" Requires="v">
                <p:oleObj name="公式" r:id="rId5" imgW="901440" imgH="406080" progId="Equation.3">
                  <p:embed/>
                </p:oleObj>
              </mc:Choice>
              <mc:Fallback>
                <p:oleObj name="公式" r:id="rId5" imgW="901440" imgH="406080" progId="Equation.3">
                  <p:embed/>
                  <p:pic>
                    <p:nvPicPr>
                      <p:cNvPr id="79"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960" y="5592183"/>
                        <a:ext cx="1976437"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 name="Object 24"/>
          <p:cNvGraphicFramePr>
            <a:graphicFrameLocks noChangeAspect="1"/>
          </p:cNvGraphicFramePr>
          <p:nvPr/>
        </p:nvGraphicFramePr>
        <p:xfrm>
          <a:off x="4176515" y="4076121"/>
          <a:ext cx="2171700" cy="723900"/>
        </p:xfrm>
        <a:graphic>
          <a:graphicData uri="http://schemas.openxmlformats.org/presentationml/2006/ole">
            <mc:AlternateContent xmlns:mc="http://schemas.openxmlformats.org/markup-compatibility/2006">
              <mc:Choice xmlns:v="urn:schemas-microsoft-com:vml" Requires="v">
                <p:oleObj name="公式" r:id="rId7" imgW="990360" imgH="330120" progId="Equation.3">
                  <p:embed/>
                </p:oleObj>
              </mc:Choice>
              <mc:Fallback>
                <p:oleObj name="公式" r:id="rId7" imgW="990360" imgH="330120" progId="Equation.3">
                  <p:embed/>
                  <p:pic>
                    <p:nvPicPr>
                      <p:cNvPr id="81"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76515" y="4076121"/>
                        <a:ext cx="2171700"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 name="Rectangle 41"/>
          <p:cNvSpPr txBox="1">
            <a:spLocks noChangeArrowheads="1"/>
          </p:cNvSpPr>
          <p:nvPr/>
        </p:nvSpPr>
        <p:spPr>
          <a:xfrm>
            <a:off x="539552" y="3059327"/>
            <a:ext cx="3636963" cy="684212"/>
          </a:xfrm>
          <a:prstGeom prst="rect">
            <a:avLst/>
          </a:prstGeom>
        </p:spPr>
        <p:txBody>
          <a:bodyPr/>
          <a:lst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algn="just"/>
            <a:r>
              <a:rPr lang="en-US" altLang="zh-CN" sz="2400" b="1" dirty="0">
                <a:solidFill>
                  <a:srgbClr val="FF0000"/>
                </a:solidFill>
                <a:latin typeface="Times New Roman" panose="02020603050405020304" pitchFamily="18" charset="0"/>
                <a:sym typeface="Symbol" panose="05050102010706020507" pitchFamily="18" charset="2"/>
              </a:rPr>
              <a:t>4. </a:t>
            </a:r>
            <a:r>
              <a:rPr lang="zh-CN" altLang="en-US" sz="2400" b="1" i="1" dirty="0">
                <a:solidFill>
                  <a:srgbClr val="FF0000"/>
                </a:solidFill>
                <a:latin typeface="Times New Roman" panose="02020603050405020304" pitchFamily="18" charset="0"/>
                <a:sym typeface="Symbol" panose="05050102010706020507" pitchFamily="18" charset="2"/>
              </a:rPr>
              <a:t></a:t>
            </a:r>
            <a:r>
              <a:rPr lang="en-US" altLang="zh-CN" sz="2400" b="1" dirty="0">
                <a:solidFill>
                  <a:srgbClr val="FF0000"/>
                </a:solidFill>
                <a:latin typeface="Times New Roman" panose="02020603050405020304" pitchFamily="18" charset="0"/>
                <a:sym typeface="Symbol" panose="05050102010706020507" pitchFamily="18" charset="2"/>
              </a:rPr>
              <a:t>(</a:t>
            </a:r>
            <a:r>
              <a:rPr lang="en-US" altLang="zh-CN" sz="2400" b="1" i="1" dirty="0">
                <a:solidFill>
                  <a:srgbClr val="FF0000"/>
                </a:solidFill>
                <a:latin typeface="Times New Roman" panose="02020603050405020304" pitchFamily="18" charset="0"/>
                <a:sym typeface="Symbol" panose="05050102010706020507" pitchFamily="18" charset="2"/>
              </a:rPr>
              <a:t>t</a:t>
            </a:r>
            <a:r>
              <a:rPr lang="en-US" altLang="zh-CN" sz="2400" b="1" dirty="0">
                <a:solidFill>
                  <a:srgbClr val="FF0000"/>
                </a:solidFill>
                <a:latin typeface="Times New Roman" panose="02020603050405020304" pitchFamily="18" charset="0"/>
                <a:sym typeface="Symbol" panose="05050102010706020507" pitchFamily="18" charset="2"/>
              </a:rPr>
              <a:t>)</a:t>
            </a:r>
            <a:r>
              <a:rPr lang="zh-CN" altLang="en-US" sz="2400" b="1" dirty="0">
                <a:solidFill>
                  <a:srgbClr val="FF0000"/>
                </a:solidFill>
                <a:latin typeface="Times New Roman" panose="02020603050405020304" pitchFamily="18" charset="0"/>
                <a:sym typeface="Symbol" panose="05050102010706020507" pitchFamily="18" charset="2"/>
              </a:rPr>
              <a:t>与</a:t>
            </a:r>
            <a:r>
              <a:rPr lang="zh-CN" altLang="en-US" sz="2400" b="1" i="1" dirty="0">
                <a:solidFill>
                  <a:srgbClr val="FF0000"/>
                </a:solidFill>
                <a:latin typeface="Times New Roman" panose="02020603050405020304" pitchFamily="18" charset="0"/>
                <a:sym typeface="Symbol" panose="05050102010706020507" pitchFamily="18" charset="2"/>
              </a:rPr>
              <a:t></a:t>
            </a:r>
            <a:r>
              <a:rPr lang="en-US" altLang="zh-CN" sz="2400" b="1" dirty="0">
                <a:solidFill>
                  <a:srgbClr val="FF0000"/>
                </a:solidFill>
                <a:latin typeface="Times New Roman" panose="02020603050405020304" pitchFamily="18" charset="0"/>
                <a:sym typeface="Symbol" panose="05050102010706020507" pitchFamily="18" charset="2"/>
              </a:rPr>
              <a:t>(</a:t>
            </a:r>
            <a:r>
              <a:rPr lang="en-US" altLang="zh-CN" sz="2400" b="1" i="1" dirty="0">
                <a:solidFill>
                  <a:srgbClr val="FF0000"/>
                </a:solidFill>
                <a:latin typeface="Times New Roman" panose="02020603050405020304" pitchFamily="18" charset="0"/>
                <a:sym typeface="Symbol" panose="05050102010706020507" pitchFamily="18" charset="2"/>
              </a:rPr>
              <a:t>t</a:t>
            </a:r>
            <a:r>
              <a:rPr lang="en-US" altLang="zh-CN" sz="2400" b="1" dirty="0">
                <a:solidFill>
                  <a:srgbClr val="FF0000"/>
                </a:solidFill>
                <a:latin typeface="Times New Roman" panose="02020603050405020304" pitchFamily="18" charset="0"/>
                <a:sym typeface="Symbol" panose="05050102010706020507" pitchFamily="18" charset="2"/>
              </a:rPr>
              <a:t>)</a:t>
            </a:r>
            <a:r>
              <a:rPr lang="zh-CN" altLang="en-US" sz="2400" b="1" dirty="0">
                <a:solidFill>
                  <a:srgbClr val="FF0000"/>
                </a:solidFill>
                <a:latin typeface="Times New Roman" panose="02020603050405020304" pitchFamily="18" charset="0"/>
                <a:sym typeface="Symbol" panose="05050102010706020507" pitchFamily="18" charset="2"/>
              </a:rPr>
              <a:t>的关系</a:t>
            </a:r>
          </a:p>
        </p:txBody>
      </p:sp>
    </p:spTree>
    <p:extLst>
      <p:ext uri="{BB962C8B-B14F-4D97-AF65-F5344CB8AC3E}">
        <p14:creationId xmlns:p14="http://schemas.microsoft.com/office/powerpoint/2010/main" val="42703560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213">
                                            <p:txEl>
                                              <p:pRg st="0" end="0"/>
                                            </p:txEl>
                                          </p:spTgt>
                                        </p:tgtEl>
                                        <p:attrNameLst>
                                          <p:attrName>style.visibility</p:attrName>
                                        </p:attrNameLst>
                                      </p:cBhvr>
                                      <p:to>
                                        <p:strVal val="visible"/>
                                      </p:to>
                                    </p:set>
                                    <p:animEffect transition="in" filter="wipe(left)">
                                      <p:cBhvr>
                                        <p:cTn id="7" dur="500"/>
                                        <p:tgtEl>
                                          <p:spTgt spid="2212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1214"/>
                                        </p:tgtEl>
                                        <p:attrNameLst>
                                          <p:attrName>style.visibility</p:attrName>
                                        </p:attrNameLst>
                                      </p:cBhvr>
                                      <p:to>
                                        <p:strVal val="visible"/>
                                      </p:to>
                                    </p:set>
                                    <p:animEffect transition="in" filter="wipe(left)">
                                      <p:cBhvr>
                                        <p:cTn id="12" dur="500"/>
                                        <p:tgtEl>
                                          <p:spTgt spid="2212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1228"/>
                                        </p:tgtEl>
                                        <p:attrNameLst>
                                          <p:attrName>style.visibility</p:attrName>
                                        </p:attrNameLst>
                                      </p:cBhvr>
                                      <p:to>
                                        <p:strVal val="visible"/>
                                      </p:to>
                                    </p:set>
                                    <p:animEffect transition="in" filter="wipe(left)">
                                      <p:cBhvr>
                                        <p:cTn id="17" dur="500"/>
                                        <p:tgtEl>
                                          <p:spTgt spid="2212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left)">
                                      <p:cBhvr>
                                        <p:cTn id="22" dur="5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wipe(left)">
                                      <p:cBhvr>
                                        <p:cTn id="27" dur="5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wipe(left)">
                                      <p:cBhvr>
                                        <p:cTn id="32" dur="500"/>
                                        <p:tgtEl>
                                          <p:spTgt spid="8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wipe(left)">
                                      <p:cBhvr>
                                        <p:cTn id="37"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213"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fld id="{C5648E5A-CF64-4266-932E-274557207202}" type="datetime1">
              <a:rPr lang="zh-CN" altLang="en-US" smtClean="0"/>
              <a:pPr>
                <a:defRPr/>
              </a:pPr>
              <a:t>2024/8/17</a:t>
            </a:fld>
            <a:endParaRPr lang="en-US" altLang="zh-CN"/>
          </a:p>
        </p:txBody>
      </p:sp>
      <p:sp>
        <p:nvSpPr>
          <p:cNvPr id="3"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r>
              <a:rPr lang="zh-CN" altLang="en-US"/>
              <a:t>电路理论</a:t>
            </a:r>
            <a:endParaRPr lang="en-US" altLang="zh-CN"/>
          </a:p>
        </p:txBody>
      </p:sp>
      <p:sp>
        <p:nvSpPr>
          <p:cNvPr id="4"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fld id="{891A9A88-BB01-4C3C-B2FB-163983272EDA}" type="slidenum">
              <a:rPr lang="en-US" altLang="zh-CN" smtClean="0"/>
              <a:pPr>
                <a:defRPr/>
              </a:pPr>
              <a:t>105</a:t>
            </a:fld>
            <a:endParaRPr lang="en-US" altLang="zh-CN"/>
          </a:p>
        </p:txBody>
      </p:sp>
      <p:sp>
        <p:nvSpPr>
          <p:cNvPr id="5" name="Text Box 2"/>
          <p:cNvSpPr txBox="1">
            <a:spLocks noChangeArrowheads="1"/>
          </p:cNvSpPr>
          <p:nvPr/>
        </p:nvSpPr>
        <p:spPr bwMode="auto">
          <a:xfrm>
            <a:off x="323528" y="404664"/>
            <a:ext cx="5540375"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zh-CN" altLang="en-US" sz="2400" b="1" dirty="0">
                <a:solidFill>
                  <a:srgbClr val="FF0000"/>
                </a:solidFill>
                <a:latin typeface="Times New Roman" panose="02020603050405020304" pitchFamily="18" charset="0"/>
              </a:rPr>
              <a:t>广义函数的微分与积分</a:t>
            </a:r>
            <a:endParaRPr kumimoji="1" lang="en-US" altLang="zh-CN" sz="2400" dirty="0">
              <a:solidFill>
                <a:srgbClr val="FF0000"/>
              </a:solidFill>
              <a:latin typeface="Times New Roman" panose="02020603050405020304" pitchFamily="18" charset="0"/>
            </a:endParaRPr>
          </a:p>
        </p:txBody>
      </p:sp>
      <p:graphicFrame>
        <p:nvGraphicFramePr>
          <p:cNvPr id="6" name="Object 77"/>
          <p:cNvGraphicFramePr>
            <a:graphicFrameLocks noChangeAspect="1"/>
          </p:cNvGraphicFramePr>
          <p:nvPr/>
        </p:nvGraphicFramePr>
        <p:xfrm>
          <a:off x="467544" y="1052736"/>
          <a:ext cx="2808288" cy="854075"/>
        </p:xfrm>
        <a:graphic>
          <a:graphicData uri="http://schemas.openxmlformats.org/presentationml/2006/ole">
            <mc:AlternateContent xmlns:mc="http://schemas.openxmlformats.org/markup-compatibility/2006">
              <mc:Choice xmlns:v="urn:schemas-microsoft-com:vml" Requires="v">
                <p:oleObj name="Equation" r:id="rId2" imgW="1397000" imgH="431800" progId="Equation.DSMT4">
                  <p:embed/>
                </p:oleObj>
              </mc:Choice>
              <mc:Fallback>
                <p:oleObj name="Equation" r:id="rId2" imgW="1397000" imgH="431800" progId="Equation.DSMT4">
                  <p:embed/>
                  <p:pic>
                    <p:nvPicPr>
                      <p:cNvPr id="6" name="Object 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052736"/>
                        <a:ext cx="2808288" cy="854075"/>
                      </a:xfrm>
                      <a:prstGeom prst="rect">
                        <a:avLst/>
                      </a:prstGeom>
                      <a:solidFill>
                        <a:srgbClr val="CCFFFF"/>
                      </a:solidFill>
                      <a:ln w="9525">
                        <a:solidFill>
                          <a:srgbClr val="FF6600"/>
                        </a:solidFill>
                        <a:miter lim="800000"/>
                        <a:headEnd/>
                        <a:tailEnd/>
                      </a:ln>
                    </p:spPr>
                  </p:pic>
                </p:oleObj>
              </mc:Fallback>
            </mc:AlternateContent>
          </a:graphicData>
        </a:graphic>
      </p:graphicFrame>
      <p:graphicFrame>
        <p:nvGraphicFramePr>
          <p:cNvPr id="7" name="Object 77"/>
          <p:cNvGraphicFramePr>
            <a:graphicFrameLocks noChangeAspect="1"/>
          </p:cNvGraphicFramePr>
          <p:nvPr/>
        </p:nvGraphicFramePr>
        <p:xfrm>
          <a:off x="132944" y="2672903"/>
          <a:ext cx="8961438" cy="854075"/>
        </p:xfrm>
        <a:graphic>
          <a:graphicData uri="http://schemas.openxmlformats.org/presentationml/2006/ole">
            <mc:AlternateContent xmlns:mc="http://schemas.openxmlformats.org/markup-compatibility/2006">
              <mc:Choice xmlns:v="urn:schemas-microsoft-com:vml" Requires="v">
                <p:oleObj name="Equation" r:id="rId4" imgW="4457520" imgH="431640" progId="Equation.DSMT4">
                  <p:embed/>
                </p:oleObj>
              </mc:Choice>
              <mc:Fallback>
                <p:oleObj name="Equation" r:id="rId4" imgW="4457520" imgH="431640" progId="Equation.DSMT4">
                  <p:embed/>
                  <p:pic>
                    <p:nvPicPr>
                      <p:cNvPr id="7" name="Object 77"/>
                      <p:cNvPicPr>
                        <a:picLocks noChangeAspect="1" noChangeArrowheads="1"/>
                      </p:cNvPicPr>
                      <p:nvPr/>
                    </p:nvPicPr>
                    <p:blipFill>
                      <a:blip r:embed="rId5"/>
                      <a:srcRect/>
                      <a:stretch>
                        <a:fillRect/>
                      </a:stretch>
                    </p:blipFill>
                    <p:spPr bwMode="auto">
                      <a:xfrm>
                        <a:off x="132944" y="2672903"/>
                        <a:ext cx="8961438" cy="854075"/>
                      </a:xfrm>
                      <a:prstGeom prst="rect">
                        <a:avLst/>
                      </a:prstGeom>
                      <a:noFill/>
                      <a:ln w="9525">
                        <a:noFill/>
                        <a:miter lim="800000"/>
                        <a:headEnd/>
                        <a:tailEnd/>
                      </a:ln>
                    </p:spPr>
                  </p:pic>
                </p:oleObj>
              </mc:Fallback>
            </mc:AlternateContent>
          </a:graphicData>
        </a:graphic>
      </p:graphicFrame>
      <p:graphicFrame>
        <p:nvGraphicFramePr>
          <p:cNvPr id="8" name="Object 77"/>
          <p:cNvGraphicFramePr>
            <a:graphicFrameLocks noChangeAspect="1"/>
          </p:cNvGraphicFramePr>
          <p:nvPr/>
        </p:nvGraphicFramePr>
        <p:xfrm>
          <a:off x="179512" y="4077072"/>
          <a:ext cx="7148513" cy="854075"/>
        </p:xfrm>
        <a:graphic>
          <a:graphicData uri="http://schemas.openxmlformats.org/presentationml/2006/ole">
            <mc:AlternateContent xmlns:mc="http://schemas.openxmlformats.org/markup-compatibility/2006">
              <mc:Choice xmlns:v="urn:schemas-microsoft-com:vml" Requires="v">
                <p:oleObj name="Equation" r:id="rId6" imgW="3555720" imgH="431640" progId="Equation.DSMT4">
                  <p:embed/>
                </p:oleObj>
              </mc:Choice>
              <mc:Fallback>
                <p:oleObj name="Equation" r:id="rId6" imgW="3555720" imgH="431640" progId="Equation.DSMT4">
                  <p:embed/>
                  <p:pic>
                    <p:nvPicPr>
                      <p:cNvPr id="8" name="Object 77"/>
                      <p:cNvPicPr>
                        <a:picLocks noChangeAspect="1" noChangeArrowheads="1"/>
                      </p:cNvPicPr>
                      <p:nvPr/>
                    </p:nvPicPr>
                    <p:blipFill>
                      <a:blip r:embed="rId7"/>
                      <a:srcRect/>
                      <a:stretch>
                        <a:fillRect/>
                      </a:stretch>
                    </p:blipFill>
                    <p:spPr bwMode="auto">
                      <a:xfrm>
                        <a:off x="179512" y="4077072"/>
                        <a:ext cx="7148513" cy="854075"/>
                      </a:xfrm>
                      <a:prstGeom prst="rect">
                        <a:avLst/>
                      </a:prstGeom>
                      <a:noFill/>
                      <a:ln w="9525">
                        <a:noFill/>
                        <a:miter lim="800000"/>
                        <a:headEnd/>
                        <a:tailEnd/>
                      </a:ln>
                    </p:spPr>
                  </p:pic>
                </p:oleObj>
              </mc:Fallback>
            </mc:AlternateContent>
          </a:graphicData>
        </a:graphic>
      </p:graphicFrame>
      <p:sp>
        <p:nvSpPr>
          <p:cNvPr id="9" name="Text Box 2"/>
          <p:cNvSpPr txBox="1">
            <a:spLocks noChangeArrowheads="1"/>
          </p:cNvSpPr>
          <p:nvPr/>
        </p:nvSpPr>
        <p:spPr bwMode="auto">
          <a:xfrm>
            <a:off x="132944" y="2117800"/>
            <a:ext cx="5540375"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zh-CN" altLang="en-US" sz="2400" b="1" dirty="0">
                <a:solidFill>
                  <a:srgbClr val="FF0000"/>
                </a:solidFill>
                <a:latin typeface="Times New Roman" panose="02020603050405020304" pitchFamily="18" charset="0"/>
              </a:rPr>
              <a:t>微分：</a:t>
            </a:r>
            <a:endParaRPr kumimoji="1" lang="en-US" altLang="zh-CN" sz="2400" dirty="0">
              <a:solidFill>
                <a:srgbClr val="FF0000"/>
              </a:solidFill>
              <a:latin typeface="Times New Roman" panose="02020603050405020304" pitchFamily="18" charset="0"/>
            </a:endParaRPr>
          </a:p>
        </p:txBody>
      </p:sp>
      <p:sp>
        <p:nvSpPr>
          <p:cNvPr id="10" name="Text Box 2"/>
          <p:cNvSpPr txBox="1">
            <a:spLocks noChangeArrowheads="1"/>
          </p:cNvSpPr>
          <p:nvPr/>
        </p:nvSpPr>
        <p:spPr bwMode="auto">
          <a:xfrm>
            <a:off x="153480" y="3489250"/>
            <a:ext cx="5540375"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zh-CN" altLang="en-US" sz="2400" b="1" dirty="0">
                <a:solidFill>
                  <a:srgbClr val="FF0000"/>
                </a:solidFill>
                <a:latin typeface="Times New Roman" panose="02020603050405020304" pitchFamily="18" charset="0"/>
              </a:rPr>
              <a:t>积分：</a:t>
            </a:r>
            <a:endParaRPr kumimoji="1" lang="en-US" altLang="zh-CN" sz="2400" dirty="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305863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txEl>
                                              <p:pRg st="0" end="0"/>
                                            </p:txEl>
                                          </p:spTgt>
                                        </p:tgtEl>
                                        <p:attrNameLst>
                                          <p:attrName>style.visibility</p:attrName>
                                        </p:attrNameLst>
                                      </p:cBhvr>
                                      <p:to>
                                        <p:strVal val="visible"/>
                                      </p:to>
                                    </p:set>
                                    <p:animEffect transition="in" filter="wipe(left)">
                                      <p:cBhvr>
                                        <p:cTn id="16" dur="500"/>
                                        <p:tgtEl>
                                          <p:spTgt spid="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wipe(left)">
                                      <p:cBhvr>
                                        <p:cTn id="25" dur="500"/>
                                        <p:tgtEl>
                                          <p:spTgt spid="1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9" grpId="0" build="p" autoUpdateAnimBg="0"/>
      <p:bldP spid="10"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fld id="{C5648E5A-CF64-4266-932E-274557207202}" type="datetime1">
              <a:rPr lang="zh-CN" altLang="en-US" smtClean="0"/>
              <a:pPr>
                <a:defRPr/>
              </a:pPr>
              <a:t>2024/8/17</a:t>
            </a:fld>
            <a:endParaRPr lang="en-US" altLang="zh-CN"/>
          </a:p>
        </p:txBody>
      </p:sp>
      <p:sp>
        <p:nvSpPr>
          <p:cNvPr id="3"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r>
              <a:rPr lang="zh-CN" altLang="en-US"/>
              <a:t>电路理论</a:t>
            </a:r>
            <a:endParaRPr lang="en-US" altLang="zh-CN"/>
          </a:p>
        </p:txBody>
      </p:sp>
      <p:sp>
        <p:nvSpPr>
          <p:cNvPr id="4"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fld id="{891A9A88-BB01-4C3C-B2FB-163983272EDA}" type="slidenum">
              <a:rPr lang="en-US" altLang="zh-CN" smtClean="0"/>
              <a:pPr>
                <a:defRPr/>
              </a:pPr>
              <a:t>106</a:t>
            </a:fld>
            <a:endParaRPr lang="en-US" altLang="zh-CN"/>
          </a:p>
        </p:txBody>
      </p:sp>
      <p:sp>
        <p:nvSpPr>
          <p:cNvPr id="5" name="矩形 4"/>
          <p:cNvSpPr/>
          <p:nvPr/>
        </p:nvSpPr>
        <p:spPr>
          <a:xfrm>
            <a:off x="6807923" y="236983"/>
            <a:ext cx="1114408" cy="369332"/>
          </a:xfrm>
          <a:prstGeom prst="rect">
            <a:avLst/>
          </a:prstGeom>
        </p:spPr>
        <p:txBody>
          <a:bodyPr wrap="none">
            <a:spAutoFit/>
          </a:bodyPr>
          <a:lstStyle/>
          <a:p>
            <a:r>
              <a:rPr lang="zh-CN" altLang="en-US" b="1" dirty="0">
                <a:solidFill>
                  <a:srgbClr val="FF0000"/>
                </a:solidFill>
              </a:rPr>
              <a:t>广义函数</a:t>
            </a:r>
            <a:endParaRPr lang="zh-CN" altLang="en-US" dirty="0"/>
          </a:p>
        </p:txBody>
      </p:sp>
      <p:grpSp>
        <p:nvGrpSpPr>
          <p:cNvPr id="18" name="Group 46"/>
          <p:cNvGrpSpPr>
            <a:grpSpLocks/>
          </p:cNvGrpSpPr>
          <p:nvPr/>
        </p:nvGrpSpPr>
        <p:grpSpPr bwMode="auto">
          <a:xfrm>
            <a:off x="252923" y="163737"/>
            <a:ext cx="2102768" cy="1179686"/>
            <a:chOff x="3320" y="844"/>
            <a:chExt cx="1951" cy="905"/>
          </a:xfrm>
        </p:grpSpPr>
        <p:sp>
          <p:nvSpPr>
            <p:cNvPr id="19" name="Line 47"/>
            <p:cNvSpPr>
              <a:spLocks noChangeShapeType="1"/>
            </p:cNvSpPr>
            <p:nvPr/>
          </p:nvSpPr>
          <p:spPr bwMode="auto">
            <a:xfrm>
              <a:off x="3560" y="1536"/>
              <a:ext cx="158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0" name="Line 48"/>
            <p:cNvSpPr>
              <a:spLocks noChangeShapeType="1"/>
            </p:cNvSpPr>
            <p:nvPr/>
          </p:nvSpPr>
          <p:spPr bwMode="auto">
            <a:xfrm flipV="1">
              <a:off x="3656" y="960"/>
              <a:ext cx="0" cy="72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1" name="Line 49"/>
            <p:cNvSpPr>
              <a:spLocks noChangeShapeType="1"/>
            </p:cNvSpPr>
            <p:nvPr/>
          </p:nvSpPr>
          <p:spPr bwMode="auto">
            <a:xfrm>
              <a:off x="3656" y="1152"/>
              <a:ext cx="105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2" name="Text Box 50"/>
            <p:cNvSpPr txBox="1">
              <a:spLocks noChangeArrowheads="1"/>
            </p:cNvSpPr>
            <p:nvPr/>
          </p:nvSpPr>
          <p:spPr bwMode="auto">
            <a:xfrm>
              <a:off x="5114" y="1420"/>
              <a:ext cx="157" cy="23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dirty="0">
                  <a:latin typeface="Times New Roman" panose="02020603050405020304" pitchFamily="18" charset="0"/>
                </a:rPr>
                <a:t>t</a:t>
              </a:r>
              <a:endParaRPr kumimoji="1" lang="en-US" altLang="zh-CN" dirty="0">
                <a:latin typeface="Times New Roman" panose="02020603050405020304" pitchFamily="18" charset="0"/>
              </a:endParaRPr>
            </a:p>
          </p:txBody>
        </p:sp>
        <p:sp>
          <p:nvSpPr>
            <p:cNvPr id="23" name="Text Box 51"/>
            <p:cNvSpPr txBox="1">
              <a:spLocks noChangeArrowheads="1"/>
            </p:cNvSpPr>
            <p:nvPr/>
          </p:nvSpPr>
          <p:spPr bwMode="auto">
            <a:xfrm>
              <a:off x="3735" y="844"/>
              <a:ext cx="317" cy="23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dirty="0">
                  <a:latin typeface="Times New Roman" panose="02020603050405020304" pitchFamily="18" charset="0"/>
                  <a:sym typeface="Symbol" panose="05050102010706020507" pitchFamily="18" charset="2"/>
                </a:rPr>
                <a:t></a:t>
              </a:r>
              <a:r>
                <a:rPr kumimoji="1" lang="en-US" altLang="zh-CN" b="1" dirty="0">
                  <a:latin typeface="Times New Roman" panose="02020603050405020304" pitchFamily="18" charset="0"/>
                  <a:sym typeface="Symbol" panose="05050102010706020507" pitchFamily="18" charset="2"/>
                </a:rPr>
                <a:t>(</a:t>
              </a:r>
              <a:r>
                <a:rPr kumimoji="1" lang="en-US" altLang="zh-CN" b="1" i="1" dirty="0">
                  <a:latin typeface="Times New Roman" panose="02020603050405020304" pitchFamily="18" charset="0"/>
                  <a:sym typeface="Symbol" panose="05050102010706020507" pitchFamily="18" charset="2"/>
                </a:rPr>
                <a:t>t</a:t>
              </a:r>
              <a:r>
                <a:rPr kumimoji="1" lang="en-US" altLang="zh-CN" b="1" dirty="0">
                  <a:latin typeface="Times New Roman" panose="02020603050405020304" pitchFamily="18" charset="0"/>
                  <a:sym typeface="Symbol" panose="05050102010706020507" pitchFamily="18" charset="2"/>
                </a:rPr>
                <a:t>)</a:t>
              </a:r>
              <a:endParaRPr kumimoji="1" lang="en-US" altLang="zh-CN" dirty="0">
                <a:latin typeface="Times New Roman" panose="02020603050405020304" pitchFamily="18" charset="0"/>
              </a:endParaRPr>
            </a:p>
          </p:txBody>
        </p:sp>
        <p:sp>
          <p:nvSpPr>
            <p:cNvPr id="24" name="Line 52"/>
            <p:cNvSpPr>
              <a:spLocks noChangeShapeType="1"/>
            </p:cNvSpPr>
            <p:nvPr/>
          </p:nvSpPr>
          <p:spPr bwMode="auto">
            <a:xfrm flipH="1">
              <a:off x="3320" y="1536"/>
              <a:ext cx="336"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5" name="Line 53"/>
            <p:cNvSpPr>
              <a:spLocks noChangeShapeType="1"/>
            </p:cNvSpPr>
            <p:nvPr/>
          </p:nvSpPr>
          <p:spPr bwMode="auto">
            <a:xfrm>
              <a:off x="3656" y="1152"/>
              <a:ext cx="0" cy="384"/>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26" name="Text Box 54"/>
            <p:cNvSpPr txBox="1">
              <a:spLocks noChangeArrowheads="1"/>
            </p:cNvSpPr>
            <p:nvPr/>
          </p:nvSpPr>
          <p:spPr bwMode="auto">
            <a:xfrm>
              <a:off x="3649" y="1516"/>
              <a:ext cx="189" cy="23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dirty="0">
                  <a:latin typeface="Times New Roman" panose="02020603050405020304" pitchFamily="18" charset="0"/>
                </a:rPr>
                <a:t>0</a:t>
              </a:r>
            </a:p>
          </p:txBody>
        </p:sp>
        <p:sp>
          <p:nvSpPr>
            <p:cNvPr id="27" name="Text Box 55"/>
            <p:cNvSpPr txBox="1">
              <a:spLocks noChangeArrowheads="1"/>
            </p:cNvSpPr>
            <p:nvPr/>
          </p:nvSpPr>
          <p:spPr bwMode="auto">
            <a:xfrm>
              <a:off x="3446" y="1091"/>
              <a:ext cx="189" cy="23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a:latin typeface="Times New Roman" panose="02020603050405020304" pitchFamily="18" charset="0"/>
                </a:rPr>
                <a:t>1</a:t>
              </a:r>
            </a:p>
          </p:txBody>
        </p:sp>
      </p:grpSp>
      <p:graphicFrame>
        <p:nvGraphicFramePr>
          <p:cNvPr id="28" name="Object 56"/>
          <p:cNvGraphicFramePr>
            <a:graphicFrameLocks noChangeAspect="1"/>
          </p:cNvGraphicFramePr>
          <p:nvPr/>
        </p:nvGraphicFramePr>
        <p:xfrm>
          <a:off x="2537276" y="79281"/>
          <a:ext cx="2164681" cy="1409862"/>
        </p:xfrm>
        <a:graphic>
          <a:graphicData uri="http://schemas.openxmlformats.org/presentationml/2006/ole">
            <mc:AlternateContent xmlns:mc="http://schemas.openxmlformats.org/markup-compatibility/2006">
              <mc:Choice xmlns:v="urn:schemas-microsoft-com:vml" Requires="v">
                <p:oleObj name="Visio" r:id="rId2" imgW="1641634" imgH="1068991" progId="Visio.Drawing.11">
                  <p:embed/>
                </p:oleObj>
              </mc:Choice>
              <mc:Fallback>
                <p:oleObj name="Visio" r:id="rId2" imgW="1641634" imgH="1068991" progId="Visio.Drawing.11">
                  <p:embed/>
                  <p:pic>
                    <p:nvPicPr>
                      <p:cNvPr id="28" name="Object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7276" y="79281"/>
                        <a:ext cx="2164681" cy="1409862"/>
                      </a:xfrm>
                      <a:prstGeom prst="rect">
                        <a:avLst/>
                      </a:prstGeom>
                      <a:noFill/>
                      <a:ln>
                        <a:noFill/>
                      </a:ln>
                    </p:spPr>
                  </p:pic>
                </p:oleObj>
              </mc:Fallback>
            </mc:AlternateContent>
          </a:graphicData>
        </a:graphic>
      </p:graphicFrame>
      <p:graphicFrame>
        <p:nvGraphicFramePr>
          <p:cNvPr id="29" name="Object 65"/>
          <p:cNvGraphicFramePr>
            <a:graphicFrameLocks noChangeAspect="1"/>
          </p:cNvGraphicFramePr>
          <p:nvPr/>
        </p:nvGraphicFramePr>
        <p:xfrm>
          <a:off x="4874621" y="532957"/>
          <a:ext cx="1833364" cy="1399824"/>
        </p:xfrm>
        <a:graphic>
          <a:graphicData uri="http://schemas.openxmlformats.org/presentationml/2006/ole">
            <mc:AlternateContent xmlns:mc="http://schemas.openxmlformats.org/markup-compatibility/2006">
              <mc:Choice xmlns:v="urn:schemas-microsoft-com:vml" Requires="v">
                <p:oleObj name="Visio" r:id="rId4" imgW="1240869" imgH="947261" progId="Visio.Drawing.11">
                  <p:embed/>
                </p:oleObj>
              </mc:Choice>
              <mc:Fallback>
                <p:oleObj name="Visio" r:id="rId4" imgW="1240869" imgH="947261" progId="Visio.Drawing.11">
                  <p:embed/>
                  <p:pic>
                    <p:nvPicPr>
                      <p:cNvPr id="29" name="Object 6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4621" y="532957"/>
                        <a:ext cx="1833364" cy="1399824"/>
                      </a:xfrm>
                      <a:prstGeom prst="rect">
                        <a:avLst/>
                      </a:prstGeom>
                      <a:noFill/>
                      <a:ln>
                        <a:noFill/>
                      </a:ln>
                      <a:effectLst/>
                    </p:spPr>
                  </p:pic>
                </p:oleObj>
              </mc:Fallback>
            </mc:AlternateContent>
          </a:graphicData>
        </a:graphic>
      </p:graphicFrame>
      <p:graphicFrame>
        <p:nvGraphicFramePr>
          <p:cNvPr id="30" name="Object 4"/>
          <p:cNvGraphicFramePr>
            <a:graphicFrameLocks noChangeAspect="1"/>
          </p:cNvGraphicFramePr>
          <p:nvPr/>
        </p:nvGraphicFramePr>
        <p:xfrm>
          <a:off x="381000" y="1448895"/>
          <a:ext cx="1524269" cy="633685"/>
        </p:xfrm>
        <a:graphic>
          <a:graphicData uri="http://schemas.openxmlformats.org/presentationml/2006/ole">
            <mc:AlternateContent xmlns:mc="http://schemas.openxmlformats.org/markup-compatibility/2006">
              <mc:Choice xmlns:v="urn:schemas-microsoft-com:vml" Requires="v">
                <p:oleObj name="公式" r:id="rId6" imgW="1130040" imgH="469800" progId="Equation.3">
                  <p:embed/>
                </p:oleObj>
              </mc:Choice>
              <mc:Fallback>
                <p:oleObj name="公式" r:id="rId6" imgW="1130040" imgH="469800" progId="Equation.3">
                  <p:embed/>
                  <p:pic>
                    <p:nvPicPr>
                      <p:cNvPr id="3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1448895"/>
                        <a:ext cx="1524269" cy="633685"/>
                      </a:xfrm>
                      <a:prstGeom prst="rect">
                        <a:avLst/>
                      </a:prstGeom>
                      <a:noFill/>
                      <a:ln>
                        <a:noFill/>
                      </a:ln>
                      <a:effectLst/>
                    </p:spPr>
                  </p:pic>
                </p:oleObj>
              </mc:Fallback>
            </mc:AlternateContent>
          </a:graphicData>
        </a:graphic>
      </p:graphicFrame>
      <p:graphicFrame>
        <p:nvGraphicFramePr>
          <p:cNvPr id="31" name="Object 3"/>
          <p:cNvGraphicFramePr>
            <a:graphicFrameLocks noChangeAspect="1"/>
          </p:cNvGraphicFramePr>
          <p:nvPr/>
        </p:nvGraphicFramePr>
        <p:xfrm>
          <a:off x="2443859" y="1484124"/>
          <a:ext cx="1904768" cy="680487"/>
        </p:xfrm>
        <a:graphic>
          <a:graphicData uri="http://schemas.openxmlformats.org/presentationml/2006/ole">
            <mc:AlternateContent xmlns:mc="http://schemas.openxmlformats.org/markup-compatibility/2006">
              <mc:Choice xmlns:v="urn:schemas-microsoft-com:vml" Requires="v">
                <p:oleObj name="Equation" r:id="rId8" imgW="1346040" imgH="482400" progId="Equation.DSMT4">
                  <p:embed/>
                </p:oleObj>
              </mc:Choice>
              <mc:Fallback>
                <p:oleObj name="Equation" r:id="rId8" imgW="1346040" imgH="482400" progId="Equation.DSMT4">
                  <p:embed/>
                  <p:pic>
                    <p:nvPicPr>
                      <p:cNvPr id="31" name="Object 3"/>
                      <p:cNvPicPr>
                        <a:picLocks noChangeAspect="1" noChangeArrowheads="1"/>
                      </p:cNvPicPr>
                      <p:nvPr/>
                    </p:nvPicPr>
                    <p:blipFill>
                      <a:blip r:embed="rId9"/>
                      <a:srcRect/>
                      <a:stretch>
                        <a:fillRect/>
                      </a:stretch>
                    </p:blipFill>
                    <p:spPr bwMode="auto">
                      <a:xfrm>
                        <a:off x="2443859" y="1484124"/>
                        <a:ext cx="1904768" cy="680487"/>
                      </a:xfrm>
                      <a:prstGeom prst="rect">
                        <a:avLst/>
                      </a:prstGeom>
                      <a:noFill/>
                      <a:ln>
                        <a:noFill/>
                      </a:ln>
                      <a:effectLst/>
                    </p:spPr>
                  </p:pic>
                </p:oleObj>
              </mc:Fallback>
            </mc:AlternateContent>
          </a:graphicData>
        </a:graphic>
      </p:graphicFrame>
      <p:graphicFrame>
        <p:nvGraphicFramePr>
          <p:cNvPr id="32" name="Object 3"/>
          <p:cNvGraphicFramePr>
            <a:graphicFrameLocks noChangeAspect="1"/>
          </p:cNvGraphicFramePr>
          <p:nvPr/>
        </p:nvGraphicFramePr>
        <p:xfrm>
          <a:off x="6918588" y="1190558"/>
          <a:ext cx="1674410" cy="556428"/>
        </p:xfrm>
        <a:graphic>
          <a:graphicData uri="http://schemas.openxmlformats.org/presentationml/2006/ole">
            <mc:AlternateContent xmlns:mc="http://schemas.openxmlformats.org/markup-compatibility/2006">
              <mc:Choice xmlns:v="urn:schemas-microsoft-com:vml" Requires="v">
                <p:oleObj name="Equation" r:id="rId10" imgW="1371600" imgH="457200" progId="Equation.DSMT4">
                  <p:embed/>
                </p:oleObj>
              </mc:Choice>
              <mc:Fallback>
                <p:oleObj name="Equation" r:id="rId10" imgW="1371600" imgH="457200" progId="Equation.DSMT4">
                  <p:embed/>
                  <p:pic>
                    <p:nvPicPr>
                      <p:cNvPr id="32" name="Object 3"/>
                      <p:cNvPicPr>
                        <a:picLocks noChangeAspect="1" noChangeArrowheads="1"/>
                      </p:cNvPicPr>
                      <p:nvPr/>
                    </p:nvPicPr>
                    <p:blipFill>
                      <a:blip r:embed="rId11"/>
                      <a:srcRect/>
                      <a:stretch>
                        <a:fillRect/>
                      </a:stretch>
                    </p:blipFill>
                    <p:spPr bwMode="auto">
                      <a:xfrm>
                        <a:off x="6918588" y="1190558"/>
                        <a:ext cx="1674410" cy="556428"/>
                      </a:xfrm>
                      <a:prstGeom prst="rect">
                        <a:avLst/>
                      </a:prstGeom>
                      <a:noFill/>
                      <a:ln>
                        <a:noFill/>
                      </a:ln>
                      <a:effectLst/>
                    </p:spPr>
                  </p:pic>
                </p:oleObj>
              </mc:Fallback>
            </mc:AlternateContent>
          </a:graphicData>
        </a:graphic>
      </p:graphicFrame>
      <p:graphicFrame>
        <p:nvGraphicFramePr>
          <p:cNvPr id="33" name="Object 46"/>
          <p:cNvGraphicFramePr>
            <a:graphicFrameLocks noChangeAspect="1"/>
          </p:cNvGraphicFramePr>
          <p:nvPr/>
        </p:nvGraphicFramePr>
        <p:xfrm>
          <a:off x="400136" y="2061152"/>
          <a:ext cx="1584951" cy="1662419"/>
        </p:xfrm>
        <a:graphic>
          <a:graphicData uri="http://schemas.openxmlformats.org/presentationml/2006/ole">
            <mc:AlternateContent xmlns:mc="http://schemas.openxmlformats.org/markup-compatibility/2006">
              <mc:Choice xmlns:v="urn:schemas-microsoft-com:vml" Requires="v">
                <p:oleObj name="Visio" r:id="rId12" imgW="1165860" imgH="1222438" progId="Visio.Drawing.11">
                  <p:embed/>
                </p:oleObj>
              </mc:Choice>
              <mc:Fallback>
                <p:oleObj name="Visio" r:id="rId12" imgW="1165860" imgH="1222438" progId="Visio.Drawing.11">
                  <p:embed/>
                  <p:pic>
                    <p:nvPicPr>
                      <p:cNvPr id="33" name="Object 4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0136" y="2061152"/>
                        <a:ext cx="1584951" cy="1662419"/>
                      </a:xfrm>
                      <a:prstGeom prst="rect">
                        <a:avLst/>
                      </a:prstGeom>
                      <a:noFill/>
                      <a:ln>
                        <a:noFill/>
                      </a:ln>
                    </p:spPr>
                  </p:pic>
                </p:oleObj>
              </mc:Fallback>
            </mc:AlternateContent>
          </a:graphicData>
        </a:graphic>
      </p:graphicFrame>
      <p:graphicFrame>
        <p:nvGraphicFramePr>
          <p:cNvPr id="34" name="Object 48"/>
          <p:cNvGraphicFramePr>
            <a:graphicFrameLocks noChangeAspect="1"/>
          </p:cNvGraphicFramePr>
          <p:nvPr/>
        </p:nvGraphicFramePr>
        <p:xfrm>
          <a:off x="162046" y="3740613"/>
          <a:ext cx="2047627" cy="277829"/>
        </p:xfrm>
        <a:graphic>
          <a:graphicData uri="http://schemas.openxmlformats.org/presentationml/2006/ole">
            <mc:AlternateContent xmlns:mc="http://schemas.openxmlformats.org/markup-compatibility/2006">
              <mc:Choice xmlns:v="urn:schemas-microsoft-com:vml" Requires="v">
                <p:oleObj name="Equation" r:id="rId14" imgW="1714500" imgH="228600" progId="Equation.DSMT4">
                  <p:embed/>
                </p:oleObj>
              </mc:Choice>
              <mc:Fallback>
                <p:oleObj name="Equation" r:id="rId14" imgW="1714500" imgH="228600" progId="Equation.DSMT4">
                  <p:embed/>
                  <p:pic>
                    <p:nvPicPr>
                      <p:cNvPr id="34" name="Object 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2046" y="3740613"/>
                        <a:ext cx="2047627" cy="277829"/>
                      </a:xfrm>
                      <a:prstGeom prst="rect">
                        <a:avLst/>
                      </a:prstGeom>
                      <a:noFill/>
                      <a:ln>
                        <a:noFill/>
                      </a:ln>
                    </p:spPr>
                  </p:pic>
                </p:oleObj>
              </mc:Fallback>
            </mc:AlternateContent>
          </a:graphicData>
        </a:graphic>
      </p:graphicFrame>
      <p:graphicFrame>
        <p:nvGraphicFramePr>
          <p:cNvPr id="35" name="Object 64"/>
          <p:cNvGraphicFramePr>
            <a:graphicFrameLocks noChangeAspect="1"/>
          </p:cNvGraphicFramePr>
          <p:nvPr/>
        </p:nvGraphicFramePr>
        <p:xfrm>
          <a:off x="723401" y="4112666"/>
          <a:ext cx="1495411" cy="283222"/>
        </p:xfrm>
        <a:graphic>
          <a:graphicData uri="http://schemas.openxmlformats.org/presentationml/2006/ole">
            <mc:AlternateContent xmlns:mc="http://schemas.openxmlformats.org/markup-compatibility/2006">
              <mc:Choice xmlns:v="urn:schemas-microsoft-com:vml" Requires="v">
                <p:oleObj name="Equation" r:id="rId16" imgW="1206500" imgH="228600" progId="Equation.DSMT4">
                  <p:embed/>
                </p:oleObj>
              </mc:Choice>
              <mc:Fallback>
                <p:oleObj name="Equation" r:id="rId16" imgW="1206500" imgH="228600" progId="Equation.DSMT4">
                  <p:embed/>
                  <p:pic>
                    <p:nvPicPr>
                      <p:cNvPr id="35" name="Object 6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3401" y="4112666"/>
                        <a:ext cx="1495411" cy="283222"/>
                      </a:xfrm>
                      <a:prstGeom prst="rect">
                        <a:avLst/>
                      </a:prstGeom>
                      <a:noFill/>
                      <a:ln>
                        <a:noFill/>
                      </a:ln>
                      <a:effectLst/>
                    </p:spPr>
                  </p:pic>
                </p:oleObj>
              </mc:Fallback>
            </mc:AlternateContent>
          </a:graphicData>
        </a:graphic>
      </p:graphicFrame>
      <p:graphicFrame>
        <p:nvGraphicFramePr>
          <p:cNvPr id="36" name="Object 50"/>
          <p:cNvGraphicFramePr>
            <a:graphicFrameLocks noChangeAspect="1"/>
          </p:cNvGraphicFramePr>
          <p:nvPr/>
        </p:nvGraphicFramePr>
        <p:xfrm>
          <a:off x="2642144" y="2304126"/>
          <a:ext cx="1628651" cy="1382079"/>
        </p:xfrm>
        <a:graphic>
          <a:graphicData uri="http://schemas.openxmlformats.org/presentationml/2006/ole">
            <mc:AlternateContent xmlns:mc="http://schemas.openxmlformats.org/markup-compatibility/2006">
              <mc:Choice xmlns:v="urn:schemas-microsoft-com:vml" Requires="v">
                <p:oleObj name="Visio" r:id="rId18" imgW="1703784" imgH="1452610" progId="Visio.Drawing.11">
                  <p:embed/>
                </p:oleObj>
              </mc:Choice>
              <mc:Fallback>
                <p:oleObj name="Visio" r:id="rId18" imgW="1703784" imgH="1452610" progId="Visio.Drawing.11">
                  <p:embed/>
                  <p:pic>
                    <p:nvPicPr>
                      <p:cNvPr id="36" name="Object 5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42144" y="2304126"/>
                        <a:ext cx="1628651" cy="1382079"/>
                      </a:xfrm>
                      <a:prstGeom prst="rect">
                        <a:avLst/>
                      </a:prstGeom>
                      <a:noFill/>
                      <a:ln>
                        <a:noFill/>
                      </a:ln>
                    </p:spPr>
                  </p:pic>
                </p:oleObj>
              </mc:Fallback>
            </mc:AlternateContent>
          </a:graphicData>
        </a:graphic>
      </p:graphicFrame>
      <p:graphicFrame>
        <p:nvGraphicFramePr>
          <p:cNvPr id="37" name="Object 61"/>
          <p:cNvGraphicFramePr>
            <a:graphicFrameLocks noChangeAspect="1"/>
          </p:cNvGraphicFramePr>
          <p:nvPr/>
        </p:nvGraphicFramePr>
        <p:xfrm>
          <a:off x="2728709" y="3751128"/>
          <a:ext cx="1355591" cy="262771"/>
        </p:xfrm>
        <a:graphic>
          <a:graphicData uri="http://schemas.openxmlformats.org/presentationml/2006/ole">
            <mc:AlternateContent xmlns:mc="http://schemas.openxmlformats.org/markup-compatibility/2006">
              <mc:Choice xmlns:v="urn:schemas-microsoft-com:vml" Requires="v">
                <p:oleObj name="Equation" r:id="rId20" imgW="1181100" imgH="228600" progId="Equation.DSMT4">
                  <p:embed/>
                </p:oleObj>
              </mc:Choice>
              <mc:Fallback>
                <p:oleObj name="Equation" r:id="rId20" imgW="1181100" imgH="228600" progId="Equation.DSMT4">
                  <p:embed/>
                  <p:pic>
                    <p:nvPicPr>
                      <p:cNvPr id="37" name="Object 6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28709" y="3751128"/>
                        <a:ext cx="1355591" cy="262771"/>
                      </a:xfrm>
                      <a:prstGeom prst="rect">
                        <a:avLst/>
                      </a:prstGeom>
                      <a:noFill/>
                      <a:ln>
                        <a:noFill/>
                      </a:ln>
                    </p:spPr>
                  </p:pic>
                </p:oleObj>
              </mc:Fallback>
            </mc:AlternateContent>
          </a:graphicData>
        </a:graphic>
      </p:graphicFrame>
      <p:graphicFrame>
        <p:nvGraphicFramePr>
          <p:cNvPr id="38" name="Object 60"/>
          <p:cNvGraphicFramePr>
            <a:graphicFrameLocks noChangeAspect="1"/>
          </p:cNvGraphicFramePr>
          <p:nvPr/>
        </p:nvGraphicFramePr>
        <p:xfrm>
          <a:off x="2535571" y="4163456"/>
          <a:ext cx="1976697" cy="281225"/>
        </p:xfrm>
        <a:graphic>
          <a:graphicData uri="http://schemas.openxmlformats.org/presentationml/2006/ole">
            <mc:AlternateContent xmlns:mc="http://schemas.openxmlformats.org/markup-compatibility/2006">
              <mc:Choice xmlns:v="urn:schemas-microsoft-com:vml" Requires="v">
                <p:oleObj name="Equation" r:id="rId22" imgW="1612900" imgH="228600" progId="Equation.DSMT4">
                  <p:embed/>
                </p:oleObj>
              </mc:Choice>
              <mc:Fallback>
                <p:oleObj name="Equation" r:id="rId22" imgW="1612900" imgH="228600" progId="Equation.DSMT4">
                  <p:embed/>
                  <p:pic>
                    <p:nvPicPr>
                      <p:cNvPr id="38" name="Object 6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535571" y="4163456"/>
                        <a:ext cx="1976697" cy="281225"/>
                      </a:xfrm>
                      <a:prstGeom prst="rect">
                        <a:avLst/>
                      </a:prstGeom>
                      <a:noFill/>
                      <a:ln>
                        <a:noFill/>
                      </a:ln>
                    </p:spPr>
                  </p:pic>
                </p:oleObj>
              </mc:Fallback>
            </mc:AlternateContent>
          </a:graphicData>
        </a:graphic>
      </p:graphicFrame>
      <p:grpSp>
        <p:nvGrpSpPr>
          <p:cNvPr id="39" name="Group 6"/>
          <p:cNvGrpSpPr>
            <a:grpSpLocks/>
          </p:cNvGrpSpPr>
          <p:nvPr/>
        </p:nvGrpSpPr>
        <p:grpSpPr bwMode="auto">
          <a:xfrm>
            <a:off x="89759" y="4487394"/>
            <a:ext cx="1663447" cy="1486025"/>
            <a:chOff x="451" y="1922"/>
            <a:chExt cx="1506" cy="1673"/>
          </a:xfrm>
        </p:grpSpPr>
        <p:grpSp>
          <p:nvGrpSpPr>
            <p:cNvPr id="40" name="Group 7"/>
            <p:cNvGrpSpPr>
              <a:grpSpLocks/>
            </p:cNvGrpSpPr>
            <p:nvPr/>
          </p:nvGrpSpPr>
          <p:grpSpPr bwMode="auto">
            <a:xfrm>
              <a:off x="451" y="1922"/>
              <a:ext cx="1506" cy="1664"/>
              <a:chOff x="275" y="1712"/>
              <a:chExt cx="1506" cy="1664"/>
            </a:xfrm>
          </p:grpSpPr>
          <p:sp>
            <p:nvSpPr>
              <p:cNvPr id="42" name="Line 8"/>
              <p:cNvSpPr>
                <a:spLocks noChangeShapeType="1"/>
              </p:cNvSpPr>
              <p:nvPr/>
            </p:nvSpPr>
            <p:spPr bwMode="auto">
              <a:xfrm>
                <a:off x="480" y="3024"/>
                <a:ext cx="129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43" name="Line 9"/>
              <p:cNvSpPr>
                <a:spLocks noChangeShapeType="1"/>
              </p:cNvSpPr>
              <p:nvPr/>
            </p:nvSpPr>
            <p:spPr bwMode="auto">
              <a:xfrm flipV="1">
                <a:off x="720" y="1872"/>
                <a:ext cx="0" cy="129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44" name="Line 10"/>
              <p:cNvSpPr>
                <a:spLocks noChangeShapeType="1"/>
              </p:cNvSpPr>
              <p:nvPr/>
            </p:nvSpPr>
            <p:spPr bwMode="auto">
              <a:xfrm>
                <a:off x="720" y="2544"/>
                <a:ext cx="43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45" name="Line 11"/>
              <p:cNvSpPr>
                <a:spLocks noChangeShapeType="1"/>
              </p:cNvSpPr>
              <p:nvPr/>
            </p:nvSpPr>
            <p:spPr bwMode="auto">
              <a:xfrm>
                <a:off x="1152" y="2544"/>
                <a:ext cx="0" cy="4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46" name="Text Box 12"/>
              <p:cNvSpPr txBox="1">
                <a:spLocks noChangeArrowheads="1"/>
              </p:cNvSpPr>
              <p:nvPr/>
            </p:nvSpPr>
            <p:spPr bwMode="auto">
              <a:xfrm>
                <a:off x="977" y="2960"/>
                <a:ext cx="295" cy="41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a:latin typeface="Times New Roman" panose="02020603050405020304" pitchFamily="18" charset="0"/>
                    <a:sym typeface="Symbol" panose="05050102010706020507" pitchFamily="18" charset="2"/>
                  </a:rPr>
                  <a:t></a:t>
                </a:r>
                <a:endParaRPr kumimoji="1" lang="en-US" altLang="zh-CN" b="1" i="1">
                  <a:latin typeface="Times New Roman" panose="02020603050405020304" pitchFamily="18" charset="0"/>
                </a:endParaRPr>
              </a:p>
            </p:txBody>
          </p:sp>
          <p:sp>
            <p:nvSpPr>
              <p:cNvPr id="47" name="Text Box 13"/>
              <p:cNvSpPr txBox="1">
                <a:spLocks noChangeArrowheads="1"/>
              </p:cNvSpPr>
              <p:nvPr/>
            </p:nvSpPr>
            <p:spPr bwMode="auto">
              <a:xfrm>
                <a:off x="275" y="2336"/>
                <a:ext cx="457" cy="41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a:latin typeface="Times New Roman" panose="02020603050405020304" pitchFamily="18" charset="0"/>
                  </a:rPr>
                  <a:t>1/</a:t>
                </a:r>
                <a:r>
                  <a:rPr kumimoji="1" lang="en-US" altLang="zh-CN" b="1" i="1">
                    <a:latin typeface="Times New Roman" panose="02020603050405020304" pitchFamily="18" charset="0"/>
                    <a:sym typeface="Symbol" panose="05050102010706020507" pitchFamily="18" charset="2"/>
                  </a:rPr>
                  <a:t></a:t>
                </a:r>
              </a:p>
            </p:txBody>
          </p:sp>
          <p:sp>
            <p:nvSpPr>
              <p:cNvPr id="48" name="Text Box 14"/>
              <p:cNvSpPr txBox="1">
                <a:spLocks noChangeArrowheads="1"/>
              </p:cNvSpPr>
              <p:nvPr/>
            </p:nvSpPr>
            <p:spPr bwMode="auto">
              <a:xfrm>
                <a:off x="1556" y="2912"/>
                <a:ext cx="225" cy="41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a:latin typeface="Times New Roman" panose="02020603050405020304" pitchFamily="18" charset="0"/>
                  </a:rPr>
                  <a:t>t</a:t>
                </a:r>
                <a:endParaRPr kumimoji="1" lang="en-US" altLang="zh-CN" b="1">
                  <a:latin typeface="Times New Roman" panose="02020603050405020304" pitchFamily="18" charset="0"/>
                </a:endParaRPr>
              </a:p>
            </p:txBody>
          </p:sp>
          <p:sp>
            <p:nvSpPr>
              <p:cNvPr id="49" name="Text Box 15"/>
              <p:cNvSpPr txBox="1">
                <a:spLocks noChangeArrowheads="1"/>
              </p:cNvSpPr>
              <p:nvPr/>
            </p:nvSpPr>
            <p:spPr bwMode="auto">
              <a:xfrm>
                <a:off x="756" y="1712"/>
                <a:ext cx="469" cy="41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a:latin typeface="Times New Roman" panose="02020603050405020304" pitchFamily="18" charset="0"/>
                  </a:rPr>
                  <a:t>p</a:t>
                </a:r>
                <a:r>
                  <a:rPr kumimoji="1" lang="en-US" altLang="zh-CN" b="1">
                    <a:latin typeface="Times New Roman" panose="02020603050405020304" pitchFamily="18" charset="0"/>
                  </a:rPr>
                  <a:t>(</a:t>
                </a:r>
                <a:r>
                  <a:rPr kumimoji="1" lang="en-US" altLang="zh-CN" b="1" i="1">
                    <a:latin typeface="Times New Roman" panose="02020603050405020304" pitchFamily="18" charset="0"/>
                  </a:rPr>
                  <a:t>t</a:t>
                </a:r>
                <a:r>
                  <a:rPr kumimoji="1" lang="en-US" altLang="zh-CN" b="1">
                    <a:latin typeface="Times New Roman" panose="02020603050405020304" pitchFamily="18" charset="0"/>
                  </a:rPr>
                  <a:t>)</a:t>
                </a:r>
              </a:p>
            </p:txBody>
          </p:sp>
        </p:grpSp>
        <p:sp>
          <p:nvSpPr>
            <p:cNvPr id="41" name="Text Box 16"/>
            <p:cNvSpPr txBox="1">
              <a:spLocks noChangeArrowheads="1"/>
            </p:cNvSpPr>
            <p:nvPr/>
          </p:nvSpPr>
          <p:spPr bwMode="auto">
            <a:xfrm>
              <a:off x="596" y="3179"/>
              <a:ext cx="272" cy="41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b="1">
                  <a:latin typeface="Times New Roman" panose="02020603050405020304" pitchFamily="18" charset="0"/>
                </a:rPr>
                <a:t>0</a:t>
              </a:r>
            </a:p>
          </p:txBody>
        </p:sp>
      </p:grpSp>
      <p:graphicFrame>
        <p:nvGraphicFramePr>
          <p:cNvPr id="50" name="Object 4"/>
          <p:cNvGraphicFramePr>
            <a:graphicFrameLocks noChangeAspect="1"/>
          </p:cNvGraphicFramePr>
          <p:nvPr/>
        </p:nvGraphicFramePr>
        <p:xfrm>
          <a:off x="235887" y="5814113"/>
          <a:ext cx="1511796" cy="391763"/>
        </p:xfrm>
        <a:graphic>
          <a:graphicData uri="http://schemas.openxmlformats.org/presentationml/2006/ole">
            <mc:AlternateContent xmlns:mc="http://schemas.openxmlformats.org/markup-compatibility/2006">
              <mc:Choice xmlns:v="urn:schemas-microsoft-com:vml" Requires="v">
                <p:oleObj name="Equation" r:id="rId24" imgW="1562040" imgH="406080" progId="Equation.DSMT4">
                  <p:embed/>
                </p:oleObj>
              </mc:Choice>
              <mc:Fallback>
                <p:oleObj name="Equation" r:id="rId24" imgW="1562040" imgH="406080" progId="Equation.DSMT4">
                  <p:embed/>
                  <p:pic>
                    <p:nvPicPr>
                      <p:cNvPr id="50" name="Object 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35887" y="5814113"/>
                        <a:ext cx="1511796" cy="391763"/>
                      </a:xfrm>
                      <a:prstGeom prst="rect">
                        <a:avLst/>
                      </a:prstGeom>
                      <a:noFill/>
                      <a:ln>
                        <a:noFill/>
                      </a:ln>
                      <a:effectLst/>
                    </p:spPr>
                  </p:pic>
                </p:oleObj>
              </mc:Fallback>
            </mc:AlternateContent>
          </a:graphicData>
        </a:graphic>
      </p:graphicFrame>
      <p:graphicFrame>
        <p:nvGraphicFramePr>
          <p:cNvPr id="51" name="Object 5"/>
          <p:cNvGraphicFramePr>
            <a:graphicFrameLocks noChangeAspect="1"/>
          </p:cNvGraphicFramePr>
          <p:nvPr/>
        </p:nvGraphicFramePr>
        <p:xfrm>
          <a:off x="351628" y="6204251"/>
          <a:ext cx="1042394" cy="399908"/>
        </p:xfrm>
        <a:graphic>
          <a:graphicData uri="http://schemas.openxmlformats.org/presentationml/2006/ole">
            <mc:AlternateContent xmlns:mc="http://schemas.openxmlformats.org/markup-compatibility/2006">
              <mc:Choice xmlns:v="urn:schemas-microsoft-com:vml" Requires="v">
                <p:oleObj name="公式" r:id="rId26" imgW="888840" imgH="342720" progId="Equation.3">
                  <p:embed/>
                </p:oleObj>
              </mc:Choice>
              <mc:Fallback>
                <p:oleObj name="公式" r:id="rId26" imgW="888840" imgH="342720" progId="Equation.3">
                  <p:embed/>
                  <p:pic>
                    <p:nvPicPr>
                      <p:cNvPr id="51" name="Object 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51628" y="6204251"/>
                        <a:ext cx="1042394" cy="399908"/>
                      </a:xfrm>
                      <a:prstGeom prst="rect">
                        <a:avLst/>
                      </a:prstGeom>
                      <a:noFill/>
                      <a:ln>
                        <a:noFill/>
                      </a:ln>
                      <a:effectLst/>
                    </p:spPr>
                  </p:pic>
                </p:oleObj>
              </mc:Fallback>
            </mc:AlternateContent>
          </a:graphicData>
        </a:graphic>
      </p:graphicFrame>
      <p:grpSp>
        <p:nvGrpSpPr>
          <p:cNvPr id="52" name="Group 20"/>
          <p:cNvGrpSpPr>
            <a:grpSpLocks/>
          </p:cNvGrpSpPr>
          <p:nvPr/>
        </p:nvGrpSpPr>
        <p:grpSpPr bwMode="auto">
          <a:xfrm>
            <a:off x="2420740" y="4713771"/>
            <a:ext cx="1850055" cy="1132664"/>
            <a:chOff x="2857" y="2522"/>
            <a:chExt cx="1885" cy="1095"/>
          </a:xfrm>
        </p:grpSpPr>
        <p:sp>
          <p:nvSpPr>
            <p:cNvPr id="53" name="Line 21"/>
            <p:cNvSpPr>
              <a:spLocks noChangeShapeType="1"/>
            </p:cNvSpPr>
            <p:nvPr/>
          </p:nvSpPr>
          <p:spPr bwMode="auto">
            <a:xfrm>
              <a:off x="3048" y="3292"/>
              <a:ext cx="14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54" name="Line 22"/>
            <p:cNvSpPr>
              <a:spLocks noChangeShapeType="1"/>
            </p:cNvSpPr>
            <p:nvPr/>
          </p:nvSpPr>
          <p:spPr bwMode="auto">
            <a:xfrm flipV="1">
              <a:off x="3240" y="2680"/>
              <a:ext cx="0" cy="8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55" name="Text Box 23"/>
            <p:cNvSpPr txBox="1">
              <a:spLocks noChangeArrowheads="1"/>
            </p:cNvSpPr>
            <p:nvPr/>
          </p:nvSpPr>
          <p:spPr bwMode="auto">
            <a:xfrm>
              <a:off x="4489" y="3186"/>
              <a:ext cx="253" cy="35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a:latin typeface="Times New Roman" panose="02020603050405020304" pitchFamily="18" charset="0"/>
                </a:rPr>
                <a:t>t</a:t>
              </a:r>
              <a:endParaRPr kumimoji="1" lang="en-US" altLang="zh-CN" b="1">
                <a:latin typeface="Times New Roman" panose="02020603050405020304" pitchFamily="18" charset="0"/>
              </a:endParaRPr>
            </a:p>
          </p:txBody>
        </p:sp>
        <p:sp>
          <p:nvSpPr>
            <p:cNvPr id="56" name="Text Box 24"/>
            <p:cNvSpPr txBox="1">
              <a:spLocks noChangeArrowheads="1"/>
            </p:cNvSpPr>
            <p:nvPr/>
          </p:nvSpPr>
          <p:spPr bwMode="auto">
            <a:xfrm>
              <a:off x="3205" y="2522"/>
              <a:ext cx="526" cy="35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b="1" i="1" dirty="0">
                  <a:latin typeface="Times New Roman" panose="02020603050405020304" pitchFamily="18" charset="0"/>
                  <a:sym typeface="Symbol" panose="05050102010706020507" pitchFamily="18" charset="2"/>
                </a:rPr>
                <a:t></a:t>
              </a:r>
              <a:r>
                <a:rPr kumimoji="1" lang="en-US" altLang="zh-CN" b="1" dirty="0">
                  <a:latin typeface="Times New Roman" panose="02020603050405020304" pitchFamily="18" charset="0"/>
                  <a:sym typeface="Symbol" panose="05050102010706020507" pitchFamily="18" charset="2"/>
                </a:rPr>
                <a:t>(</a:t>
              </a:r>
              <a:r>
                <a:rPr kumimoji="1" lang="en-US" altLang="zh-CN" b="1" i="1" dirty="0">
                  <a:latin typeface="Times New Roman" panose="02020603050405020304" pitchFamily="18" charset="0"/>
                  <a:sym typeface="Symbol" panose="05050102010706020507" pitchFamily="18" charset="2"/>
                </a:rPr>
                <a:t>t</a:t>
              </a:r>
              <a:r>
                <a:rPr kumimoji="1" lang="en-US" altLang="zh-CN" b="1" dirty="0">
                  <a:latin typeface="Times New Roman" panose="02020603050405020304" pitchFamily="18" charset="0"/>
                  <a:sym typeface="Symbol" panose="05050102010706020507" pitchFamily="18" charset="2"/>
                </a:rPr>
                <a:t>)</a:t>
              </a:r>
            </a:p>
          </p:txBody>
        </p:sp>
        <p:sp>
          <p:nvSpPr>
            <p:cNvPr id="57" name="Line 25"/>
            <p:cNvSpPr>
              <a:spLocks noChangeShapeType="1"/>
            </p:cNvSpPr>
            <p:nvPr/>
          </p:nvSpPr>
          <p:spPr bwMode="auto">
            <a:xfrm flipV="1">
              <a:off x="3240" y="2896"/>
              <a:ext cx="0" cy="396"/>
            </a:xfrm>
            <a:prstGeom prst="line">
              <a:avLst/>
            </a:prstGeom>
            <a:noFill/>
            <a:ln w="254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58" name="Text Box 26"/>
            <p:cNvSpPr txBox="1">
              <a:spLocks noChangeArrowheads="1"/>
            </p:cNvSpPr>
            <p:nvPr/>
          </p:nvSpPr>
          <p:spPr bwMode="auto">
            <a:xfrm>
              <a:off x="2857" y="2742"/>
              <a:ext cx="463" cy="35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a:latin typeface="Times New Roman" panose="02020603050405020304" pitchFamily="18" charset="0"/>
                </a:rPr>
                <a:t>(1)</a:t>
              </a:r>
            </a:p>
          </p:txBody>
        </p:sp>
        <p:sp>
          <p:nvSpPr>
            <p:cNvPr id="59" name="Text Box 27"/>
            <p:cNvSpPr txBox="1">
              <a:spLocks noChangeArrowheads="1"/>
            </p:cNvSpPr>
            <p:nvPr/>
          </p:nvSpPr>
          <p:spPr bwMode="auto">
            <a:xfrm>
              <a:off x="2974" y="3260"/>
              <a:ext cx="306" cy="357"/>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a:latin typeface="Times New Roman" panose="02020603050405020304" pitchFamily="18" charset="0"/>
                </a:rPr>
                <a:t>0</a:t>
              </a:r>
            </a:p>
          </p:txBody>
        </p:sp>
      </p:grpSp>
      <p:graphicFrame>
        <p:nvGraphicFramePr>
          <p:cNvPr id="60" name="Object 18"/>
          <p:cNvGraphicFramePr>
            <a:graphicFrameLocks noChangeAspect="1"/>
          </p:cNvGraphicFramePr>
          <p:nvPr/>
        </p:nvGraphicFramePr>
        <p:xfrm>
          <a:off x="2432243" y="5770461"/>
          <a:ext cx="1401360" cy="497839"/>
        </p:xfrm>
        <a:graphic>
          <a:graphicData uri="http://schemas.openxmlformats.org/presentationml/2006/ole">
            <mc:AlternateContent xmlns:mc="http://schemas.openxmlformats.org/markup-compatibility/2006">
              <mc:Choice xmlns:v="urn:schemas-microsoft-com:vml" Requires="v">
                <p:oleObj name="公式" r:id="rId28" imgW="2717640" imgH="965160" progId="Equation.3">
                  <p:embed/>
                </p:oleObj>
              </mc:Choice>
              <mc:Fallback>
                <p:oleObj name="公式" r:id="rId28" imgW="2717640" imgH="965160" progId="Equation.3">
                  <p:embed/>
                  <p:pic>
                    <p:nvPicPr>
                      <p:cNvPr id="60" name="Object 1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432243" y="5770461"/>
                        <a:ext cx="1401360" cy="497839"/>
                      </a:xfrm>
                      <a:prstGeom prst="rect">
                        <a:avLst/>
                      </a:prstGeom>
                      <a:noFill/>
                      <a:ln>
                        <a:noFill/>
                      </a:ln>
                      <a:effectLst/>
                    </p:spPr>
                  </p:pic>
                </p:oleObj>
              </mc:Fallback>
            </mc:AlternateContent>
          </a:graphicData>
        </a:graphic>
      </p:graphicFrame>
      <p:graphicFrame>
        <p:nvGraphicFramePr>
          <p:cNvPr id="61" name="Object 19"/>
          <p:cNvGraphicFramePr>
            <a:graphicFrameLocks noChangeAspect="1"/>
          </p:cNvGraphicFramePr>
          <p:nvPr/>
        </p:nvGraphicFramePr>
        <p:xfrm>
          <a:off x="2455655" y="6282763"/>
          <a:ext cx="1219896" cy="467437"/>
        </p:xfrm>
        <a:graphic>
          <a:graphicData uri="http://schemas.openxmlformats.org/presentationml/2006/ole">
            <mc:AlternateContent xmlns:mc="http://schemas.openxmlformats.org/markup-compatibility/2006">
              <mc:Choice xmlns:v="urn:schemas-microsoft-com:vml" Requires="v">
                <p:oleObj name="公式" r:id="rId30" imgW="863280" imgH="330120" progId="Equation.3">
                  <p:embed/>
                </p:oleObj>
              </mc:Choice>
              <mc:Fallback>
                <p:oleObj name="公式" r:id="rId30" imgW="863280" imgH="330120" progId="Equation.3">
                  <p:embed/>
                  <p:pic>
                    <p:nvPicPr>
                      <p:cNvPr id="61" name="Object 1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455655" y="6282763"/>
                        <a:ext cx="1219896" cy="467437"/>
                      </a:xfrm>
                      <a:prstGeom prst="rect">
                        <a:avLst/>
                      </a:prstGeom>
                      <a:noFill/>
                      <a:ln>
                        <a:noFill/>
                      </a:ln>
                      <a:effectLst/>
                    </p:spPr>
                  </p:pic>
                </p:oleObj>
              </mc:Fallback>
            </mc:AlternateContent>
          </a:graphicData>
        </a:graphic>
      </p:graphicFrame>
      <p:grpSp>
        <p:nvGrpSpPr>
          <p:cNvPr id="62" name="Group 44"/>
          <p:cNvGrpSpPr>
            <a:grpSpLocks/>
          </p:cNvGrpSpPr>
          <p:nvPr/>
        </p:nvGrpSpPr>
        <p:grpSpPr bwMode="auto">
          <a:xfrm>
            <a:off x="4611798" y="4672148"/>
            <a:ext cx="2124091" cy="1183763"/>
            <a:chOff x="3195" y="1842"/>
            <a:chExt cx="2271" cy="1233"/>
          </a:xfrm>
        </p:grpSpPr>
        <p:sp>
          <p:nvSpPr>
            <p:cNvPr id="63" name="Line 45"/>
            <p:cNvSpPr>
              <a:spLocks noChangeShapeType="1"/>
            </p:cNvSpPr>
            <p:nvPr/>
          </p:nvSpPr>
          <p:spPr bwMode="auto">
            <a:xfrm>
              <a:off x="3328" y="2774"/>
              <a:ext cx="187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64" name="Line 46"/>
            <p:cNvSpPr>
              <a:spLocks noChangeShapeType="1"/>
            </p:cNvSpPr>
            <p:nvPr/>
          </p:nvSpPr>
          <p:spPr bwMode="auto">
            <a:xfrm flipV="1">
              <a:off x="3520" y="2128"/>
              <a:ext cx="0" cy="79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65" name="Text Box 47"/>
            <p:cNvSpPr txBox="1">
              <a:spLocks noChangeArrowheads="1"/>
            </p:cNvSpPr>
            <p:nvPr/>
          </p:nvSpPr>
          <p:spPr bwMode="auto">
            <a:xfrm>
              <a:off x="5200" y="2544"/>
              <a:ext cx="266" cy="38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a:latin typeface="Times New Roman" panose="02020603050405020304" pitchFamily="18" charset="0"/>
                </a:rPr>
                <a:t>t</a:t>
              </a:r>
            </a:p>
          </p:txBody>
        </p:sp>
        <p:sp>
          <p:nvSpPr>
            <p:cNvPr id="66" name="Text Box 48"/>
            <p:cNvSpPr txBox="1">
              <a:spLocks noChangeArrowheads="1"/>
            </p:cNvSpPr>
            <p:nvPr/>
          </p:nvSpPr>
          <p:spPr bwMode="auto">
            <a:xfrm>
              <a:off x="3278" y="2202"/>
              <a:ext cx="198" cy="38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endParaRPr kumimoji="1" lang="zh-CN" altLang="zh-CN" b="1">
                <a:latin typeface="Times New Roman" panose="02020603050405020304" pitchFamily="18" charset="0"/>
              </a:endParaRPr>
            </a:p>
          </p:txBody>
        </p:sp>
        <p:sp>
          <p:nvSpPr>
            <p:cNvPr id="67" name="Line 49"/>
            <p:cNvSpPr>
              <a:spLocks noChangeShapeType="1"/>
            </p:cNvSpPr>
            <p:nvPr/>
          </p:nvSpPr>
          <p:spPr bwMode="auto">
            <a:xfrm flipV="1">
              <a:off x="3943" y="2320"/>
              <a:ext cx="0" cy="456"/>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68" name="Text Box 50"/>
            <p:cNvSpPr txBox="1">
              <a:spLocks noChangeArrowheads="1"/>
            </p:cNvSpPr>
            <p:nvPr/>
          </p:nvSpPr>
          <p:spPr bwMode="auto">
            <a:xfrm>
              <a:off x="4500" y="2202"/>
              <a:ext cx="198" cy="38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endParaRPr kumimoji="1" lang="zh-CN" altLang="zh-CN" b="1">
                <a:latin typeface="Times New Roman" panose="02020603050405020304" pitchFamily="18" charset="0"/>
              </a:endParaRPr>
            </a:p>
          </p:txBody>
        </p:sp>
        <p:sp>
          <p:nvSpPr>
            <p:cNvPr id="69" name="Text Box 51"/>
            <p:cNvSpPr txBox="1">
              <a:spLocks noChangeArrowheads="1"/>
            </p:cNvSpPr>
            <p:nvPr/>
          </p:nvSpPr>
          <p:spPr bwMode="auto">
            <a:xfrm>
              <a:off x="3423" y="1842"/>
              <a:ext cx="847" cy="38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dirty="0">
                  <a:latin typeface="Times New Roman" panose="02020603050405020304" pitchFamily="18" charset="0"/>
                  <a:sym typeface="Symbol" panose="05050102010706020507" pitchFamily="18" charset="2"/>
                </a:rPr>
                <a:t> </a:t>
              </a:r>
              <a:r>
                <a:rPr kumimoji="1" lang="en-US" altLang="zh-CN" b="1" dirty="0">
                  <a:latin typeface="Times New Roman" panose="02020603050405020304" pitchFamily="18" charset="0"/>
                  <a:sym typeface="Symbol" panose="05050102010706020507" pitchFamily="18" charset="2"/>
                </a:rPr>
                <a:t>(</a:t>
              </a:r>
              <a:r>
                <a:rPr kumimoji="1" lang="en-US" altLang="zh-CN" b="1" i="1" dirty="0">
                  <a:latin typeface="Times New Roman" panose="02020603050405020304" pitchFamily="18" charset="0"/>
                  <a:sym typeface="Symbol" panose="05050102010706020507" pitchFamily="18" charset="2"/>
                </a:rPr>
                <a:t>t</a:t>
              </a:r>
              <a:r>
                <a:rPr kumimoji="1" lang="en-US" altLang="zh-CN" b="1" dirty="0">
                  <a:latin typeface="Times New Roman" panose="02020603050405020304" pitchFamily="18" charset="0"/>
                  <a:sym typeface="Symbol" panose="05050102010706020507" pitchFamily="18" charset="2"/>
                </a:rPr>
                <a:t>-</a:t>
              </a:r>
              <a:r>
                <a:rPr kumimoji="1" lang="en-US" altLang="zh-CN" b="1" i="1" dirty="0">
                  <a:latin typeface="Times New Roman" panose="02020603050405020304" pitchFamily="18" charset="0"/>
                  <a:sym typeface="Symbol" panose="05050102010706020507" pitchFamily="18" charset="2"/>
                </a:rPr>
                <a:t>t</a:t>
              </a:r>
              <a:r>
                <a:rPr kumimoji="1" lang="en-US" altLang="zh-CN" b="1" baseline="-25000" dirty="0">
                  <a:latin typeface="Times New Roman" panose="02020603050405020304" pitchFamily="18" charset="0"/>
                  <a:sym typeface="Symbol" panose="05050102010706020507" pitchFamily="18" charset="2"/>
                </a:rPr>
                <a:t>0</a:t>
              </a:r>
              <a:r>
                <a:rPr kumimoji="1" lang="en-US" altLang="zh-CN" b="1" dirty="0">
                  <a:latin typeface="Times New Roman" panose="02020603050405020304" pitchFamily="18" charset="0"/>
                  <a:sym typeface="Symbol" panose="05050102010706020507" pitchFamily="18" charset="2"/>
                </a:rPr>
                <a:t>)</a:t>
              </a:r>
              <a:endParaRPr kumimoji="1" lang="en-US" altLang="zh-CN" b="1" dirty="0">
                <a:solidFill>
                  <a:srgbClr val="FF0066"/>
                </a:solidFill>
                <a:latin typeface="Times New Roman" panose="02020603050405020304" pitchFamily="18" charset="0"/>
                <a:sym typeface="Symbol" panose="05050102010706020507" pitchFamily="18" charset="2"/>
              </a:endParaRPr>
            </a:p>
          </p:txBody>
        </p:sp>
        <p:sp>
          <p:nvSpPr>
            <p:cNvPr id="70" name="Text Box 52"/>
            <p:cNvSpPr txBox="1">
              <a:spLocks noChangeArrowheads="1"/>
            </p:cNvSpPr>
            <p:nvPr/>
          </p:nvSpPr>
          <p:spPr bwMode="auto">
            <a:xfrm>
              <a:off x="3790" y="2656"/>
              <a:ext cx="348" cy="38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a:latin typeface="Times New Roman" panose="02020603050405020304" pitchFamily="18" charset="0"/>
                </a:rPr>
                <a:t>t</a:t>
              </a:r>
              <a:r>
                <a:rPr kumimoji="1" lang="en-US" altLang="zh-CN" b="1" baseline="-25000">
                  <a:latin typeface="Times New Roman" panose="02020603050405020304" pitchFamily="18" charset="0"/>
                </a:rPr>
                <a:t>0</a:t>
              </a:r>
              <a:endParaRPr kumimoji="1" lang="en-US" altLang="zh-CN" b="1">
                <a:latin typeface="Times New Roman" panose="02020603050405020304" pitchFamily="18" charset="0"/>
              </a:endParaRPr>
            </a:p>
          </p:txBody>
        </p:sp>
        <p:sp>
          <p:nvSpPr>
            <p:cNvPr id="71" name="Text Box 53"/>
            <p:cNvSpPr txBox="1">
              <a:spLocks noChangeArrowheads="1"/>
            </p:cNvSpPr>
            <p:nvPr/>
          </p:nvSpPr>
          <p:spPr bwMode="auto">
            <a:xfrm>
              <a:off x="3195" y="2690"/>
              <a:ext cx="321" cy="38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a:latin typeface="Times New Roman" panose="02020603050405020304" pitchFamily="18" charset="0"/>
                </a:rPr>
                <a:t>0</a:t>
              </a:r>
            </a:p>
          </p:txBody>
        </p:sp>
        <p:sp>
          <p:nvSpPr>
            <p:cNvPr id="72" name="Text Box 54"/>
            <p:cNvSpPr txBox="1">
              <a:spLocks noChangeArrowheads="1"/>
            </p:cNvSpPr>
            <p:nvPr/>
          </p:nvSpPr>
          <p:spPr bwMode="auto">
            <a:xfrm>
              <a:off x="3937" y="2199"/>
              <a:ext cx="485" cy="38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dirty="0">
                  <a:solidFill>
                    <a:srgbClr val="FF0000"/>
                  </a:solidFill>
                  <a:latin typeface="Times New Roman" panose="02020603050405020304" pitchFamily="18" charset="0"/>
                </a:rPr>
                <a:t>(1)</a:t>
              </a:r>
              <a:endParaRPr kumimoji="1" lang="en-US" altLang="zh-CN" b="1" dirty="0">
                <a:latin typeface="Times New Roman" panose="02020603050405020304" pitchFamily="18" charset="0"/>
              </a:endParaRPr>
            </a:p>
          </p:txBody>
        </p:sp>
      </p:grpSp>
      <p:graphicFrame>
        <p:nvGraphicFramePr>
          <p:cNvPr id="73" name="Object 30"/>
          <p:cNvGraphicFramePr>
            <a:graphicFrameLocks noChangeAspect="1"/>
          </p:cNvGraphicFramePr>
          <p:nvPr/>
        </p:nvGraphicFramePr>
        <p:xfrm>
          <a:off x="4690107" y="5858338"/>
          <a:ext cx="1748793" cy="729496"/>
        </p:xfrm>
        <a:graphic>
          <a:graphicData uri="http://schemas.openxmlformats.org/presentationml/2006/ole">
            <mc:AlternateContent xmlns:mc="http://schemas.openxmlformats.org/markup-compatibility/2006">
              <mc:Choice xmlns:v="urn:schemas-microsoft-com:vml" Requires="v">
                <p:oleObj name="公式" r:id="rId32" imgW="1396800" imgH="583920" progId="Equation.3">
                  <p:embed/>
                </p:oleObj>
              </mc:Choice>
              <mc:Fallback>
                <p:oleObj name="公式" r:id="rId32" imgW="1396800" imgH="583920" progId="Equation.3">
                  <p:embed/>
                  <p:pic>
                    <p:nvPicPr>
                      <p:cNvPr id="73" name="Object 30"/>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690107" y="5858338"/>
                        <a:ext cx="1748793" cy="729496"/>
                      </a:xfrm>
                      <a:prstGeom prst="rect">
                        <a:avLst/>
                      </a:prstGeom>
                      <a:noFill/>
                      <a:ln>
                        <a:noFill/>
                      </a:ln>
                      <a:effectLst/>
                    </p:spPr>
                  </p:pic>
                </p:oleObj>
              </mc:Fallback>
            </mc:AlternateContent>
          </a:graphicData>
        </a:graphic>
      </p:graphicFrame>
      <p:graphicFrame>
        <p:nvGraphicFramePr>
          <p:cNvPr id="74" name="Object 22"/>
          <p:cNvGraphicFramePr>
            <a:graphicFrameLocks noChangeAspect="1"/>
          </p:cNvGraphicFramePr>
          <p:nvPr/>
        </p:nvGraphicFramePr>
        <p:xfrm>
          <a:off x="4221421" y="3208424"/>
          <a:ext cx="1489520" cy="668789"/>
        </p:xfrm>
        <a:graphic>
          <a:graphicData uri="http://schemas.openxmlformats.org/presentationml/2006/ole">
            <mc:AlternateContent xmlns:mc="http://schemas.openxmlformats.org/markup-compatibility/2006">
              <mc:Choice xmlns:v="urn:schemas-microsoft-com:vml" Requires="v">
                <p:oleObj name="公式" r:id="rId34" imgW="901440" imgH="406080" progId="Equation.3">
                  <p:embed/>
                </p:oleObj>
              </mc:Choice>
              <mc:Fallback>
                <p:oleObj name="公式" r:id="rId34" imgW="901440" imgH="406080" progId="Equation.3">
                  <p:embed/>
                  <p:pic>
                    <p:nvPicPr>
                      <p:cNvPr id="74" name="Object 22"/>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221421" y="3208424"/>
                        <a:ext cx="1489520" cy="668789"/>
                      </a:xfrm>
                      <a:prstGeom prst="rect">
                        <a:avLst/>
                      </a:prstGeom>
                      <a:noFill/>
                      <a:ln>
                        <a:noFill/>
                      </a:ln>
                      <a:effectLst/>
                    </p:spPr>
                  </p:pic>
                </p:oleObj>
              </mc:Fallback>
            </mc:AlternateContent>
          </a:graphicData>
        </a:graphic>
      </p:graphicFrame>
      <p:graphicFrame>
        <p:nvGraphicFramePr>
          <p:cNvPr id="75" name="Object 24"/>
          <p:cNvGraphicFramePr>
            <a:graphicFrameLocks noChangeAspect="1"/>
          </p:cNvGraphicFramePr>
          <p:nvPr/>
        </p:nvGraphicFramePr>
        <p:xfrm>
          <a:off x="4190852" y="2541639"/>
          <a:ext cx="1551683" cy="517228"/>
        </p:xfrm>
        <a:graphic>
          <a:graphicData uri="http://schemas.openxmlformats.org/presentationml/2006/ole">
            <mc:AlternateContent xmlns:mc="http://schemas.openxmlformats.org/markup-compatibility/2006">
              <mc:Choice xmlns:v="urn:schemas-microsoft-com:vml" Requires="v">
                <p:oleObj name="公式" r:id="rId36" imgW="990360" imgH="330120" progId="Equation.3">
                  <p:embed/>
                </p:oleObj>
              </mc:Choice>
              <mc:Fallback>
                <p:oleObj name="公式" r:id="rId36" imgW="990360" imgH="330120" progId="Equation.3">
                  <p:embed/>
                  <p:pic>
                    <p:nvPicPr>
                      <p:cNvPr id="75" name="Object 24"/>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190852" y="2541639"/>
                        <a:ext cx="1551683" cy="517228"/>
                      </a:xfrm>
                      <a:prstGeom prst="rect">
                        <a:avLst/>
                      </a:prstGeom>
                      <a:noFill/>
                      <a:ln>
                        <a:noFill/>
                      </a:ln>
                      <a:effectLst/>
                    </p:spPr>
                  </p:pic>
                </p:oleObj>
              </mc:Fallback>
            </mc:AlternateContent>
          </a:graphicData>
        </a:graphic>
      </p:graphicFrame>
      <p:sp>
        <p:nvSpPr>
          <p:cNvPr id="76" name="矩形 75"/>
          <p:cNvSpPr/>
          <p:nvPr/>
        </p:nvSpPr>
        <p:spPr bwMode="auto">
          <a:xfrm>
            <a:off x="4221421" y="2446878"/>
            <a:ext cx="1610958" cy="1512300"/>
          </a:xfrm>
          <a:prstGeom prst="rect">
            <a:avLst/>
          </a:prstGeom>
          <a:noFill/>
          <a:ln w="38100">
            <a:solidFill>
              <a:srgbClr val="FF0000"/>
            </a:solidFill>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p:txBody>
      </p:sp>
      <p:graphicFrame>
        <p:nvGraphicFramePr>
          <p:cNvPr id="77" name="Object 5"/>
          <p:cNvGraphicFramePr>
            <a:graphicFrameLocks noChangeAspect="1"/>
          </p:cNvGraphicFramePr>
          <p:nvPr/>
        </p:nvGraphicFramePr>
        <p:xfrm>
          <a:off x="6807923" y="6077867"/>
          <a:ext cx="2209168" cy="438614"/>
        </p:xfrm>
        <a:graphic>
          <a:graphicData uri="http://schemas.openxmlformats.org/presentationml/2006/ole">
            <mc:AlternateContent xmlns:mc="http://schemas.openxmlformats.org/markup-compatibility/2006">
              <mc:Choice xmlns:v="urn:schemas-microsoft-com:vml" Requires="v">
                <p:oleObj name="公式" r:id="rId38" imgW="1663560" imgH="330120" progId="Equation.3">
                  <p:embed/>
                </p:oleObj>
              </mc:Choice>
              <mc:Fallback>
                <p:oleObj name="公式" r:id="rId38" imgW="1663560" imgH="330120" progId="Equation.3">
                  <p:embed/>
                  <p:pic>
                    <p:nvPicPr>
                      <p:cNvPr id="77" name="Object 5"/>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807923" y="6077867"/>
                        <a:ext cx="2209168" cy="438614"/>
                      </a:xfrm>
                      <a:prstGeom prst="rect">
                        <a:avLst/>
                      </a:prstGeom>
                      <a:noFill/>
                      <a:ln>
                        <a:noFill/>
                      </a:ln>
                      <a:effectLst/>
                    </p:spPr>
                  </p:pic>
                </p:oleObj>
              </mc:Fallback>
            </mc:AlternateContent>
          </a:graphicData>
        </a:graphic>
      </p:graphicFrame>
      <p:grpSp>
        <p:nvGrpSpPr>
          <p:cNvPr id="86" name="组合 85"/>
          <p:cNvGrpSpPr/>
          <p:nvPr/>
        </p:nvGrpSpPr>
        <p:grpSpPr>
          <a:xfrm>
            <a:off x="6749811" y="4877206"/>
            <a:ext cx="2121378" cy="1244435"/>
            <a:chOff x="5697537" y="2944813"/>
            <a:chExt cx="2908299" cy="1666875"/>
          </a:xfrm>
        </p:grpSpPr>
        <p:grpSp>
          <p:nvGrpSpPr>
            <p:cNvPr id="87" name="Group 12"/>
            <p:cNvGrpSpPr>
              <a:grpSpLocks/>
            </p:cNvGrpSpPr>
            <p:nvPr/>
          </p:nvGrpSpPr>
          <p:grpSpPr bwMode="auto">
            <a:xfrm>
              <a:off x="5697537" y="2944813"/>
              <a:ext cx="2908299" cy="1666875"/>
              <a:chOff x="2892" y="2544"/>
              <a:chExt cx="1832" cy="1050"/>
            </a:xfrm>
          </p:grpSpPr>
          <p:sp>
            <p:nvSpPr>
              <p:cNvPr id="94" name="Line 13"/>
              <p:cNvSpPr>
                <a:spLocks noChangeShapeType="1"/>
              </p:cNvSpPr>
              <p:nvPr/>
            </p:nvSpPr>
            <p:spPr bwMode="auto">
              <a:xfrm>
                <a:off x="3048" y="3292"/>
                <a:ext cx="14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95" name="Line 14"/>
              <p:cNvSpPr>
                <a:spLocks noChangeShapeType="1"/>
              </p:cNvSpPr>
              <p:nvPr/>
            </p:nvSpPr>
            <p:spPr bwMode="auto">
              <a:xfrm flipV="1">
                <a:off x="3240" y="2680"/>
                <a:ext cx="0" cy="84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96" name="Text Box 15"/>
              <p:cNvSpPr txBox="1">
                <a:spLocks noChangeArrowheads="1"/>
              </p:cNvSpPr>
              <p:nvPr/>
            </p:nvSpPr>
            <p:spPr bwMode="auto">
              <a:xfrm>
                <a:off x="4509" y="3208"/>
                <a:ext cx="215" cy="3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a:latin typeface="Times New Roman" panose="02020603050405020304" pitchFamily="18" charset="0"/>
                  </a:rPr>
                  <a:t>t</a:t>
                </a:r>
                <a:endParaRPr kumimoji="1" lang="en-US" altLang="zh-CN" b="1">
                  <a:latin typeface="Times New Roman" panose="02020603050405020304" pitchFamily="18" charset="0"/>
                </a:endParaRPr>
              </a:p>
            </p:txBody>
          </p:sp>
          <p:sp>
            <p:nvSpPr>
              <p:cNvPr id="97" name="Text Box 16"/>
              <p:cNvSpPr txBox="1">
                <a:spLocks noChangeArrowheads="1"/>
              </p:cNvSpPr>
              <p:nvPr/>
            </p:nvSpPr>
            <p:spPr bwMode="auto">
              <a:xfrm>
                <a:off x="3245" y="2544"/>
                <a:ext cx="446" cy="3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b="1" i="1">
                    <a:latin typeface="Times New Roman" panose="02020603050405020304" pitchFamily="18" charset="0"/>
                    <a:sym typeface="Symbol" panose="05050102010706020507" pitchFamily="18" charset="2"/>
                  </a:rPr>
                  <a:t></a:t>
                </a:r>
                <a:r>
                  <a:rPr kumimoji="1" lang="en-US" altLang="zh-CN" b="1">
                    <a:latin typeface="Times New Roman" panose="02020603050405020304" pitchFamily="18" charset="0"/>
                    <a:sym typeface="Symbol" panose="05050102010706020507" pitchFamily="18" charset="2"/>
                  </a:rPr>
                  <a:t>(</a:t>
                </a:r>
                <a:r>
                  <a:rPr kumimoji="1" lang="en-US" altLang="zh-CN" b="1" i="1">
                    <a:latin typeface="Times New Roman" panose="02020603050405020304" pitchFamily="18" charset="0"/>
                    <a:sym typeface="Symbol" panose="05050102010706020507" pitchFamily="18" charset="2"/>
                  </a:rPr>
                  <a:t>t</a:t>
                </a:r>
                <a:r>
                  <a:rPr kumimoji="1" lang="en-US" altLang="zh-CN" b="1">
                    <a:latin typeface="Times New Roman" panose="02020603050405020304" pitchFamily="18" charset="0"/>
                    <a:sym typeface="Symbol" panose="05050102010706020507" pitchFamily="18" charset="2"/>
                  </a:rPr>
                  <a:t>)</a:t>
                </a:r>
              </a:p>
            </p:txBody>
          </p:sp>
          <p:sp>
            <p:nvSpPr>
              <p:cNvPr id="98" name="Line 17"/>
              <p:cNvSpPr>
                <a:spLocks noChangeShapeType="1"/>
              </p:cNvSpPr>
              <p:nvPr/>
            </p:nvSpPr>
            <p:spPr bwMode="auto">
              <a:xfrm flipV="1">
                <a:off x="3240" y="2896"/>
                <a:ext cx="0" cy="396"/>
              </a:xfrm>
              <a:prstGeom prst="line">
                <a:avLst/>
              </a:prstGeom>
              <a:noFill/>
              <a:ln w="254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99" name="Text Box 18"/>
              <p:cNvSpPr txBox="1">
                <a:spLocks noChangeArrowheads="1"/>
              </p:cNvSpPr>
              <p:nvPr/>
            </p:nvSpPr>
            <p:spPr bwMode="auto">
              <a:xfrm>
                <a:off x="2892" y="2764"/>
                <a:ext cx="392" cy="3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a:latin typeface="Times New Roman" panose="02020603050405020304" pitchFamily="18" charset="0"/>
                  </a:rPr>
                  <a:t>(1)</a:t>
                </a:r>
              </a:p>
            </p:txBody>
          </p:sp>
          <p:sp>
            <p:nvSpPr>
              <p:cNvPr id="100" name="Text Box 19"/>
              <p:cNvSpPr txBox="1">
                <a:spLocks noChangeArrowheads="1"/>
              </p:cNvSpPr>
              <p:nvPr/>
            </p:nvSpPr>
            <p:spPr bwMode="auto">
              <a:xfrm>
                <a:off x="2996" y="3282"/>
                <a:ext cx="259" cy="3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a:latin typeface="Times New Roman" panose="02020603050405020304" pitchFamily="18" charset="0"/>
                  </a:rPr>
                  <a:t>0</a:t>
                </a:r>
              </a:p>
            </p:txBody>
          </p:sp>
        </p:grpSp>
        <p:grpSp>
          <p:nvGrpSpPr>
            <p:cNvPr id="88" name="Group 20"/>
            <p:cNvGrpSpPr>
              <a:grpSpLocks/>
            </p:cNvGrpSpPr>
            <p:nvPr/>
          </p:nvGrpSpPr>
          <p:grpSpPr bwMode="auto">
            <a:xfrm>
              <a:off x="5976938" y="3194050"/>
              <a:ext cx="2112962" cy="749300"/>
              <a:chOff x="3930" y="1771"/>
              <a:chExt cx="1331" cy="472"/>
            </a:xfrm>
          </p:grpSpPr>
          <p:sp>
            <p:nvSpPr>
              <p:cNvPr id="92" name="Freeform 21"/>
              <p:cNvSpPr>
                <a:spLocks/>
              </p:cNvSpPr>
              <p:nvPr/>
            </p:nvSpPr>
            <p:spPr bwMode="auto">
              <a:xfrm>
                <a:off x="3930" y="1920"/>
                <a:ext cx="975" cy="323"/>
              </a:xfrm>
              <a:custGeom>
                <a:avLst/>
                <a:gdLst>
                  <a:gd name="T0" fmla="*/ 0 w 975"/>
                  <a:gd name="T1" fmla="*/ 323 h 323"/>
                  <a:gd name="T2" fmla="*/ 164 w 975"/>
                  <a:gd name="T3" fmla="*/ 203 h 323"/>
                  <a:gd name="T4" fmla="*/ 342 w 975"/>
                  <a:gd name="T5" fmla="*/ 150 h 323"/>
                  <a:gd name="T6" fmla="*/ 606 w 975"/>
                  <a:gd name="T7" fmla="*/ 188 h 323"/>
                  <a:gd name="T8" fmla="*/ 975 w 975"/>
                  <a:gd name="T9" fmla="*/ 0 h 323"/>
                </a:gdLst>
                <a:ahLst/>
                <a:cxnLst>
                  <a:cxn ang="0">
                    <a:pos x="T0" y="T1"/>
                  </a:cxn>
                  <a:cxn ang="0">
                    <a:pos x="T2" y="T3"/>
                  </a:cxn>
                  <a:cxn ang="0">
                    <a:pos x="T4" y="T5"/>
                  </a:cxn>
                  <a:cxn ang="0">
                    <a:pos x="T6" y="T7"/>
                  </a:cxn>
                  <a:cxn ang="0">
                    <a:pos x="T8" y="T9"/>
                  </a:cxn>
                </a:cxnLst>
                <a:rect l="0" t="0" r="r" b="b"/>
                <a:pathLst>
                  <a:path w="975" h="323">
                    <a:moveTo>
                      <a:pt x="0" y="323"/>
                    </a:moveTo>
                    <a:cubicBezTo>
                      <a:pt x="53" y="277"/>
                      <a:pt x="107" y="232"/>
                      <a:pt x="164" y="203"/>
                    </a:cubicBezTo>
                    <a:cubicBezTo>
                      <a:pt x="221" y="174"/>
                      <a:pt x="268" y="152"/>
                      <a:pt x="342" y="150"/>
                    </a:cubicBezTo>
                    <a:cubicBezTo>
                      <a:pt x="416" y="148"/>
                      <a:pt x="500" y="213"/>
                      <a:pt x="606" y="188"/>
                    </a:cubicBezTo>
                    <a:cubicBezTo>
                      <a:pt x="712" y="163"/>
                      <a:pt x="898" y="39"/>
                      <a:pt x="975" y="0"/>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93" name="Text Box 22"/>
              <p:cNvSpPr txBox="1">
                <a:spLocks noChangeArrowheads="1"/>
              </p:cNvSpPr>
              <p:nvPr/>
            </p:nvSpPr>
            <p:spPr bwMode="auto">
              <a:xfrm>
                <a:off x="4847" y="1771"/>
                <a:ext cx="414" cy="3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a:latin typeface="Times New Roman" panose="02020603050405020304" pitchFamily="18" charset="0"/>
                  </a:rPr>
                  <a:t>f</a:t>
                </a:r>
                <a:r>
                  <a:rPr kumimoji="1" lang="en-US" altLang="zh-CN" b="1">
                    <a:latin typeface="Times New Roman" panose="02020603050405020304" pitchFamily="18" charset="0"/>
                  </a:rPr>
                  <a:t>(</a:t>
                </a:r>
                <a:r>
                  <a:rPr kumimoji="1" lang="en-US" altLang="zh-CN" b="1" i="1">
                    <a:latin typeface="Times New Roman" panose="02020603050405020304" pitchFamily="18" charset="0"/>
                  </a:rPr>
                  <a:t>t</a:t>
                </a:r>
                <a:r>
                  <a:rPr kumimoji="1" lang="en-US" altLang="zh-CN" b="1">
                    <a:latin typeface="Times New Roman" panose="02020603050405020304" pitchFamily="18" charset="0"/>
                  </a:rPr>
                  <a:t>)</a:t>
                </a:r>
              </a:p>
            </p:txBody>
          </p:sp>
        </p:grpSp>
        <p:grpSp>
          <p:nvGrpSpPr>
            <p:cNvPr id="89" name="Group 23"/>
            <p:cNvGrpSpPr>
              <a:grpSpLocks/>
            </p:cNvGrpSpPr>
            <p:nvPr/>
          </p:nvGrpSpPr>
          <p:grpSpPr bwMode="auto">
            <a:xfrm>
              <a:off x="6216654" y="3643314"/>
              <a:ext cx="846138" cy="495300"/>
              <a:chOff x="4081" y="2054"/>
              <a:chExt cx="533" cy="312"/>
            </a:xfrm>
          </p:grpSpPr>
          <p:sp>
            <p:nvSpPr>
              <p:cNvPr id="90" name="Text Box 24"/>
              <p:cNvSpPr txBox="1">
                <a:spLocks noChangeArrowheads="1"/>
              </p:cNvSpPr>
              <p:nvPr/>
            </p:nvSpPr>
            <p:spPr bwMode="auto">
              <a:xfrm>
                <a:off x="4156" y="2054"/>
                <a:ext cx="458" cy="3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b="1" i="1">
                    <a:latin typeface="Times New Roman" panose="02020603050405020304" pitchFamily="18" charset="0"/>
                  </a:rPr>
                  <a:t>f</a:t>
                </a:r>
                <a:r>
                  <a:rPr kumimoji="1" lang="en-US" altLang="zh-CN" b="1">
                    <a:latin typeface="Times New Roman" panose="02020603050405020304" pitchFamily="18" charset="0"/>
                  </a:rPr>
                  <a:t>(0)</a:t>
                </a:r>
              </a:p>
            </p:txBody>
          </p:sp>
          <p:sp>
            <p:nvSpPr>
              <p:cNvPr id="91" name="Oval 25"/>
              <p:cNvSpPr>
                <a:spLocks noChangeArrowheads="1"/>
              </p:cNvSpPr>
              <p:nvPr/>
            </p:nvSpPr>
            <p:spPr bwMode="auto">
              <a:xfrm>
                <a:off x="4081" y="2100"/>
                <a:ext cx="47" cy="4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kumimoji="1" lang="zh-CN" altLang="zh-CN" b="1">
                  <a:latin typeface="Times New Roman" panose="02020603050405020304" pitchFamily="18" charset="0"/>
                </a:endParaRPr>
              </a:p>
            </p:txBody>
          </p:sp>
        </p:grpSp>
      </p:grpSp>
      <p:pic>
        <p:nvPicPr>
          <p:cNvPr id="103" name="图片 102"/>
          <p:cNvPicPr>
            <a:picLocks noChangeAspect="1"/>
          </p:cNvPicPr>
          <p:nvPr/>
        </p:nvPicPr>
        <p:blipFill rotWithShape="1">
          <a:blip r:embed="rId40"/>
          <a:srcRect r="47129"/>
          <a:stretch/>
        </p:blipFill>
        <p:spPr>
          <a:xfrm>
            <a:off x="5864828" y="2489931"/>
            <a:ext cx="3209011" cy="572567"/>
          </a:xfrm>
          <a:prstGeom prst="rect">
            <a:avLst/>
          </a:prstGeom>
        </p:spPr>
      </p:pic>
      <p:pic>
        <p:nvPicPr>
          <p:cNvPr id="105" name="图片 104"/>
          <p:cNvPicPr>
            <a:picLocks noChangeAspect="1"/>
          </p:cNvPicPr>
          <p:nvPr/>
        </p:nvPicPr>
        <p:blipFill rotWithShape="1">
          <a:blip r:embed="rId41"/>
          <a:srcRect l="52132"/>
          <a:stretch/>
        </p:blipFill>
        <p:spPr>
          <a:xfrm>
            <a:off x="6097515" y="2944036"/>
            <a:ext cx="2905298" cy="572567"/>
          </a:xfrm>
          <a:prstGeom prst="rect">
            <a:avLst/>
          </a:prstGeom>
        </p:spPr>
      </p:pic>
      <p:pic>
        <p:nvPicPr>
          <p:cNvPr id="107" name="图片 106"/>
          <p:cNvPicPr>
            <a:picLocks noChangeAspect="1"/>
          </p:cNvPicPr>
          <p:nvPr/>
        </p:nvPicPr>
        <p:blipFill rotWithShape="1">
          <a:blip r:embed="rId42"/>
          <a:srcRect r="42701"/>
          <a:stretch/>
        </p:blipFill>
        <p:spPr>
          <a:xfrm>
            <a:off x="5904300" y="3447242"/>
            <a:ext cx="2771835" cy="579000"/>
          </a:xfrm>
          <a:prstGeom prst="rect">
            <a:avLst/>
          </a:prstGeom>
        </p:spPr>
      </p:pic>
      <p:pic>
        <p:nvPicPr>
          <p:cNvPr id="108" name="图片 107"/>
          <p:cNvPicPr>
            <a:picLocks noChangeAspect="1"/>
          </p:cNvPicPr>
          <p:nvPr/>
        </p:nvPicPr>
        <p:blipFill rotWithShape="1">
          <a:blip r:embed="rId43"/>
          <a:srcRect l="57069"/>
          <a:stretch/>
        </p:blipFill>
        <p:spPr>
          <a:xfrm>
            <a:off x="6735889" y="4056868"/>
            <a:ext cx="2076782" cy="579000"/>
          </a:xfrm>
          <a:prstGeom prst="rect">
            <a:avLst/>
          </a:prstGeom>
        </p:spPr>
      </p:pic>
      <p:sp>
        <p:nvSpPr>
          <p:cNvPr id="109" name="文本框 108"/>
          <p:cNvSpPr txBox="1"/>
          <p:nvPr/>
        </p:nvSpPr>
        <p:spPr>
          <a:xfrm>
            <a:off x="1028071" y="137836"/>
            <a:ext cx="1261884" cy="307777"/>
          </a:xfrm>
          <a:prstGeom prst="rect">
            <a:avLst/>
          </a:prstGeom>
          <a:noFill/>
        </p:spPr>
        <p:txBody>
          <a:bodyPr wrap="none" rtlCol="0">
            <a:spAutoFit/>
          </a:bodyPr>
          <a:lstStyle/>
          <a:p>
            <a:r>
              <a:rPr lang="zh-CN" altLang="en-US" sz="1400" dirty="0"/>
              <a:t>单位阶跃函数</a:t>
            </a:r>
          </a:p>
        </p:txBody>
      </p:sp>
      <p:sp>
        <p:nvSpPr>
          <p:cNvPr id="110" name="文本框 109"/>
          <p:cNvSpPr txBox="1"/>
          <p:nvPr/>
        </p:nvSpPr>
        <p:spPr>
          <a:xfrm>
            <a:off x="3275832" y="137836"/>
            <a:ext cx="1620957" cy="307777"/>
          </a:xfrm>
          <a:prstGeom prst="rect">
            <a:avLst/>
          </a:prstGeom>
          <a:noFill/>
        </p:spPr>
        <p:txBody>
          <a:bodyPr wrap="none" rtlCol="0">
            <a:spAutoFit/>
          </a:bodyPr>
          <a:lstStyle/>
          <a:p>
            <a:r>
              <a:rPr lang="zh-CN" altLang="en-US" sz="1400" dirty="0"/>
              <a:t>单位阶跃函数延迟</a:t>
            </a:r>
          </a:p>
        </p:txBody>
      </p:sp>
      <p:sp>
        <p:nvSpPr>
          <p:cNvPr id="111" name="文本框 110"/>
          <p:cNvSpPr txBox="1"/>
          <p:nvPr/>
        </p:nvSpPr>
        <p:spPr>
          <a:xfrm>
            <a:off x="5041877" y="104738"/>
            <a:ext cx="1620957" cy="307777"/>
          </a:xfrm>
          <a:prstGeom prst="rect">
            <a:avLst/>
          </a:prstGeom>
          <a:noFill/>
        </p:spPr>
        <p:txBody>
          <a:bodyPr wrap="none" rtlCol="0">
            <a:spAutoFit/>
          </a:bodyPr>
          <a:lstStyle/>
          <a:p>
            <a:r>
              <a:rPr lang="zh-CN" altLang="en-US" sz="1400" dirty="0"/>
              <a:t>单位阶跃函数反转</a:t>
            </a:r>
          </a:p>
        </p:txBody>
      </p:sp>
      <p:sp>
        <p:nvSpPr>
          <p:cNvPr id="112" name="文本框 111"/>
          <p:cNvSpPr txBox="1"/>
          <p:nvPr/>
        </p:nvSpPr>
        <p:spPr>
          <a:xfrm>
            <a:off x="984135" y="2102238"/>
            <a:ext cx="902811" cy="307777"/>
          </a:xfrm>
          <a:prstGeom prst="rect">
            <a:avLst/>
          </a:prstGeom>
          <a:noFill/>
        </p:spPr>
        <p:txBody>
          <a:bodyPr wrap="none" rtlCol="0">
            <a:spAutoFit/>
          </a:bodyPr>
          <a:lstStyle/>
          <a:p>
            <a:r>
              <a:rPr lang="zh-CN" altLang="en-US" sz="1400" dirty="0"/>
              <a:t>闸门函数</a:t>
            </a:r>
          </a:p>
        </p:txBody>
      </p:sp>
      <p:sp>
        <p:nvSpPr>
          <p:cNvPr id="113" name="文本框 112"/>
          <p:cNvSpPr txBox="1"/>
          <p:nvPr/>
        </p:nvSpPr>
        <p:spPr>
          <a:xfrm>
            <a:off x="2960108" y="2075655"/>
            <a:ext cx="1321196" cy="307777"/>
          </a:xfrm>
          <a:prstGeom prst="rect">
            <a:avLst/>
          </a:prstGeom>
          <a:noFill/>
        </p:spPr>
        <p:txBody>
          <a:bodyPr wrap="none" rtlCol="0">
            <a:spAutoFit/>
          </a:bodyPr>
          <a:lstStyle/>
          <a:p>
            <a:r>
              <a:rPr lang="zh-CN" altLang="en-US" sz="1400" dirty="0"/>
              <a:t>闸门函数</a:t>
            </a:r>
            <a:r>
              <a:rPr lang="en-US" altLang="zh-CN" sz="1400" dirty="0"/>
              <a:t>-</a:t>
            </a:r>
            <a:r>
              <a:rPr lang="zh-CN" altLang="en-US" sz="1400" dirty="0"/>
              <a:t>截取</a:t>
            </a:r>
          </a:p>
        </p:txBody>
      </p:sp>
      <p:sp>
        <p:nvSpPr>
          <p:cNvPr id="114" name="文本框 113"/>
          <p:cNvSpPr txBox="1"/>
          <p:nvPr/>
        </p:nvSpPr>
        <p:spPr>
          <a:xfrm>
            <a:off x="1089237" y="4479238"/>
            <a:ext cx="1261884" cy="307777"/>
          </a:xfrm>
          <a:prstGeom prst="rect">
            <a:avLst/>
          </a:prstGeom>
          <a:noFill/>
        </p:spPr>
        <p:txBody>
          <a:bodyPr wrap="none" rtlCol="0">
            <a:spAutoFit/>
          </a:bodyPr>
          <a:lstStyle/>
          <a:p>
            <a:r>
              <a:rPr lang="zh-CN" altLang="en-US" sz="1400" dirty="0"/>
              <a:t>单位脉冲函数</a:t>
            </a:r>
          </a:p>
        </p:txBody>
      </p:sp>
      <p:sp>
        <p:nvSpPr>
          <p:cNvPr id="115" name="文本框 114"/>
          <p:cNvSpPr txBox="1"/>
          <p:nvPr/>
        </p:nvSpPr>
        <p:spPr>
          <a:xfrm>
            <a:off x="2877416" y="4503389"/>
            <a:ext cx="1261884" cy="307777"/>
          </a:xfrm>
          <a:prstGeom prst="rect">
            <a:avLst/>
          </a:prstGeom>
          <a:noFill/>
        </p:spPr>
        <p:txBody>
          <a:bodyPr wrap="none" rtlCol="0">
            <a:spAutoFit/>
          </a:bodyPr>
          <a:lstStyle/>
          <a:p>
            <a:r>
              <a:rPr lang="zh-CN" altLang="en-US" sz="1400" dirty="0"/>
              <a:t>单位冲激函数</a:t>
            </a:r>
          </a:p>
        </p:txBody>
      </p:sp>
      <p:sp>
        <p:nvSpPr>
          <p:cNvPr id="116" name="文本框 115"/>
          <p:cNvSpPr txBox="1"/>
          <p:nvPr/>
        </p:nvSpPr>
        <p:spPr>
          <a:xfrm>
            <a:off x="4841060" y="4489308"/>
            <a:ext cx="1620957" cy="307777"/>
          </a:xfrm>
          <a:prstGeom prst="rect">
            <a:avLst/>
          </a:prstGeom>
          <a:noFill/>
        </p:spPr>
        <p:txBody>
          <a:bodyPr wrap="none" rtlCol="0">
            <a:spAutoFit/>
          </a:bodyPr>
          <a:lstStyle/>
          <a:p>
            <a:r>
              <a:rPr lang="zh-CN" altLang="en-US" sz="1400" dirty="0"/>
              <a:t>单位冲激函数延迟</a:t>
            </a:r>
          </a:p>
        </p:txBody>
      </p:sp>
      <p:sp>
        <p:nvSpPr>
          <p:cNvPr id="117" name="文本框 116"/>
          <p:cNvSpPr txBox="1"/>
          <p:nvPr/>
        </p:nvSpPr>
        <p:spPr>
          <a:xfrm>
            <a:off x="6868198" y="4598059"/>
            <a:ext cx="1620957" cy="307777"/>
          </a:xfrm>
          <a:prstGeom prst="rect">
            <a:avLst/>
          </a:prstGeom>
          <a:noFill/>
        </p:spPr>
        <p:txBody>
          <a:bodyPr wrap="none" rtlCol="0">
            <a:spAutoFit/>
          </a:bodyPr>
          <a:lstStyle/>
          <a:p>
            <a:r>
              <a:rPr lang="zh-CN" altLang="en-US" sz="1400" dirty="0"/>
              <a:t>单位冲激函数筛分</a:t>
            </a:r>
          </a:p>
        </p:txBody>
      </p:sp>
      <p:graphicFrame>
        <p:nvGraphicFramePr>
          <p:cNvPr id="118" name="Object 77"/>
          <p:cNvGraphicFramePr>
            <a:graphicFrameLocks noChangeAspect="1"/>
          </p:cNvGraphicFramePr>
          <p:nvPr/>
        </p:nvGraphicFramePr>
        <p:xfrm>
          <a:off x="6175691" y="1903353"/>
          <a:ext cx="1736816" cy="528212"/>
        </p:xfrm>
        <a:graphic>
          <a:graphicData uri="http://schemas.openxmlformats.org/presentationml/2006/ole">
            <mc:AlternateContent xmlns:mc="http://schemas.openxmlformats.org/markup-compatibility/2006">
              <mc:Choice xmlns:v="urn:schemas-microsoft-com:vml" Requires="v">
                <p:oleObj name="Equation" r:id="rId44" imgW="1397000" imgH="431800" progId="Equation.DSMT4">
                  <p:embed/>
                </p:oleObj>
              </mc:Choice>
              <mc:Fallback>
                <p:oleObj name="Equation" r:id="rId44" imgW="1397000" imgH="431800" progId="Equation.DSMT4">
                  <p:embed/>
                  <p:pic>
                    <p:nvPicPr>
                      <p:cNvPr id="118" name="Object 77"/>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6175691" y="1903353"/>
                        <a:ext cx="1736816" cy="528212"/>
                      </a:xfrm>
                      <a:prstGeom prst="rect">
                        <a:avLst/>
                      </a:prstGeom>
                      <a:noFill/>
                      <a:ln w="9525">
                        <a:solidFill>
                          <a:srgbClr val="FF6600"/>
                        </a:solidFill>
                        <a:miter lim="800000"/>
                        <a:headEnd/>
                        <a:tailEnd/>
                      </a:ln>
                    </p:spPr>
                  </p:pic>
                </p:oleObj>
              </mc:Fallback>
            </mc:AlternateContent>
          </a:graphicData>
        </a:graphic>
      </p:graphicFrame>
      <p:sp>
        <p:nvSpPr>
          <p:cNvPr id="119" name="文本框 118"/>
          <p:cNvSpPr txBox="1"/>
          <p:nvPr/>
        </p:nvSpPr>
        <p:spPr>
          <a:xfrm>
            <a:off x="4527025" y="1997057"/>
            <a:ext cx="1620957" cy="307777"/>
          </a:xfrm>
          <a:prstGeom prst="rect">
            <a:avLst/>
          </a:prstGeom>
          <a:noFill/>
        </p:spPr>
        <p:txBody>
          <a:bodyPr wrap="none" rtlCol="0">
            <a:spAutoFit/>
          </a:bodyPr>
          <a:lstStyle/>
          <a:p>
            <a:r>
              <a:rPr lang="zh-CN" altLang="en-US" sz="1400" dirty="0"/>
              <a:t>分段波形广义函数</a:t>
            </a:r>
          </a:p>
        </p:txBody>
      </p:sp>
    </p:spTree>
    <p:extLst>
      <p:ext uri="{BB962C8B-B14F-4D97-AF65-F5344CB8AC3E}">
        <p14:creationId xmlns:p14="http://schemas.microsoft.com/office/powerpoint/2010/main" val="2503328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1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5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1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1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7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1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7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76"/>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75"/>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74"/>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103"/>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0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07"/>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109" grpId="0"/>
      <p:bldP spid="110" grpId="0"/>
      <p:bldP spid="111" grpId="0"/>
      <p:bldP spid="112" grpId="0"/>
      <p:bldP spid="113" grpId="0"/>
      <p:bldP spid="114" grpId="0"/>
      <p:bldP spid="115" grpId="0"/>
      <p:bldP spid="116" grpId="0"/>
      <p:bldP spid="117" grpId="0"/>
      <p:bldP spid="119"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323850" y="260350"/>
            <a:ext cx="3743325" cy="457200"/>
          </a:xfrm>
          <a:prstGeom prst="rect">
            <a:avLst/>
          </a:prstGeom>
          <a:noFill/>
          <a:ln>
            <a:noFill/>
          </a:ln>
          <a:effectLst>
            <a:prstShdw prst="shdw17" dist="17961" dir="2700000">
              <a:srgbClr val="CCFFCC">
                <a:gamma/>
                <a:shade val="60000"/>
                <a:invGamma/>
              </a:srgbClr>
            </a:prst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pPr eaLnBrk="0" hangingPunct="0">
              <a:spcBef>
                <a:spcPct val="50000"/>
              </a:spcBef>
            </a:pPr>
            <a:r>
              <a:rPr kumimoji="1" lang="en-US" altLang="zh-CN" sz="2400" b="1" dirty="0">
                <a:solidFill>
                  <a:schemeClr val="tx2"/>
                </a:solidFill>
                <a:latin typeface="Times New Roman" panose="02020603050405020304" pitchFamily="18" charset="0"/>
              </a:rPr>
              <a:t>7.2 </a:t>
            </a:r>
            <a:r>
              <a:rPr kumimoji="1" lang="zh-CN" altLang="en-US" sz="2400" b="1" dirty="0">
                <a:solidFill>
                  <a:schemeClr val="tx2"/>
                </a:solidFill>
                <a:latin typeface="Times New Roman" panose="02020603050405020304" pitchFamily="18" charset="0"/>
              </a:rPr>
              <a:t>电容元件  </a:t>
            </a:r>
            <a:r>
              <a:rPr kumimoji="1" lang="en-US" altLang="zh-CN" sz="2400" b="1" dirty="0">
                <a:solidFill>
                  <a:schemeClr val="tx2"/>
                </a:solidFill>
                <a:latin typeface="Times New Roman" panose="02020603050405020304" pitchFamily="18" charset="0"/>
              </a:rPr>
              <a:t>(</a:t>
            </a:r>
            <a:r>
              <a:rPr kumimoji="1" lang="en-US" altLang="zh-CN" sz="2400" b="1" i="1" dirty="0">
                <a:solidFill>
                  <a:schemeClr val="tx2"/>
                </a:solidFill>
                <a:latin typeface="Times New Roman" panose="02020603050405020304" pitchFamily="18" charset="0"/>
              </a:rPr>
              <a:t>capacitor</a:t>
            </a:r>
            <a:r>
              <a:rPr kumimoji="1" lang="en-US" altLang="zh-CN" sz="2400" b="1" dirty="0">
                <a:solidFill>
                  <a:schemeClr val="tx2"/>
                </a:solidFill>
                <a:latin typeface="Times New Roman" panose="02020603050405020304" pitchFamily="18" charset="0"/>
              </a:rPr>
              <a:t>)</a:t>
            </a:r>
            <a:endParaRPr kumimoji="1" lang="en-US" altLang="zh-CN" sz="2400" b="1" dirty="0">
              <a:solidFill>
                <a:srgbClr val="000000"/>
              </a:solidFill>
              <a:latin typeface="Times New Roman" panose="02020603050405020304" pitchFamily="18" charset="0"/>
            </a:endParaRPr>
          </a:p>
        </p:txBody>
      </p:sp>
      <p:sp>
        <p:nvSpPr>
          <p:cNvPr id="18435" name="Text Box 3"/>
          <p:cNvSpPr txBox="1">
            <a:spLocks noChangeArrowheads="1"/>
          </p:cNvSpPr>
          <p:nvPr/>
        </p:nvSpPr>
        <p:spPr bwMode="auto">
          <a:xfrm>
            <a:off x="437903" y="826046"/>
            <a:ext cx="11509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dirty="0">
                <a:solidFill>
                  <a:schemeClr val="tx2"/>
                </a:solidFill>
                <a:latin typeface="Times New Roman" panose="02020603050405020304" pitchFamily="18" charset="0"/>
              </a:rPr>
              <a:t>电容器</a:t>
            </a:r>
          </a:p>
        </p:txBody>
      </p:sp>
      <p:sp>
        <p:nvSpPr>
          <p:cNvPr id="18446" name="Text Box 14"/>
          <p:cNvSpPr txBox="1">
            <a:spLocks noChangeArrowheads="1"/>
          </p:cNvSpPr>
          <p:nvPr/>
        </p:nvSpPr>
        <p:spPr bwMode="auto">
          <a:xfrm>
            <a:off x="4535488" y="675811"/>
            <a:ext cx="3060848"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857250">
              <a:defRPr>
                <a:solidFill>
                  <a:schemeClr val="tx1"/>
                </a:solidFill>
                <a:latin typeface="Arial" panose="020B0604020202020204" pitchFamily="34" charset="0"/>
                <a:ea typeface="宋体" panose="02010600030101010101" pitchFamily="2" charset="-122"/>
              </a:defRPr>
            </a:lvl2pPr>
            <a:lvl3pPr marL="104775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50000"/>
              </a:lnSpc>
              <a:spcBef>
                <a:spcPct val="50000"/>
              </a:spcBef>
            </a:pPr>
            <a:r>
              <a:rPr kumimoji="1" lang="zh-CN" altLang="en-US" sz="2400" b="1" u="sng" dirty="0">
                <a:solidFill>
                  <a:srgbClr val="FF0000"/>
                </a:solidFill>
                <a:latin typeface="Times New Roman" panose="02020603050405020304" pitchFamily="18" charset="0"/>
              </a:rPr>
              <a:t>线性非时变电容元件</a:t>
            </a:r>
            <a:endParaRPr kumimoji="1" lang="zh-CN" altLang="en-US" sz="2400" b="1" dirty="0">
              <a:solidFill>
                <a:schemeClr val="tx2"/>
              </a:solidFill>
              <a:latin typeface="Times New Roman" panose="02020603050405020304" pitchFamily="18" charset="0"/>
            </a:endParaRPr>
          </a:p>
        </p:txBody>
      </p:sp>
      <p:sp>
        <p:nvSpPr>
          <p:cNvPr id="18448" name="Text Box 16"/>
          <p:cNvSpPr txBox="1">
            <a:spLocks noChangeArrowheads="1"/>
          </p:cNvSpPr>
          <p:nvPr/>
        </p:nvSpPr>
        <p:spPr bwMode="auto">
          <a:xfrm>
            <a:off x="4535488" y="1844675"/>
            <a:ext cx="14303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a:solidFill>
                  <a:schemeClr val="tx2"/>
                </a:solidFill>
                <a:latin typeface="Times New Roman" panose="02020603050405020304" pitchFamily="18" charset="0"/>
              </a:rPr>
              <a:t>电路符号</a:t>
            </a:r>
            <a:endParaRPr kumimoji="1" lang="zh-CN" altLang="en-US" sz="2400" b="1">
              <a:solidFill>
                <a:srgbClr val="000000"/>
              </a:solidFill>
              <a:latin typeface="Times New Roman" panose="02020603050405020304" pitchFamily="18" charset="0"/>
            </a:endParaRPr>
          </a:p>
        </p:txBody>
      </p:sp>
      <p:grpSp>
        <p:nvGrpSpPr>
          <p:cNvPr id="18459" name="Group 27"/>
          <p:cNvGrpSpPr>
            <a:grpSpLocks/>
          </p:cNvGrpSpPr>
          <p:nvPr/>
        </p:nvGrpSpPr>
        <p:grpSpPr bwMode="auto">
          <a:xfrm>
            <a:off x="6192838" y="1520825"/>
            <a:ext cx="1738312" cy="803275"/>
            <a:chOff x="3371" y="1104"/>
            <a:chExt cx="1919" cy="1035"/>
          </a:xfrm>
        </p:grpSpPr>
        <p:sp>
          <p:nvSpPr>
            <p:cNvPr id="18449" name="Text Box 17"/>
            <p:cNvSpPr txBox="1">
              <a:spLocks noChangeArrowheads="1"/>
            </p:cNvSpPr>
            <p:nvPr/>
          </p:nvSpPr>
          <p:spPr bwMode="auto">
            <a:xfrm>
              <a:off x="4168" y="1104"/>
              <a:ext cx="293" cy="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chemeClr val="tx2"/>
                  </a:solidFill>
                  <a:latin typeface="Times New Roman" panose="02020603050405020304" pitchFamily="18" charset="0"/>
                </a:rPr>
                <a:t>C</a:t>
              </a:r>
            </a:p>
          </p:txBody>
        </p:sp>
        <p:sp>
          <p:nvSpPr>
            <p:cNvPr id="18450" name="Line 18"/>
            <p:cNvSpPr>
              <a:spLocks noChangeShapeType="1"/>
            </p:cNvSpPr>
            <p:nvPr/>
          </p:nvSpPr>
          <p:spPr bwMode="auto">
            <a:xfrm flipH="1" flipV="1">
              <a:off x="3462" y="1877"/>
              <a:ext cx="77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1" name="Line 19"/>
            <p:cNvSpPr>
              <a:spLocks noChangeShapeType="1"/>
            </p:cNvSpPr>
            <p:nvPr/>
          </p:nvSpPr>
          <p:spPr bwMode="auto">
            <a:xfrm>
              <a:off x="4379" y="1877"/>
              <a:ext cx="8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2" name="Oval 20"/>
            <p:cNvSpPr>
              <a:spLocks noChangeArrowheads="1"/>
            </p:cNvSpPr>
            <p:nvPr/>
          </p:nvSpPr>
          <p:spPr bwMode="auto">
            <a:xfrm>
              <a:off x="3371" y="1836"/>
              <a:ext cx="91" cy="91"/>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8453" name="Oval 21"/>
            <p:cNvSpPr>
              <a:spLocks noChangeArrowheads="1"/>
            </p:cNvSpPr>
            <p:nvPr/>
          </p:nvSpPr>
          <p:spPr bwMode="auto">
            <a:xfrm>
              <a:off x="5199" y="1836"/>
              <a:ext cx="91" cy="91"/>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18454" name="Group 22"/>
            <p:cNvGrpSpPr>
              <a:grpSpLocks/>
            </p:cNvGrpSpPr>
            <p:nvPr/>
          </p:nvGrpSpPr>
          <p:grpSpPr bwMode="auto">
            <a:xfrm>
              <a:off x="4235" y="1600"/>
              <a:ext cx="144" cy="539"/>
              <a:chOff x="3053" y="3083"/>
              <a:chExt cx="211" cy="576"/>
            </a:xfrm>
          </p:grpSpPr>
          <p:sp>
            <p:nvSpPr>
              <p:cNvPr id="18455" name="Line 23"/>
              <p:cNvSpPr>
                <a:spLocks noChangeShapeType="1"/>
              </p:cNvSpPr>
              <p:nvPr/>
            </p:nvSpPr>
            <p:spPr bwMode="auto">
              <a:xfrm>
                <a:off x="3053"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56" name="Line 24"/>
              <p:cNvSpPr>
                <a:spLocks noChangeShapeType="1"/>
              </p:cNvSpPr>
              <p:nvPr/>
            </p:nvSpPr>
            <p:spPr bwMode="auto">
              <a:xfrm>
                <a:off x="3264"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sp>
        <p:nvSpPr>
          <p:cNvPr id="18485" name="Text Box 53"/>
          <p:cNvSpPr txBox="1">
            <a:spLocks noChangeArrowheads="1"/>
          </p:cNvSpPr>
          <p:nvPr/>
        </p:nvSpPr>
        <p:spPr bwMode="auto">
          <a:xfrm>
            <a:off x="3105268" y="3041774"/>
            <a:ext cx="4743450"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spcBef>
                <a:spcPct val="50000"/>
              </a:spcBef>
            </a:pPr>
            <a:r>
              <a:rPr kumimoji="1" lang="zh-CN" altLang="en-US" sz="2400" b="1">
                <a:solidFill>
                  <a:schemeClr val="tx2"/>
                </a:solidFill>
                <a:latin typeface="Times New Roman" panose="02020603050405020304" pitchFamily="18" charset="0"/>
              </a:rPr>
              <a:t>描述电容的两个基本变量</a:t>
            </a:r>
            <a:r>
              <a:rPr kumimoji="1" lang="en-US" altLang="zh-CN" sz="2400" b="1">
                <a:solidFill>
                  <a:schemeClr val="tx2"/>
                </a:solidFill>
                <a:latin typeface="Times New Roman" panose="02020603050405020304" pitchFamily="18" charset="0"/>
              </a:rPr>
              <a:t>:   </a:t>
            </a:r>
            <a:r>
              <a:rPr kumimoji="1" lang="en-US" altLang="zh-CN" sz="2400" b="1" i="1">
                <a:solidFill>
                  <a:schemeClr val="tx2"/>
                </a:solidFill>
                <a:latin typeface="Times New Roman" panose="02020603050405020304" pitchFamily="18" charset="0"/>
              </a:rPr>
              <a:t>u</a:t>
            </a:r>
            <a:r>
              <a:rPr kumimoji="1" lang="en-US" altLang="zh-CN" sz="2400" b="1">
                <a:solidFill>
                  <a:schemeClr val="tx2"/>
                </a:solidFill>
                <a:latin typeface="Times New Roman" panose="02020603050405020304" pitchFamily="18" charset="0"/>
              </a:rPr>
              <a:t>, </a:t>
            </a:r>
            <a:r>
              <a:rPr kumimoji="1" lang="en-US" altLang="zh-CN" sz="2400" b="1" i="1">
                <a:solidFill>
                  <a:schemeClr val="tx2"/>
                </a:solidFill>
                <a:latin typeface="Times New Roman" panose="02020603050405020304" pitchFamily="18" charset="0"/>
                <a:sym typeface="Symbol" panose="05050102010706020507" pitchFamily="18" charset="2"/>
              </a:rPr>
              <a:t>q</a:t>
            </a:r>
            <a:endParaRPr kumimoji="1" lang="en-US" altLang="zh-CN" sz="2400" b="1">
              <a:solidFill>
                <a:schemeClr val="tx2"/>
              </a:solidFill>
              <a:latin typeface="Times New Roman" panose="02020603050405020304" pitchFamily="18" charset="0"/>
              <a:sym typeface="Symbol" panose="05050102010706020507" pitchFamily="18" charset="2"/>
            </a:endParaRPr>
          </a:p>
          <a:p>
            <a:pPr algn="just" eaLnBrk="0" hangingPunct="0">
              <a:spcBef>
                <a:spcPct val="50000"/>
              </a:spcBef>
            </a:pPr>
            <a:r>
              <a:rPr kumimoji="1" lang="zh-CN" altLang="en-US" sz="2400" b="1">
                <a:solidFill>
                  <a:schemeClr val="tx2"/>
                </a:solidFill>
                <a:latin typeface="Times New Roman" panose="02020603050405020304" pitchFamily="18" charset="0"/>
                <a:sym typeface="Symbol" panose="05050102010706020507" pitchFamily="18" charset="2"/>
              </a:rPr>
              <a:t>对于线性电容，有：</a:t>
            </a:r>
            <a:r>
              <a:rPr kumimoji="1" lang="en-US" altLang="zh-CN" sz="2400" b="1" i="1">
                <a:solidFill>
                  <a:srgbClr val="FF0000"/>
                </a:solidFill>
                <a:latin typeface="Times New Roman" panose="02020603050405020304" pitchFamily="18" charset="0"/>
                <a:sym typeface="Symbol" panose="05050102010706020507" pitchFamily="18" charset="2"/>
              </a:rPr>
              <a:t>q =Cu</a:t>
            </a:r>
            <a:r>
              <a:rPr kumimoji="1" lang="en-US" altLang="zh-CN" sz="2400" b="1" i="1">
                <a:solidFill>
                  <a:srgbClr val="000000"/>
                </a:solidFill>
                <a:latin typeface="Times New Roman" panose="02020603050405020304" pitchFamily="18" charset="0"/>
                <a:sym typeface="Symbol" panose="05050102010706020507" pitchFamily="18" charset="2"/>
              </a:rPr>
              <a:t>    </a:t>
            </a:r>
            <a:endParaRPr kumimoji="1" lang="en-US" altLang="zh-CN" sz="2400" b="1">
              <a:solidFill>
                <a:srgbClr val="000000"/>
              </a:solidFill>
              <a:latin typeface="Times New Roman" panose="02020603050405020304" pitchFamily="18" charset="0"/>
              <a:sym typeface="Symbol" panose="05050102010706020507" pitchFamily="18" charset="2"/>
            </a:endParaRPr>
          </a:p>
        </p:txBody>
      </p:sp>
      <p:sp>
        <p:nvSpPr>
          <p:cNvPr id="18486" name="Text Box 54"/>
          <p:cNvSpPr txBox="1">
            <a:spLocks noChangeArrowheads="1"/>
          </p:cNvSpPr>
          <p:nvPr/>
        </p:nvSpPr>
        <p:spPr bwMode="auto">
          <a:xfrm>
            <a:off x="728780" y="2970337"/>
            <a:ext cx="19446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a:solidFill>
                  <a:srgbClr val="FF0000"/>
                </a:solidFill>
                <a:latin typeface="Times New Roman" panose="02020603050405020304" pitchFamily="18" charset="0"/>
              </a:rPr>
              <a:t>1.  </a:t>
            </a:r>
            <a:r>
              <a:rPr kumimoji="1" lang="zh-CN" altLang="zh-CN" sz="2400" b="1">
                <a:solidFill>
                  <a:srgbClr val="FF0000"/>
                </a:solidFill>
                <a:latin typeface="Times New Roman" panose="02020603050405020304" pitchFamily="18" charset="0"/>
              </a:rPr>
              <a:t>元件特性</a:t>
            </a:r>
            <a:endParaRPr kumimoji="1" lang="zh-CN" altLang="en-US" sz="2400" b="1">
              <a:solidFill>
                <a:srgbClr val="FF0000"/>
              </a:solidFill>
              <a:latin typeface="Times New Roman" panose="02020603050405020304" pitchFamily="18" charset="0"/>
            </a:endParaRPr>
          </a:p>
        </p:txBody>
      </p:sp>
      <p:grpSp>
        <p:nvGrpSpPr>
          <p:cNvPr id="18487" name="Group 55"/>
          <p:cNvGrpSpPr>
            <a:grpSpLocks/>
          </p:cNvGrpSpPr>
          <p:nvPr/>
        </p:nvGrpSpPr>
        <p:grpSpPr bwMode="auto">
          <a:xfrm>
            <a:off x="873243" y="3402137"/>
            <a:ext cx="1668462" cy="2241550"/>
            <a:chOff x="606" y="978"/>
            <a:chExt cx="1282" cy="1689"/>
          </a:xfrm>
        </p:grpSpPr>
        <p:sp>
          <p:nvSpPr>
            <p:cNvPr id="18488" name="Text Box 56"/>
            <p:cNvSpPr txBox="1">
              <a:spLocks noChangeArrowheads="1"/>
            </p:cNvSpPr>
            <p:nvPr/>
          </p:nvSpPr>
          <p:spPr bwMode="auto">
            <a:xfrm>
              <a:off x="1644" y="1907"/>
              <a:ext cx="244"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chemeClr val="tx2"/>
                  </a:solidFill>
                  <a:latin typeface="Times New Roman" panose="02020603050405020304" pitchFamily="18" charset="0"/>
                </a:rPr>
                <a:t>C</a:t>
              </a:r>
            </a:p>
          </p:txBody>
        </p:sp>
        <p:sp>
          <p:nvSpPr>
            <p:cNvPr id="18489" name="Text Box 57"/>
            <p:cNvSpPr txBox="1">
              <a:spLocks noChangeArrowheads="1"/>
            </p:cNvSpPr>
            <p:nvPr/>
          </p:nvSpPr>
          <p:spPr bwMode="auto">
            <a:xfrm>
              <a:off x="823" y="978"/>
              <a:ext cx="206"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i</a:t>
              </a:r>
            </a:p>
          </p:txBody>
        </p:sp>
        <p:sp>
          <p:nvSpPr>
            <p:cNvPr id="18490" name="Text Box 58"/>
            <p:cNvSpPr txBox="1">
              <a:spLocks noChangeArrowheads="1"/>
            </p:cNvSpPr>
            <p:nvPr/>
          </p:nvSpPr>
          <p:spPr bwMode="auto">
            <a:xfrm>
              <a:off x="606" y="1839"/>
              <a:ext cx="272"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u</a:t>
              </a:r>
            </a:p>
          </p:txBody>
        </p:sp>
        <p:sp>
          <p:nvSpPr>
            <p:cNvPr id="18491" name="Rectangle 59"/>
            <p:cNvSpPr>
              <a:spLocks noChangeArrowheads="1"/>
            </p:cNvSpPr>
            <p:nvPr/>
          </p:nvSpPr>
          <p:spPr bwMode="auto">
            <a:xfrm>
              <a:off x="606" y="1445"/>
              <a:ext cx="274"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2520F2"/>
                  </a:solidFill>
                  <a:latin typeface="Times New Roman" panose="02020603050405020304" pitchFamily="18" charset="0"/>
                  <a:sym typeface="CommonBullets" pitchFamily="34" charset="2"/>
                </a:rPr>
                <a:t>+</a:t>
              </a:r>
            </a:p>
          </p:txBody>
        </p:sp>
        <p:sp>
          <p:nvSpPr>
            <p:cNvPr id="18492" name="Line 60"/>
            <p:cNvSpPr>
              <a:spLocks noChangeShapeType="1"/>
            </p:cNvSpPr>
            <p:nvPr/>
          </p:nvSpPr>
          <p:spPr bwMode="auto">
            <a:xfrm rot="5400000" flipH="1" flipV="1">
              <a:off x="1040" y="1719"/>
              <a:ext cx="5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3" name="Line 61"/>
            <p:cNvSpPr>
              <a:spLocks noChangeShapeType="1"/>
            </p:cNvSpPr>
            <p:nvPr/>
          </p:nvSpPr>
          <p:spPr bwMode="auto">
            <a:xfrm rot="5400000">
              <a:off x="1097" y="2390"/>
              <a:ext cx="4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4" name="Oval 62"/>
            <p:cNvSpPr>
              <a:spLocks noChangeArrowheads="1"/>
            </p:cNvSpPr>
            <p:nvPr/>
          </p:nvSpPr>
          <p:spPr bwMode="auto">
            <a:xfrm rot="5400000">
              <a:off x="751" y="1381"/>
              <a:ext cx="91" cy="91"/>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8495" name="Oval 63"/>
            <p:cNvSpPr>
              <a:spLocks noChangeArrowheads="1"/>
            </p:cNvSpPr>
            <p:nvPr/>
          </p:nvSpPr>
          <p:spPr bwMode="auto">
            <a:xfrm rot="5400000">
              <a:off x="751" y="2576"/>
              <a:ext cx="91" cy="91"/>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8496" name="Rectangle 64"/>
            <p:cNvSpPr>
              <a:spLocks noChangeArrowheads="1"/>
            </p:cNvSpPr>
            <p:nvPr/>
          </p:nvSpPr>
          <p:spPr bwMode="auto">
            <a:xfrm>
              <a:off x="607" y="2223"/>
              <a:ext cx="258"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2520F2"/>
                  </a:solidFill>
                  <a:latin typeface="Times New Roman" panose="02020603050405020304" pitchFamily="18" charset="0"/>
                  <a:sym typeface="CommonBullets" pitchFamily="34" charset="2"/>
                </a:rPr>
                <a:t>–</a:t>
              </a:r>
            </a:p>
          </p:txBody>
        </p:sp>
        <p:sp>
          <p:nvSpPr>
            <p:cNvPr id="18497" name="Line 65"/>
            <p:cNvSpPr>
              <a:spLocks noChangeShapeType="1"/>
            </p:cNvSpPr>
            <p:nvPr/>
          </p:nvSpPr>
          <p:spPr bwMode="auto">
            <a:xfrm>
              <a:off x="842" y="2624"/>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8" name="Line 66"/>
            <p:cNvSpPr>
              <a:spLocks noChangeShapeType="1"/>
            </p:cNvSpPr>
            <p:nvPr/>
          </p:nvSpPr>
          <p:spPr bwMode="auto">
            <a:xfrm>
              <a:off x="842" y="1427"/>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9" name="Line 67"/>
            <p:cNvSpPr>
              <a:spLocks noChangeShapeType="1"/>
            </p:cNvSpPr>
            <p:nvPr/>
          </p:nvSpPr>
          <p:spPr bwMode="auto">
            <a:xfrm>
              <a:off x="805" y="1294"/>
              <a:ext cx="266"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500" name="Group 68"/>
            <p:cNvGrpSpPr>
              <a:grpSpLocks/>
            </p:cNvGrpSpPr>
            <p:nvPr/>
          </p:nvGrpSpPr>
          <p:grpSpPr bwMode="auto">
            <a:xfrm rot="-5400000">
              <a:off x="1265" y="1813"/>
              <a:ext cx="144" cy="539"/>
              <a:chOff x="3053" y="3083"/>
              <a:chExt cx="211" cy="576"/>
            </a:xfrm>
          </p:grpSpPr>
          <p:sp>
            <p:nvSpPr>
              <p:cNvPr id="18501" name="Line 69"/>
              <p:cNvSpPr>
                <a:spLocks noChangeShapeType="1"/>
              </p:cNvSpPr>
              <p:nvPr/>
            </p:nvSpPr>
            <p:spPr bwMode="auto">
              <a:xfrm>
                <a:off x="3053"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502" name="Line 70"/>
              <p:cNvSpPr>
                <a:spLocks noChangeShapeType="1"/>
              </p:cNvSpPr>
              <p:nvPr/>
            </p:nvSpPr>
            <p:spPr bwMode="auto">
              <a:xfrm>
                <a:off x="3264"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8503" name="Rectangle 71"/>
            <p:cNvSpPr>
              <a:spLocks noChangeArrowheads="1"/>
            </p:cNvSpPr>
            <p:nvPr/>
          </p:nvSpPr>
          <p:spPr bwMode="auto">
            <a:xfrm>
              <a:off x="1356" y="1695"/>
              <a:ext cx="275"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2520F2"/>
                  </a:solidFill>
                  <a:latin typeface="Times New Roman" panose="02020603050405020304" pitchFamily="18" charset="0"/>
                  <a:sym typeface="CommonBullets" pitchFamily="34" charset="2"/>
                </a:rPr>
                <a:t>+</a:t>
              </a:r>
            </a:p>
          </p:txBody>
        </p:sp>
        <p:sp>
          <p:nvSpPr>
            <p:cNvPr id="18504" name="Rectangle 72"/>
            <p:cNvSpPr>
              <a:spLocks noChangeArrowheads="1"/>
            </p:cNvSpPr>
            <p:nvPr/>
          </p:nvSpPr>
          <p:spPr bwMode="auto">
            <a:xfrm>
              <a:off x="1357" y="2132"/>
              <a:ext cx="259"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2520F2"/>
                  </a:solidFill>
                  <a:latin typeface="Times New Roman" panose="02020603050405020304" pitchFamily="18" charset="0"/>
                  <a:sym typeface="CommonBullets" pitchFamily="34" charset="2"/>
                </a:rPr>
                <a:t>–</a:t>
              </a:r>
            </a:p>
          </p:txBody>
        </p:sp>
      </p:grpSp>
      <p:graphicFrame>
        <p:nvGraphicFramePr>
          <p:cNvPr id="18505" name="Object 73" descr="羊皮纸"/>
          <p:cNvGraphicFramePr>
            <a:graphicFrameLocks noChangeAspect="1"/>
          </p:cNvGraphicFramePr>
          <p:nvPr/>
        </p:nvGraphicFramePr>
        <p:xfrm>
          <a:off x="3249730" y="4267324"/>
          <a:ext cx="1247775" cy="1141413"/>
        </p:xfrm>
        <a:graphic>
          <a:graphicData uri="http://schemas.openxmlformats.org/presentationml/2006/ole">
            <mc:AlternateContent xmlns:mc="http://schemas.openxmlformats.org/markup-compatibility/2006">
              <mc:Choice xmlns:v="urn:schemas-microsoft-com:vml" Requires="v">
                <p:oleObj name="公式" r:id="rId3" imgW="444240" imgH="406080" progId="Equation.3">
                  <p:embed/>
                </p:oleObj>
              </mc:Choice>
              <mc:Fallback>
                <p:oleObj name="公式" r:id="rId3" imgW="444240" imgH="406080" progId="Equation.3">
                  <p:embed/>
                  <p:pic>
                    <p:nvPicPr>
                      <p:cNvPr id="18505" name="Object 73" descr="羊皮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9730" y="4267324"/>
                        <a:ext cx="1247775" cy="1141413"/>
                      </a:xfrm>
                      <a:prstGeom prst="rect">
                        <a:avLst/>
                      </a:prstGeom>
                      <a:blipFill dpi="0" rotWithShape="0">
                        <a:blip r:embed="rId5"/>
                        <a:srcRect/>
                        <a:tile tx="0" ty="0" sx="100000" sy="100000" flip="none" algn="tl"/>
                      </a:blipFill>
                      <a:ln>
                        <a:noFill/>
                      </a:ln>
                      <a:effectLst>
                        <a:prstShdw prst="shdw17" dist="17961" dir="2700000">
                          <a:srgbClr val="FFFFCC">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507" name="Text Box 75"/>
          <p:cNvSpPr txBox="1">
            <a:spLocks noChangeArrowheads="1"/>
          </p:cNvSpPr>
          <p:nvPr/>
        </p:nvSpPr>
        <p:spPr bwMode="auto">
          <a:xfrm>
            <a:off x="4976930" y="4160962"/>
            <a:ext cx="3960813"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dirty="0">
                <a:solidFill>
                  <a:schemeClr val="tx2"/>
                </a:solidFill>
                <a:latin typeface="Times New Roman" panose="02020603050405020304" pitchFamily="18" charset="0"/>
              </a:rPr>
              <a:t>电容 </a:t>
            </a:r>
            <a:r>
              <a:rPr kumimoji="1" lang="en-US" altLang="zh-CN" sz="2400" b="1" i="1" dirty="0">
                <a:solidFill>
                  <a:schemeClr val="tx2"/>
                </a:solidFill>
                <a:latin typeface="Times New Roman" panose="02020603050405020304" pitchFamily="18" charset="0"/>
              </a:rPr>
              <a:t>C </a:t>
            </a:r>
            <a:r>
              <a:rPr kumimoji="1" lang="zh-CN" altLang="en-US" sz="2400" b="1" dirty="0">
                <a:solidFill>
                  <a:schemeClr val="tx2"/>
                </a:solidFill>
                <a:latin typeface="Times New Roman" panose="02020603050405020304" pitchFamily="18" charset="0"/>
              </a:rPr>
              <a:t>的单位：法</a:t>
            </a:r>
            <a:r>
              <a:rPr kumimoji="1" lang="en-US" altLang="zh-CN" sz="2400" b="1" dirty="0">
                <a:solidFill>
                  <a:schemeClr val="tx2"/>
                </a:solidFill>
                <a:latin typeface="Times New Roman" panose="02020603050405020304" pitchFamily="18" charset="0"/>
              </a:rPr>
              <a:t>[</a:t>
            </a:r>
            <a:r>
              <a:rPr kumimoji="1" lang="zh-CN" altLang="en-US" sz="2400" b="1" dirty="0">
                <a:solidFill>
                  <a:schemeClr val="tx2"/>
                </a:solidFill>
                <a:latin typeface="Times New Roman" panose="02020603050405020304" pitchFamily="18" charset="0"/>
              </a:rPr>
              <a:t>拉</a:t>
            </a:r>
            <a:r>
              <a:rPr kumimoji="1" lang="en-US" altLang="zh-CN" sz="2400" b="1" dirty="0">
                <a:solidFill>
                  <a:schemeClr val="tx2"/>
                </a:solidFill>
                <a:latin typeface="Times New Roman" panose="02020603050405020304" pitchFamily="18" charset="0"/>
              </a:rPr>
              <a:t>]</a:t>
            </a:r>
            <a:r>
              <a:rPr kumimoji="1" lang="zh-CN" altLang="en-US" sz="2400" b="1" dirty="0">
                <a:solidFill>
                  <a:schemeClr val="tx2"/>
                </a:solidFill>
                <a:latin typeface="Times New Roman" panose="02020603050405020304" pitchFamily="18" charset="0"/>
              </a:rPr>
              <a:t>，</a:t>
            </a:r>
          </a:p>
          <a:p>
            <a:pPr eaLnBrk="0" hangingPunct="0">
              <a:spcBef>
                <a:spcPct val="50000"/>
              </a:spcBef>
            </a:pPr>
            <a:r>
              <a:rPr kumimoji="1" lang="zh-CN" altLang="en-US" sz="2400" b="1" dirty="0">
                <a:solidFill>
                  <a:schemeClr val="tx2"/>
                </a:solidFill>
                <a:latin typeface="Times New Roman" panose="02020603050405020304" pitchFamily="18" charset="0"/>
              </a:rPr>
              <a:t>                 符号：</a:t>
            </a:r>
            <a:r>
              <a:rPr kumimoji="1" lang="en-US" altLang="zh-CN" sz="2400" b="1" dirty="0">
                <a:solidFill>
                  <a:schemeClr val="tx2"/>
                </a:solidFill>
                <a:latin typeface="Times New Roman" panose="02020603050405020304" pitchFamily="18" charset="0"/>
              </a:rPr>
              <a:t>F   (Farad)                      </a:t>
            </a:r>
            <a:endParaRPr kumimoji="1" lang="en-US" altLang="zh-CN" sz="2400" b="1" dirty="0">
              <a:solidFill>
                <a:schemeClr val="tx2"/>
              </a:solidFill>
              <a:latin typeface="Times New Roman" panose="02020603050405020304" pitchFamily="18" charset="0"/>
              <a:sym typeface="Symbol" panose="05050102010706020507" pitchFamily="18" charset="2"/>
            </a:endParaRPr>
          </a:p>
        </p:txBody>
      </p:sp>
      <p:sp>
        <p:nvSpPr>
          <p:cNvPr id="18508" name="Text Box 76"/>
          <p:cNvSpPr txBox="1">
            <a:spLocks noChangeArrowheads="1"/>
          </p:cNvSpPr>
          <p:nvPr/>
        </p:nvSpPr>
        <p:spPr bwMode="auto">
          <a:xfrm>
            <a:off x="5265855" y="5242049"/>
            <a:ext cx="3384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400" b="1">
                <a:solidFill>
                  <a:schemeClr val="tx2"/>
                </a:solidFill>
                <a:latin typeface="Times New Roman" panose="02020603050405020304" pitchFamily="18" charset="0"/>
              </a:rPr>
              <a:t>常用</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F</a:t>
            </a:r>
            <a:r>
              <a:rPr kumimoji="1" lang="zh-CN" altLang="en-US" sz="2400" b="1">
                <a:solidFill>
                  <a:schemeClr val="tx2"/>
                </a:solidFill>
                <a:latin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sym typeface="Symbol" panose="05050102010706020507" pitchFamily="18" charset="2"/>
              </a:rPr>
              <a:t>pF</a:t>
            </a:r>
            <a:r>
              <a:rPr kumimoji="1" lang="zh-CN" altLang="en-US" sz="2400" b="1">
                <a:solidFill>
                  <a:schemeClr val="tx2"/>
                </a:solidFill>
                <a:latin typeface="Times New Roman" panose="02020603050405020304" pitchFamily="18" charset="0"/>
                <a:sym typeface="Symbol" panose="05050102010706020507" pitchFamily="18" charset="2"/>
              </a:rPr>
              <a:t>等表示。</a:t>
            </a:r>
          </a:p>
        </p:txBody>
      </p:sp>
      <p:graphicFrame>
        <p:nvGraphicFramePr>
          <p:cNvPr id="53" name="Object 22"/>
          <p:cNvGraphicFramePr>
            <a:graphicFrameLocks noChangeAspect="1"/>
          </p:cNvGraphicFramePr>
          <p:nvPr/>
        </p:nvGraphicFramePr>
        <p:xfrm>
          <a:off x="1500733" y="877217"/>
          <a:ext cx="2912416" cy="2021752"/>
        </p:xfrm>
        <a:graphic>
          <a:graphicData uri="http://schemas.openxmlformats.org/presentationml/2006/ole">
            <mc:AlternateContent xmlns:mc="http://schemas.openxmlformats.org/markup-compatibility/2006">
              <mc:Choice xmlns:v="urn:schemas-microsoft-com:vml" Requires="v">
                <p:oleObj name="Visio" r:id="rId6" imgW="2045029" imgH="1435070" progId="Visio.Drawing.11">
                  <p:embed/>
                </p:oleObj>
              </mc:Choice>
              <mc:Fallback>
                <p:oleObj name="Visio" r:id="rId6" imgW="2045029" imgH="1435070" progId="Visio.Drawing.11">
                  <p:embed/>
                  <p:pic>
                    <p:nvPicPr>
                      <p:cNvPr id="53"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0733" y="877217"/>
                        <a:ext cx="2912416" cy="2021752"/>
                      </a:xfrm>
                      <a:prstGeom prst="rect">
                        <a:avLst/>
                      </a:prstGeom>
                      <a:noFill/>
                      <a:ln>
                        <a:noFill/>
                      </a:ln>
                    </p:spPr>
                  </p:pic>
                </p:oleObj>
              </mc:Fallback>
            </mc:AlternateContent>
          </a:graphicData>
        </a:graphic>
      </p:graphicFrame>
      <p:sp>
        <p:nvSpPr>
          <p:cNvPr id="40" name="Text Box 25"/>
          <p:cNvSpPr txBox="1">
            <a:spLocks noChangeArrowheads="1"/>
          </p:cNvSpPr>
          <p:nvPr/>
        </p:nvSpPr>
        <p:spPr bwMode="auto">
          <a:xfrm>
            <a:off x="1287379" y="6001080"/>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400" b="1" dirty="0">
                <a:solidFill>
                  <a:srgbClr val="0000F0"/>
                </a:solidFill>
                <a:latin typeface="Times New Roman" panose="02020603050405020304" pitchFamily="18" charset="0"/>
                <a:sym typeface="Symbol" panose="05050102010706020507" pitchFamily="18" charset="2"/>
              </a:rPr>
              <a:t>电容以</a:t>
            </a:r>
            <a:r>
              <a:rPr kumimoji="1" lang="zh-CN" altLang="en-US" sz="2400" b="1" u="sng" dirty="0">
                <a:solidFill>
                  <a:srgbClr val="FF0000"/>
                </a:solidFill>
                <a:latin typeface="Times New Roman" panose="02020603050405020304" pitchFamily="18" charset="0"/>
                <a:sym typeface="Symbol" panose="05050102010706020507" pitchFamily="18" charset="2"/>
              </a:rPr>
              <a:t>电场形式存储能量</a:t>
            </a:r>
            <a:r>
              <a:rPr kumimoji="1" lang="zh-CN" altLang="en-US" sz="2400" b="1" dirty="0">
                <a:solidFill>
                  <a:srgbClr val="0000F0"/>
                </a:solidFill>
                <a:latin typeface="Times New Roman" panose="02020603050405020304" pitchFamily="18" charset="0"/>
                <a:sym typeface="Symbol" panose="05050102010706020507" pitchFamily="18" charset="2"/>
              </a:rPr>
              <a:t>。</a:t>
            </a:r>
          </a:p>
        </p:txBody>
      </p:sp>
    </p:spTree>
    <p:extLst>
      <p:ext uri="{BB962C8B-B14F-4D97-AF65-F5344CB8AC3E}">
        <p14:creationId xmlns:p14="http://schemas.microsoft.com/office/powerpoint/2010/main" val="9314083"/>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8434"/>
                                        </p:tgtEl>
                                        <p:attrNameLst>
                                          <p:attrName>style.visibility</p:attrName>
                                        </p:attrNameLst>
                                      </p:cBhvr>
                                      <p:to>
                                        <p:strVal val="visible"/>
                                      </p:to>
                                    </p:set>
                                    <p:animEffect transition="in" filter="wipe(left)">
                                      <p:cBhvr>
                                        <p:cTn id="7" dur="500"/>
                                        <p:tgtEl>
                                          <p:spTgt spid="184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8435"/>
                                        </p:tgtEl>
                                        <p:attrNameLst>
                                          <p:attrName>style.visibility</p:attrName>
                                        </p:attrNameLst>
                                      </p:cBhvr>
                                      <p:to>
                                        <p:strVal val="visible"/>
                                      </p:to>
                                    </p:set>
                                    <p:anim calcmode="lin" valueType="num">
                                      <p:cBhvr additive="base">
                                        <p:cTn id="12" dur="500" fill="hold"/>
                                        <p:tgtEl>
                                          <p:spTgt spid="18435"/>
                                        </p:tgtEl>
                                        <p:attrNameLst>
                                          <p:attrName>ppt_x</p:attrName>
                                        </p:attrNameLst>
                                      </p:cBhvr>
                                      <p:tavLst>
                                        <p:tav tm="0">
                                          <p:val>
                                            <p:strVal val="0-#ppt_w/2"/>
                                          </p:val>
                                        </p:tav>
                                        <p:tav tm="100000">
                                          <p:val>
                                            <p:strVal val="#ppt_x"/>
                                          </p:val>
                                        </p:tav>
                                      </p:tavLst>
                                    </p:anim>
                                    <p:anim calcmode="lin" valueType="num">
                                      <p:cBhvr additive="base">
                                        <p:cTn id="13" dur="500" fill="hold"/>
                                        <p:tgtEl>
                                          <p:spTgt spid="1843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5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46">
                                            <p:txEl>
                                              <p:pRg st="0" end="0"/>
                                            </p:txEl>
                                          </p:spTgt>
                                        </p:tgtEl>
                                        <p:attrNameLst>
                                          <p:attrName>style.visibility</p:attrName>
                                        </p:attrNameLst>
                                      </p:cBhvr>
                                      <p:to>
                                        <p:strVal val="visible"/>
                                      </p:to>
                                    </p:set>
                                    <p:animEffect transition="in" filter="wipe(left)">
                                      <p:cBhvr>
                                        <p:cTn id="22" dur="500"/>
                                        <p:tgtEl>
                                          <p:spTgt spid="18446">
                                            <p:txEl>
                                              <p:pRg st="0" end="0"/>
                                            </p:txEl>
                                          </p:spTgt>
                                        </p:tgtEl>
                                      </p:cBhvr>
                                    </p:animEffect>
                                  </p:childTnLst>
                                </p:cTn>
                              </p:par>
                            </p:childTnLst>
                          </p:cTn>
                        </p:par>
                        <p:par>
                          <p:cTn id="23" fill="hold" nodeType="afterGroup">
                            <p:stCondLst>
                              <p:cond delay="500"/>
                            </p:stCondLst>
                            <p:childTnLst>
                              <p:par>
                                <p:cTn id="24" presetID="12" presetClass="entr" presetSubtype="1" fill="hold" grpId="0" nodeType="afterEffect">
                                  <p:stCondLst>
                                    <p:cond delay="0"/>
                                  </p:stCondLst>
                                  <p:childTnLst>
                                    <p:set>
                                      <p:cBhvr>
                                        <p:cTn id="25" dur="1" fill="hold">
                                          <p:stCondLst>
                                            <p:cond delay="0"/>
                                          </p:stCondLst>
                                        </p:cTn>
                                        <p:tgtEl>
                                          <p:spTgt spid="18448"/>
                                        </p:tgtEl>
                                        <p:attrNameLst>
                                          <p:attrName>style.visibility</p:attrName>
                                        </p:attrNameLst>
                                      </p:cBhvr>
                                      <p:to>
                                        <p:strVal val="visible"/>
                                      </p:to>
                                    </p:set>
                                    <p:animEffect transition="in" filter="slide(fromTop)">
                                      <p:cBhvr>
                                        <p:cTn id="26" dur="500"/>
                                        <p:tgtEl>
                                          <p:spTgt spid="18448"/>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18459"/>
                                        </p:tgtEl>
                                        <p:attrNameLst>
                                          <p:attrName>style.visibility</p:attrName>
                                        </p:attrNameLst>
                                      </p:cBhvr>
                                      <p:to>
                                        <p:strVal val="visible"/>
                                      </p:to>
                                    </p:set>
                                    <p:animEffect transition="in" filter="wipe(left)">
                                      <p:cBhvr>
                                        <p:cTn id="30" dur="500"/>
                                        <p:tgtEl>
                                          <p:spTgt spid="18459"/>
                                        </p:tgtEl>
                                      </p:cBhvr>
                                    </p:animEffect>
                                  </p:childTnLst>
                                </p:cTn>
                              </p:par>
                            </p:childTnLst>
                          </p:cTn>
                        </p:par>
                        <p:par>
                          <p:cTn id="31" fill="hold" nodeType="afterGroup">
                            <p:stCondLst>
                              <p:cond delay="1500"/>
                            </p:stCondLst>
                            <p:childTnLst>
                              <p:par>
                                <p:cTn id="32" presetID="2" presetClass="entr" presetSubtype="8" fill="hold" grpId="0" nodeType="afterEffect">
                                  <p:stCondLst>
                                    <p:cond delay="0"/>
                                  </p:stCondLst>
                                  <p:childTnLst>
                                    <p:set>
                                      <p:cBhvr>
                                        <p:cTn id="33" dur="1" fill="hold">
                                          <p:stCondLst>
                                            <p:cond delay="0"/>
                                          </p:stCondLst>
                                        </p:cTn>
                                        <p:tgtEl>
                                          <p:spTgt spid="18486"/>
                                        </p:tgtEl>
                                        <p:attrNameLst>
                                          <p:attrName>style.visibility</p:attrName>
                                        </p:attrNameLst>
                                      </p:cBhvr>
                                      <p:to>
                                        <p:strVal val="visible"/>
                                      </p:to>
                                    </p:set>
                                    <p:anim calcmode="lin" valueType="num">
                                      <p:cBhvr additive="base">
                                        <p:cTn id="34" dur="500" fill="hold"/>
                                        <p:tgtEl>
                                          <p:spTgt spid="18486"/>
                                        </p:tgtEl>
                                        <p:attrNameLst>
                                          <p:attrName>ppt_x</p:attrName>
                                        </p:attrNameLst>
                                      </p:cBhvr>
                                      <p:tavLst>
                                        <p:tav tm="0">
                                          <p:val>
                                            <p:strVal val="0-#ppt_w/2"/>
                                          </p:val>
                                        </p:tav>
                                        <p:tav tm="100000">
                                          <p:val>
                                            <p:strVal val="#ppt_x"/>
                                          </p:val>
                                        </p:tav>
                                      </p:tavLst>
                                    </p:anim>
                                    <p:anim calcmode="lin" valueType="num">
                                      <p:cBhvr additive="base">
                                        <p:cTn id="35" dur="500" fill="hold"/>
                                        <p:tgtEl>
                                          <p:spTgt spid="18486"/>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nodeType="clickEffect">
                                  <p:stCondLst>
                                    <p:cond delay="0"/>
                                  </p:stCondLst>
                                  <p:childTnLst>
                                    <p:set>
                                      <p:cBhvr>
                                        <p:cTn id="39" dur="1" fill="hold">
                                          <p:stCondLst>
                                            <p:cond delay="0"/>
                                          </p:stCondLst>
                                        </p:cTn>
                                        <p:tgtEl>
                                          <p:spTgt spid="18487"/>
                                        </p:tgtEl>
                                        <p:attrNameLst>
                                          <p:attrName>style.visibility</p:attrName>
                                        </p:attrNameLst>
                                      </p:cBhvr>
                                      <p:to>
                                        <p:strVal val="visible"/>
                                      </p:to>
                                    </p:set>
                                    <p:anim calcmode="lin" valueType="num">
                                      <p:cBhvr>
                                        <p:cTn id="40" dur="500" fill="hold"/>
                                        <p:tgtEl>
                                          <p:spTgt spid="18487"/>
                                        </p:tgtEl>
                                        <p:attrNameLst>
                                          <p:attrName>ppt_w</p:attrName>
                                        </p:attrNameLst>
                                      </p:cBhvr>
                                      <p:tavLst>
                                        <p:tav tm="0">
                                          <p:val>
                                            <p:fltVal val="0"/>
                                          </p:val>
                                        </p:tav>
                                        <p:tav tm="100000">
                                          <p:val>
                                            <p:strVal val="#ppt_w"/>
                                          </p:val>
                                        </p:tav>
                                      </p:tavLst>
                                    </p:anim>
                                    <p:anim calcmode="lin" valueType="num">
                                      <p:cBhvr>
                                        <p:cTn id="41" dur="500" fill="hold"/>
                                        <p:tgtEl>
                                          <p:spTgt spid="18487"/>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18485"/>
                                        </p:tgtEl>
                                        <p:attrNameLst>
                                          <p:attrName>style.visibility</p:attrName>
                                        </p:attrNameLst>
                                      </p:cBhvr>
                                      <p:to>
                                        <p:strVal val="visible"/>
                                      </p:to>
                                    </p:set>
                                    <p:anim calcmode="lin" valueType="num">
                                      <p:cBhvr additive="base">
                                        <p:cTn id="46" dur="500" fill="hold"/>
                                        <p:tgtEl>
                                          <p:spTgt spid="18485"/>
                                        </p:tgtEl>
                                        <p:attrNameLst>
                                          <p:attrName>ppt_x</p:attrName>
                                        </p:attrNameLst>
                                      </p:cBhvr>
                                      <p:tavLst>
                                        <p:tav tm="0">
                                          <p:val>
                                            <p:strVal val="1+#ppt_w/2"/>
                                          </p:val>
                                        </p:tav>
                                        <p:tav tm="100000">
                                          <p:val>
                                            <p:strVal val="#ppt_x"/>
                                          </p:val>
                                        </p:tav>
                                      </p:tavLst>
                                    </p:anim>
                                    <p:anim calcmode="lin" valueType="num">
                                      <p:cBhvr additive="base">
                                        <p:cTn id="47" dur="500" fill="hold"/>
                                        <p:tgtEl>
                                          <p:spTgt spid="18485"/>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18505"/>
                                        </p:tgtEl>
                                        <p:attrNameLst>
                                          <p:attrName>style.visibility</p:attrName>
                                        </p:attrNameLst>
                                      </p:cBhvr>
                                      <p:to>
                                        <p:strVal val="visible"/>
                                      </p:to>
                                    </p:set>
                                    <p:animEffect transition="in" filter="dissolve">
                                      <p:cBhvr>
                                        <p:cTn id="52" dur="500"/>
                                        <p:tgtEl>
                                          <p:spTgt spid="1850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507"/>
                                        </p:tgtEl>
                                        <p:attrNameLst>
                                          <p:attrName>style.visibility</p:attrName>
                                        </p:attrNameLst>
                                      </p:cBhvr>
                                      <p:to>
                                        <p:strVal val="visible"/>
                                      </p:to>
                                    </p:set>
                                    <p:animEffect transition="in" filter="wipe(left)">
                                      <p:cBhvr>
                                        <p:cTn id="57" dur="500"/>
                                        <p:tgtEl>
                                          <p:spTgt spid="1850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8508"/>
                                        </p:tgtEl>
                                        <p:attrNameLst>
                                          <p:attrName>style.visibility</p:attrName>
                                        </p:attrNameLst>
                                      </p:cBhvr>
                                      <p:to>
                                        <p:strVal val="visible"/>
                                      </p:to>
                                    </p:set>
                                    <p:anim calcmode="lin" valueType="num">
                                      <p:cBhvr additive="base">
                                        <p:cTn id="62" dur="500" fill="hold"/>
                                        <p:tgtEl>
                                          <p:spTgt spid="18508"/>
                                        </p:tgtEl>
                                        <p:attrNameLst>
                                          <p:attrName>ppt_x</p:attrName>
                                        </p:attrNameLst>
                                      </p:cBhvr>
                                      <p:tavLst>
                                        <p:tav tm="0">
                                          <p:val>
                                            <p:strVal val="#ppt_x"/>
                                          </p:val>
                                        </p:tav>
                                        <p:tav tm="100000">
                                          <p:val>
                                            <p:strVal val="#ppt_x"/>
                                          </p:val>
                                        </p:tav>
                                      </p:tavLst>
                                    </p:anim>
                                    <p:anim calcmode="lin" valueType="num">
                                      <p:cBhvr additive="base">
                                        <p:cTn id="63" dur="500" fill="hold"/>
                                        <p:tgtEl>
                                          <p:spTgt spid="18508"/>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grpId="0" nodeType="click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checkerboard(across)">
                                      <p:cBhvr>
                                        <p:cTn id="6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utoUpdateAnimBg="0"/>
      <p:bldP spid="18446" grpId="0" build="p" autoUpdateAnimBg="0"/>
      <p:bldP spid="18448" grpId="0"/>
      <p:bldP spid="18485" grpId="0" autoUpdateAnimBg="0"/>
      <p:bldP spid="18486" grpId="0" autoUpdateAnimBg="0"/>
      <p:bldP spid="18507" grpId="0"/>
      <p:bldP spid="18508" grpId="0"/>
      <p:bldP spid="40" grpId="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722313" y="404813"/>
            <a:ext cx="25130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zh-CN" altLang="en-US" sz="2400" b="1">
                <a:solidFill>
                  <a:schemeClr val="tx2"/>
                </a:solidFill>
                <a:latin typeface="Times New Roman" panose="02020603050405020304" pitchFamily="18" charset="0"/>
              </a:rPr>
              <a:t>库伏（</a:t>
            </a:r>
            <a:r>
              <a:rPr kumimoji="1" lang="en-US" altLang="zh-CN" sz="2400" b="1" i="1">
                <a:solidFill>
                  <a:srgbClr val="FF0000"/>
                </a:solidFill>
                <a:latin typeface="Times New Roman" panose="02020603050405020304" pitchFamily="18" charset="0"/>
                <a:sym typeface="Symbol" panose="05050102010706020507" pitchFamily="18" charset="2"/>
              </a:rPr>
              <a:t>q</a:t>
            </a:r>
            <a:r>
              <a:rPr kumimoji="1" lang="en-US" altLang="zh-CN" sz="2400" b="1">
                <a:solidFill>
                  <a:srgbClr val="FF0000"/>
                </a:solidFill>
                <a:latin typeface="Times New Roman" panose="02020603050405020304" pitchFamily="18" charset="0"/>
                <a:sym typeface="Symbol" panose="05050102010706020507" pitchFamily="18" charset="2"/>
              </a:rPr>
              <a:t>-</a:t>
            </a:r>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zh-CN" altLang="en-US" sz="2400" b="1">
                <a:latin typeface="Times New Roman" panose="02020603050405020304" pitchFamily="18" charset="0"/>
                <a:sym typeface="Symbol" panose="05050102010706020507" pitchFamily="18" charset="2"/>
              </a:rPr>
              <a:t>）</a:t>
            </a:r>
            <a:r>
              <a:rPr kumimoji="1" lang="zh-CN" altLang="en-US" sz="2400" b="1" i="1">
                <a:solidFill>
                  <a:schemeClr val="tx2"/>
                </a:solidFill>
                <a:latin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sym typeface="Symbol" panose="05050102010706020507" pitchFamily="18" charset="2"/>
              </a:rPr>
              <a:t>特性</a:t>
            </a:r>
            <a:endParaRPr kumimoji="1" lang="zh-CN" altLang="en-US" sz="2400" b="1">
              <a:solidFill>
                <a:schemeClr val="tx2"/>
              </a:solidFill>
              <a:latin typeface="Times New Roman" panose="02020603050405020304" pitchFamily="18" charset="0"/>
            </a:endParaRPr>
          </a:p>
        </p:txBody>
      </p:sp>
      <p:sp>
        <p:nvSpPr>
          <p:cNvPr id="22531" name="Rectangle 3"/>
          <p:cNvSpPr>
            <a:spLocks noChangeArrowheads="1"/>
          </p:cNvSpPr>
          <p:nvPr/>
        </p:nvSpPr>
        <p:spPr bwMode="auto">
          <a:xfrm>
            <a:off x="5499100" y="800100"/>
            <a:ext cx="2732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C  </a:t>
            </a:r>
            <a:r>
              <a:rPr kumimoji="1" lang="en-US" altLang="zh-CN" sz="2400" b="1">
                <a:solidFill>
                  <a:schemeClr val="tx2"/>
                </a:solidFill>
                <a:latin typeface="Times New Roman" panose="02020603050405020304" pitchFamily="18" charset="0"/>
                <a:sym typeface="Symbol" panose="05050102010706020507" pitchFamily="18" charset="2"/>
              </a:rPr>
              <a:t>  tan</a:t>
            </a:r>
            <a:r>
              <a:rPr kumimoji="1" lang="en-US" altLang="zh-CN" sz="2400" b="1" i="1">
                <a:solidFill>
                  <a:schemeClr val="tx2"/>
                </a:solidFill>
                <a:latin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sym typeface="Symbol" panose="05050102010706020507" pitchFamily="18" charset="2"/>
            </a:endParaRPr>
          </a:p>
        </p:txBody>
      </p:sp>
      <p:grpSp>
        <p:nvGrpSpPr>
          <p:cNvPr id="22532" name="Group 4"/>
          <p:cNvGrpSpPr>
            <a:grpSpLocks/>
          </p:cNvGrpSpPr>
          <p:nvPr/>
        </p:nvGrpSpPr>
        <p:grpSpPr bwMode="auto">
          <a:xfrm>
            <a:off x="3859213" y="0"/>
            <a:ext cx="1676400" cy="2057400"/>
            <a:chOff x="1837" y="528"/>
            <a:chExt cx="1056" cy="1296"/>
          </a:xfrm>
        </p:grpSpPr>
        <p:sp>
          <p:nvSpPr>
            <p:cNvPr id="22533" name="Line 5"/>
            <p:cNvSpPr>
              <a:spLocks noChangeShapeType="1"/>
            </p:cNvSpPr>
            <p:nvPr/>
          </p:nvSpPr>
          <p:spPr bwMode="auto">
            <a:xfrm flipV="1">
              <a:off x="1874" y="960"/>
              <a:ext cx="816" cy="72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534" name="Group 6"/>
            <p:cNvGrpSpPr>
              <a:grpSpLocks/>
            </p:cNvGrpSpPr>
            <p:nvPr/>
          </p:nvGrpSpPr>
          <p:grpSpPr bwMode="auto">
            <a:xfrm>
              <a:off x="1837" y="528"/>
              <a:ext cx="1056" cy="1296"/>
              <a:chOff x="336" y="1680"/>
              <a:chExt cx="1056" cy="1296"/>
            </a:xfrm>
          </p:grpSpPr>
          <p:grpSp>
            <p:nvGrpSpPr>
              <p:cNvPr id="22535" name="Group 7"/>
              <p:cNvGrpSpPr>
                <a:grpSpLocks/>
              </p:cNvGrpSpPr>
              <p:nvPr/>
            </p:nvGrpSpPr>
            <p:grpSpPr bwMode="auto">
              <a:xfrm>
                <a:off x="336" y="1872"/>
                <a:ext cx="1056" cy="1104"/>
                <a:chOff x="336" y="1872"/>
                <a:chExt cx="1056" cy="1104"/>
              </a:xfrm>
            </p:grpSpPr>
            <p:sp>
              <p:nvSpPr>
                <p:cNvPr id="22536" name="Line 8"/>
                <p:cNvSpPr>
                  <a:spLocks noChangeShapeType="1"/>
                </p:cNvSpPr>
                <p:nvPr/>
              </p:nvSpPr>
              <p:spPr bwMode="auto">
                <a:xfrm>
                  <a:off x="336" y="2544"/>
                  <a:ext cx="1056" cy="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7" name="Line 9"/>
                <p:cNvSpPr>
                  <a:spLocks noChangeShapeType="1"/>
                </p:cNvSpPr>
                <p:nvPr/>
              </p:nvSpPr>
              <p:spPr bwMode="auto">
                <a:xfrm flipV="1">
                  <a:off x="720" y="1872"/>
                  <a:ext cx="0" cy="1104"/>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38" name="Text Box 10"/>
              <p:cNvSpPr txBox="1">
                <a:spLocks noChangeArrowheads="1"/>
              </p:cNvSpPr>
              <p:nvPr/>
            </p:nvSpPr>
            <p:spPr bwMode="auto">
              <a:xfrm>
                <a:off x="412" y="168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sym typeface="Symbol" panose="05050102010706020507" pitchFamily="18" charset="2"/>
                  </a:rPr>
                  <a:t>q</a:t>
                </a:r>
                <a:endParaRPr kumimoji="1" lang="en-US" altLang="zh-CN" sz="2400" b="1">
                  <a:solidFill>
                    <a:schemeClr val="tx2"/>
                  </a:solidFill>
                  <a:latin typeface="Times New Roman" panose="02020603050405020304" pitchFamily="18" charset="0"/>
                </a:endParaRPr>
              </a:p>
            </p:txBody>
          </p:sp>
          <p:sp>
            <p:nvSpPr>
              <p:cNvPr id="22539" name="Text Box 11"/>
              <p:cNvSpPr txBox="1">
                <a:spLocks noChangeArrowheads="1"/>
              </p:cNvSpPr>
              <p:nvPr/>
            </p:nvSpPr>
            <p:spPr bwMode="auto">
              <a:xfrm>
                <a:off x="1161" y="2520"/>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rPr>
                  <a:t>u</a:t>
                </a:r>
                <a:endParaRPr kumimoji="1" lang="en-US" altLang="zh-CN" sz="2400" b="1">
                  <a:solidFill>
                    <a:schemeClr val="tx2"/>
                  </a:solidFill>
                  <a:latin typeface="Times New Roman" panose="02020603050405020304" pitchFamily="18" charset="0"/>
                </a:endParaRPr>
              </a:p>
            </p:txBody>
          </p:sp>
          <p:sp>
            <p:nvSpPr>
              <p:cNvPr id="22540" name="Text Box 12"/>
              <p:cNvSpPr txBox="1">
                <a:spLocks noChangeArrowheads="1"/>
              </p:cNvSpPr>
              <p:nvPr/>
            </p:nvSpPr>
            <p:spPr bwMode="auto">
              <a:xfrm>
                <a:off x="710" y="252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a:solidFill>
                      <a:schemeClr val="tx2"/>
                    </a:solidFill>
                    <a:latin typeface="Times New Roman" panose="02020603050405020304" pitchFamily="18" charset="0"/>
                  </a:rPr>
                  <a:t>0</a:t>
                </a:r>
              </a:p>
            </p:txBody>
          </p:sp>
        </p:grpSp>
        <p:sp>
          <p:nvSpPr>
            <p:cNvPr id="22541" name="Freeform 13"/>
            <p:cNvSpPr>
              <a:spLocks/>
            </p:cNvSpPr>
            <p:nvPr/>
          </p:nvSpPr>
          <p:spPr bwMode="auto">
            <a:xfrm>
              <a:off x="2357" y="1275"/>
              <a:ext cx="55" cy="117"/>
            </a:xfrm>
            <a:custGeom>
              <a:avLst/>
              <a:gdLst>
                <a:gd name="T0" fmla="*/ 0 w 55"/>
                <a:gd name="T1" fmla="*/ 0 h 117"/>
                <a:gd name="T2" fmla="*/ 48 w 55"/>
                <a:gd name="T3" fmla="*/ 45 h 117"/>
                <a:gd name="T4" fmla="*/ 45 w 55"/>
                <a:gd name="T5" fmla="*/ 117 h 117"/>
              </a:gdLst>
              <a:ahLst/>
              <a:cxnLst>
                <a:cxn ang="0">
                  <a:pos x="T0" y="T1"/>
                </a:cxn>
                <a:cxn ang="0">
                  <a:pos x="T2" y="T3"/>
                </a:cxn>
                <a:cxn ang="0">
                  <a:pos x="T4" y="T5"/>
                </a:cxn>
              </a:cxnLst>
              <a:rect l="0" t="0" r="r" b="b"/>
              <a:pathLst>
                <a:path w="55" h="117">
                  <a:moveTo>
                    <a:pt x="0" y="0"/>
                  </a:moveTo>
                  <a:cubicBezTo>
                    <a:pt x="8" y="7"/>
                    <a:pt x="41" y="25"/>
                    <a:pt x="48" y="45"/>
                  </a:cubicBezTo>
                  <a:cubicBezTo>
                    <a:pt x="55" y="65"/>
                    <a:pt x="46" y="102"/>
                    <a:pt x="45" y="117"/>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542" name="Text Box 14"/>
            <p:cNvSpPr txBox="1">
              <a:spLocks noChangeArrowheads="1"/>
            </p:cNvSpPr>
            <p:nvPr/>
          </p:nvSpPr>
          <p:spPr bwMode="auto">
            <a:xfrm>
              <a:off x="2210" y="1140"/>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rgbClr val="000000"/>
                  </a:solidFill>
                  <a:latin typeface="Times New Roman" panose="02020603050405020304" pitchFamily="18" charset="0"/>
                  <a:sym typeface="Symbol" panose="05050102010706020507" pitchFamily="18" charset="2"/>
                </a:rPr>
                <a:t></a:t>
              </a:r>
              <a:endParaRPr kumimoji="1" lang="en-US" altLang="zh-CN" sz="2400" b="1">
                <a:solidFill>
                  <a:srgbClr val="000000"/>
                </a:solidFill>
                <a:latin typeface="Times New Roman" panose="02020603050405020304" pitchFamily="18" charset="0"/>
              </a:endParaRPr>
            </a:p>
          </p:txBody>
        </p:sp>
      </p:grpSp>
      <p:sp>
        <p:nvSpPr>
          <p:cNvPr id="22543" name="Text Box 15"/>
          <p:cNvSpPr txBox="1">
            <a:spLocks noChangeArrowheads="1"/>
          </p:cNvSpPr>
          <p:nvPr/>
        </p:nvSpPr>
        <p:spPr bwMode="auto">
          <a:xfrm>
            <a:off x="323850" y="1989138"/>
            <a:ext cx="4222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a:solidFill>
                  <a:srgbClr val="FF0000"/>
                </a:solidFill>
                <a:latin typeface="Times New Roman" panose="02020603050405020304" pitchFamily="18" charset="0"/>
              </a:rPr>
              <a:t>2.  </a:t>
            </a:r>
            <a:r>
              <a:rPr kumimoji="1" lang="zh-CN" altLang="en-US" sz="2400" b="1">
                <a:solidFill>
                  <a:srgbClr val="FF0000"/>
                </a:solidFill>
                <a:latin typeface="Times New Roman" panose="02020603050405020304" pitchFamily="18" charset="0"/>
              </a:rPr>
              <a:t>线性电容的电压、电流关系</a:t>
            </a:r>
            <a:endParaRPr kumimoji="1" lang="zh-CN" altLang="en-US" sz="2400" b="1">
              <a:solidFill>
                <a:schemeClr val="tx2"/>
              </a:solidFill>
              <a:latin typeface="Times New Roman" panose="02020603050405020304" pitchFamily="18" charset="0"/>
            </a:endParaRPr>
          </a:p>
        </p:txBody>
      </p:sp>
      <p:grpSp>
        <p:nvGrpSpPr>
          <p:cNvPr id="22544" name="Group 16"/>
          <p:cNvGrpSpPr>
            <a:grpSpLocks/>
          </p:cNvGrpSpPr>
          <p:nvPr/>
        </p:nvGrpSpPr>
        <p:grpSpPr bwMode="auto">
          <a:xfrm>
            <a:off x="896938" y="2582863"/>
            <a:ext cx="1997075" cy="2636837"/>
            <a:chOff x="565" y="1627"/>
            <a:chExt cx="1258" cy="1661"/>
          </a:xfrm>
        </p:grpSpPr>
        <p:sp>
          <p:nvSpPr>
            <p:cNvPr id="22545" name="Text Box 17"/>
            <p:cNvSpPr txBox="1">
              <a:spLocks noChangeArrowheads="1"/>
            </p:cNvSpPr>
            <p:nvPr/>
          </p:nvSpPr>
          <p:spPr bwMode="auto">
            <a:xfrm>
              <a:off x="1579" y="2556"/>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i="1">
                  <a:solidFill>
                    <a:schemeClr val="tx2"/>
                  </a:solidFill>
                  <a:latin typeface="Times New Roman" panose="02020603050405020304" pitchFamily="18" charset="0"/>
                </a:rPr>
                <a:t>C</a:t>
              </a:r>
            </a:p>
          </p:txBody>
        </p:sp>
        <p:sp>
          <p:nvSpPr>
            <p:cNvPr id="22546" name="Text Box 18"/>
            <p:cNvSpPr txBox="1">
              <a:spLocks noChangeArrowheads="1"/>
            </p:cNvSpPr>
            <p:nvPr/>
          </p:nvSpPr>
          <p:spPr bwMode="auto">
            <a:xfrm>
              <a:off x="777" y="1627"/>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i</a:t>
              </a:r>
            </a:p>
          </p:txBody>
        </p:sp>
        <p:sp>
          <p:nvSpPr>
            <p:cNvPr id="22547" name="Text Box 19"/>
            <p:cNvSpPr txBox="1">
              <a:spLocks noChangeArrowheads="1"/>
            </p:cNvSpPr>
            <p:nvPr/>
          </p:nvSpPr>
          <p:spPr bwMode="auto">
            <a:xfrm>
              <a:off x="565" y="2488"/>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chemeClr val="tx2"/>
                  </a:solidFill>
                  <a:latin typeface="Times New Roman" panose="02020603050405020304" pitchFamily="18" charset="0"/>
                </a:rPr>
                <a:t>u</a:t>
              </a:r>
            </a:p>
          </p:txBody>
        </p:sp>
        <p:sp>
          <p:nvSpPr>
            <p:cNvPr id="22548" name="Rectangle 20"/>
            <p:cNvSpPr>
              <a:spLocks noChangeArrowheads="1"/>
            </p:cNvSpPr>
            <p:nvPr/>
          </p:nvSpPr>
          <p:spPr bwMode="auto">
            <a:xfrm>
              <a:off x="565" y="2093"/>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2520F2"/>
                  </a:solidFill>
                  <a:latin typeface="Times New Roman" panose="02020603050405020304" pitchFamily="18" charset="0"/>
                  <a:sym typeface="CommonBullets" pitchFamily="34" charset="2"/>
                </a:rPr>
                <a:t>+</a:t>
              </a:r>
            </a:p>
          </p:txBody>
        </p:sp>
        <p:sp>
          <p:nvSpPr>
            <p:cNvPr id="22549" name="Line 21"/>
            <p:cNvSpPr>
              <a:spLocks noChangeShapeType="1"/>
            </p:cNvSpPr>
            <p:nvPr/>
          </p:nvSpPr>
          <p:spPr bwMode="auto">
            <a:xfrm rot="5400000" flipH="1" flipV="1">
              <a:off x="975" y="2340"/>
              <a:ext cx="5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0" name="Line 22"/>
            <p:cNvSpPr>
              <a:spLocks noChangeShapeType="1"/>
            </p:cNvSpPr>
            <p:nvPr/>
          </p:nvSpPr>
          <p:spPr bwMode="auto">
            <a:xfrm rot="5400000">
              <a:off x="1032" y="3011"/>
              <a:ext cx="4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1" name="Oval 23"/>
            <p:cNvSpPr>
              <a:spLocks noChangeArrowheads="1"/>
            </p:cNvSpPr>
            <p:nvPr/>
          </p:nvSpPr>
          <p:spPr bwMode="auto">
            <a:xfrm rot="5400000">
              <a:off x="686" y="2002"/>
              <a:ext cx="91" cy="91"/>
            </a:xfrm>
            <a:prstGeom prst="ellipse">
              <a:avLst/>
            </a:prstGeom>
            <a:noFill/>
            <a:ln w="1905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52" name="Oval 24"/>
            <p:cNvSpPr>
              <a:spLocks noChangeArrowheads="1"/>
            </p:cNvSpPr>
            <p:nvPr/>
          </p:nvSpPr>
          <p:spPr bwMode="auto">
            <a:xfrm rot="5400000">
              <a:off x="686" y="3197"/>
              <a:ext cx="91" cy="91"/>
            </a:xfrm>
            <a:prstGeom prst="ellipse">
              <a:avLst/>
            </a:prstGeom>
            <a:noFill/>
            <a:ln w="1905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53" name="Rectangle 25"/>
            <p:cNvSpPr>
              <a:spLocks noChangeArrowheads="1"/>
            </p:cNvSpPr>
            <p:nvPr/>
          </p:nvSpPr>
          <p:spPr bwMode="auto">
            <a:xfrm>
              <a:off x="565" y="287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2520F2"/>
                  </a:solidFill>
                  <a:latin typeface="Times New Roman" panose="02020603050405020304" pitchFamily="18" charset="0"/>
                  <a:sym typeface="CommonBullets" pitchFamily="34" charset="2"/>
                </a:rPr>
                <a:t>–</a:t>
              </a:r>
            </a:p>
          </p:txBody>
        </p:sp>
        <p:sp>
          <p:nvSpPr>
            <p:cNvPr id="22554" name="Line 26"/>
            <p:cNvSpPr>
              <a:spLocks noChangeShapeType="1"/>
            </p:cNvSpPr>
            <p:nvPr/>
          </p:nvSpPr>
          <p:spPr bwMode="auto">
            <a:xfrm>
              <a:off x="777" y="3245"/>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5" name="Line 27"/>
            <p:cNvSpPr>
              <a:spLocks noChangeShapeType="1"/>
            </p:cNvSpPr>
            <p:nvPr/>
          </p:nvSpPr>
          <p:spPr bwMode="auto">
            <a:xfrm>
              <a:off x="777" y="2048"/>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6" name="Line 28"/>
            <p:cNvSpPr>
              <a:spLocks noChangeShapeType="1"/>
            </p:cNvSpPr>
            <p:nvPr/>
          </p:nvSpPr>
          <p:spPr bwMode="auto">
            <a:xfrm>
              <a:off x="740" y="1915"/>
              <a:ext cx="266"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557" name="Group 29"/>
            <p:cNvGrpSpPr>
              <a:grpSpLocks/>
            </p:cNvGrpSpPr>
            <p:nvPr/>
          </p:nvGrpSpPr>
          <p:grpSpPr bwMode="auto">
            <a:xfrm rot="-5400000">
              <a:off x="1200" y="2434"/>
              <a:ext cx="144" cy="539"/>
              <a:chOff x="3053" y="3083"/>
              <a:chExt cx="211" cy="576"/>
            </a:xfrm>
          </p:grpSpPr>
          <p:sp>
            <p:nvSpPr>
              <p:cNvPr id="22558" name="Line 30"/>
              <p:cNvSpPr>
                <a:spLocks noChangeShapeType="1"/>
              </p:cNvSpPr>
              <p:nvPr/>
            </p:nvSpPr>
            <p:spPr bwMode="auto">
              <a:xfrm>
                <a:off x="3053"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559" name="Line 31"/>
              <p:cNvSpPr>
                <a:spLocks noChangeShapeType="1"/>
              </p:cNvSpPr>
              <p:nvPr/>
            </p:nvSpPr>
            <p:spPr bwMode="auto">
              <a:xfrm>
                <a:off x="3264"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2560" name="Rectangle 32"/>
            <p:cNvSpPr>
              <a:spLocks noChangeArrowheads="1"/>
            </p:cNvSpPr>
            <p:nvPr/>
          </p:nvSpPr>
          <p:spPr bwMode="auto">
            <a:xfrm>
              <a:off x="1315" y="2343"/>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2520F2"/>
                  </a:solidFill>
                  <a:latin typeface="Times New Roman" panose="02020603050405020304" pitchFamily="18" charset="0"/>
                  <a:sym typeface="CommonBullets" pitchFamily="34" charset="2"/>
                </a:rPr>
                <a:t>+</a:t>
              </a:r>
            </a:p>
          </p:txBody>
        </p:sp>
        <p:sp>
          <p:nvSpPr>
            <p:cNvPr id="22561" name="Rectangle 33"/>
            <p:cNvSpPr>
              <a:spLocks noChangeArrowheads="1"/>
            </p:cNvSpPr>
            <p:nvPr/>
          </p:nvSpPr>
          <p:spPr bwMode="auto">
            <a:xfrm>
              <a:off x="1315" y="2781"/>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kumimoji="1" lang="en-US" altLang="zh-CN" sz="2400" b="1" i="1">
                  <a:solidFill>
                    <a:srgbClr val="2520F2"/>
                  </a:solidFill>
                  <a:latin typeface="Times New Roman" panose="02020603050405020304" pitchFamily="18" charset="0"/>
                  <a:sym typeface="CommonBullets" pitchFamily="34" charset="2"/>
                </a:rPr>
                <a:t>–</a:t>
              </a:r>
            </a:p>
          </p:txBody>
        </p:sp>
      </p:grpSp>
      <p:graphicFrame>
        <p:nvGraphicFramePr>
          <p:cNvPr id="22562" name="Object 34"/>
          <p:cNvGraphicFramePr>
            <a:graphicFrameLocks noChangeAspect="1"/>
          </p:cNvGraphicFramePr>
          <p:nvPr/>
        </p:nvGraphicFramePr>
        <p:xfrm>
          <a:off x="2843808" y="2627313"/>
          <a:ext cx="2003425" cy="874712"/>
        </p:xfrm>
        <a:graphic>
          <a:graphicData uri="http://schemas.openxmlformats.org/presentationml/2006/ole">
            <mc:AlternateContent xmlns:mc="http://schemas.openxmlformats.org/markup-compatibility/2006">
              <mc:Choice xmlns:v="urn:schemas-microsoft-com:vml" Requires="v">
                <p:oleObj name="公式" r:id="rId3" imgW="927000" imgH="406080" progId="Equation.3">
                  <p:embed/>
                </p:oleObj>
              </mc:Choice>
              <mc:Fallback>
                <p:oleObj name="公式" r:id="rId3" imgW="927000" imgH="406080" progId="Equation.3">
                  <p:embed/>
                  <p:pic>
                    <p:nvPicPr>
                      <p:cNvPr id="22562"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2627313"/>
                        <a:ext cx="2003425" cy="874712"/>
                      </a:xfrm>
                      <a:prstGeom prst="rect">
                        <a:avLst/>
                      </a:prstGeom>
                      <a:solidFill>
                        <a:srgbClr val="FFCC99"/>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63" name="Text Box 35"/>
          <p:cNvSpPr txBox="1">
            <a:spLocks noChangeArrowheads="1"/>
          </p:cNvSpPr>
          <p:nvPr/>
        </p:nvSpPr>
        <p:spPr bwMode="auto">
          <a:xfrm>
            <a:off x="3565525" y="36957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1" lang="zh-CN" altLang="zh-CN" sz="2400" b="1">
              <a:solidFill>
                <a:schemeClr val="tx2"/>
              </a:solidFill>
              <a:latin typeface="Times New Roman" panose="02020603050405020304" pitchFamily="18" charset="0"/>
              <a:sym typeface="Symbol" panose="05050102010706020507" pitchFamily="18" charset="2"/>
            </a:endParaRPr>
          </a:p>
        </p:txBody>
      </p:sp>
      <p:graphicFrame>
        <p:nvGraphicFramePr>
          <p:cNvPr id="22564" name="Object 36"/>
          <p:cNvGraphicFramePr>
            <a:graphicFrameLocks noChangeAspect="1"/>
          </p:cNvGraphicFramePr>
          <p:nvPr/>
        </p:nvGraphicFramePr>
        <p:xfrm>
          <a:off x="3297238" y="3582988"/>
          <a:ext cx="1946275" cy="815975"/>
        </p:xfrm>
        <a:graphic>
          <a:graphicData uri="http://schemas.openxmlformats.org/presentationml/2006/ole">
            <mc:AlternateContent xmlns:mc="http://schemas.openxmlformats.org/markup-compatibility/2006">
              <mc:Choice xmlns:v="urn:schemas-microsoft-com:vml" Requires="v">
                <p:oleObj name="公式" r:id="rId5" imgW="965160" imgH="406080" progId="Equation.3">
                  <p:embed/>
                </p:oleObj>
              </mc:Choice>
              <mc:Fallback>
                <p:oleObj name="公式" r:id="rId5" imgW="965160" imgH="406080" progId="Equation.3">
                  <p:embed/>
                  <p:pic>
                    <p:nvPicPr>
                      <p:cNvPr id="22564"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7238" y="3582988"/>
                        <a:ext cx="1946275"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65" name="Text Box 37"/>
          <p:cNvSpPr txBox="1">
            <a:spLocks noChangeArrowheads="1"/>
          </p:cNvSpPr>
          <p:nvPr/>
        </p:nvSpPr>
        <p:spPr bwMode="auto">
          <a:xfrm>
            <a:off x="3051175" y="489585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1" lang="zh-CN" altLang="zh-CN" sz="2400" b="1">
              <a:solidFill>
                <a:schemeClr val="tx2"/>
              </a:solidFill>
              <a:latin typeface="Times New Roman" panose="02020603050405020304" pitchFamily="18" charset="0"/>
              <a:sym typeface="Symbol" panose="05050102010706020507" pitchFamily="18" charset="2"/>
            </a:endParaRPr>
          </a:p>
        </p:txBody>
      </p:sp>
      <p:graphicFrame>
        <p:nvGraphicFramePr>
          <p:cNvPr id="22566" name="Object 38"/>
          <p:cNvGraphicFramePr>
            <a:graphicFrameLocks noChangeAspect="1"/>
          </p:cNvGraphicFramePr>
          <p:nvPr/>
        </p:nvGraphicFramePr>
        <p:xfrm>
          <a:off x="3276600" y="5370513"/>
          <a:ext cx="2524125" cy="725487"/>
        </p:xfrm>
        <a:graphic>
          <a:graphicData uri="http://schemas.openxmlformats.org/presentationml/2006/ole">
            <mc:AlternateContent xmlns:mc="http://schemas.openxmlformats.org/markup-compatibility/2006">
              <mc:Choice xmlns:v="urn:schemas-microsoft-com:vml" Requires="v">
                <p:oleObj name="公式" r:id="rId7" imgW="1231560" imgH="355320" progId="Equation.3">
                  <p:embed/>
                </p:oleObj>
              </mc:Choice>
              <mc:Fallback>
                <p:oleObj name="公式" r:id="rId7" imgW="1231560" imgH="355320" progId="Equation.3">
                  <p:embed/>
                  <p:pic>
                    <p:nvPicPr>
                      <p:cNvPr id="22566"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5370513"/>
                        <a:ext cx="2524125" cy="72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67" name="Object 39"/>
          <p:cNvGraphicFramePr>
            <a:graphicFrameLocks noChangeAspect="1"/>
          </p:cNvGraphicFramePr>
          <p:nvPr/>
        </p:nvGraphicFramePr>
        <p:xfrm>
          <a:off x="2741613" y="4456113"/>
          <a:ext cx="3046412" cy="815975"/>
        </p:xfrm>
        <a:graphic>
          <a:graphicData uri="http://schemas.openxmlformats.org/presentationml/2006/ole">
            <mc:AlternateContent xmlns:mc="http://schemas.openxmlformats.org/markup-compatibility/2006">
              <mc:Choice xmlns:v="urn:schemas-microsoft-com:vml" Requires="v">
                <p:oleObj name="公式" r:id="rId9" imgW="1511280" imgH="406080" progId="Equation.3">
                  <p:embed/>
                </p:oleObj>
              </mc:Choice>
              <mc:Fallback>
                <p:oleObj name="公式" r:id="rId9" imgW="1511280" imgH="406080" progId="Equation.3">
                  <p:embed/>
                  <p:pic>
                    <p:nvPicPr>
                      <p:cNvPr id="22567" name="Object 39"/>
                      <p:cNvPicPr>
                        <a:picLocks noChangeAspect="1" noChangeArrowheads="1"/>
                      </p:cNvPicPr>
                      <p:nvPr/>
                    </p:nvPicPr>
                    <p:blipFill>
                      <a:blip r:embed="rId10"/>
                      <a:srcRect/>
                      <a:stretch>
                        <a:fillRect/>
                      </a:stretch>
                    </p:blipFill>
                    <p:spPr bwMode="auto">
                      <a:xfrm>
                        <a:off x="2741613" y="4456113"/>
                        <a:ext cx="3046412" cy="815975"/>
                      </a:xfrm>
                      <a:prstGeom prst="rect">
                        <a:avLst/>
                      </a:prstGeom>
                      <a:solidFill>
                        <a:srgbClr val="FFCC99"/>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68" name="Object 40"/>
          <p:cNvGraphicFramePr>
            <a:graphicFrameLocks noChangeAspect="1"/>
          </p:cNvGraphicFramePr>
          <p:nvPr/>
        </p:nvGraphicFramePr>
        <p:xfrm>
          <a:off x="5192713" y="3603625"/>
          <a:ext cx="2765425" cy="815975"/>
        </p:xfrm>
        <a:graphic>
          <a:graphicData uri="http://schemas.openxmlformats.org/presentationml/2006/ole">
            <mc:AlternateContent xmlns:mc="http://schemas.openxmlformats.org/markup-compatibility/2006">
              <mc:Choice xmlns:v="urn:schemas-microsoft-com:vml" Requires="v">
                <p:oleObj name="公式" r:id="rId11" imgW="1371600" imgH="406080" progId="Equation.3">
                  <p:embed/>
                </p:oleObj>
              </mc:Choice>
              <mc:Fallback>
                <p:oleObj name="公式" r:id="rId11" imgW="1371600" imgH="406080" progId="Equation.3">
                  <p:embed/>
                  <p:pic>
                    <p:nvPicPr>
                      <p:cNvPr id="22568" name="Object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92713" y="3603625"/>
                        <a:ext cx="2765425"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p:cNvSpPr txBox="1"/>
          <p:nvPr/>
        </p:nvSpPr>
        <p:spPr>
          <a:xfrm>
            <a:off x="4870942" y="2722046"/>
            <a:ext cx="3935693" cy="646331"/>
          </a:xfrm>
          <a:prstGeom prst="rect">
            <a:avLst/>
          </a:prstGeom>
          <a:noFill/>
        </p:spPr>
        <p:txBody>
          <a:bodyPr wrap="none" rtlCol="0">
            <a:spAutoFit/>
          </a:bodyPr>
          <a:lstStyle/>
          <a:p>
            <a:pPr marL="285750" indent="-285750">
              <a:buFont typeface="Arial" panose="020B0604020202020204" pitchFamily="34" charset="0"/>
              <a:buChar char="•"/>
            </a:pPr>
            <a:r>
              <a:rPr lang="zh-CN" altLang="en-US" dirty="0"/>
              <a:t>电容中的电流与电压变化率成正比</a:t>
            </a:r>
            <a:endParaRPr lang="en-US" altLang="zh-CN" dirty="0"/>
          </a:p>
          <a:p>
            <a:pPr marL="285750" indent="-285750">
              <a:buFont typeface="Arial" panose="020B0604020202020204" pitchFamily="34" charset="0"/>
              <a:buChar char="•"/>
            </a:pPr>
            <a:r>
              <a:rPr lang="zh-CN" altLang="en-US" dirty="0"/>
              <a:t>电容中变化的电压才能形成电流</a:t>
            </a:r>
          </a:p>
        </p:txBody>
      </p:sp>
      <p:sp>
        <p:nvSpPr>
          <p:cNvPr id="3" name="文本框 2"/>
          <p:cNvSpPr txBox="1"/>
          <p:nvPr/>
        </p:nvSpPr>
        <p:spPr>
          <a:xfrm>
            <a:off x="679490" y="5686060"/>
            <a:ext cx="1107996" cy="369332"/>
          </a:xfrm>
          <a:prstGeom prst="rect">
            <a:avLst/>
          </a:prstGeom>
          <a:noFill/>
        </p:spPr>
        <p:txBody>
          <a:bodyPr wrap="none" rtlCol="0">
            <a:spAutoFit/>
          </a:bodyPr>
          <a:lstStyle/>
          <a:p>
            <a:r>
              <a:rPr lang="zh-CN" altLang="en-US" dirty="0"/>
              <a:t>动态元件</a:t>
            </a:r>
          </a:p>
        </p:txBody>
      </p:sp>
      <p:sp>
        <p:nvSpPr>
          <p:cNvPr id="5" name="线形标注 1(无边框) 4"/>
          <p:cNvSpPr/>
          <p:nvPr/>
        </p:nvSpPr>
        <p:spPr bwMode="auto">
          <a:xfrm>
            <a:off x="6375439" y="5219701"/>
            <a:ext cx="914400" cy="612648"/>
          </a:xfrm>
          <a:prstGeom prst="callout1">
            <a:avLst>
              <a:gd name="adj1" fmla="val 35971"/>
              <a:gd name="adj2" fmla="val 3205"/>
              <a:gd name="adj3" fmla="val 3430"/>
              <a:gd name="adj4" fmla="val -254680"/>
            </a:avLst>
          </a:prstGeom>
          <a:noFill/>
          <a:ln w="22225">
            <a:solidFill>
              <a:srgbClr val="0070C0"/>
            </a:solidFill>
            <a:headEnd w="sm"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初始电压</a:t>
            </a:r>
          </a:p>
        </p:txBody>
      </p:sp>
      <p:sp>
        <p:nvSpPr>
          <p:cNvPr id="45" name="文本框 44"/>
          <p:cNvSpPr txBox="1"/>
          <p:nvPr/>
        </p:nvSpPr>
        <p:spPr>
          <a:xfrm>
            <a:off x="661681" y="6077744"/>
            <a:ext cx="1107996" cy="369332"/>
          </a:xfrm>
          <a:prstGeom prst="rect">
            <a:avLst/>
          </a:prstGeom>
          <a:noFill/>
        </p:spPr>
        <p:txBody>
          <a:bodyPr wrap="none" rtlCol="0">
            <a:spAutoFit/>
          </a:bodyPr>
          <a:lstStyle/>
          <a:p>
            <a:r>
              <a:rPr lang="zh-CN" altLang="en-US" dirty="0"/>
              <a:t>记忆元件</a:t>
            </a:r>
          </a:p>
        </p:txBody>
      </p:sp>
      <p:sp>
        <p:nvSpPr>
          <p:cNvPr id="6" name="文本框 5"/>
          <p:cNvSpPr txBox="1"/>
          <p:nvPr/>
        </p:nvSpPr>
        <p:spPr>
          <a:xfrm>
            <a:off x="679490" y="2371363"/>
            <a:ext cx="1569660" cy="369332"/>
          </a:xfrm>
          <a:prstGeom prst="rect">
            <a:avLst/>
          </a:prstGeom>
          <a:noFill/>
        </p:spPr>
        <p:txBody>
          <a:bodyPr wrap="none" rtlCol="0">
            <a:spAutoFit/>
          </a:bodyPr>
          <a:lstStyle/>
          <a:p>
            <a:r>
              <a:rPr lang="zh-CN" altLang="en-US" dirty="0"/>
              <a:t>关联参考方向</a:t>
            </a:r>
          </a:p>
        </p:txBody>
      </p:sp>
    </p:spTree>
    <p:extLst>
      <p:ext uri="{BB962C8B-B14F-4D97-AF65-F5344CB8AC3E}">
        <p14:creationId xmlns:p14="http://schemas.microsoft.com/office/powerpoint/2010/main" val="869445139"/>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checkerboard(across)">
                                      <p:cBhvr>
                                        <p:cTn id="7" dur="500"/>
                                        <p:tgtEl>
                                          <p:spTgt spid="22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532"/>
                                        </p:tgtEl>
                                        <p:attrNameLst>
                                          <p:attrName>style.visibility</p:attrName>
                                        </p:attrNameLst>
                                      </p:cBhvr>
                                      <p:to>
                                        <p:strVal val="visible"/>
                                      </p:to>
                                    </p:set>
                                    <p:animEffect transition="in" filter="wipe(left)">
                                      <p:cBhvr>
                                        <p:cTn id="12" dur="500"/>
                                        <p:tgtEl>
                                          <p:spTgt spid="225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2531"/>
                                        </p:tgtEl>
                                        <p:attrNameLst>
                                          <p:attrName>style.visibility</p:attrName>
                                        </p:attrNameLst>
                                      </p:cBhvr>
                                      <p:to>
                                        <p:strVal val="visible"/>
                                      </p:to>
                                    </p:set>
                                    <p:anim calcmode="lin" valueType="num">
                                      <p:cBhvr additive="base">
                                        <p:cTn id="17" dur="500" fill="hold"/>
                                        <p:tgtEl>
                                          <p:spTgt spid="22531"/>
                                        </p:tgtEl>
                                        <p:attrNameLst>
                                          <p:attrName>ppt_x</p:attrName>
                                        </p:attrNameLst>
                                      </p:cBhvr>
                                      <p:tavLst>
                                        <p:tav tm="0">
                                          <p:val>
                                            <p:strVal val="1+#ppt_w/2"/>
                                          </p:val>
                                        </p:tav>
                                        <p:tav tm="100000">
                                          <p:val>
                                            <p:strVal val="#ppt_x"/>
                                          </p:val>
                                        </p:tav>
                                      </p:tavLst>
                                    </p:anim>
                                    <p:anim calcmode="lin" valueType="num">
                                      <p:cBhvr additive="base">
                                        <p:cTn id="18" dur="500" fill="hold"/>
                                        <p:tgtEl>
                                          <p:spTgt spid="2253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2543"/>
                                        </p:tgtEl>
                                        <p:attrNameLst>
                                          <p:attrName>style.visibility</p:attrName>
                                        </p:attrNameLst>
                                      </p:cBhvr>
                                      <p:to>
                                        <p:strVal val="visible"/>
                                      </p:to>
                                    </p:set>
                                    <p:animEffect transition="in" filter="checkerboard(across)">
                                      <p:cBhvr>
                                        <p:cTn id="23" dur="500"/>
                                        <p:tgtEl>
                                          <p:spTgt spid="2254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2544"/>
                                        </p:tgtEl>
                                        <p:attrNameLst>
                                          <p:attrName>style.visibility</p:attrName>
                                        </p:attrNameLst>
                                      </p:cBhvr>
                                      <p:to>
                                        <p:strVal val="visible"/>
                                      </p:to>
                                    </p:set>
                                    <p:animEffect transition="in" filter="wipe(left)">
                                      <p:cBhvr>
                                        <p:cTn id="28" dur="500"/>
                                        <p:tgtEl>
                                          <p:spTgt spid="2254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22562"/>
                                        </p:tgtEl>
                                        <p:attrNameLst>
                                          <p:attrName>style.visibility</p:attrName>
                                        </p:attrNameLst>
                                      </p:cBhvr>
                                      <p:to>
                                        <p:strVal val="visible"/>
                                      </p:to>
                                    </p:set>
                                    <p:animEffect transition="in" filter="dissolve">
                                      <p:cBhvr>
                                        <p:cTn id="33" dur="500"/>
                                        <p:tgtEl>
                                          <p:spTgt spid="2256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2564"/>
                                        </p:tgtEl>
                                        <p:attrNameLst>
                                          <p:attrName>style.visibility</p:attrName>
                                        </p:attrNameLst>
                                      </p:cBhvr>
                                      <p:to>
                                        <p:strVal val="visible"/>
                                      </p:to>
                                    </p:set>
                                    <p:animEffect transition="in" filter="wipe(left)">
                                      <p:cBhvr>
                                        <p:cTn id="46" dur="500"/>
                                        <p:tgtEl>
                                          <p:spTgt spid="2256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2568"/>
                                        </p:tgtEl>
                                        <p:attrNameLst>
                                          <p:attrName>style.visibility</p:attrName>
                                        </p:attrNameLst>
                                      </p:cBhvr>
                                      <p:to>
                                        <p:strVal val="visible"/>
                                      </p:to>
                                    </p:set>
                                    <p:animEffect transition="in" filter="wipe(left)">
                                      <p:cBhvr>
                                        <p:cTn id="51" dur="500"/>
                                        <p:tgtEl>
                                          <p:spTgt spid="2256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2567"/>
                                        </p:tgtEl>
                                        <p:attrNameLst>
                                          <p:attrName>style.visibility</p:attrName>
                                        </p:attrNameLst>
                                      </p:cBhvr>
                                      <p:to>
                                        <p:strVal val="visible"/>
                                      </p:to>
                                    </p:set>
                                    <p:animEffect transition="in" filter="wipe(left)">
                                      <p:cBhvr>
                                        <p:cTn id="56" dur="500"/>
                                        <p:tgtEl>
                                          <p:spTgt spid="22567"/>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2566"/>
                                        </p:tgtEl>
                                        <p:attrNameLst>
                                          <p:attrName>style.visibility</p:attrName>
                                        </p:attrNameLst>
                                      </p:cBhvr>
                                      <p:to>
                                        <p:strVal val="visible"/>
                                      </p:to>
                                    </p:set>
                                    <p:animEffect transition="in" filter="wipe(left)">
                                      <p:cBhvr>
                                        <p:cTn id="69" dur="500"/>
                                        <p:tgtEl>
                                          <p:spTgt spid="22566"/>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p:bldP spid="22531" grpId="0" autoUpdateAnimBg="0"/>
      <p:bldP spid="22543" grpId="0" autoUpdateAnimBg="0"/>
      <p:bldP spid="2" grpId="0"/>
      <p:bldP spid="3" grpId="0"/>
      <p:bldP spid="5" grpId="0" animBg="1"/>
      <p:bldP spid="45" grpId="0"/>
      <p:bldP spid="6"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23850" y="260648"/>
            <a:ext cx="48958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zh-CN" altLang="en-US" sz="2800" b="1">
                <a:solidFill>
                  <a:srgbClr val="FF0000"/>
                </a:solidFill>
                <a:latin typeface="华文行楷" panose="02010800040101010101" pitchFamily="2" charset="-122"/>
                <a:ea typeface="华文行楷" panose="02010800040101010101" pitchFamily="2" charset="-122"/>
              </a:rPr>
              <a:t>电容的电压</a:t>
            </a:r>
            <a:r>
              <a:rPr kumimoji="1" lang="en-US" altLang="zh-CN" sz="2800" b="1">
                <a:solidFill>
                  <a:srgbClr val="FF0000"/>
                </a:solidFill>
                <a:latin typeface="华文行楷" panose="02010800040101010101" pitchFamily="2" charset="-122"/>
                <a:ea typeface="华文行楷" panose="02010800040101010101" pitchFamily="2" charset="-122"/>
              </a:rPr>
              <a:t>-</a:t>
            </a:r>
            <a:r>
              <a:rPr kumimoji="1" lang="zh-CN" altLang="en-US" sz="2800" b="1">
                <a:solidFill>
                  <a:srgbClr val="FF0000"/>
                </a:solidFill>
                <a:latin typeface="华文行楷" panose="02010800040101010101" pitchFamily="2" charset="-122"/>
                <a:ea typeface="华文行楷" panose="02010800040101010101" pitchFamily="2" charset="-122"/>
              </a:rPr>
              <a:t>电流关系小结：</a:t>
            </a:r>
          </a:p>
        </p:txBody>
      </p:sp>
      <p:sp>
        <p:nvSpPr>
          <p:cNvPr id="24579" name="Text Box 3"/>
          <p:cNvSpPr txBox="1">
            <a:spLocks noChangeArrowheads="1"/>
          </p:cNvSpPr>
          <p:nvPr/>
        </p:nvSpPr>
        <p:spPr bwMode="auto">
          <a:xfrm>
            <a:off x="388169" y="1070728"/>
            <a:ext cx="733025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eaLnBrk="0" hangingPunct="0">
              <a:spcBef>
                <a:spcPct val="50000"/>
              </a:spcBef>
            </a:pPr>
            <a:r>
              <a:rPr kumimoji="1" lang="en-US" altLang="zh-CN" sz="2400" b="1" dirty="0">
                <a:solidFill>
                  <a:schemeClr val="tx2"/>
                </a:solidFill>
                <a:latin typeface="宋体" panose="02010600030101010101" pitchFamily="2" charset="-122"/>
                <a:ea typeface="宋体" panose="02010600030101010101" pitchFamily="2" charset="-122"/>
              </a:rPr>
              <a:t>(1) </a:t>
            </a:r>
            <a:r>
              <a:rPr kumimoji="1" lang="en-US" altLang="zh-CN" sz="2400" b="1" i="1" dirty="0" err="1">
                <a:solidFill>
                  <a:schemeClr val="tx2"/>
                </a:solidFill>
                <a:latin typeface="宋体" panose="02010600030101010101" pitchFamily="2" charset="-122"/>
                <a:ea typeface="宋体" panose="02010600030101010101" pitchFamily="2" charset="-122"/>
              </a:rPr>
              <a:t>i</a:t>
            </a:r>
            <a:r>
              <a:rPr kumimoji="1" lang="zh-CN" altLang="zh-CN" sz="2400" b="1" dirty="0">
                <a:solidFill>
                  <a:schemeClr val="tx2"/>
                </a:solidFill>
                <a:latin typeface="宋体" panose="02010600030101010101" pitchFamily="2" charset="-122"/>
                <a:ea typeface="宋体" panose="02010600030101010101" pitchFamily="2" charset="-122"/>
              </a:rPr>
              <a:t>的大小与</a:t>
            </a:r>
            <a:r>
              <a:rPr kumimoji="1" lang="en-US" altLang="zh-CN" sz="2400" b="1" i="1" dirty="0">
                <a:solidFill>
                  <a:schemeClr val="tx2"/>
                </a:solidFill>
                <a:latin typeface="宋体" panose="02010600030101010101" pitchFamily="2" charset="-122"/>
                <a:ea typeface="宋体" panose="02010600030101010101" pitchFamily="2" charset="-122"/>
              </a:rPr>
              <a:t>u</a:t>
            </a:r>
            <a:r>
              <a:rPr kumimoji="1" lang="zh-CN" altLang="zh-CN" sz="2400" b="1" dirty="0">
                <a:solidFill>
                  <a:schemeClr val="tx2"/>
                </a:solidFill>
                <a:latin typeface="宋体" panose="02010600030101010101" pitchFamily="2" charset="-122"/>
                <a:ea typeface="宋体" panose="02010600030101010101" pitchFamily="2" charset="-122"/>
              </a:rPr>
              <a:t>的</a:t>
            </a:r>
            <a:r>
              <a:rPr kumimoji="1" lang="zh-CN" altLang="zh-CN" sz="2400" b="1" dirty="0">
                <a:solidFill>
                  <a:srgbClr val="FF0000"/>
                </a:solidFill>
                <a:latin typeface="宋体" panose="02010600030101010101" pitchFamily="2" charset="-122"/>
                <a:ea typeface="宋体" panose="02010600030101010101" pitchFamily="2" charset="-122"/>
              </a:rPr>
              <a:t>变化率成正比</a:t>
            </a:r>
            <a:r>
              <a:rPr kumimoji="1" lang="zh-CN" altLang="zh-CN" sz="2400" b="1" dirty="0">
                <a:solidFill>
                  <a:schemeClr val="tx2"/>
                </a:solidFill>
                <a:latin typeface="宋体" panose="02010600030101010101" pitchFamily="2" charset="-122"/>
                <a:ea typeface="宋体" panose="02010600030101010101" pitchFamily="2" charset="-122"/>
              </a:rPr>
              <a:t>，与</a:t>
            </a:r>
            <a:r>
              <a:rPr kumimoji="1" lang="en-US" altLang="zh-CN" sz="2400" b="1" i="1" dirty="0">
                <a:solidFill>
                  <a:schemeClr val="tx2"/>
                </a:solidFill>
                <a:latin typeface="宋体" panose="02010600030101010101" pitchFamily="2" charset="-122"/>
                <a:ea typeface="宋体" panose="02010600030101010101" pitchFamily="2" charset="-122"/>
              </a:rPr>
              <a:t>u</a:t>
            </a:r>
            <a:r>
              <a:rPr kumimoji="1" lang="zh-CN" altLang="zh-CN" sz="2400" b="1" dirty="0">
                <a:solidFill>
                  <a:schemeClr val="tx2"/>
                </a:solidFill>
                <a:latin typeface="宋体" panose="02010600030101010101" pitchFamily="2" charset="-122"/>
                <a:ea typeface="宋体" panose="02010600030101010101" pitchFamily="2" charset="-122"/>
              </a:rPr>
              <a:t>的大小无关；</a:t>
            </a:r>
            <a:endParaRPr kumimoji="1" lang="zh-CN" altLang="en-US" sz="2400" b="1" dirty="0">
              <a:solidFill>
                <a:schemeClr val="tx2"/>
              </a:solidFill>
              <a:latin typeface="宋体" panose="02010600030101010101" pitchFamily="2" charset="-122"/>
              <a:ea typeface="宋体" panose="02010600030101010101" pitchFamily="2" charset="-122"/>
            </a:endParaRPr>
          </a:p>
        </p:txBody>
      </p:sp>
      <p:sp>
        <p:nvSpPr>
          <p:cNvPr id="24580" name="Text Box 4"/>
          <p:cNvSpPr txBox="1">
            <a:spLocks noChangeArrowheads="1"/>
          </p:cNvSpPr>
          <p:nvPr/>
        </p:nvSpPr>
        <p:spPr bwMode="auto">
          <a:xfrm>
            <a:off x="590550" y="3100685"/>
            <a:ext cx="6096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dirty="0">
                <a:solidFill>
                  <a:schemeClr val="tx2"/>
                </a:solidFill>
                <a:latin typeface="宋体" panose="02010600030101010101" pitchFamily="2" charset="-122"/>
                <a:ea typeface="宋体" panose="02010600030101010101" pitchFamily="2" charset="-122"/>
              </a:rPr>
              <a:t>(3)</a:t>
            </a:r>
            <a:r>
              <a:rPr kumimoji="1" lang="zh-CN" altLang="en-US" sz="2400" b="1" dirty="0">
                <a:solidFill>
                  <a:schemeClr val="tx2"/>
                </a:solidFill>
                <a:latin typeface="宋体" panose="02010600030101010101" pitchFamily="2" charset="-122"/>
                <a:ea typeface="宋体" panose="02010600030101010101" pitchFamily="2" charset="-122"/>
              </a:rPr>
              <a:t>电容元件是一种记忆元件</a:t>
            </a:r>
          </a:p>
        </p:txBody>
      </p:sp>
      <p:sp>
        <p:nvSpPr>
          <p:cNvPr id="24581" name="Text Box 5"/>
          <p:cNvSpPr txBox="1">
            <a:spLocks noChangeArrowheads="1"/>
          </p:cNvSpPr>
          <p:nvPr/>
        </p:nvSpPr>
        <p:spPr bwMode="auto">
          <a:xfrm>
            <a:off x="596900" y="1648123"/>
            <a:ext cx="7010400"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50000"/>
              </a:lnSpc>
              <a:spcBef>
                <a:spcPct val="50000"/>
              </a:spcBef>
            </a:pPr>
            <a:r>
              <a:rPr kumimoji="1" lang="en-US" altLang="zh-CN" sz="2400" b="1" dirty="0">
                <a:solidFill>
                  <a:schemeClr val="tx2"/>
                </a:solidFill>
                <a:latin typeface="Times New Roman" panose="02020603050405020304" pitchFamily="18" charset="0"/>
              </a:rPr>
              <a:t>(2) </a:t>
            </a:r>
            <a:r>
              <a:rPr kumimoji="1" lang="zh-CN" altLang="en-US" sz="2400" b="1" dirty="0">
                <a:solidFill>
                  <a:schemeClr val="tx2"/>
                </a:solidFill>
                <a:latin typeface="Times New Roman" panose="02020603050405020304" pitchFamily="18" charset="0"/>
              </a:rPr>
              <a:t>当 </a:t>
            </a:r>
            <a:r>
              <a:rPr kumimoji="1" lang="en-US" altLang="zh-CN" sz="2400" b="1" i="1" dirty="0">
                <a:solidFill>
                  <a:schemeClr val="tx2"/>
                </a:solidFill>
                <a:latin typeface="Times New Roman" panose="02020603050405020304" pitchFamily="18" charset="0"/>
              </a:rPr>
              <a:t>u </a:t>
            </a:r>
            <a:r>
              <a:rPr kumimoji="1" lang="zh-CN" altLang="en-US" sz="2400" b="1" dirty="0">
                <a:solidFill>
                  <a:schemeClr val="tx2"/>
                </a:solidFill>
                <a:latin typeface="Times New Roman" panose="02020603050405020304" pitchFamily="18" charset="0"/>
              </a:rPr>
              <a:t>为常数</a:t>
            </a:r>
            <a:r>
              <a:rPr kumimoji="1" lang="en-US" altLang="zh-CN" sz="2400" b="1" dirty="0">
                <a:solidFill>
                  <a:schemeClr val="tx2"/>
                </a:solidFill>
                <a:latin typeface="Times New Roman" panose="02020603050405020304" pitchFamily="18" charset="0"/>
              </a:rPr>
              <a:t>(</a:t>
            </a:r>
            <a:r>
              <a:rPr kumimoji="1" lang="zh-CN" altLang="en-US" sz="2400" b="1" dirty="0">
                <a:solidFill>
                  <a:schemeClr val="tx2"/>
                </a:solidFill>
                <a:latin typeface="Times New Roman" panose="02020603050405020304" pitchFamily="18" charset="0"/>
              </a:rPr>
              <a:t>直流</a:t>
            </a:r>
            <a:r>
              <a:rPr kumimoji="1" lang="en-US" altLang="zh-CN" sz="2400" b="1" dirty="0">
                <a:solidFill>
                  <a:schemeClr val="tx2"/>
                </a:solidFill>
                <a:latin typeface="Times New Roman" panose="02020603050405020304" pitchFamily="18" charset="0"/>
              </a:rPr>
              <a:t>)</a:t>
            </a:r>
            <a:r>
              <a:rPr kumimoji="1" lang="zh-CN" altLang="en-US" sz="2400" b="1" dirty="0">
                <a:solidFill>
                  <a:schemeClr val="tx2"/>
                </a:solidFill>
                <a:latin typeface="Times New Roman" panose="02020603050405020304" pitchFamily="18" charset="0"/>
              </a:rPr>
              <a:t>时，</a:t>
            </a:r>
            <a:r>
              <a:rPr kumimoji="1" lang="en-US" altLang="zh-CN" sz="2400" b="1" dirty="0">
                <a:solidFill>
                  <a:schemeClr val="tx2"/>
                </a:solidFill>
                <a:latin typeface="Times New Roman" panose="02020603050405020304" pitchFamily="18" charset="0"/>
              </a:rPr>
              <a:t>d</a:t>
            </a:r>
            <a:r>
              <a:rPr kumimoji="1" lang="en-US" altLang="zh-CN" sz="2400" b="1" i="1" dirty="0">
                <a:solidFill>
                  <a:schemeClr val="tx2"/>
                </a:solidFill>
                <a:latin typeface="Times New Roman" panose="02020603050405020304" pitchFamily="18" charset="0"/>
              </a:rPr>
              <a:t>u</a:t>
            </a:r>
            <a:r>
              <a:rPr kumimoji="1" lang="en-US" altLang="zh-CN" sz="2400" b="1" dirty="0">
                <a:solidFill>
                  <a:schemeClr val="tx2"/>
                </a:solidFill>
                <a:latin typeface="Times New Roman" panose="02020603050405020304" pitchFamily="18" charset="0"/>
              </a:rPr>
              <a:t>/</a:t>
            </a:r>
            <a:r>
              <a:rPr kumimoji="1" lang="en-US" altLang="zh-CN" sz="2400" b="1" dirty="0" err="1">
                <a:solidFill>
                  <a:schemeClr val="tx2"/>
                </a:solidFill>
                <a:latin typeface="Times New Roman" panose="02020603050405020304" pitchFamily="18" charset="0"/>
              </a:rPr>
              <a:t>d</a:t>
            </a:r>
            <a:r>
              <a:rPr kumimoji="1" lang="en-US" altLang="zh-CN" sz="2400" b="1" i="1" dirty="0" err="1">
                <a:solidFill>
                  <a:schemeClr val="tx2"/>
                </a:solidFill>
                <a:latin typeface="Times New Roman" panose="02020603050405020304" pitchFamily="18" charset="0"/>
              </a:rPr>
              <a:t>t</a:t>
            </a:r>
            <a:r>
              <a:rPr kumimoji="1" lang="en-US" altLang="zh-CN" sz="2400" b="1" i="1" dirty="0">
                <a:solidFill>
                  <a:schemeClr val="tx2"/>
                </a:solidFill>
                <a:latin typeface="Times New Roman" panose="02020603050405020304" pitchFamily="18" charset="0"/>
              </a:rPr>
              <a:t> </a:t>
            </a:r>
            <a:r>
              <a:rPr kumimoji="1" lang="en-US" altLang="zh-CN" sz="2400" b="1" dirty="0">
                <a:solidFill>
                  <a:schemeClr val="tx2"/>
                </a:solidFill>
                <a:latin typeface="Times New Roman" panose="02020603050405020304" pitchFamily="18" charset="0"/>
              </a:rPr>
              <a:t>=0 </a:t>
            </a:r>
            <a:r>
              <a:rPr kumimoji="1" lang="en-US" altLang="zh-CN" sz="2400" b="1" dirty="0">
                <a:solidFill>
                  <a:schemeClr val="tx2"/>
                </a:solidFill>
                <a:latin typeface="Times New Roman" panose="02020603050405020304" pitchFamily="18" charset="0"/>
                <a:sym typeface="Symbol" panose="05050102010706020507" pitchFamily="18" charset="2"/>
              </a:rPr>
              <a:t> </a:t>
            </a:r>
            <a:r>
              <a:rPr kumimoji="1" lang="en-US" altLang="zh-CN" sz="2400" b="1" i="1" dirty="0" err="1">
                <a:solidFill>
                  <a:schemeClr val="tx2"/>
                </a:solidFill>
                <a:latin typeface="Times New Roman" panose="02020603050405020304" pitchFamily="18" charset="0"/>
                <a:sym typeface="Symbol" panose="05050102010706020507" pitchFamily="18" charset="2"/>
              </a:rPr>
              <a:t>i</a:t>
            </a:r>
            <a:r>
              <a:rPr kumimoji="1" lang="en-US" altLang="zh-CN" sz="2400" b="1" dirty="0">
                <a:solidFill>
                  <a:schemeClr val="tx2"/>
                </a:solidFill>
                <a:latin typeface="Times New Roman" panose="02020603050405020304" pitchFamily="18" charset="0"/>
                <a:sym typeface="Symbol" panose="05050102010706020507" pitchFamily="18" charset="2"/>
              </a:rPr>
              <a:t>=0</a:t>
            </a:r>
            <a:r>
              <a:rPr kumimoji="1" lang="zh-CN" altLang="en-US" sz="2400" b="1" dirty="0">
                <a:solidFill>
                  <a:schemeClr val="tx2"/>
                </a:solidFill>
                <a:latin typeface="Times New Roman" panose="02020603050405020304" pitchFamily="18" charset="0"/>
                <a:sym typeface="Symbol" panose="05050102010706020507" pitchFamily="18" charset="2"/>
              </a:rPr>
              <a:t>。电容在直流电路中相当于开路，电容有</a:t>
            </a:r>
            <a:r>
              <a:rPr kumimoji="1" lang="zh-CN" altLang="en-US" sz="2400" b="1" dirty="0">
                <a:solidFill>
                  <a:srgbClr val="FF0000"/>
                </a:solidFill>
                <a:latin typeface="Times New Roman" panose="02020603050405020304" pitchFamily="18" charset="0"/>
                <a:sym typeface="Symbol" panose="05050102010706020507" pitchFamily="18" charset="2"/>
              </a:rPr>
              <a:t>隔直作用</a:t>
            </a:r>
            <a:r>
              <a:rPr kumimoji="1" lang="zh-CN" altLang="en-US" sz="2400" b="1" dirty="0">
                <a:solidFill>
                  <a:schemeClr val="tx2"/>
                </a:solidFill>
                <a:latin typeface="Times New Roman" panose="02020603050405020304" pitchFamily="18" charset="0"/>
                <a:sym typeface="Symbol" panose="05050102010706020507" pitchFamily="18" charset="2"/>
              </a:rPr>
              <a:t>；</a:t>
            </a:r>
            <a:endParaRPr kumimoji="1" lang="zh-CN" altLang="en-US" sz="2400" b="1" dirty="0">
              <a:solidFill>
                <a:schemeClr val="tx2"/>
              </a:solidFill>
              <a:latin typeface="Times New Roman" panose="02020603050405020304" pitchFamily="18" charset="0"/>
            </a:endParaRPr>
          </a:p>
        </p:txBody>
      </p:sp>
      <p:sp>
        <p:nvSpPr>
          <p:cNvPr id="24582" name="Text Box 6"/>
          <p:cNvSpPr txBox="1">
            <a:spLocks noChangeArrowheads="1"/>
          </p:cNvSpPr>
          <p:nvPr/>
        </p:nvSpPr>
        <p:spPr bwMode="auto">
          <a:xfrm>
            <a:off x="683568" y="4916994"/>
            <a:ext cx="7162800" cy="1754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571500" indent="-571500">
              <a:defRPr>
                <a:solidFill>
                  <a:schemeClr val="tx1"/>
                </a:solidFill>
                <a:latin typeface="Arial" panose="020B0604020202020204" pitchFamily="34" charset="0"/>
                <a:ea typeface="宋体" panose="02010600030101010101" pitchFamily="2" charset="-122"/>
              </a:defRPr>
            </a:lvl1pPr>
            <a:lvl2pPr marL="762000">
              <a:defRPr>
                <a:solidFill>
                  <a:schemeClr val="tx1"/>
                </a:solidFill>
                <a:latin typeface="Arial" panose="020B0604020202020204" pitchFamily="34" charset="0"/>
                <a:ea typeface="宋体" panose="02010600030101010101" pitchFamily="2" charset="-122"/>
              </a:defRPr>
            </a:lvl2pPr>
            <a:lvl3pPr marL="9525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50000"/>
              </a:lnSpc>
              <a:spcBef>
                <a:spcPct val="50000"/>
              </a:spcBef>
            </a:pPr>
            <a:r>
              <a:rPr kumimoji="1" lang="en-US" altLang="zh-CN" sz="2400" b="1" dirty="0">
                <a:solidFill>
                  <a:schemeClr val="tx2"/>
                </a:solidFill>
                <a:latin typeface="Times New Roman" panose="02020603050405020304" pitchFamily="18" charset="0"/>
              </a:rPr>
              <a:t>(5) </a:t>
            </a:r>
            <a:r>
              <a:rPr kumimoji="1" lang="zh-CN" altLang="en-US" sz="2400" b="1" dirty="0">
                <a:solidFill>
                  <a:schemeClr val="tx2"/>
                </a:solidFill>
                <a:latin typeface="Times New Roman" panose="02020603050405020304" pitchFamily="18" charset="0"/>
              </a:rPr>
              <a:t>表达式前的正、负号与</a:t>
            </a:r>
            <a:r>
              <a:rPr kumimoji="1" lang="en-US" altLang="zh-CN" sz="2400" b="1" i="1" dirty="0">
                <a:solidFill>
                  <a:schemeClr val="tx2"/>
                </a:solidFill>
                <a:latin typeface="Times New Roman" panose="02020603050405020304" pitchFamily="18" charset="0"/>
              </a:rPr>
              <a:t>u</a:t>
            </a:r>
            <a:r>
              <a:rPr kumimoji="1" lang="zh-CN" altLang="en-US" sz="2400" b="1" dirty="0">
                <a:solidFill>
                  <a:schemeClr val="tx2"/>
                </a:solidFill>
                <a:latin typeface="Times New Roman" panose="02020603050405020304" pitchFamily="18" charset="0"/>
              </a:rPr>
              <a:t>，</a:t>
            </a:r>
            <a:r>
              <a:rPr kumimoji="1" lang="en-US" altLang="zh-CN" sz="2400" b="1" i="1" dirty="0" err="1">
                <a:solidFill>
                  <a:schemeClr val="tx2"/>
                </a:solidFill>
                <a:latin typeface="Times New Roman" panose="02020603050405020304" pitchFamily="18" charset="0"/>
              </a:rPr>
              <a:t>i</a:t>
            </a:r>
            <a:r>
              <a:rPr kumimoji="1" lang="en-US" altLang="zh-CN" sz="2400" b="1" i="1" dirty="0">
                <a:solidFill>
                  <a:schemeClr val="tx2"/>
                </a:solidFill>
                <a:latin typeface="Times New Roman" panose="02020603050405020304" pitchFamily="18" charset="0"/>
              </a:rPr>
              <a:t>  </a:t>
            </a:r>
            <a:r>
              <a:rPr kumimoji="1" lang="zh-CN" altLang="zh-CN" sz="2400" b="1" dirty="0">
                <a:solidFill>
                  <a:schemeClr val="tx2"/>
                </a:solidFill>
                <a:latin typeface="Times New Roman" panose="02020603050405020304" pitchFamily="18" charset="0"/>
              </a:rPr>
              <a:t>的参考方向有关。当 </a:t>
            </a:r>
            <a:r>
              <a:rPr kumimoji="1" lang="en-US" altLang="zh-CN" sz="2400" b="1" i="1" dirty="0">
                <a:solidFill>
                  <a:schemeClr val="tx2"/>
                </a:solidFill>
                <a:latin typeface="Times New Roman" panose="02020603050405020304" pitchFamily="18" charset="0"/>
              </a:rPr>
              <a:t>u</a:t>
            </a:r>
            <a:r>
              <a:rPr kumimoji="1" lang="zh-CN" altLang="en-US" sz="2400" b="1" dirty="0">
                <a:solidFill>
                  <a:schemeClr val="tx2"/>
                </a:solidFill>
                <a:latin typeface="Times New Roman" panose="02020603050405020304" pitchFamily="18" charset="0"/>
              </a:rPr>
              <a:t>，</a:t>
            </a:r>
            <a:r>
              <a:rPr kumimoji="1" lang="en-US" altLang="zh-CN" sz="2400" b="1" i="1" dirty="0" err="1">
                <a:solidFill>
                  <a:schemeClr val="tx2"/>
                </a:solidFill>
                <a:latin typeface="Times New Roman" panose="02020603050405020304" pitchFamily="18" charset="0"/>
              </a:rPr>
              <a:t>i</a:t>
            </a:r>
            <a:r>
              <a:rPr kumimoji="1" lang="zh-CN" altLang="en-US" sz="2400" b="1" dirty="0">
                <a:solidFill>
                  <a:schemeClr val="tx2"/>
                </a:solidFill>
                <a:latin typeface="Times New Roman" panose="02020603050405020304" pitchFamily="18" charset="0"/>
              </a:rPr>
              <a:t>为关联方向时，</a:t>
            </a:r>
            <a:r>
              <a:rPr kumimoji="1" lang="en-US" altLang="zh-CN" sz="2400" b="1" i="1" dirty="0" err="1">
                <a:solidFill>
                  <a:schemeClr val="tx2"/>
                </a:solidFill>
                <a:latin typeface="Times New Roman" panose="02020603050405020304" pitchFamily="18" charset="0"/>
              </a:rPr>
              <a:t>i</a:t>
            </a:r>
            <a:r>
              <a:rPr kumimoji="1" lang="en-US" altLang="zh-CN" sz="2400" b="1" dirty="0">
                <a:solidFill>
                  <a:schemeClr val="tx2"/>
                </a:solidFill>
                <a:latin typeface="Times New Roman" panose="02020603050405020304" pitchFamily="18" charset="0"/>
              </a:rPr>
              <a:t>= </a:t>
            </a:r>
            <a:r>
              <a:rPr kumimoji="1" lang="en-US" altLang="zh-CN" sz="2400" b="1" i="1" dirty="0">
                <a:solidFill>
                  <a:schemeClr val="tx2"/>
                </a:solidFill>
                <a:latin typeface="Times New Roman" panose="02020603050405020304" pitchFamily="18" charset="0"/>
              </a:rPr>
              <a:t>C </a:t>
            </a:r>
            <a:r>
              <a:rPr kumimoji="1" lang="en-US" altLang="zh-CN" sz="2400" b="1" dirty="0">
                <a:solidFill>
                  <a:schemeClr val="tx2"/>
                </a:solidFill>
                <a:latin typeface="Times New Roman" panose="02020603050405020304" pitchFamily="18" charset="0"/>
              </a:rPr>
              <a:t>d</a:t>
            </a:r>
            <a:r>
              <a:rPr kumimoji="1" lang="en-US" altLang="zh-CN" sz="2400" b="1" i="1" dirty="0">
                <a:solidFill>
                  <a:schemeClr val="tx2"/>
                </a:solidFill>
                <a:latin typeface="Times New Roman" panose="02020603050405020304" pitchFamily="18" charset="0"/>
              </a:rPr>
              <a:t>u</a:t>
            </a:r>
            <a:r>
              <a:rPr kumimoji="1" lang="en-US" altLang="zh-CN" sz="2400" b="1" dirty="0">
                <a:solidFill>
                  <a:schemeClr val="tx2"/>
                </a:solidFill>
                <a:latin typeface="Times New Roman" panose="02020603050405020304" pitchFamily="18" charset="0"/>
              </a:rPr>
              <a:t>/</a:t>
            </a:r>
            <a:r>
              <a:rPr kumimoji="1" lang="en-US" altLang="zh-CN" sz="2400" b="1" dirty="0" err="1">
                <a:solidFill>
                  <a:schemeClr val="tx2"/>
                </a:solidFill>
                <a:latin typeface="Times New Roman" panose="02020603050405020304" pitchFamily="18" charset="0"/>
              </a:rPr>
              <a:t>d</a:t>
            </a:r>
            <a:r>
              <a:rPr kumimoji="1" lang="en-US" altLang="zh-CN" sz="2400" b="1" i="1" dirty="0" err="1">
                <a:solidFill>
                  <a:schemeClr val="tx2"/>
                </a:solidFill>
                <a:latin typeface="Times New Roman" panose="02020603050405020304" pitchFamily="18" charset="0"/>
              </a:rPr>
              <a:t>t</a:t>
            </a:r>
            <a:r>
              <a:rPr kumimoji="1" lang="zh-CN" altLang="en-US" sz="2400" b="1" dirty="0">
                <a:solidFill>
                  <a:schemeClr val="tx2"/>
                </a:solidFill>
                <a:latin typeface="Times New Roman" panose="02020603050405020304" pitchFamily="18" charset="0"/>
              </a:rPr>
              <a:t>；</a:t>
            </a:r>
          </a:p>
          <a:p>
            <a:pPr algn="just" eaLnBrk="0" hangingPunct="0">
              <a:spcBef>
                <a:spcPct val="50000"/>
              </a:spcBef>
            </a:pPr>
            <a:r>
              <a:rPr kumimoji="1" lang="zh-CN" altLang="en-US" sz="2400" b="1" dirty="0">
                <a:solidFill>
                  <a:schemeClr val="tx2"/>
                </a:solidFill>
                <a:latin typeface="Times New Roman" panose="02020603050405020304" pitchFamily="18" charset="0"/>
              </a:rPr>
              <a:t>        </a:t>
            </a:r>
            <a:r>
              <a:rPr kumimoji="1" lang="en-US" altLang="zh-CN" sz="2400" b="1" i="1" dirty="0">
                <a:solidFill>
                  <a:schemeClr val="tx2"/>
                </a:solidFill>
                <a:latin typeface="Times New Roman" panose="02020603050405020304" pitchFamily="18" charset="0"/>
              </a:rPr>
              <a:t>u</a:t>
            </a:r>
            <a:r>
              <a:rPr kumimoji="1" lang="zh-CN" altLang="en-US" sz="2400" b="1" dirty="0">
                <a:solidFill>
                  <a:schemeClr val="tx2"/>
                </a:solidFill>
                <a:latin typeface="Times New Roman" panose="02020603050405020304" pitchFamily="18" charset="0"/>
              </a:rPr>
              <a:t>，</a:t>
            </a:r>
            <a:r>
              <a:rPr kumimoji="1" lang="en-US" altLang="zh-CN" sz="2400" b="1" i="1" dirty="0" err="1">
                <a:solidFill>
                  <a:schemeClr val="tx2"/>
                </a:solidFill>
                <a:latin typeface="Times New Roman" panose="02020603050405020304" pitchFamily="18" charset="0"/>
              </a:rPr>
              <a:t>i</a:t>
            </a:r>
            <a:r>
              <a:rPr kumimoji="1" lang="zh-CN" altLang="en-US" sz="2400" b="1" dirty="0">
                <a:solidFill>
                  <a:schemeClr val="tx2"/>
                </a:solidFill>
                <a:latin typeface="Times New Roman" panose="02020603050405020304" pitchFamily="18" charset="0"/>
              </a:rPr>
              <a:t>为</a:t>
            </a:r>
            <a:r>
              <a:rPr kumimoji="1" lang="zh-CN" altLang="en-US" sz="2400" b="1" dirty="0">
                <a:solidFill>
                  <a:srgbClr val="FF0000"/>
                </a:solidFill>
                <a:latin typeface="Times New Roman" panose="02020603050405020304" pitchFamily="18" charset="0"/>
              </a:rPr>
              <a:t>非</a:t>
            </a:r>
            <a:r>
              <a:rPr kumimoji="1" lang="zh-CN" altLang="en-US" sz="2400" b="1" dirty="0">
                <a:solidFill>
                  <a:schemeClr val="tx2"/>
                </a:solidFill>
                <a:latin typeface="Times New Roman" panose="02020603050405020304" pitchFamily="18" charset="0"/>
              </a:rPr>
              <a:t>关联方向时，</a:t>
            </a:r>
            <a:r>
              <a:rPr kumimoji="1" lang="en-US" altLang="zh-CN" sz="2400" b="1" i="1" dirty="0" err="1">
                <a:solidFill>
                  <a:schemeClr val="tx2"/>
                </a:solidFill>
                <a:latin typeface="Times New Roman" panose="02020603050405020304" pitchFamily="18" charset="0"/>
              </a:rPr>
              <a:t>i</a:t>
            </a:r>
            <a:r>
              <a:rPr kumimoji="1" lang="en-US" altLang="zh-CN" sz="2400" b="1" dirty="0">
                <a:solidFill>
                  <a:schemeClr val="tx2"/>
                </a:solidFill>
                <a:latin typeface="Times New Roman" panose="02020603050405020304" pitchFamily="18" charset="0"/>
              </a:rPr>
              <a:t>=</a:t>
            </a:r>
            <a:r>
              <a:rPr kumimoji="1" lang="en-US" altLang="zh-CN" sz="2400" b="1" dirty="0">
                <a:solidFill>
                  <a:srgbClr val="FF0000"/>
                </a:solidFill>
                <a:latin typeface="Times New Roman" panose="02020603050405020304" pitchFamily="18" charset="0"/>
              </a:rPr>
              <a:t> –</a:t>
            </a:r>
            <a:r>
              <a:rPr kumimoji="1" lang="en-US" altLang="zh-CN" sz="2400" b="1" i="1" dirty="0">
                <a:solidFill>
                  <a:schemeClr val="tx2"/>
                </a:solidFill>
                <a:latin typeface="Times New Roman" panose="02020603050405020304" pitchFamily="18" charset="0"/>
              </a:rPr>
              <a:t>C </a:t>
            </a:r>
            <a:r>
              <a:rPr kumimoji="1" lang="en-US" altLang="zh-CN" sz="2400" b="1" dirty="0">
                <a:solidFill>
                  <a:schemeClr val="tx2"/>
                </a:solidFill>
                <a:latin typeface="Times New Roman" panose="02020603050405020304" pitchFamily="18" charset="0"/>
              </a:rPr>
              <a:t>d</a:t>
            </a:r>
            <a:r>
              <a:rPr kumimoji="1" lang="en-US" altLang="zh-CN" sz="2400" b="1" i="1" dirty="0">
                <a:solidFill>
                  <a:schemeClr val="tx2"/>
                </a:solidFill>
                <a:latin typeface="Times New Roman" panose="02020603050405020304" pitchFamily="18" charset="0"/>
              </a:rPr>
              <a:t>u</a:t>
            </a:r>
            <a:r>
              <a:rPr kumimoji="1" lang="en-US" altLang="zh-CN" sz="2400" b="1" dirty="0">
                <a:solidFill>
                  <a:schemeClr val="tx2"/>
                </a:solidFill>
                <a:latin typeface="Times New Roman" panose="02020603050405020304" pitchFamily="18" charset="0"/>
              </a:rPr>
              <a:t>/</a:t>
            </a:r>
            <a:r>
              <a:rPr kumimoji="1" lang="en-US" altLang="zh-CN" sz="2400" b="1" dirty="0" err="1">
                <a:solidFill>
                  <a:schemeClr val="tx2"/>
                </a:solidFill>
                <a:latin typeface="Times New Roman" panose="02020603050405020304" pitchFamily="18" charset="0"/>
              </a:rPr>
              <a:t>d</a:t>
            </a:r>
            <a:r>
              <a:rPr kumimoji="1" lang="en-US" altLang="zh-CN" sz="2400" b="1" i="1" dirty="0" err="1">
                <a:solidFill>
                  <a:schemeClr val="tx2"/>
                </a:solidFill>
                <a:latin typeface="Times New Roman" panose="02020603050405020304" pitchFamily="18" charset="0"/>
              </a:rPr>
              <a:t>t</a:t>
            </a:r>
            <a:r>
              <a:rPr kumimoji="1" lang="en-US" altLang="zh-CN" sz="2400" b="1" i="1" dirty="0">
                <a:solidFill>
                  <a:schemeClr val="tx2"/>
                </a:solidFill>
                <a:latin typeface="Times New Roman" panose="02020603050405020304" pitchFamily="18" charset="0"/>
              </a:rPr>
              <a:t> </a:t>
            </a:r>
            <a:r>
              <a:rPr kumimoji="1" lang="en-US" altLang="zh-CN" sz="2400" b="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a:t>
            </a:r>
          </a:p>
        </p:txBody>
      </p:sp>
      <p:graphicFrame>
        <p:nvGraphicFramePr>
          <p:cNvPr id="24583" name="Object 7"/>
          <p:cNvGraphicFramePr>
            <a:graphicFrameLocks noChangeAspect="1"/>
          </p:cNvGraphicFramePr>
          <p:nvPr/>
        </p:nvGraphicFramePr>
        <p:xfrm>
          <a:off x="7597775" y="866775"/>
          <a:ext cx="1341438" cy="790575"/>
        </p:xfrm>
        <a:graphic>
          <a:graphicData uri="http://schemas.openxmlformats.org/presentationml/2006/ole">
            <mc:AlternateContent xmlns:mc="http://schemas.openxmlformats.org/markup-compatibility/2006">
              <mc:Choice xmlns:v="urn:schemas-microsoft-com:vml" Requires="v">
                <p:oleObj name="公式" r:id="rId3" imgW="685800" imgH="406080" progId="Equation.3">
                  <p:embed/>
                </p:oleObj>
              </mc:Choice>
              <mc:Fallback>
                <p:oleObj name="公式" r:id="rId3" imgW="685800" imgH="406080" progId="Equation.3">
                  <p:embed/>
                  <p:pic>
                    <p:nvPicPr>
                      <p:cNvPr id="24583" name="Object 7"/>
                      <p:cNvPicPr>
                        <a:picLocks noChangeAspect="1" noChangeArrowheads="1"/>
                      </p:cNvPicPr>
                      <p:nvPr/>
                    </p:nvPicPr>
                    <p:blipFill>
                      <a:blip r:embed="rId4"/>
                      <a:srcRect/>
                      <a:stretch>
                        <a:fillRect/>
                      </a:stretch>
                    </p:blipFill>
                    <p:spPr bwMode="auto">
                      <a:xfrm>
                        <a:off x="7597775" y="866775"/>
                        <a:ext cx="1341438" cy="790575"/>
                      </a:xfrm>
                      <a:prstGeom prst="rect">
                        <a:avLst/>
                      </a:prstGeom>
                      <a:solidFill>
                        <a:srgbClr val="FFCC99"/>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4" name="Object 8"/>
          <p:cNvGraphicFramePr>
            <a:graphicFrameLocks noChangeAspect="1"/>
          </p:cNvGraphicFramePr>
          <p:nvPr/>
        </p:nvGraphicFramePr>
        <p:xfrm>
          <a:off x="4876800" y="2916535"/>
          <a:ext cx="2841625" cy="815975"/>
        </p:xfrm>
        <a:graphic>
          <a:graphicData uri="http://schemas.openxmlformats.org/presentationml/2006/ole">
            <mc:AlternateContent xmlns:mc="http://schemas.openxmlformats.org/markup-compatibility/2006">
              <mc:Choice xmlns:v="urn:schemas-microsoft-com:vml" Requires="v">
                <p:oleObj name="Equation" r:id="rId5" imgW="1409400" imgH="406080" progId="Equation.3">
                  <p:embed/>
                </p:oleObj>
              </mc:Choice>
              <mc:Fallback>
                <p:oleObj name="Equation" r:id="rId5" imgW="1409400" imgH="406080" progId="Equation.3">
                  <p:embed/>
                  <p:pic>
                    <p:nvPicPr>
                      <p:cNvPr id="24584"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2916535"/>
                        <a:ext cx="2841625" cy="815975"/>
                      </a:xfrm>
                      <a:prstGeom prst="rect">
                        <a:avLst/>
                      </a:prstGeom>
                      <a:solidFill>
                        <a:srgbClr val="FFCC99"/>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 name="Group 91"/>
          <p:cNvGrpSpPr>
            <a:grpSpLocks/>
          </p:cNvGrpSpPr>
          <p:nvPr/>
        </p:nvGrpSpPr>
        <p:grpSpPr bwMode="auto">
          <a:xfrm>
            <a:off x="4638030" y="4079072"/>
            <a:ext cx="1093788" cy="446088"/>
            <a:chOff x="2744" y="1933"/>
            <a:chExt cx="689" cy="281"/>
          </a:xfrm>
        </p:grpSpPr>
        <p:sp>
          <p:nvSpPr>
            <p:cNvPr id="14" name="Line 88"/>
            <p:cNvSpPr>
              <a:spLocks noChangeShapeType="1"/>
            </p:cNvSpPr>
            <p:nvPr/>
          </p:nvSpPr>
          <p:spPr bwMode="auto">
            <a:xfrm>
              <a:off x="2744" y="2205"/>
              <a:ext cx="680" cy="0"/>
            </a:xfrm>
            <a:prstGeom prst="line">
              <a:avLst/>
            </a:prstGeom>
            <a:noFill/>
            <a:ln w="5715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 name="Object 89"/>
            <p:cNvGraphicFramePr>
              <a:graphicFrameLocks noChangeAspect="1"/>
            </p:cNvGraphicFramePr>
            <p:nvPr/>
          </p:nvGraphicFramePr>
          <p:xfrm>
            <a:off x="2744" y="1933"/>
            <a:ext cx="689" cy="281"/>
          </p:xfrm>
          <a:graphic>
            <a:graphicData uri="http://schemas.openxmlformats.org/presentationml/2006/ole">
              <mc:AlternateContent xmlns:mc="http://schemas.openxmlformats.org/markup-compatibility/2006">
                <mc:Choice xmlns:v="urn:schemas-microsoft-com:vml" Requires="v">
                  <p:oleObj name="Equation" r:id="rId7" imgW="558800" imgH="228600" progId="Equation.DSMT4">
                    <p:embed/>
                  </p:oleObj>
                </mc:Choice>
                <mc:Fallback>
                  <p:oleObj name="Equation" r:id="rId7" imgW="558800" imgH="228600" progId="Equation.DSMT4">
                    <p:embed/>
                    <p:pic>
                      <p:nvPicPr>
                        <p:cNvPr id="15" name="Object 8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4" y="1933"/>
                          <a:ext cx="68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6" name="Object 92"/>
          <p:cNvGraphicFramePr>
            <a:graphicFrameLocks noChangeAspect="1"/>
          </p:cNvGraphicFramePr>
          <p:nvPr/>
        </p:nvGraphicFramePr>
        <p:xfrm>
          <a:off x="5876280" y="4223535"/>
          <a:ext cx="2198688" cy="550862"/>
        </p:xfrm>
        <a:graphic>
          <a:graphicData uri="http://schemas.openxmlformats.org/presentationml/2006/ole">
            <mc:AlternateContent xmlns:mc="http://schemas.openxmlformats.org/markup-compatibility/2006">
              <mc:Choice xmlns:v="urn:schemas-microsoft-com:vml" Requires="v">
                <p:oleObj name="Equation" r:id="rId9" imgW="914400" imgH="228600" progId="Equation.DSMT4">
                  <p:embed/>
                </p:oleObj>
              </mc:Choice>
              <mc:Fallback>
                <p:oleObj name="Equation" r:id="rId9" imgW="914400" imgH="228600" progId="Equation.DSMT4">
                  <p:embed/>
                  <p:pic>
                    <p:nvPicPr>
                      <p:cNvPr id="16" name="Object 9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76280" y="4223535"/>
                        <a:ext cx="2198688"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15"/>
          <p:cNvGraphicFramePr>
            <a:graphicFrameLocks noChangeAspect="1"/>
          </p:cNvGraphicFramePr>
          <p:nvPr/>
        </p:nvGraphicFramePr>
        <p:xfrm>
          <a:off x="683568" y="4126697"/>
          <a:ext cx="3284537" cy="835025"/>
        </p:xfrm>
        <a:graphic>
          <a:graphicData uri="http://schemas.openxmlformats.org/presentationml/2006/ole">
            <mc:AlternateContent xmlns:mc="http://schemas.openxmlformats.org/markup-compatibility/2006">
              <mc:Choice xmlns:v="urn:schemas-microsoft-com:vml" Requires="v">
                <p:oleObj name="Equation" r:id="rId11" imgW="1548728" imgH="393529" progId="Equation.DSMT4">
                  <p:embed/>
                </p:oleObj>
              </mc:Choice>
              <mc:Fallback>
                <p:oleObj name="Equation" r:id="rId11" imgW="1548728" imgH="393529" progId="Equation.DSMT4">
                  <p:embed/>
                  <p:pic>
                    <p:nvPicPr>
                      <p:cNvPr id="17" name="Object 1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3568" y="4126697"/>
                        <a:ext cx="3284537" cy="835025"/>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18" name="Text Box 4"/>
          <p:cNvSpPr txBox="1">
            <a:spLocks noChangeArrowheads="1"/>
          </p:cNvSpPr>
          <p:nvPr/>
        </p:nvSpPr>
        <p:spPr bwMode="auto">
          <a:xfrm>
            <a:off x="590550" y="3687238"/>
            <a:ext cx="6096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dirty="0">
                <a:solidFill>
                  <a:schemeClr val="tx2"/>
                </a:solidFill>
                <a:latin typeface="宋体" panose="02010600030101010101" pitchFamily="2" charset="-122"/>
                <a:ea typeface="宋体" panose="02010600030101010101" pitchFamily="2" charset="-122"/>
              </a:rPr>
              <a:t>(4)</a:t>
            </a:r>
            <a:r>
              <a:rPr kumimoji="1" lang="zh-CN" altLang="en-US" sz="2400" b="1" dirty="0">
                <a:solidFill>
                  <a:schemeClr val="tx2"/>
                </a:solidFill>
                <a:latin typeface="宋体" panose="02010600030101010101" pitchFamily="2" charset="-122"/>
                <a:ea typeface="宋体" panose="02010600030101010101" pitchFamily="2" charset="-122"/>
              </a:rPr>
              <a:t>电压连续性</a:t>
            </a:r>
          </a:p>
        </p:txBody>
      </p:sp>
    </p:spTree>
    <p:extLst>
      <p:ext uri="{BB962C8B-B14F-4D97-AF65-F5344CB8AC3E}">
        <p14:creationId xmlns:p14="http://schemas.microsoft.com/office/powerpoint/2010/main" val="2580818010"/>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p:cTn id="7" dur="1000" fill="hold"/>
                                        <p:tgtEl>
                                          <p:spTgt spid="24578"/>
                                        </p:tgtEl>
                                        <p:attrNameLst>
                                          <p:attrName>ppt_w</p:attrName>
                                        </p:attrNameLst>
                                      </p:cBhvr>
                                      <p:tavLst>
                                        <p:tav tm="0">
                                          <p:val>
                                            <p:fltVal val="0"/>
                                          </p:val>
                                        </p:tav>
                                        <p:tav tm="100000">
                                          <p:val>
                                            <p:strVal val="#ppt_w"/>
                                          </p:val>
                                        </p:tav>
                                      </p:tavLst>
                                    </p:anim>
                                    <p:anim calcmode="lin" valueType="num">
                                      <p:cBhvr>
                                        <p:cTn id="8" dur="1000" fill="hold"/>
                                        <p:tgtEl>
                                          <p:spTgt spid="24578"/>
                                        </p:tgtEl>
                                        <p:attrNameLst>
                                          <p:attrName>ppt_h</p:attrName>
                                        </p:attrNameLst>
                                      </p:cBhvr>
                                      <p:tavLst>
                                        <p:tav tm="0">
                                          <p:val>
                                            <p:fltVal val="0"/>
                                          </p:val>
                                        </p:tav>
                                        <p:tav tm="100000">
                                          <p:val>
                                            <p:strVal val="#ppt_h"/>
                                          </p:val>
                                        </p:tav>
                                      </p:tavLst>
                                    </p:anim>
                                    <p:anim calcmode="lin" valueType="num">
                                      <p:cBhvr>
                                        <p:cTn id="9" dur="1000" fill="hold"/>
                                        <p:tgtEl>
                                          <p:spTgt spid="2457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457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4579">
                                            <p:txEl>
                                              <p:pRg st="0" end="0"/>
                                            </p:txEl>
                                          </p:spTgt>
                                        </p:tgtEl>
                                        <p:attrNameLst>
                                          <p:attrName>style.visibility</p:attrName>
                                        </p:attrNameLst>
                                      </p:cBhvr>
                                      <p:to>
                                        <p:strVal val="visible"/>
                                      </p:to>
                                    </p:set>
                                    <p:animEffect transition="in" filter="wipe(left)">
                                      <p:cBhvr>
                                        <p:cTn id="15" dur="500"/>
                                        <p:tgtEl>
                                          <p:spTgt spid="24579">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24583"/>
                                        </p:tgtEl>
                                        <p:attrNameLst>
                                          <p:attrName>style.visibility</p:attrName>
                                        </p:attrNameLst>
                                      </p:cBhvr>
                                      <p:to>
                                        <p:strVal val="visible"/>
                                      </p:to>
                                    </p:set>
                                    <p:animEffect transition="in" filter="dissolve">
                                      <p:cBhvr>
                                        <p:cTn id="20" dur="500"/>
                                        <p:tgtEl>
                                          <p:spTgt spid="2458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4581">
                                            <p:txEl>
                                              <p:pRg st="0" end="0"/>
                                            </p:txEl>
                                          </p:spTgt>
                                        </p:tgtEl>
                                        <p:attrNameLst>
                                          <p:attrName>style.visibility</p:attrName>
                                        </p:attrNameLst>
                                      </p:cBhvr>
                                      <p:to>
                                        <p:strVal val="visible"/>
                                      </p:to>
                                    </p:set>
                                    <p:animEffect transition="in" filter="wipe(left)">
                                      <p:cBhvr>
                                        <p:cTn id="25" dur="500"/>
                                        <p:tgtEl>
                                          <p:spTgt spid="24581">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4580">
                                            <p:txEl>
                                              <p:pRg st="0" end="0"/>
                                            </p:txEl>
                                          </p:spTgt>
                                        </p:tgtEl>
                                        <p:attrNameLst>
                                          <p:attrName>style.visibility</p:attrName>
                                        </p:attrNameLst>
                                      </p:cBhvr>
                                      <p:to>
                                        <p:strVal val="visible"/>
                                      </p:to>
                                    </p:set>
                                    <p:animEffect transition="in" filter="wipe(left)">
                                      <p:cBhvr>
                                        <p:cTn id="30" dur="500"/>
                                        <p:tgtEl>
                                          <p:spTgt spid="24580">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4584"/>
                                        </p:tgtEl>
                                        <p:attrNameLst>
                                          <p:attrName>style.visibility</p:attrName>
                                        </p:attrNameLst>
                                      </p:cBhvr>
                                      <p:to>
                                        <p:strVal val="visible"/>
                                      </p:to>
                                    </p:set>
                                    <p:animEffect transition="in" filter="wipe(left)">
                                      <p:cBhvr>
                                        <p:cTn id="35" dur="500"/>
                                        <p:tgtEl>
                                          <p:spTgt spid="2458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Effect transition="in" filter="wipe(left)">
                                      <p:cBhvr>
                                        <p:cTn id="40" dur="500"/>
                                        <p:tgtEl>
                                          <p:spTgt spid="18">
                                            <p:txEl>
                                              <p:pRg st="0" end="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582">
                                            <p:txEl>
                                              <p:pRg st="0" end="0"/>
                                            </p:txEl>
                                          </p:spTgt>
                                        </p:tgtEl>
                                        <p:attrNameLst>
                                          <p:attrName>style.visibility</p:attrName>
                                        </p:attrNameLst>
                                      </p:cBhvr>
                                      <p:to>
                                        <p:strVal val="visible"/>
                                      </p:to>
                                    </p:set>
                                    <p:animEffect transition="in" filter="wipe(left)">
                                      <p:cBhvr>
                                        <p:cTn id="57" dur="500"/>
                                        <p:tgtEl>
                                          <p:spTgt spid="24582">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4582">
                                            <p:txEl>
                                              <p:pRg st="1" end="1"/>
                                            </p:txEl>
                                          </p:spTgt>
                                        </p:tgtEl>
                                        <p:attrNameLst>
                                          <p:attrName>style.visibility</p:attrName>
                                        </p:attrNameLst>
                                      </p:cBhvr>
                                      <p:to>
                                        <p:strVal val="visible"/>
                                      </p:to>
                                    </p:set>
                                    <p:animEffect transition="in" filter="wipe(left)">
                                      <p:cBhvr>
                                        <p:cTn id="62" dur="500"/>
                                        <p:tgtEl>
                                          <p:spTgt spid="245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build="p" autoUpdateAnimBg="0"/>
      <p:bldP spid="24580" grpId="0" build="p" autoUpdateAnimBg="0"/>
      <p:bldP spid="24581" grpId="0" build="p" autoUpdateAnimBg="0"/>
      <p:bldP spid="24582" grpId="0" build="p" autoUpdateAnimBg="0"/>
      <p:bldP spid="18" grpId="0" build="p"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a:xfrm>
            <a:off x="323850" y="188913"/>
            <a:ext cx="3106738" cy="490537"/>
          </a:xfrm>
        </p:spPr>
        <p:txBody>
          <a:bodyPr/>
          <a:lstStyle/>
          <a:p>
            <a:pPr algn="just"/>
            <a:r>
              <a:rPr lang="en-US" altLang="zh-CN" sz="2400" b="1">
                <a:solidFill>
                  <a:srgbClr val="FF0000"/>
                </a:solidFill>
              </a:rPr>
              <a:t>4. </a:t>
            </a:r>
            <a:r>
              <a:rPr lang="zh-CN" altLang="en-US" sz="2400" b="1">
                <a:solidFill>
                  <a:srgbClr val="FF0000"/>
                </a:solidFill>
              </a:rPr>
              <a:t>电容的串并联</a:t>
            </a:r>
          </a:p>
        </p:txBody>
      </p:sp>
      <p:sp>
        <p:nvSpPr>
          <p:cNvPr id="337924" name="Rectangle 4"/>
          <p:cNvSpPr>
            <a:spLocks noChangeArrowheads="1"/>
          </p:cNvSpPr>
          <p:nvPr/>
        </p:nvSpPr>
        <p:spPr bwMode="auto">
          <a:xfrm>
            <a:off x="565150" y="679450"/>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r>
              <a:rPr lang="zh-CN" altLang="en-US" sz="2400" b="1" dirty="0">
                <a:solidFill>
                  <a:srgbClr val="0033CC"/>
                </a:solidFill>
              </a:rPr>
              <a:t>（</a:t>
            </a:r>
            <a:r>
              <a:rPr lang="en-US" altLang="zh-CN" sz="2400" b="1" dirty="0">
                <a:solidFill>
                  <a:srgbClr val="0033CC"/>
                </a:solidFill>
              </a:rPr>
              <a:t>1</a:t>
            </a:r>
            <a:r>
              <a:rPr lang="zh-CN" altLang="en-US" sz="2400" b="1" dirty="0">
                <a:solidFill>
                  <a:srgbClr val="0033CC"/>
                </a:solidFill>
              </a:rPr>
              <a:t>）电容的串联</a:t>
            </a:r>
          </a:p>
        </p:txBody>
      </p:sp>
      <p:grpSp>
        <p:nvGrpSpPr>
          <p:cNvPr id="337925" name="Group 5"/>
          <p:cNvGrpSpPr>
            <a:grpSpLocks/>
          </p:cNvGrpSpPr>
          <p:nvPr/>
        </p:nvGrpSpPr>
        <p:grpSpPr bwMode="auto">
          <a:xfrm>
            <a:off x="5745163" y="1143000"/>
            <a:ext cx="2017712" cy="2224088"/>
            <a:chOff x="3593" y="883"/>
            <a:chExt cx="1271" cy="1401"/>
          </a:xfrm>
        </p:grpSpPr>
        <p:sp>
          <p:nvSpPr>
            <p:cNvPr id="337926" name="Line 6"/>
            <p:cNvSpPr>
              <a:spLocks noChangeShapeType="1"/>
            </p:cNvSpPr>
            <p:nvPr/>
          </p:nvSpPr>
          <p:spPr bwMode="auto">
            <a:xfrm flipH="1" flipV="1">
              <a:off x="3815" y="1922"/>
              <a:ext cx="47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nvGrpSpPr>
            <p:cNvPr id="337927" name="Group 7"/>
            <p:cNvGrpSpPr>
              <a:grpSpLocks/>
            </p:cNvGrpSpPr>
            <p:nvPr/>
          </p:nvGrpSpPr>
          <p:grpSpPr bwMode="auto">
            <a:xfrm rot="5400000">
              <a:off x="4279" y="1450"/>
              <a:ext cx="52" cy="185"/>
              <a:chOff x="4012" y="3701"/>
              <a:chExt cx="81" cy="289"/>
            </a:xfrm>
          </p:grpSpPr>
          <p:sp>
            <p:nvSpPr>
              <p:cNvPr id="337928" name="Line 8"/>
              <p:cNvSpPr>
                <a:spLocks noChangeShapeType="1"/>
              </p:cNvSpPr>
              <p:nvPr/>
            </p:nvSpPr>
            <p:spPr bwMode="auto">
              <a:xfrm rot="-5400000" flipH="1" flipV="1">
                <a:off x="3949" y="3846"/>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37929" name="Line 9"/>
              <p:cNvSpPr>
                <a:spLocks noChangeShapeType="1"/>
              </p:cNvSpPr>
              <p:nvPr/>
            </p:nvSpPr>
            <p:spPr bwMode="auto">
              <a:xfrm rot="5400000" flipV="1">
                <a:off x="3868" y="3845"/>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
          <p:nvSpPr>
            <p:cNvPr id="337930" name="Text Box 10"/>
            <p:cNvSpPr txBox="1">
              <a:spLocks noChangeArrowheads="1"/>
            </p:cNvSpPr>
            <p:nvPr/>
          </p:nvSpPr>
          <p:spPr bwMode="auto">
            <a:xfrm>
              <a:off x="4240" y="1392"/>
              <a:ext cx="624"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dirty="0" err="1">
                  <a:solidFill>
                    <a:srgbClr val="000000"/>
                  </a:solidFill>
                  <a:latin typeface="Times New Roman" panose="02020603050405020304" pitchFamily="18" charset="0"/>
                </a:rPr>
                <a:t>C</a:t>
              </a:r>
              <a:r>
                <a:rPr lang="en-US" altLang="zh-CN" sz="2000" b="1" baseline="-25000" dirty="0" err="1">
                  <a:solidFill>
                    <a:srgbClr val="000000"/>
                  </a:solidFill>
                  <a:latin typeface="Times New Roman" panose="02020603050405020304" pitchFamily="18" charset="0"/>
                </a:rPr>
                <a:t>eq</a:t>
              </a:r>
              <a:r>
                <a:rPr lang="en-US" altLang="zh-CN" sz="2000" b="1" baseline="-25000" dirty="0">
                  <a:solidFill>
                    <a:srgbClr val="000000"/>
                  </a:solidFill>
                  <a:latin typeface="Times New Roman" panose="02020603050405020304" pitchFamily="18" charset="0"/>
                </a:rPr>
                <a:t>             </a:t>
              </a:r>
              <a:endParaRPr lang="en-US" altLang="zh-CN" sz="2000" b="1" dirty="0"/>
            </a:p>
          </p:txBody>
        </p:sp>
        <p:sp>
          <p:nvSpPr>
            <p:cNvPr id="337931" name="Text Box 11"/>
            <p:cNvSpPr txBox="1">
              <a:spLocks noChangeArrowheads="1"/>
            </p:cNvSpPr>
            <p:nvPr/>
          </p:nvSpPr>
          <p:spPr bwMode="auto">
            <a:xfrm>
              <a:off x="3607" y="1412"/>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latin typeface="Times New Roman" panose="02020603050405020304" pitchFamily="18" charset="0"/>
                </a:rPr>
                <a:t>u</a:t>
              </a:r>
              <a:endParaRPr lang="en-US" altLang="zh-CN" sz="2000" b="1"/>
            </a:p>
          </p:txBody>
        </p:sp>
        <p:sp>
          <p:nvSpPr>
            <p:cNvPr id="337932" name="Text Box 12"/>
            <p:cNvSpPr txBox="1">
              <a:spLocks noChangeArrowheads="1"/>
            </p:cNvSpPr>
            <p:nvPr/>
          </p:nvSpPr>
          <p:spPr bwMode="auto">
            <a:xfrm>
              <a:off x="3725" y="883"/>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solidFill>
                    <a:srgbClr val="000000"/>
                  </a:solidFill>
                  <a:latin typeface="Times New Roman" panose="02020603050405020304" pitchFamily="18" charset="0"/>
                </a:rPr>
                <a:t>i</a:t>
              </a:r>
              <a:endParaRPr lang="en-US" altLang="zh-CN" sz="2000" b="1"/>
            </a:p>
          </p:txBody>
        </p:sp>
        <p:sp>
          <p:nvSpPr>
            <p:cNvPr id="337933" name="Line 13"/>
            <p:cNvSpPr>
              <a:spLocks noChangeShapeType="1"/>
            </p:cNvSpPr>
            <p:nvPr/>
          </p:nvSpPr>
          <p:spPr bwMode="auto">
            <a:xfrm flipV="1">
              <a:off x="3820" y="1197"/>
              <a:ext cx="485" cy="1"/>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7934" name="Text Box 14"/>
            <p:cNvSpPr txBox="1">
              <a:spLocks noChangeArrowheads="1"/>
            </p:cNvSpPr>
            <p:nvPr/>
          </p:nvSpPr>
          <p:spPr bwMode="auto">
            <a:xfrm>
              <a:off x="3594" y="1172"/>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a:t>
              </a:r>
              <a:endParaRPr lang="en-US" altLang="zh-CN" sz="2000" b="1"/>
            </a:p>
          </p:txBody>
        </p:sp>
        <p:sp>
          <p:nvSpPr>
            <p:cNvPr id="337935" name="Text Box 15"/>
            <p:cNvSpPr txBox="1">
              <a:spLocks noChangeArrowheads="1"/>
            </p:cNvSpPr>
            <p:nvPr/>
          </p:nvSpPr>
          <p:spPr bwMode="auto">
            <a:xfrm>
              <a:off x="3593" y="1598"/>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_</a:t>
              </a:r>
              <a:endParaRPr lang="en-US" altLang="zh-CN" sz="2000" b="1"/>
            </a:p>
          </p:txBody>
        </p:sp>
        <p:sp>
          <p:nvSpPr>
            <p:cNvPr id="337936" name="Line 16"/>
            <p:cNvSpPr>
              <a:spLocks noChangeShapeType="1"/>
            </p:cNvSpPr>
            <p:nvPr/>
          </p:nvSpPr>
          <p:spPr bwMode="auto">
            <a:xfrm>
              <a:off x="4301" y="1197"/>
              <a:ext cx="0" cy="31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37" name="Line 17"/>
            <p:cNvSpPr>
              <a:spLocks noChangeShapeType="1"/>
            </p:cNvSpPr>
            <p:nvPr/>
          </p:nvSpPr>
          <p:spPr bwMode="auto">
            <a:xfrm>
              <a:off x="4303" y="1564"/>
              <a:ext cx="0" cy="3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38" name="Line 18"/>
            <p:cNvSpPr>
              <a:spLocks noChangeShapeType="1"/>
            </p:cNvSpPr>
            <p:nvPr/>
          </p:nvSpPr>
          <p:spPr bwMode="auto">
            <a:xfrm>
              <a:off x="3842" y="1131"/>
              <a:ext cx="240"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37939" name="Line 19"/>
            <p:cNvSpPr>
              <a:spLocks noChangeShapeType="1"/>
            </p:cNvSpPr>
            <p:nvPr/>
          </p:nvSpPr>
          <p:spPr bwMode="auto">
            <a:xfrm rot="5400000">
              <a:off x="4266" y="1362"/>
              <a:ext cx="240"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37940" name="Text Box 20"/>
            <p:cNvSpPr txBox="1">
              <a:spLocks noChangeArrowheads="1"/>
            </p:cNvSpPr>
            <p:nvPr/>
          </p:nvSpPr>
          <p:spPr bwMode="auto">
            <a:xfrm>
              <a:off x="4303" y="1185"/>
              <a:ext cx="409" cy="25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solidFill>
                    <a:srgbClr val="000000"/>
                  </a:solidFill>
                  <a:latin typeface="Times New Roman" panose="02020603050405020304" pitchFamily="18" charset="0"/>
                </a:rPr>
                <a:t>i</a:t>
              </a:r>
              <a:endParaRPr lang="en-US" altLang="zh-CN" sz="2000" b="1"/>
            </a:p>
          </p:txBody>
        </p:sp>
        <p:sp>
          <p:nvSpPr>
            <p:cNvPr id="337941" name="Text Box 21"/>
            <p:cNvSpPr txBox="1">
              <a:spLocks noChangeArrowheads="1"/>
            </p:cNvSpPr>
            <p:nvPr/>
          </p:nvSpPr>
          <p:spPr bwMode="auto">
            <a:xfrm>
              <a:off x="3696" y="2016"/>
              <a:ext cx="976"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r>
                <a:rPr lang="zh-CN" altLang="en-US" b="1"/>
                <a:t>等效电容</a:t>
              </a:r>
            </a:p>
          </p:txBody>
        </p:sp>
        <p:sp>
          <p:nvSpPr>
            <p:cNvPr id="337942" name="Oval 22"/>
            <p:cNvSpPr>
              <a:spLocks noChangeArrowheads="1"/>
            </p:cNvSpPr>
            <p:nvPr/>
          </p:nvSpPr>
          <p:spPr bwMode="auto">
            <a:xfrm>
              <a:off x="3769" y="1173"/>
              <a:ext cx="43" cy="4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7943" name="Oval 23"/>
            <p:cNvSpPr>
              <a:spLocks noChangeArrowheads="1"/>
            </p:cNvSpPr>
            <p:nvPr/>
          </p:nvSpPr>
          <p:spPr bwMode="auto">
            <a:xfrm>
              <a:off x="3765" y="1900"/>
              <a:ext cx="43"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37944" name="Group 24"/>
          <p:cNvGrpSpPr>
            <a:grpSpLocks/>
          </p:cNvGrpSpPr>
          <p:nvPr/>
        </p:nvGrpSpPr>
        <p:grpSpPr bwMode="auto">
          <a:xfrm>
            <a:off x="1782763" y="1143000"/>
            <a:ext cx="3525837" cy="2254250"/>
            <a:chOff x="1200" y="864"/>
            <a:chExt cx="2221" cy="1420"/>
          </a:xfrm>
        </p:grpSpPr>
        <p:sp>
          <p:nvSpPr>
            <p:cNvPr id="337945" name="Line 25"/>
            <p:cNvSpPr>
              <a:spLocks noChangeShapeType="1"/>
            </p:cNvSpPr>
            <p:nvPr/>
          </p:nvSpPr>
          <p:spPr bwMode="auto">
            <a:xfrm flipH="1" flipV="1">
              <a:off x="1425" y="1928"/>
              <a:ext cx="1886"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37946" name="Line 26"/>
            <p:cNvSpPr>
              <a:spLocks noChangeShapeType="1"/>
            </p:cNvSpPr>
            <p:nvPr/>
          </p:nvSpPr>
          <p:spPr bwMode="auto">
            <a:xfrm rot="5400000" flipH="1" flipV="1">
              <a:off x="1804" y="1213"/>
              <a:ext cx="18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37947" name="Line 27"/>
            <p:cNvSpPr>
              <a:spLocks noChangeShapeType="1"/>
            </p:cNvSpPr>
            <p:nvPr/>
          </p:nvSpPr>
          <p:spPr bwMode="auto">
            <a:xfrm rot="16200000" flipV="1">
              <a:off x="1857" y="1213"/>
              <a:ext cx="18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37948" name="Text Box 28"/>
            <p:cNvSpPr txBox="1">
              <a:spLocks noChangeArrowheads="1"/>
            </p:cNvSpPr>
            <p:nvPr/>
          </p:nvSpPr>
          <p:spPr bwMode="auto">
            <a:xfrm>
              <a:off x="1735" y="872"/>
              <a:ext cx="362"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solidFill>
                    <a:srgbClr val="000000"/>
                  </a:solidFill>
                  <a:latin typeface="Times New Roman" panose="02020603050405020304" pitchFamily="18" charset="0"/>
                </a:rPr>
                <a:t>C</a:t>
              </a:r>
              <a:r>
                <a:rPr lang="en-US" altLang="zh-CN" sz="2000" b="1" baseline="-25000">
                  <a:solidFill>
                    <a:srgbClr val="000000"/>
                  </a:solidFill>
                  <a:latin typeface="Times New Roman" panose="02020603050405020304" pitchFamily="18" charset="0"/>
                </a:rPr>
                <a:t>1</a:t>
              </a:r>
              <a:endParaRPr lang="en-US" altLang="zh-CN" sz="2000" b="1"/>
            </a:p>
          </p:txBody>
        </p:sp>
        <p:sp>
          <p:nvSpPr>
            <p:cNvPr id="337949" name="Text Box 29"/>
            <p:cNvSpPr txBox="1">
              <a:spLocks noChangeArrowheads="1"/>
            </p:cNvSpPr>
            <p:nvPr/>
          </p:nvSpPr>
          <p:spPr bwMode="auto">
            <a:xfrm>
              <a:off x="1217" y="1418"/>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latin typeface="Times New Roman" panose="02020603050405020304" pitchFamily="18" charset="0"/>
                </a:rPr>
                <a:t>u</a:t>
              </a:r>
              <a:endParaRPr lang="en-US" altLang="zh-CN" sz="2000" b="1"/>
            </a:p>
          </p:txBody>
        </p:sp>
        <p:sp>
          <p:nvSpPr>
            <p:cNvPr id="337950" name="Text Box 30"/>
            <p:cNvSpPr txBox="1">
              <a:spLocks noChangeArrowheads="1"/>
            </p:cNvSpPr>
            <p:nvPr/>
          </p:nvSpPr>
          <p:spPr bwMode="auto">
            <a:xfrm>
              <a:off x="1334" y="889"/>
              <a:ext cx="410"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solidFill>
                    <a:srgbClr val="000000"/>
                  </a:solidFill>
                  <a:latin typeface="Times New Roman" panose="02020603050405020304" pitchFamily="18" charset="0"/>
                </a:rPr>
                <a:t>i</a:t>
              </a:r>
              <a:endParaRPr lang="en-US" altLang="zh-CN" sz="2000" b="1"/>
            </a:p>
          </p:txBody>
        </p:sp>
        <p:sp>
          <p:nvSpPr>
            <p:cNvPr id="337951" name="Line 31"/>
            <p:cNvSpPr>
              <a:spLocks noChangeShapeType="1"/>
            </p:cNvSpPr>
            <p:nvPr/>
          </p:nvSpPr>
          <p:spPr bwMode="auto">
            <a:xfrm flipV="1">
              <a:off x="1430" y="1203"/>
              <a:ext cx="466" cy="1"/>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7952" name="Text Box 32"/>
            <p:cNvSpPr txBox="1">
              <a:spLocks noChangeArrowheads="1"/>
            </p:cNvSpPr>
            <p:nvPr/>
          </p:nvSpPr>
          <p:spPr bwMode="auto">
            <a:xfrm>
              <a:off x="1204" y="1178"/>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a:t>
              </a:r>
              <a:endParaRPr lang="en-US" altLang="zh-CN" sz="2000" b="1"/>
            </a:p>
          </p:txBody>
        </p:sp>
        <p:sp>
          <p:nvSpPr>
            <p:cNvPr id="337953" name="Text Box 33"/>
            <p:cNvSpPr txBox="1">
              <a:spLocks noChangeArrowheads="1"/>
            </p:cNvSpPr>
            <p:nvPr/>
          </p:nvSpPr>
          <p:spPr bwMode="auto">
            <a:xfrm>
              <a:off x="1870" y="1144"/>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_</a:t>
              </a:r>
              <a:endParaRPr lang="en-US" altLang="zh-CN" sz="2000" b="1"/>
            </a:p>
          </p:txBody>
        </p:sp>
        <p:sp>
          <p:nvSpPr>
            <p:cNvPr id="337954" name="Line 34"/>
            <p:cNvSpPr>
              <a:spLocks noChangeShapeType="1"/>
            </p:cNvSpPr>
            <p:nvPr/>
          </p:nvSpPr>
          <p:spPr bwMode="auto">
            <a:xfrm>
              <a:off x="1451" y="1137"/>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37955" name="Text Box 35"/>
            <p:cNvSpPr txBox="1">
              <a:spLocks noChangeArrowheads="1"/>
            </p:cNvSpPr>
            <p:nvPr/>
          </p:nvSpPr>
          <p:spPr bwMode="auto">
            <a:xfrm>
              <a:off x="1719" y="1208"/>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solidFill>
                    <a:srgbClr val="000000"/>
                  </a:solidFill>
                  <a:latin typeface="Times New Roman" panose="02020603050405020304" pitchFamily="18" charset="0"/>
                </a:rPr>
                <a:t>u</a:t>
              </a:r>
              <a:r>
                <a:rPr lang="en-US" altLang="zh-CN" sz="2000" b="1" baseline="-25000">
                  <a:solidFill>
                    <a:srgbClr val="000000"/>
                  </a:solidFill>
                  <a:latin typeface="Times New Roman" panose="02020603050405020304" pitchFamily="18" charset="0"/>
                </a:rPr>
                <a:t>1</a:t>
              </a:r>
              <a:endParaRPr lang="en-US" altLang="zh-CN" sz="2000" b="1"/>
            </a:p>
          </p:txBody>
        </p:sp>
        <p:sp>
          <p:nvSpPr>
            <p:cNvPr id="337956" name="Text Box 36"/>
            <p:cNvSpPr txBox="1">
              <a:spLocks noChangeArrowheads="1"/>
            </p:cNvSpPr>
            <p:nvPr/>
          </p:nvSpPr>
          <p:spPr bwMode="auto">
            <a:xfrm>
              <a:off x="1824" y="2016"/>
              <a:ext cx="966"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r>
                <a:rPr lang="en-US" altLang="zh-CN" b="1" i="1"/>
                <a:t>n</a:t>
              </a:r>
              <a:r>
                <a:rPr lang="zh-CN" altLang="en-US" b="1"/>
                <a:t>个电容串联</a:t>
              </a:r>
            </a:p>
          </p:txBody>
        </p:sp>
        <p:sp>
          <p:nvSpPr>
            <p:cNvPr id="337957" name="Text Box 37"/>
            <p:cNvSpPr txBox="1">
              <a:spLocks noChangeArrowheads="1"/>
            </p:cNvSpPr>
            <p:nvPr/>
          </p:nvSpPr>
          <p:spPr bwMode="auto">
            <a:xfrm>
              <a:off x="2213" y="877"/>
              <a:ext cx="361"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solidFill>
                    <a:srgbClr val="000000"/>
                  </a:solidFill>
                  <a:latin typeface="Times New Roman" panose="02020603050405020304" pitchFamily="18" charset="0"/>
                </a:rPr>
                <a:t>C</a:t>
              </a:r>
              <a:r>
                <a:rPr lang="en-US" altLang="zh-CN" sz="2000" b="1" baseline="-25000">
                  <a:solidFill>
                    <a:srgbClr val="000000"/>
                  </a:solidFill>
                  <a:latin typeface="Times New Roman" panose="02020603050405020304" pitchFamily="18" charset="0"/>
                </a:rPr>
                <a:t>2</a:t>
              </a:r>
              <a:endParaRPr lang="en-US" altLang="zh-CN" sz="2000" b="1"/>
            </a:p>
          </p:txBody>
        </p:sp>
        <p:sp>
          <p:nvSpPr>
            <p:cNvPr id="337958" name="Text Box 38"/>
            <p:cNvSpPr txBox="1">
              <a:spLocks noChangeArrowheads="1"/>
            </p:cNvSpPr>
            <p:nvPr/>
          </p:nvSpPr>
          <p:spPr bwMode="auto">
            <a:xfrm>
              <a:off x="2191" y="1205"/>
              <a:ext cx="410"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solidFill>
                    <a:srgbClr val="000000"/>
                  </a:solidFill>
                  <a:latin typeface="Times New Roman" panose="02020603050405020304" pitchFamily="18" charset="0"/>
                </a:rPr>
                <a:t>u</a:t>
              </a:r>
              <a:r>
                <a:rPr lang="en-US" altLang="zh-CN" sz="2000" b="1" baseline="-25000">
                  <a:solidFill>
                    <a:srgbClr val="000000"/>
                  </a:solidFill>
                  <a:latin typeface="Times New Roman" panose="02020603050405020304" pitchFamily="18" charset="0"/>
                </a:rPr>
                <a:t>2</a:t>
              </a:r>
              <a:endParaRPr lang="en-US" altLang="zh-CN" sz="2000" b="1"/>
            </a:p>
          </p:txBody>
        </p:sp>
        <p:sp>
          <p:nvSpPr>
            <p:cNvPr id="337959" name="Text Box 39"/>
            <p:cNvSpPr txBox="1">
              <a:spLocks noChangeArrowheads="1"/>
            </p:cNvSpPr>
            <p:nvPr/>
          </p:nvSpPr>
          <p:spPr bwMode="auto">
            <a:xfrm>
              <a:off x="2879" y="864"/>
              <a:ext cx="361"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solidFill>
                    <a:srgbClr val="000000"/>
                  </a:solidFill>
                  <a:latin typeface="Times New Roman" panose="02020603050405020304" pitchFamily="18" charset="0"/>
                </a:rPr>
                <a:t>C</a:t>
              </a:r>
              <a:r>
                <a:rPr lang="en-US" altLang="zh-CN" sz="2000" b="1" i="1" baseline="-25000">
                  <a:solidFill>
                    <a:srgbClr val="000000"/>
                  </a:solidFill>
                  <a:latin typeface="Times New Roman" panose="02020603050405020304" pitchFamily="18" charset="0"/>
                </a:rPr>
                <a:t>n</a:t>
              </a:r>
              <a:endParaRPr lang="en-US" altLang="zh-CN" sz="2000" b="1"/>
            </a:p>
          </p:txBody>
        </p:sp>
        <p:sp>
          <p:nvSpPr>
            <p:cNvPr id="337960" name="Line 40"/>
            <p:cNvSpPr>
              <a:spLocks noChangeShapeType="1"/>
            </p:cNvSpPr>
            <p:nvPr/>
          </p:nvSpPr>
          <p:spPr bwMode="auto">
            <a:xfrm>
              <a:off x="3322" y="1202"/>
              <a:ext cx="0" cy="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61" name="Text Box 41"/>
            <p:cNvSpPr txBox="1">
              <a:spLocks noChangeArrowheads="1"/>
            </p:cNvSpPr>
            <p:nvPr/>
          </p:nvSpPr>
          <p:spPr bwMode="auto">
            <a:xfrm>
              <a:off x="2869" y="1217"/>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i="1">
                  <a:solidFill>
                    <a:srgbClr val="000000"/>
                  </a:solidFill>
                  <a:latin typeface="Times New Roman" panose="02020603050405020304" pitchFamily="18" charset="0"/>
                </a:rPr>
                <a:t>u</a:t>
              </a:r>
              <a:r>
                <a:rPr lang="en-US" altLang="zh-CN" sz="2000" b="1" i="1" baseline="-25000">
                  <a:solidFill>
                    <a:srgbClr val="000000"/>
                  </a:solidFill>
                  <a:latin typeface="Times New Roman" panose="02020603050405020304" pitchFamily="18" charset="0"/>
                </a:rPr>
                <a:t>n</a:t>
              </a:r>
              <a:endParaRPr lang="en-US" altLang="zh-CN" sz="2000" b="1"/>
            </a:p>
          </p:txBody>
        </p:sp>
        <p:sp>
          <p:nvSpPr>
            <p:cNvPr id="337962" name="Line 42"/>
            <p:cNvSpPr>
              <a:spLocks noChangeShapeType="1"/>
            </p:cNvSpPr>
            <p:nvPr/>
          </p:nvSpPr>
          <p:spPr bwMode="auto">
            <a:xfrm>
              <a:off x="3075" y="1206"/>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63" name="Line 43"/>
            <p:cNvSpPr>
              <a:spLocks noChangeShapeType="1"/>
            </p:cNvSpPr>
            <p:nvPr/>
          </p:nvSpPr>
          <p:spPr bwMode="auto">
            <a:xfrm>
              <a:off x="2643" y="1206"/>
              <a:ext cx="221"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64" name="Oval 44"/>
            <p:cNvSpPr>
              <a:spLocks noChangeArrowheads="1"/>
            </p:cNvSpPr>
            <p:nvPr/>
          </p:nvSpPr>
          <p:spPr bwMode="auto">
            <a:xfrm>
              <a:off x="1378" y="1179"/>
              <a:ext cx="44" cy="4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7965" name="Oval 45"/>
            <p:cNvSpPr>
              <a:spLocks noChangeArrowheads="1"/>
            </p:cNvSpPr>
            <p:nvPr/>
          </p:nvSpPr>
          <p:spPr bwMode="auto">
            <a:xfrm>
              <a:off x="1374" y="1906"/>
              <a:ext cx="44"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7966" name="Line 46"/>
            <p:cNvSpPr>
              <a:spLocks noChangeShapeType="1"/>
            </p:cNvSpPr>
            <p:nvPr/>
          </p:nvSpPr>
          <p:spPr bwMode="auto">
            <a:xfrm rot="5400000" flipH="1" flipV="1">
              <a:off x="2276" y="1202"/>
              <a:ext cx="18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37967" name="Line 47"/>
            <p:cNvSpPr>
              <a:spLocks noChangeShapeType="1"/>
            </p:cNvSpPr>
            <p:nvPr/>
          </p:nvSpPr>
          <p:spPr bwMode="auto">
            <a:xfrm rot="16200000" flipV="1">
              <a:off x="2328" y="1203"/>
              <a:ext cx="18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37968" name="Line 48"/>
            <p:cNvSpPr>
              <a:spLocks noChangeShapeType="1"/>
            </p:cNvSpPr>
            <p:nvPr/>
          </p:nvSpPr>
          <p:spPr bwMode="auto">
            <a:xfrm rot="5400000" flipH="1" flipV="1">
              <a:off x="2939" y="1202"/>
              <a:ext cx="18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37969" name="Line 49"/>
            <p:cNvSpPr>
              <a:spLocks noChangeShapeType="1"/>
            </p:cNvSpPr>
            <p:nvPr/>
          </p:nvSpPr>
          <p:spPr bwMode="auto">
            <a:xfrm rot="16200000" flipV="1">
              <a:off x="2991" y="1203"/>
              <a:ext cx="184"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37970" name="Line 50"/>
            <p:cNvSpPr>
              <a:spLocks noChangeShapeType="1"/>
            </p:cNvSpPr>
            <p:nvPr/>
          </p:nvSpPr>
          <p:spPr bwMode="auto">
            <a:xfrm>
              <a:off x="2432" y="1206"/>
              <a:ext cx="18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71" name="Line 51"/>
            <p:cNvSpPr>
              <a:spLocks noChangeShapeType="1"/>
            </p:cNvSpPr>
            <p:nvPr/>
          </p:nvSpPr>
          <p:spPr bwMode="auto">
            <a:xfrm>
              <a:off x="1942" y="1206"/>
              <a:ext cx="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72" name="Line 52"/>
            <p:cNvSpPr>
              <a:spLocks noChangeShapeType="1"/>
            </p:cNvSpPr>
            <p:nvPr/>
          </p:nvSpPr>
          <p:spPr bwMode="auto">
            <a:xfrm flipH="1">
              <a:off x="2874" y="1206"/>
              <a:ext cx="1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73" name="Text Box 53"/>
            <p:cNvSpPr txBox="1">
              <a:spLocks noChangeArrowheads="1"/>
            </p:cNvSpPr>
            <p:nvPr/>
          </p:nvSpPr>
          <p:spPr bwMode="auto">
            <a:xfrm>
              <a:off x="1528" y="1212"/>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a:t>
              </a:r>
              <a:endParaRPr lang="en-US" altLang="zh-CN" sz="2000" b="1"/>
            </a:p>
          </p:txBody>
        </p:sp>
        <p:sp>
          <p:nvSpPr>
            <p:cNvPr id="337974" name="Text Box 54"/>
            <p:cNvSpPr txBox="1">
              <a:spLocks noChangeArrowheads="1"/>
            </p:cNvSpPr>
            <p:nvPr/>
          </p:nvSpPr>
          <p:spPr bwMode="auto">
            <a:xfrm>
              <a:off x="2024" y="1216"/>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a:t>
              </a:r>
              <a:endParaRPr lang="en-US" altLang="zh-CN" sz="2000" b="1"/>
            </a:p>
          </p:txBody>
        </p:sp>
        <p:sp>
          <p:nvSpPr>
            <p:cNvPr id="337975" name="Text Box 55"/>
            <p:cNvSpPr txBox="1">
              <a:spLocks noChangeArrowheads="1"/>
            </p:cNvSpPr>
            <p:nvPr/>
          </p:nvSpPr>
          <p:spPr bwMode="auto">
            <a:xfrm>
              <a:off x="2728" y="1215"/>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a:t>
              </a:r>
              <a:endParaRPr lang="en-US" altLang="zh-CN" sz="2000" b="1"/>
            </a:p>
          </p:txBody>
        </p:sp>
        <p:sp>
          <p:nvSpPr>
            <p:cNvPr id="337976" name="Text Box 56"/>
            <p:cNvSpPr txBox="1">
              <a:spLocks noChangeArrowheads="1"/>
            </p:cNvSpPr>
            <p:nvPr/>
          </p:nvSpPr>
          <p:spPr bwMode="auto">
            <a:xfrm>
              <a:off x="2392" y="1141"/>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_</a:t>
              </a:r>
              <a:endParaRPr lang="en-US" altLang="zh-CN" sz="2000" b="1"/>
            </a:p>
          </p:txBody>
        </p:sp>
        <p:sp>
          <p:nvSpPr>
            <p:cNvPr id="337977" name="Text Box 57"/>
            <p:cNvSpPr txBox="1">
              <a:spLocks noChangeArrowheads="1"/>
            </p:cNvSpPr>
            <p:nvPr/>
          </p:nvSpPr>
          <p:spPr bwMode="auto">
            <a:xfrm>
              <a:off x="3025" y="1144"/>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_</a:t>
              </a:r>
              <a:endParaRPr lang="en-US" altLang="zh-CN" sz="2000" b="1"/>
            </a:p>
          </p:txBody>
        </p:sp>
        <p:sp>
          <p:nvSpPr>
            <p:cNvPr id="337978" name="Text Box 58"/>
            <p:cNvSpPr txBox="1">
              <a:spLocks noChangeArrowheads="1"/>
            </p:cNvSpPr>
            <p:nvPr/>
          </p:nvSpPr>
          <p:spPr bwMode="auto">
            <a:xfrm>
              <a:off x="1200" y="1596"/>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r>
                <a:rPr lang="en-US" altLang="zh-CN" sz="2000" b="1">
                  <a:latin typeface="Times New Roman" panose="02020603050405020304" pitchFamily="18" charset="0"/>
                </a:rPr>
                <a:t>_</a:t>
              </a:r>
              <a:endParaRPr lang="en-US" altLang="zh-CN" sz="2000" b="1"/>
            </a:p>
          </p:txBody>
        </p:sp>
      </p:grpSp>
      <p:graphicFrame>
        <p:nvGraphicFramePr>
          <p:cNvPr id="337979" name="Object 59"/>
          <p:cNvGraphicFramePr>
            <a:graphicFrameLocks noChangeAspect="1"/>
          </p:cNvGraphicFramePr>
          <p:nvPr/>
        </p:nvGraphicFramePr>
        <p:xfrm>
          <a:off x="2392363" y="3505200"/>
          <a:ext cx="3841750" cy="457200"/>
        </p:xfrm>
        <a:graphic>
          <a:graphicData uri="http://schemas.openxmlformats.org/presentationml/2006/ole">
            <mc:AlternateContent xmlns:mc="http://schemas.openxmlformats.org/markup-compatibility/2006">
              <mc:Choice xmlns:v="urn:schemas-microsoft-com:vml" Requires="v">
                <p:oleObj name="Equation" r:id="rId3" imgW="1917360" imgH="228600" progId="Equation.DSMT4">
                  <p:embed/>
                </p:oleObj>
              </mc:Choice>
              <mc:Fallback>
                <p:oleObj name="Equation" r:id="rId3" imgW="1917360" imgH="228600" progId="Equation.DSMT4">
                  <p:embed/>
                  <p:pic>
                    <p:nvPicPr>
                      <p:cNvPr id="337979"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63" y="3505200"/>
                        <a:ext cx="384175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80" name="Object 60"/>
          <p:cNvGraphicFramePr>
            <a:graphicFrameLocks noChangeAspect="1"/>
          </p:cNvGraphicFramePr>
          <p:nvPr/>
        </p:nvGraphicFramePr>
        <p:xfrm>
          <a:off x="1173163" y="4419600"/>
          <a:ext cx="7507287" cy="711200"/>
        </p:xfrm>
        <a:graphic>
          <a:graphicData uri="http://schemas.openxmlformats.org/presentationml/2006/ole">
            <mc:AlternateContent xmlns:mc="http://schemas.openxmlformats.org/markup-compatibility/2006">
              <mc:Choice xmlns:v="urn:schemas-microsoft-com:vml" Requires="v">
                <p:oleObj name="Equation" r:id="rId5" imgW="4673520" imgH="444240" progId="Equation.DSMT4">
                  <p:embed/>
                </p:oleObj>
              </mc:Choice>
              <mc:Fallback>
                <p:oleObj name="Equation" r:id="rId5" imgW="4673520" imgH="444240" progId="Equation.DSMT4">
                  <p:embed/>
                  <p:pic>
                    <p:nvPicPr>
                      <p:cNvPr id="337980" name="Object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3163" y="4419600"/>
                        <a:ext cx="7507287"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7981" name="Text Box 61"/>
          <p:cNvSpPr txBox="1">
            <a:spLocks noChangeArrowheads="1"/>
          </p:cNvSpPr>
          <p:nvPr/>
        </p:nvSpPr>
        <p:spPr bwMode="auto">
          <a:xfrm>
            <a:off x="563563" y="35052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宋体" panose="02010600030101010101" pitchFamily="2" charset="-122"/>
              </a:rPr>
              <a:t>由</a:t>
            </a:r>
            <a:r>
              <a:rPr lang="en-US" altLang="zh-CN" sz="2400" b="1">
                <a:latin typeface="宋体" panose="02010600030101010101" pitchFamily="2" charset="-122"/>
              </a:rPr>
              <a:t>KVL</a:t>
            </a:r>
            <a:r>
              <a:rPr lang="zh-CN" altLang="en-US" sz="2400" b="1">
                <a:latin typeface="宋体" panose="02010600030101010101" pitchFamily="2" charset="-122"/>
              </a:rPr>
              <a:t>，有</a:t>
            </a:r>
          </a:p>
        </p:txBody>
      </p:sp>
      <p:sp>
        <p:nvSpPr>
          <p:cNvPr id="337982" name="Text Box 62"/>
          <p:cNvSpPr txBox="1">
            <a:spLocks noChangeArrowheads="1"/>
          </p:cNvSpPr>
          <p:nvPr/>
        </p:nvSpPr>
        <p:spPr bwMode="auto">
          <a:xfrm>
            <a:off x="563563" y="3962400"/>
            <a:ext cx="586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代入各电容的电压、电流关系式，得</a:t>
            </a:r>
          </a:p>
        </p:txBody>
      </p:sp>
      <p:graphicFrame>
        <p:nvGraphicFramePr>
          <p:cNvPr id="337983" name="Object 63"/>
          <p:cNvGraphicFramePr>
            <a:graphicFrameLocks noChangeAspect="1"/>
          </p:cNvGraphicFramePr>
          <p:nvPr/>
        </p:nvGraphicFramePr>
        <p:xfrm>
          <a:off x="1630363" y="5181600"/>
          <a:ext cx="4183062" cy="711200"/>
        </p:xfrm>
        <a:graphic>
          <a:graphicData uri="http://schemas.openxmlformats.org/presentationml/2006/ole">
            <mc:AlternateContent xmlns:mc="http://schemas.openxmlformats.org/markup-compatibility/2006">
              <mc:Choice xmlns:v="urn:schemas-microsoft-com:vml" Requires="v">
                <p:oleObj name="Equation" r:id="rId7" imgW="2603160" imgH="444240" progId="Equation.DSMT4">
                  <p:embed/>
                </p:oleObj>
              </mc:Choice>
              <mc:Fallback>
                <p:oleObj name="Equation" r:id="rId7" imgW="2603160" imgH="444240" progId="Equation.DSMT4">
                  <p:embed/>
                  <p:pic>
                    <p:nvPicPr>
                      <p:cNvPr id="337983" name="Object 6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0363" y="5181600"/>
                        <a:ext cx="4183062"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84" name="Object 64"/>
          <p:cNvGraphicFramePr>
            <a:graphicFrameLocks noChangeAspect="1"/>
          </p:cNvGraphicFramePr>
          <p:nvPr/>
        </p:nvGraphicFramePr>
        <p:xfrm>
          <a:off x="1630363" y="5897563"/>
          <a:ext cx="2224087" cy="731837"/>
        </p:xfrm>
        <a:graphic>
          <a:graphicData uri="http://schemas.openxmlformats.org/presentationml/2006/ole">
            <mc:AlternateContent xmlns:mc="http://schemas.openxmlformats.org/markup-compatibility/2006">
              <mc:Choice xmlns:v="urn:schemas-microsoft-com:vml" Requires="v">
                <p:oleObj name="Equation" r:id="rId9" imgW="1384200" imgH="457200" progId="Equation.DSMT4">
                  <p:embed/>
                </p:oleObj>
              </mc:Choice>
              <mc:Fallback>
                <p:oleObj name="Equation" r:id="rId9" imgW="1384200" imgH="457200" progId="Equation.DSMT4">
                  <p:embed/>
                  <p:pic>
                    <p:nvPicPr>
                      <p:cNvPr id="337984" name="Object 6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0363" y="5897563"/>
                        <a:ext cx="2224087" cy="731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7985" name="AutoShape 65"/>
          <p:cNvSpPr>
            <a:spLocks noChangeArrowheads="1"/>
          </p:cNvSpPr>
          <p:nvPr/>
        </p:nvSpPr>
        <p:spPr bwMode="auto">
          <a:xfrm>
            <a:off x="5364163" y="2133600"/>
            <a:ext cx="457200" cy="228600"/>
          </a:xfrm>
          <a:prstGeom prst="rightArrow">
            <a:avLst>
              <a:gd name="adj1" fmla="val 50000"/>
              <a:gd name="adj2" fmla="val 50000"/>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4257753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7924"/>
                                        </p:tgtEl>
                                        <p:attrNameLst>
                                          <p:attrName>style.visibility</p:attrName>
                                        </p:attrNameLst>
                                      </p:cBhvr>
                                      <p:to>
                                        <p:strVal val="visible"/>
                                      </p:to>
                                    </p:set>
                                    <p:animEffect transition="in" filter="wipe(up)">
                                      <p:cBhvr>
                                        <p:cTn id="7" dur="500"/>
                                        <p:tgtEl>
                                          <p:spTgt spid="3379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37944"/>
                                        </p:tgtEl>
                                        <p:attrNameLst>
                                          <p:attrName>style.visibility</p:attrName>
                                        </p:attrNameLst>
                                      </p:cBhvr>
                                      <p:to>
                                        <p:strVal val="visible"/>
                                      </p:to>
                                    </p:set>
                                    <p:animEffect transition="in" filter="box(out)">
                                      <p:cBhvr>
                                        <p:cTn id="12" dur="500"/>
                                        <p:tgtEl>
                                          <p:spTgt spid="3379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798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37979"/>
                                        </p:tgtEl>
                                        <p:attrNameLst>
                                          <p:attrName>style.visibility</p:attrName>
                                        </p:attrNameLst>
                                      </p:cBhvr>
                                      <p:to>
                                        <p:strVal val="visible"/>
                                      </p:to>
                                    </p:set>
                                    <p:animEffect transition="in" filter="wipe(left)">
                                      <p:cBhvr>
                                        <p:cTn id="21" dur="500"/>
                                        <p:tgtEl>
                                          <p:spTgt spid="33797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1" fill="hold" grpId="0" nodeType="clickEffect">
                                  <p:stCondLst>
                                    <p:cond delay="0"/>
                                  </p:stCondLst>
                                  <p:childTnLst>
                                    <p:set>
                                      <p:cBhvr>
                                        <p:cTn id="25" dur="1" fill="hold">
                                          <p:stCondLst>
                                            <p:cond delay="0"/>
                                          </p:stCondLst>
                                        </p:cTn>
                                        <p:tgtEl>
                                          <p:spTgt spid="337982"/>
                                        </p:tgtEl>
                                        <p:attrNameLst>
                                          <p:attrName>style.visibility</p:attrName>
                                        </p:attrNameLst>
                                      </p:cBhvr>
                                      <p:to>
                                        <p:strVal val="visible"/>
                                      </p:to>
                                    </p:set>
                                    <p:animEffect transition="in" filter="slide(fromTop)">
                                      <p:cBhvr>
                                        <p:cTn id="26" dur="500"/>
                                        <p:tgtEl>
                                          <p:spTgt spid="33798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37980"/>
                                        </p:tgtEl>
                                        <p:attrNameLst>
                                          <p:attrName>style.visibility</p:attrName>
                                        </p:attrNameLst>
                                      </p:cBhvr>
                                      <p:to>
                                        <p:strVal val="visible"/>
                                      </p:to>
                                    </p:set>
                                    <p:animEffect transition="in" filter="wipe(left)">
                                      <p:cBhvr>
                                        <p:cTn id="31" dur="500"/>
                                        <p:tgtEl>
                                          <p:spTgt spid="33798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337983"/>
                                        </p:tgtEl>
                                        <p:attrNameLst>
                                          <p:attrName>style.visibility</p:attrName>
                                        </p:attrNameLst>
                                      </p:cBhvr>
                                      <p:to>
                                        <p:strVal val="visible"/>
                                      </p:to>
                                    </p:set>
                                    <p:animEffect transition="in" filter="wipe(up)">
                                      <p:cBhvr>
                                        <p:cTn id="36" dur="500"/>
                                        <p:tgtEl>
                                          <p:spTgt spid="33798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337925"/>
                                        </p:tgtEl>
                                        <p:attrNameLst>
                                          <p:attrName>style.visibility</p:attrName>
                                        </p:attrNameLst>
                                      </p:cBhvr>
                                      <p:to>
                                        <p:strVal val="visible"/>
                                      </p:to>
                                    </p:set>
                                    <p:animEffect transition="in" filter="wipe(left)">
                                      <p:cBhvr>
                                        <p:cTn id="41" dur="500"/>
                                        <p:tgtEl>
                                          <p:spTgt spid="337925"/>
                                        </p:tgtEl>
                                      </p:cBhvr>
                                    </p:animEffect>
                                  </p:childTnLst>
                                </p:cTn>
                              </p:par>
                              <p:par>
                                <p:cTn id="42" presetID="22" presetClass="entr" presetSubtype="8" fill="hold" nodeType="withEffect">
                                  <p:stCondLst>
                                    <p:cond delay="0"/>
                                  </p:stCondLst>
                                  <p:childTnLst>
                                    <p:set>
                                      <p:cBhvr>
                                        <p:cTn id="43" dur="1" fill="hold">
                                          <p:stCondLst>
                                            <p:cond delay="0"/>
                                          </p:stCondLst>
                                        </p:cTn>
                                        <p:tgtEl>
                                          <p:spTgt spid="337985"/>
                                        </p:tgtEl>
                                        <p:attrNameLst>
                                          <p:attrName>style.visibility</p:attrName>
                                        </p:attrNameLst>
                                      </p:cBhvr>
                                      <p:to>
                                        <p:strVal val="visible"/>
                                      </p:to>
                                    </p:set>
                                    <p:animEffect transition="in" filter="wipe(left)">
                                      <p:cBhvr>
                                        <p:cTn id="44" dur="500"/>
                                        <p:tgtEl>
                                          <p:spTgt spid="33798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1" fill="hold" nodeType="clickEffect">
                                  <p:stCondLst>
                                    <p:cond delay="0"/>
                                  </p:stCondLst>
                                  <p:childTnLst>
                                    <p:set>
                                      <p:cBhvr>
                                        <p:cTn id="48" dur="1" fill="hold">
                                          <p:stCondLst>
                                            <p:cond delay="0"/>
                                          </p:stCondLst>
                                        </p:cTn>
                                        <p:tgtEl>
                                          <p:spTgt spid="337984"/>
                                        </p:tgtEl>
                                        <p:attrNameLst>
                                          <p:attrName>style.visibility</p:attrName>
                                        </p:attrNameLst>
                                      </p:cBhvr>
                                      <p:to>
                                        <p:strVal val="visible"/>
                                      </p:to>
                                    </p:set>
                                    <p:animEffect transition="in" filter="slide(fromTop)">
                                      <p:cBhvr>
                                        <p:cTn id="49" dur="500"/>
                                        <p:tgtEl>
                                          <p:spTgt spid="337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4" grpId="0"/>
      <p:bldP spid="337981" grpId="0"/>
      <p:bldP spid="337982"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8948" name="Object 4"/>
          <p:cNvGraphicFramePr>
            <a:graphicFrameLocks noChangeAspect="1"/>
          </p:cNvGraphicFramePr>
          <p:nvPr/>
        </p:nvGraphicFramePr>
        <p:xfrm>
          <a:off x="2438400" y="1066800"/>
          <a:ext cx="4170363" cy="914400"/>
        </p:xfrm>
        <a:graphic>
          <a:graphicData uri="http://schemas.openxmlformats.org/presentationml/2006/ole">
            <mc:AlternateContent xmlns:mc="http://schemas.openxmlformats.org/markup-compatibility/2006">
              <mc:Choice xmlns:v="urn:schemas-microsoft-com:vml" Requires="v">
                <p:oleObj name="Equation" r:id="rId3" imgW="2082600" imgH="457200" progId="Equation.DSMT4">
                  <p:embed/>
                </p:oleObj>
              </mc:Choice>
              <mc:Fallback>
                <p:oleObj name="Equation" r:id="rId3" imgW="2082600" imgH="457200" progId="Equation.DSMT4">
                  <p:embed/>
                  <p:pic>
                    <p:nvPicPr>
                      <p:cNvPr id="3389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066800"/>
                        <a:ext cx="417036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949" name="Object 5"/>
          <p:cNvGraphicFramePr>
            <a:graphicFrameLocks noChangeAspect="1"/>
          </p:cNvGraphicFramePr>
          <p:nvPr/>
        </p:nvGraphicFramePr>
        <p:xfrm>
          <a:off x="3200400" y="5334000"/>
          <a:ext cx="1785938" cy="885825"/>
        </p:xfrm>
        <a:graphic>
          <a:graphicData uri="http://schemas.openxmlformats.org/presentationml/2006/ole">
            <mc:AlternateContent xmlns:mc="http://schemas.openxmlformats.org/markup-compatibility/2006">
              <mc:Choice xmlns:v="urn:schemas-microsoft-com:vml" Requires="v">
                <p:oleObj name="Equation" r:id="rId5" imgW="901440" imgH="444240" progId="Equation.DSMT4">
                  <p:embed/>
                </p:oleObj>
              </mc:Choice>
              <mc:Fallback>
                <p:oleObj name="Equation" r:id="rId5" imgW="901440" imgH="444240" progId="Equation.DSMT4">
                  <p:embed/>
                  <p:pic>
                    <p:nvPicPr>
                      <p:cNvPr id="33894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5334000"/>
                        <a:ext cx="1785938"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950" name="Rectangle 6"/>
          <p:cNvSpPr>
            <a:spLocks noChangeArrowheads="1"/>
          </p:cNvSpPr>
          <p:nvPr/>
        </p:nvSpPr>
        <p:spPr bwMode="auto">
          <a:xfrm>
            <a:off x="533400" y="4572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400" b="1" dirty="0">
                <a:latin typeface="Times New Roman" panose="02020603050405020304" pitchFamily="18" charset="0"/>
                <a:cs typeface="Times New Roman" panose="02020603050405020304" pitchFamily="18" charset="0"/>
              </a:rPr>
              <a:t>等效电容</a:t>
            </a:r>
            <a:r>
              <a:rPr lang="zh-CN" altLang="en-US" sz="2400" b="1" dirty="0"/>
              <a:t>与各电容的关系式为</a:t>
            </a:r>
          </a:p>
        </p:txBody>
      </p:sp>
      <p:sp>
        <p:nvSpPr>
          <p:cNvPr id="338951" name="Rectangle 7"/>
          <p:cNvSpPr>
            <a:spLocks noChangeArrowheads="1"/>
          </p:cNvSpPr>
          <p:nvPr/>
        </p:nvSpPr>
        <p:spPr bwMode="auto">
          <a:xfrm>
            <a:off x="685800" y="3200400"/>
            <a:ext cx="7467600" cy="822325"/>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901700" indent="-901700">
              <a:defRPr>
                <a:solidFill>
                  <a:schemeClr val="tx1"/>
                </a:solidFill>
                <a:latin typeface="Arial" panose="020B0604020202020204" pitchFamily="34" charset="0"/>
                <a:ea typeface="宋体" panose="02010600030101010101" pitchFamily="2" charset="-122"/>
              </a:defRPr>
            </a:lvl1pPr>
            <a:lvl2pPr marL="1081088">
              <a:defRPr>
                <a:solidFill>
                  <a:schemeClr val="tx1"/>
                </a:solidFill>
                <a:latin typeface="Arial" panose="020B0604020202020204" pitchFamily="34" charset="0"/>
                <a:ea typeface="宋体" panose="02010600030101010101" pitchFamily="2" charset="-122"/>
              </a:defRPr>
            </a:lvl2pPr>
            <a:lvl3pPr marL="1260475">
              <a:defRPr>
                <a:solidFill>
                  <a:schemeClr val="tx1"/>
                </a:solidFill>
                <a:latin typeface="Arial" panose="020B0604020202020204" pitchFamily="34" charset="0"/>
                <a:ea typeface="宋体" panose="02010600030101010101" pitchFamily="2" charset="-122"/>
              </a:defRPr>
            </a:lvl3pPr>
            <a:lvl4pPr marL="143986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0033CC"/>
                </a:solidFill>
                <a:latin typeface="Times New Roman" panose="02020603050405020304" pitchFamily="18" charset="0"/>
                <a:cs typeface="Times New Roman" panose="02020603050405020304" pitchFamily="18" charset="0"/>
              </a:rPr>
              <a:t>结论</a:t>
            </a:r>
            <a:r>
              <a:rPr lang="zh-CN" altLang="en-US"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n</a:t>
            </a:r>
            <a:r>
              <a:rPr lang="zh-CN" altLang="en-US" sz="2400" b="1">
                <a:latin typeface="Times New Roman" panose="02020603050405020304" pitchFamily="18" charset="0"/>
                <a:cs typeface="Times New Roman" panose="02020603050405020304" pitchFamily="18" charset="0"/>
              </a:rPr>
              <a:t>个串联电容的等效电容值的倒数等于各电容值的倒数之和。</a:t>
            </a:r>
            <a:endParaRPr lang="zh-CN" altLang="en-US" sz="2400" b="1"/>
          </a:p>
        </p:txBody>
      </p:sp>
      <p:sp>
        <p:nvSpPr>
          <p:cNvPr id="338952" name="Rectangle 8"/>
          <p:cNvSpPr>
            <a:spLocks noChangeArrowheads="1"/>
          </p:cNvSpPr>
          <p:nvPr/>
        </p:nvSpPr>
        <p:spPr bwMode="auto">
          <a:xfrm>
            <a:off x="685800" y="457200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b="1" dirty="0">
                <a:latin typeface="Times New Roman" panose="02020603050405020304" pitchFamily="18" charset="0"/>
                <a:cs typeface="Times New Roman" panose="02020603050405020304" pitchFamily="18" charset="0"/>
              </a:rPr>
              <a:t>当两个电容串联（</a:t>
            </a:r>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）时，等效电容值为</a:t>
            </a:r>
            <a:endParaRPr lang="zh-CN" altLang="en-US" sz="2400" b="1" dirty="0"/>
          </a:p>
        </p:txBody>
      </p:sp>
      <p:graphicFrame>
        <p:nvGraphicFramePr>
          <p:cNvPr id="338953" name="Object 9"/>
          <p:cNvGraphicFramePr>
            <a:graphicFrameLocks noChangeAspect="1"/>
          </p:cNvGraphicFramePr>
          <p:nvPr/>
        </p:nvGraphicFramePr>
        <p:xfrm>
          <a:off x="2362200" y="2057400"/>
          <a:ext cx="1997075" cy="866775"/>
        </p:xfrm>
        <a:graphic>
          <a:graphicData uri="http://schemas.openxmlformats.org/presentationml/2006/ole">
            <mc:AlternateContent xmlns:mc="http://schemas.openxmlformats.org/markup-compatibility/2006">
              <mc:Choice xmlns:v="urn:schemas-microsoft-com:vml" Requires="v">
                <p:oleObj name="Equation" r:id="rId7" imgW="990360" imgH="431640" progId="Equation.DSMT4">
                  <p:embed/>
                </p:oleObj>
              </mc:Choice>
              <mc:Fallback>
                <p:oleObj name="Equation" r:id="rId7" imgW="990360" imgH="431640" progId="Equation.DSMT4">
                  <p:embed/>
                  <p:pic>
                    <p:nvPicPr>
                      <p:cNvPr id="338953"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2057400"/>
                        <a:ext cx="1997075"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68602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8948"/>
                                        </p:tgtEl>
                                        <p:attrNameLst>
                                          <p:attrName>style.visibility</p:attrName>
                                        </p:attrNameLst>
                                      </p:cBhvr>
                                      <p:to>
                                        <p:strVal val="visible"/>
                                      </p:to>
                                    </p:set>
                                    <p:animEffect transition="in" filter="wipe(left)">
                                      <p:cBhvr>
                                        <p:cTn id="7" dur="500"/>
                                        <p:tgtEl>
                                          <p:spTgt spid="3389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38953"/>
                                        </p:tgtEl>
                                        <p:attrNameLst>
                                          <p:attrName>style.visibility</p:attrName>
                                        </p:attrNameLst>
                                      </p:cBhvr>
                                      <p:to>
                                        <p:strVal val="visible"/>
                                      </p:to>
                                    </p:set>
                                    <p:animEffect transition="in" filter="box(in)">
                                      <p:cBhvr>
                                        <p:cTn id="12" dur="500"/>
                                        <p:tgtEl>
                                          <p:spTgt spid="3389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38951"/>
                                        </p:tgtEl>
                                        <p:attrNameLst>
                                          <p:attrName>style.visibility</p:attrName>
                                        </p:attrNameLst>
                                      </p:cBhvr>
                                      <p:to>
                                        <p:strVal val="visible"/>
                                      </p:to>
                                    </p:set>
                                    <p:animEffect transition="in" filter="box(out)">
                                      <p:cBhvr>
                                        <p:cTn id="17" dur="500"/>
                                        <p:tgtEl>
                                          <p:spTgt spid="3389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338952"/>
                                        </p:tgtEl>
                                        <p:attrNameLst>
                                          <p:attrName>style.visibility</p:attrName>
                                        </p:attrNameLst>
                                      </p:cBhvr>
                                      <p:to>
                                        <p:strVal val="visible"/>
                                      </p:to>
                                    </p:set>
                                    <p:animEffect transition="in" filter="slide(fromTop)">
                                      <p:cBhvr>
                                        <p:cTn id="22" dur="500"/>
                                        <p:tgtEl>
                                          <p:spTgt spid="3389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38949"/>
                                        </p:tgtEl>
                                        <p:attrNameLst>
                                          <p:attrName>style.visibility</p:attrName>
                                        </p:attrNameLst>
                                      </p:cBhvr>
                                      <p:to>
                                        <p:strVal val="visible"/>
                                      </p:to>
                                    </p:set>
                                    <p:animEffect transition="in" filter="box(in)">
                                      <p:cBhvr>
                                        <p:cTn id="27" dur="500"/>
                                        <p:tgtEl>
                                          <p:spTgt spid="338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51" grpId="0" animBg="1"/>
      <p:bldP spid="338952"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a:xfrm>
            <a:off x="395288" y="188913"/>
            <a:ext cx="2962275" cy="490537"/>
          </a:xfrm>
        </p:spPr>
        <p:txBody>
          <a:bodyPr/>
          <a:lstStyle/>
          <a:p>
            <a:pPr algn="just"/>
            <a:r>
              <a:rPr lang="zh-CN" altLang="en-US" sz="2400" b="1">
                <a:solidFill>
                  <a:srgbClr val="0000FF"/>
                </a:solidFill>
              </a:rPr>
              <a:t>（</a:t>
            </a:r>
            <a:r>
              <a:rPr lang="en-US" altLang="zh-CN" sz="2400" b="1">
                <a:solidFill>
                  <a:srgbClr val="0000FF"/>
                </a:solidFill>
              </a:rPr>
              <a:t>2</a:t>
            </a:r>
            <a:r>
              <a:rPr lang="zh-CN" altLang="en-US" sz="2400" b="1">
                <a:solidFill>
                  <a:srgbClr val="0000FF"/>
                </a:solidFill>
              </a:rPr>
              <a:t>）电容的并联</a:t>
            </a:r>
          </a:p>
        </p:txBody>
      </p:sp>
      <p:grpSp>
        <p:nvGrpSpPr>
          <p:cNvPr id="339972" name="Group 4"/>
          <p:cNvGrpSpPr>
            <a:grpSpLocks/>
          </p:cNvGrpSpPr>
          <p:nvPr/>
        </p:nvGrpSpPr>
        <p:grpSpPr bwMode="auto">
          <a:xfrm>
            <a:off x="5580063" y="981075"/>
            <a:ext cx="1854200" cy="1719263"/>
            <a:chOff x="3456" y="720"/>
            <a:chExt cx="1168" cy="1083"/>
          </a:xfrm>
        </p:grpSpPr>
        <p:sp>
          <p:nvSpPr>
            <p:cNvPr id="339973" name="Text Box 5"/>
            <p:cNvSpPr txBox="1">
              <a:spLocks noChangeArrowheads="1"/>
            </p:cNvSpPr>
            <p:nvPr/>
          </p:nvSpPr>
          <p:spPr bwMode="auto">
            <a:xfrm>
              <a:off x="4128" y="912"/>
              <a:ext cx="496" cy="31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C</a:t>
              </a:r>
              <a:r>
                <a:rPr lang="en-US" altLang="zh-CN" sz="2000" b="1" baseline="-25000">
                  <a:solidFill>
                    <a:srgbClr val="000000"/>
                  </a:solidFill>
                  <a:latin typeface="Times New Roman" panose="02020603050405020304" pitchFamily="18" charset="0"/>
                </a:rPr>
                <a:t>eq</a:t>
              </a:r>
              <a:endParaRPr lang="en-US" altLang="zh-CN" sz="2000" b="1"/>
            </a:p>
          </p:txBody>
        </p:sp>
        <p:grpSp>
          <p:nvGrpSpPr>
            <p:cNvPr id="339974" name="Group 6"/>
            <p:cNvGrpSpPr>
              <a:grpSpLocks/>
            </p:cNvGrpSpPr>
            <p:nvPr/>
          </p:nvGrpSpPr>
          <p:grpSpPr bwMode="auto">
            <a:xfrm rot="5400000">
              <a:off x="4142" y="997"/>
              <a:ext cx="52" cy="185"/>
              <a:chOff x="4012" y="3701"/>
              <a:chExt cx="81" cy="289"/>
            </a:xfrm>
          </p:grpSpPr>
          <p:sp>
            <p:nvSpPr>
              <p:cNvPr id="339975" name="Line 7"/>
              <p:cNvSpPr>
                <a:spLocks noChangeShapeType="1"/>
              </p:cNvSpPr>
              <p:nvPr/>
            </p:nvSpPr>
            <p:spPr bwMode="auto">
              <a:xfrm rot="-5400000" flipH="1" flipV="1">
                <a:off x="3949" y="3846"/>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39976" name="Line 8"/>
              <p:cNvSpPr>
                <a:spLocks noChangeShapeType="1"/>
              </p:cNvSpPr>
              <p:nvPr/>
            </p:nvSpPr>
            <p:spPr bwMode="auto">
              <a:xfrm rot="5400000" flipV="1">
                <a:off x="3868" y="3845"/>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
          <p:nvSpPr>
            <p:cNvPr id="339977" name="Text Box 9"/>
            <p:cNvSpPr txBox="1">
              <a:spLocks noChangeArrowheads="1"/>
            </p:cNvSpPr>
            <p:nvPr/>
          </p:nvSpPr>
          <p:spPr bwMode="auto">
            <a:xfrm>
              <a:off x="3470" y="959"/>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latin typeface="Times New Roman" panose="02020603050405020304" pitchFamily="18" charset="0"/>
                </a:rPr>
                <a:t>u</a:t>
              </a:r>
              <a:endParaRPr lang="en-US" altLang="zh-CN" sz="2000" b="1"/>
            </a:p>
          </p:txBody>
        </p:sp>
        <p:sp>
          <p:nvSpPr>
            <p:cNvPr id="339978" name="Text Box 10"/>
            <p:cNvSpPr txBox="1">
              <a:spLocks noChangeArrowheads="1"/>
            </p:cNvSpPr>
            <p:nvPr/>
          </p:nvSpPr>
          <p:spPr bwMode="auto">
            <a:xfrm>
              <a:off x="3457" y="720"/>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39979" name="Text Box 11"/>
            <p:cNvSpPr txBox="1">
              <a:spLocks noChangeArrowheads="1"/>
            </p:cNvSpPr>
            <p:nvPr/>
          </p:nvSpPr>
          <p:spPr bwMode="auto">
            <a:xfrm>
              <a:off x="3456" y="1146"/>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39980" name="Line 12"/>
            <p:cNvSpPr>
              <a:spLocks noChangeShapeType="1"/>
            </p:cNvSpPr>
            <p:nvPr/>
          </p:nvSpPr>
          <p:spPr bwMode="auto">
            <a:xfrm>
              <a:off x="4164" y="744"/>
              <a:ext cx="0" cy="3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981" name="Line 13"/>
            <p:cNvSpPr>
              <a:spLocks noChangeShapeType="1"/>
            </p:cNvSpPr>
            <p:nvPr/>
          </p:nvSpPr>
          <p:spPr bwMode="auto">
            <a:xfrm>
              <a:off x="4166" y="1112"/>
              <a:ext cx="0" cy="3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9982" name="Oval 14"/>
            <p:cNvSpPr>
              <a:spLocks noChangeArrowheads="1"/>
            </p:cNvSpPr>
            <p:nvPr/>
          </p:nvSpPr>
          <p:spPr bwMode="auto">
            <a:xfrm>
              <a:off x="3631" y="721"/>
              <a:ext cx="44"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9983" name="Oval 15"/>
            <p:cNvSpPr>
              <a:spLocks noChangeArrowheads="1"/>
            </p:cNvSpPr>
            <p:nvPr/>
          </p:nvSpPr>
          <p:spPr bwMode="auto">
            <a:xfrm>
              <a:off x="3628" y="1447"/>
              <a:ext cx="43" cy="4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9984" name="Text Box 16"/>
            <p:cNvSpPr txBox="1">
              <a:spLocks noChangeArrowheads="1"/>
            </p:cNvSpPr>
            <p:nvPr/>
          </p:nvSpPr>
          <p:spPr bwMode="auto">
            <a:xfrm>
              <a:off x="3813" y="797"/>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39985" name="Text Box 17"/>
            <p:cNvSpPr txBox="1">
              <a:spLocks noChangeArrowheads="1"/>
            </p:cNvSpPr>
            <p:nvPr/>
          </p:nvSpPr>
          <p:spPr bwMode="auto">
            <a:xfrm>
              <a:off x="3811" y="1097"/>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39986" name="Text Box 18"/>
            <p:cNvSpPr txBox="1">
              <a:spLocks noChangeArrowheads="1"/>
            </p:cNvSpPr>
            <p:nvPr/>
          </p:nvSpPr>
          <p:spPr bwMode="auto">
            <a:xfrm>
              <a:off x="3802" y="928"/>
              <a:ext cx="361"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q</a:t>
              </a:r>
              <a:endParaRPr lang="en-US" altLang="zh-CN" sz="2000" b="1"/>
            </a:p>
          </p:txBody>
        </p:sp>
        <p:sp>
          <p:nvSpPr>
            <p:cNvPr id="339987" name="Line 19"/>
            <p:cNvSpPr>
              <a:spLocks noChangeShapeType="1"/>
            </p:cNvSpPr>
            <p:nvPr/>
          </p:nvSpPr>
          <p:spPr bwMode="auto">
            <a:xfrm>
              <a:off x="3657" y="1476"/>
              <a:ext cx="51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9988" name="Line 20"/>
            <p:cNvSpPr>
              <a:spLocks noChangeShapeType="1"/>
            </p:cNvSpPr>
            <p:nvPr/>
          </p:nvSpPr>
          <p:spPr bwMode="auto">
            <a:xfrm>
              <a:off x="3666" y="746"/>
              <a:ext cx="50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9989" name="Text Box 21"/>
            <p:cNvSpPr txBox="1">
              <a:spLocks noChangeArrowheads="1"/>
            </p:cNvSpPr>
            <p:nvPr/>
          </p:nvSpPr>
          <p:spPr bwMode="auto">
            <a:xfrm>
              <a:off x="3504" y="1488"/>
              <a:ext cx="932" cy="31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zh-CN" altLang="en-US" sz="2000" b="1"/>
                <a:t>等效电容</a:t>
              </a:r>
            </a:p>
          </p:txBody>
        </p:sp>
      </p:grpSp>
      <p:graphicFrame>
        <p:nvGraphicFramePr>
          <p:cNvPr id="339990" name="Object 22"/>
          <p:cNvGraphicFramePr>
            <a:graphicFrameLocks noChangeAspect="1"/>
          </p:cNvGraphicFramePr>
          <p:nvPr/>
        </p:nvGraphicFramePr>
        <p:xfrm>
          <a:off x="2414588" y="2835275"/>
          <a:ext cx="2201862" cy="457200"/>
        </p:xfrm>
        <a:graphic>
          <a:graphicData uri="http://schemas.openxmlformats.org/presentationml/2006/ole">
            <mc:AlternateContent xmlns:mc="http://schemas.openxmlformats.org/markup-compatibility/2006">
              <mc:Choice xmlns:v="urn:schemas-microsoft-com:vml" Requires="v">
                <p:oleObj name="Equation" r:id="rId3" imgW="1104840" imgH="228600" progId="Equation.DSMT4">
                  <p:embed/>
                </p:oleObj>
              </mc:Choice>
              <mc:Fallback>
                <p:oleObj name="Equation" r:id="rId3" imgW="1104840" imgH="228600" progId="Equation.DSMT4">
                  <p:embed/>
                  <p:pic>
                    <p:nvPicPr>
                      <p:cNvPr id="33999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588" y="2835275"/>
                        <a:ext cx="220186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9991" name="Object 23"/>
          <p:cNvGraphicFramePr>
            <a:graphicFrameLocks noChangeAspect="1"/>
          </p:cNvGraphicFramePr>
          <p:nvPr/>
        </p:nvGraphicFramePr>
        <p:xfrm>
          <a:off x="920750" y="3978275"/>
          <a:ext cx="4189413" cy="811213"/>
        </p:xfrm>
        <a:graphic>
          <a:graphicData uri="http://schemas.openxmlformats.org/presentationml/2006/ole">
            <mc:AlternateContent xmlns:mc="http://schemas.openxmlformats.org/markup-compatibility/2006">
              <mc:Choice xmlns:v="urn:schemas-microsoft-com:vml" Requires="v">
                <p:oleObj name="Equation" r:id="rId5" imgW="2095200" imgH="406080" progId="Equation.DSMT4">
                  <p:embed/>
                </p:oleObj>
              </mc:Choice>
              <mc:Fallback>
                <p:oleObj name="Equation" r:id="rId5" imgW="2095200" imgH="406080" progId="Equation.DSMT4">
                  <p:embed/>
                  <p:pic>
                    <p:nvPicPr>
                      <p:cNvPr id="339991"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0750" y="3978275"/>
                        <a:ext cx="4189413" cy="81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9992" name="Object 24"/>
          <p:cNvGraphicFramePr>
            <a:graphicFrameLocks noChangeAspect="1"/>
          </p:cNvGraphicFramePr>
          <p:nvPr/>
        </p:nvGraphicFramePr>
        <p:xfrm>
          <a:off x="1377950" y="5273675"/>
          <a:ext cx="1166813" cy="811213"/>
        </p:xfrm>
        <a:graphic>
          <a:graphicData uri="http://schemas.openxmlformats.org/presentationml/2006/ole">
            <mc:AlternateContent xmlns:mc="http://schemas.openxmlformats.org/markup-compatibility/2006">
              <mc:Choice xmlns:v="urn:schemas-microsoft-com:vml" Requires="v">
                <p:oleObj name="Equation" r:id="rId7" imgW="583920" imgH="406080" progId="Equation.DSMT4">
                  <p:embed/>
                </p:oleObj>
              </mc:Choice>
              <mc:Fallback>
                <p:oleObj name="Equation" r:id="rId7" imgW="583920" imgH="406080" progId="Equation.DSMT4">
                  <p:embed/>
                  <p:pic>
                    <p:nvPicPr>
                      <p:cNvPr id="339992"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7950" y="5273675"/>
                        <a:ext cx="1166813" cy="81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9993" name="Text Box 25"/>
          <p:cNvSpPr txBox="1">
            <a:spLocks noChangeArrowheads="1"/>
          </p:cNvSpPr>
          <p:nvPr/>
        </p:nvSpPr>
        <p:spPr bwMode="auto">
          <a:xfrm>
            <a:off x="509588" y="283527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由</a:t>
            </a:r>
            <a:r>
              <a:rPr lang="en-US" altLang="zh-CN" sz="2400" b="1"/>
              <a:t>KCL</a:t>
            </a:r>
            <a:r>
              <a:rPr lang="zh-CN" altLang="en-US" sz="2400" b="1"/>
              <a:t>，有</a:t>
            </a:r>
          </a:p>
        </p:txBody>
      </p:sp>
      <p:sp>
        <p:nvSpPr>
          <p:cNvPr id="339994" name="Text Box 26"/>
          <p:cNvSpPr txBox="1">
            <a:spLocks noChangeArrowheads="1"/>
          </p:cNvSpPr>
          <p:nvPr/>
        </p:nvSpPr>
        <p:spPr bwMode="auto">
          <a:xfrm>
            <a:off x="585788" y="3368675"/>
            <a:ext cx="586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代入各电容的电压、电流关系式，得</a:t>
            </a:r>
          </a:p>
        </p:txBody>
      </p:sp>
      <p:graphicFrame>
        <p:nvGraphicFramePr>
          <p:cNvPr id="339995" name="Object 27"/>
          <p:cNvGraphicFramePr>
            <a:graphicFrameLocks noChangeAspect="1"/>
          </p:cNvGraphicFramePr>
          <p:nvPr/>
        </p:nvGraphicFramePr>
        <p:xfrm>
          <a:off x="1331913" y="4581525"/>
          <a:ext cx="3046412" cy="811213"/>
        </p:xfrm>
        <a:graphic>
          <a:graphicData uri="http://schemas.openxmlformats.org/presentationml/2006/ole">
            <mc:AlternateContent xmlns:mc="http://schemas.openxmlformats.org/markup-compatibility/2006">
              <mc:Choice xmlns:v="urn:schemas-microsoft-com:vml" Requires="v">
                <p:oleObj name="Equation" r:id="rId9" imgW="1523880" imgH="406080" progId="Equation.DSMT4">
                  <p:embed/>
                </p:oleObj>
              </mc:Choice>
              <mc:Fallback>
                <p:oleObj name="Equation" r:id="rId9" imgW="1523880" imgH="406080" progId="Equation.DSMT4">
                  <p:embed/>
                  <p:pic>
                    <p:nvPicPr>
                      <p:cNvPr id="339995"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1913" y="4581525"/>
                        <a:ext cx="3046412" cy="81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40050" name="Group 82"/>
          <p:cNvGrpSpPr>
            <a:grpSpLocks/>
          </p:cNvGrpSpPr>
          <p:nvPr/>
        </p:nvGrpSpPr>
        <p:grpSpPr bwMode="auto">
          <a:xfrm>
            <a:off x="1042988" y="549275"/>
            <a:ext cx="4013200" cy="2176463"/>
            <a:chOff x="657" y="391"/>
            <a:chExt cx="2528" cy="1371"/>
          </a:xfrm>
        </p:grpSpPr>
        <p:sp>
          <p:nvSpPr>
            <p:cNvPr id="340028" name="Text Box 60"/>
            <p:cNvSpPr txBox="1">
              <a:spLocks noChangeArrowheads="1"/>
            </p:cNvSpPr>
            <p:nvPr/>
          </p:nvSpPr>
          <p:spPr bwMode="auto">
            <a:xfrm>
              <a:off x="2776" y="693"/>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n</a:t>
              </a:r>
              <a:endParaRPr lang="en-US" altLang="zh-CN" sz="2000" b="1"/>
            </a:p>
          </p:txBody>
        </p:sp>
        <p:sp>
          <p:nvSpPr>
            <p:cNvPr id="339997" name="Text Box 29"/>
            <p:cNvSpPr txBox="1">
              <a:spLocks noChangeArrowheads="1"/>
            </p:cNvSpPr>
            <p:nvPr/>
          </p:nvSpPr>
          <p:spPr bwMode="auto">
            <a:xfrm>
              <a:off x="789" y="391"/>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endParaRPr lang="en-US" altLang="zh-CN" sz="2000" b="1"/>
            </a:p>
          </p:txBody>
        </p:sp>
        <p:sp>
          <p:nvSpPr>
            <p:cNvPr id="339999" name="Line 31"/>
            <p:cNvSpPr>
              <a:spLocks noChangeShapeType="1"/>
            </p:cNvSpPr>
            <p:nvPr/>
          </p:nvSpPr>
          <p:spPr bwMode="auto">
            <a:xfrm flipH="1" flipV="1">
              <a:off x="879" y="1430"/>
              <a:ext cx="1351"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nvGrpSpPr>
            <p:cNvPr id="340000" name="Group 32"/>
            <p:cNvGrpSpPr>
              <a:grpSpLocks/>
            </p:cNvGrpSpPr>
            <p:nvPr/>
          </p:nvGrpSpPr>
          <p:grpSpPr bwMode="auto">
            <a:xfrm rot="5400000">
              <a:off x="1342" y="958"/>
              <a:ext cx="52" cy="185"/>
              <a:chOff x="4012" y="3701"/>
              <a:chExt cx="81" cy="289"/>
            </a:xfrm>
          </p:grpSpPr>
          <p:sp>
            <p:nvSpPr>
              <p:cNvPr id="340001" name="Line 33"/>
              <p:cNvSpPr>
                <a:spLocks noChangeShapeType="1"/>
              </p:cNvSpPr>
              <p:nvPr/>
            </p:nvSpPr>
            <p:spPr bwMode="auto">
              <a:xfrm rot="-5400000" flipH="1" flipV="1">
                <a:off x="3949" y="3846"/>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0002" name="Line 34"/>
              <p:cNvSpPr>
                <a:spLocks noChangeShapeType="1"/>
              </p:cNvSpPr>
              <p:nvPr/>
            </p:nvSpPr>
            <p:spPr bwMode="auto">
              <a:xfrm rot="5400000" flipV="1">
                <a:off x="3868" y="3845"/>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
          <p:nvSpPr>
            <p:cNvPr id="340003" name="Text Box 35"/>
            <p:cNvSpPr txBox="1">
              <a:spLocks noChangeArrowheads="1"/>
            </p:cNvSpPr>
            <p:nvPr/>
          </p:nvSpPr>
          <p:spPr bwMode="auto">
            <a:xfrm>
              <a:off x="1376" y="917"/>
              <a:ext cx="361"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C</a:t>
              </a:r>
              <a:r>
                <a:rPr lang="en-US" altLang="zh-CN" sz="2000" b="1" baseline="-25000">
                  <a:solidFill>
                    <a:srgbClr val="000000"/>
                  </a:solidFill>
                  <a:latin typeface="Times New Roman" panose="02020603050405020304" pitchFamily="18" charset="0"/>
                </a:rPr>
                <a:t>1</a:t>
              </a:r>
              <a:endParaRPr lang="en-US" altLang="zh-CN" sz="2000" b="1"/>
            </a:p>
          </p:txBody>
        </p:sp>
        <p:sp>
          <p:nvSpPr>
            <p:cNvPr id="340004" name="Text Box 36"/>
            <p:cNvSpPr txBox="1">
              <a:spLocks noChangeArrowheads="1"/>
            </p:cNvSpPr>
            <p:nvPr/>
          </p:nvSpPr>
          <p:spPr bwMode="auto">
            <a:xfrm>
              <a:off x="671" y="920"/>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latin typeface="Times New Roman" panose="02020603050405020304" pitchFamily="18" charset="0"/>
                </a:rPr>
                <a:t>u</a:t>
              </a:r>
              <a:endParaRPr lang="en-US" altLang="zh-CN" sz="2000" b="1"/>
            </a:p>
          </p:txBody>
        </p:sp>
        <p:sp>
          <p:nvSpPr>
            <p:cNvPr id="340005" name="Line 37"/>
            <p:cNvSpPr>
              <a:spLocks noChangeShapeType="1"/>
            </p:cNvSpPr>
            <p:nvPr/>
          </p:nvSpPr>
          <p:spPr bwMode="auto">
            <a:xfrm flipV="1">
              <a:off x="884" y="705"/>
              <a:ext cx="1358" cy="1"/>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0006" name="Text Box 38"/>
            <p:cNvSpPr txBox="1">
              <a:spLocks noChangeArrowheads="1"/>
            </p:cNvSpPr>
            <p:nvPr/>
          </p:nvSpPr>
          <p:spPr bwMode="auto">
            <a:xfrm>
              <a:off x="658" y="680"/>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0007" name="Text Box 39"/>
            <p:cNvSpPr txBox="1">
              <a:spLocks noChangeArrowheads="1"/>
            </p:cNvSpPr>
            <p:nvPr/>
          </p:nvSpPr>
          <p:spPr bwMode="auto">
            <a:xfrm>
              <a:off x="657" y="1106"/>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0008" name="Line 40"/>
            <p:cNvSpPr>
              <a:spLocks noChangeShapeType="1"/>
            </p:cNvSpPr>
            <p:nvPr/>
          </p:nvSpPr>
          <p:spPr bwMode="auto">
            <a:xfrm>
              <a:off x="1365" y="705"/>
              <a:ext cx="0" cy="31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09" name="Line 41"/>
            <p:cNvSpPr>
              <a:spLocks noChangeShapeType="1"/>
            </p:cNvSpPr>
            <p:nvPr/>
          </p:nvSpPr>
          <p:spPr bwMode="auto">
            <a:xfrm>
              <a:off x="1366" y="1072"/>
              <a:ext cx="0" cy="3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10" name="Line 42"/>
            <p:cNvSpPr>
              <a:spLocks noChangeShapeType="1"/>
            </p:cNvSpPr>
            <p:nvPr/>
          </p:nvSpPr>
          <p:spPr bwMode="auto">
            <a:xfrm>
              <a:off x="905" y="639"/>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0011" name="Line 43"/>
            <p:cNvSpPr>
              <a:spLocks noChangeShapeType="1"/>
            </p:cNvSpPr>
            <p:nvPr/>
          </p:nvSpPr>
          <p:spPr bwMode="auto">
            <a:xfrm rot="5400000">
              <a:off x="1329" y="870"/>
              <a:ext cx="240"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0012" name="Text Box 44"/>
            <p:cNvSpPr txBox="1">
              <a:spLocks noChangeArrowheads="1"/>
            </p:cNvSpPr>
            <p:nvPr/>
          </p:nvSpPr>
          <p:spPr bwMode="auto">
            <a:xfrm>
              <a:off x="1366" y="693"/>
              <a:ext cx="409" cy="25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r>
                <a:rPr lang="en-US" altLang="zh-CN" sz="2000" b="1" baseline="-25000">
                  <a:solidFill>
                    <a:srgbClr val="000000"/>
                  </a:solidFill>
                  <a:latin typeface="Times New Roman" panose="02020603050405020304" pitchFamily="18" charset="0"/>
                </a:rPr>
                <a:t>1</a:t>
              </a:r>
              <a:endParaRPr lang="en-US" altLang="zh-CN" sz="2000" b="1"/>
            </a:p>
          </p:txBody>
        </p:sp>
        <p:grpSp>
          <p:nvGrpSpPr>
            <p:cNvPr id="340013" name="Group 45"/>
            <p:cNvGrpSpPr>
              <a:grpSpLocks/>
            </p:cNvGrpSpPr>
            <p:nvPr/>
          </p:nvGrpSpPr>
          <p:grpSpPr bwMode="auto">
            <a:xfrm rot="5400000">
              <a:off x="1908" y="957"/>
              <a:ext cx="52" cy="185"/>
              <a:chOff x="4012" y="3701"/>
              <a:chExt cx="81" cy="289"/>
            </a:xfrm>
          </p:grpSpPr>
          <p:sp>
            <p:nvSpPr>
              <p:cNvPr id="340014" name="Line 46"/>
              <p:cNvSpPr>
                <a:spLocks noChangeShapeType="1"/>
              </p:cNvSpPr>
              <p:nvPr/>
            </p:nvSpPr>
            <p:spPr bwMode="auto">
              <a:xfrm rot="-5400000" flipH="1" flipV="1">
                <a:off x="3949" y="3846"/>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0015" name="Line 47"/>
              <p:cNvSpPr>
                <a:spLocks noChangeShapeType="1"/>
              </p:cNvSpPr>
              <p:nvPr/>
            </p:nvSpPr>
            <p:spPr bwMode="auto">
              <a:xfrm rot="5400000" flipV="1">
                <a:off x="3868" y="3845"/>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
          <p:nvSpPr>
            <p:cNvPr id="340016" name="Text Box 48"/>
            <p:cNvSpPr txBox="1">
              <a:spLocks noChangeArrowheads="1"/>
            </p:cNvSpPr>
            <p:nvPr/>
          </p:nvSpPr>
          <p:spPr bwMode="auto">
            <a:xfrm>
              <a:off x="1942" y="917"/>
              <a:ext cx="361"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C</a:t>
              </a:r>
              <a:r>
                <a:rPr lang="en-US" altLang="zh-CN" sz="2000" b="1" baseline="-25000">
                  <a:solidFill>
                    <a:srgbClr val="000000"/>
                  </a:solidFill>
                  <a:latin typeface="Times New Roman" panose="02020603050405020304" pitchFamily="18" charset="0"/>
                </a:rPr>
                <a:t>2</a:t>
              </a:r>
              <a:endParaRPr lang="en-US" altLang="zh-CN" sz="2000" b="1"/>
            </a:p>
          </p:txBody>
        </p:sp>
        <p:sp>
          <p:nvSpPr>
            <p:cNvPr id="340017" name="Line 49"/>
            <p:cNvSpPr>
              <a:spLocks noChangeShapeType="1"/>
            </p:cNvSpPr>
            <p:nvPr/>
          </p:nvSpPr>
          <p:spPr bwMode="auto">
            <a:xfrm>
              <a:off x="1931" y="704"/>
              <a:ext cx="0" cy="3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18" name="Line 50"/>
            <p:cNvSpPr>
              <a:spLocks noChangeShapeType="1"/>
            </p:cNvSpPr>
            <p:nvPr/>
          </p:nvSpPr>
          <p:spPr bwMode="auto">
            <a:xfrm>
              <a:off x="1932" y="1072"/>
              <a:ext cx="0" cy="3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19" name="Line 51"/>
            <p:cNvSpPr>
              <a:spLocks noChangeShapeType="1"/>
            </p:cNvSpPr>
            <p:nvPr/>
          </p:nvSpPr>
          <p:spPr bwMode="auto">
            <a:xfrm rot="5400000">
              <a:off x="1894" y="870"/>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0020" name="Text Box 52"/>
            <p:cNvSpPr txBox="1">
              <a:spLocks noChangeArrowheads="1"/>
            </p:cNvSpPr>
            <p:nvPr/>
          </p:nvSpPr>
          <p:spPr bwMode="auto">
            <a:xfrm>
              <a:off x="1932" y="693"/>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r>
                <a:rPr lang="en-US" altLang="zh-CN" sz="2000" b="1" baseline="-25000">
                  <a:solidFill>
                    <a:srgbClr val="000000"/>
                  </a:solidFill>
                  <a:latin typeface="Times New Roman" panose="02020603050405020304" pitchFamily="18" charset="0"/>
                </a:rPr>
                <a:t>2</a:t>
              </a:r>
              <a:endParaRPr lang="en-US" altLang="zh-CN" sz="2000" b="1"/>
            </a:p>
          </p:txBody>
        </p:sp>
        <p:grpSp>
          <p:nvGrpSpPr>
            <p:cNvPr id="340021" name="Group 53"/>
            <p:cNvGrpSpPr>
              <a:grpSpLocks/>
            </p:cNvGrpSpPr>
            <p:nvPr/>
          </p:nvGrpSpPr>
          <p:grpSpPr bwMode="auto">
            <a:xfrm rot="5400000">
              <a:off x="2752" y="957"/>
              <a:ext cx="52" cy="185"/>
              <a:chOff x="4012" y="3701"/>
              <a:chExt cx="81" cy="289"/>
            </a:xfrm>
          </p:grpSpPr>
          <p:sp>
            <p:nvSpPr>
              <p:cNvPr id="340022" name="Line 54"/>
              <p:cNvSpPr>
                <a:spLocks noChangeShapeType="1"/>
              </p:cNvSpPr>
              <p:nvPr/>
            </p:nvSpPr>
            <p:spPr bwMode="auto">
              <a:xfrm rot="-5400000" flipH="1" flipV="1">
                <a:off x="3949" y="3846"/>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0023" name="Line 55"/>
              <p:cNvSpPr>
                <a:spLocks noChangeShapeType="1"/>
              </p:cNvSpPr>
              <p:nvPr/>
            </p:nvSpPr>
            <p:spPr bwMode="auto">
              <a:xfrm rot="5400000" flipV="1">
                <a:off x="3868" y="3845"/>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
          <p:nvSpPr>
            <p:cNvPr id="340024" name="Text Box 56"/>
            <p:cNvSpPr txBox="1">
              <a:spLocks noChangeArrowheads="1"/>
            </p:cNvSpPr>
            <p:nvPr/>
          </p:nvSpPr>
          <p:spPr bwMode="auto">
            <a:xfrm>
              <a:off x="2786" y="917"/>
              <a:ext cx="361"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C</a:t>
              </a:r>
              <a:r>
                <a:rPr lang="en-US" altLang="zh-CN" sz="2000" b="1" i="1" baseline="-25000">
                  <a:solidFill>
                    <a:srgbClr val="000000"/>
                  </a:solidFill>
                  <a:latin typeface="Times New Roman" panose="02020603050405020304" pitchFamily="18" charset="0"/>
                </a:rPr>
                <a:t>n</a:t>
              </a:r>
              <a:endParaRPr lang="en-US" altLang="zh-CN" sz="2000" b="1"/>
            </a:p>
          </p:txBody>
        </p:sp>
        <p:sp>
          <p:nvSpPr>
            <p:cNvPr id="340025" name="Line 57"/>
            <p:cNvSpPr>
              <a:spLocks noChangeShapeType="1"/>
            </p:cNvSpPr>
            <p:nvPr/>
          </p:nvSpPr>
          <p:spPr bwMode="auto">
            <a:xfrm>
              <a:off x="2775" y="704"/>
              <a:ext cx="0" cy="3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26" name="Line 58"/>
            <p:cNvSpPr>
              <a:spLocks noChangeShapeType="1"/>
            </p:cNvSpPr>
            <p:nvPr/>
          </p:nvSpPr>
          <p:spPr bwMode="auto">
            <a:xfrm>
              <a:off x="2776" y="1072"/>
              <a:ext cx="0" cy="3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27" name="Line 59"/>
            <p:cNvSpPr>
              <a:spLocks noChangeShapeType="1"/>
            </p:cNvSpPr>
            <p:nvPr/>
          </p:nvSpPr>
          <p:spPr bwMode="auto">
            <a:xfrm rot="5400000">
              <a:off x="2738" y="870"/>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0029" name="Line 61"/>
            <p:cNvSpPr>
              <a:spLocks noChangeShapeType="1"/>
            </p:cNvSpPr>
            <p:nvPr/>
          </p:nvSpPr>
          <p:spPr bwMode="auto">
            <a:xfrm>
              <a:off x="2528" y="708"/>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30" name="Line 62"/>
            <p:cNvSpPr>
              <a:spLocks noChangeShapeType="1"/>
            </p:cNvSpPr>
            <p:nvPr/>
          </p:nvSpPr>
          <p:spPr bwMode="auto">
            <a:xfrm flipH="1">
              <a:off x="2558" y="1428"/>
              <a:ext cx="2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31" name="Line 63"/>
            <p:cNvSpPr>
              <a:spLocks noChangeShapeType="1"/>
            </p:cNvSpPr>
            <p:nvPr/>
          </p:nvSpPr>
          <p:spPr bwMode="auto">
            <a:xfrm>
              <a:off x="2269" y="708"/>
              <a:ext cx="22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32" name="Line 64"/>
            <p:cNvSpPr>
              <a:spLocks noChangeShapeType="1"/>
            </p:cNvSpPr>
            <p:nvPr/>
          </p:nvSpPr>
          <p:spPr bwMode="auto">
            <a:xfrm>
              <a:off x="2260" y="1428"/>
              <a:ext cx="24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0033" name="Oval 65"/>
            <p:cNvSpPr>
              <a:spLocks noChangeArrowheads="1"/>
            </p:cNvSpPr>
            <p:nvPr/>
          </p:nvSpPr>
          <p:spPr bwMode="auto">
            <a:xfrm>
              <a:off x="832" y="681"/>
              <a:ext cx="44" cy="4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0034" name="Oval 66"/>
            <p:cNvSpPr>
              <a:spLocks noChangeArrowheads="1"/>
            </p:cNvSpPr>
            <p:nvPr/>
          </p:nvSpPr>
          <p:spPr bwMode="auto">
            <a:xfrm>
              <a:off x="829" y="1408"/>
              <a:ext cx="43"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0035" name="Text Box 67"/>
            <p:cNvSpPr txBox="1">
              <a:spLocks noChangeArrowheads="1"/>
            </p:cNvSpPr>
            <p:nvPr/>
          </p:nvSpPr>
          <p:spPr bwMode="auto">
            <a:xfrm>
              <a:off x="1014" y="758"/>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0036" name="Text Box 68"/>
            <p:cNvSpPr txBox="1">
              <a:spLocks noChangeArrowheads="1"/>
            </p:cNvSpPr>
            <p:nvPr/>
          </p:nvSpPr>
          <p:spPr bwMode="auto">
            <a:xfrm>
              <a:off x="1012" y="1058"/>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0037" name="Text Box 69"/>
            <p:cNvSpPr txBox="1">
              <a:spLocks noChangeArrowheads="1"/>
            </p:cNvSpPr>
            <p:nvPr/>
          </p:nvSpPr>
          <p:spPr bwMode="auto">
            <a:xfrm>
              <a:off x="1617" y="1077"/>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0038" name="Text Box 70"/>
            <p:cNvSpPr txBox="1">
              <a:spLocks noChangeArrowheads="1"/>
            </p:cNvSpPr>
            <p:nvPr/>
          </p:nvSpPr>
          <p:spPr bwMode="auto">
            <a:xfrm>
              <a:off x="1599" y="739"/>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0039" name="Text Box 71"/>
            <p:cNvSpPr txBox="1">
              <a:spLocks noChangeArrowheads="1"/>
            </p:cNvSpPr>
            <p:nvPr/>
          </p:nvSpPr>
          <p:spPr bwMode="auto">
            <a:xfrm>
              <a:off x="2397" y="758"/>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0040" name="Text Box 72"/>
            <p:cNvSpPr txBox="1">
              <a:spLocks noChangeArrowheads="1"/>
            </p:cNvSpPr>
            <p:nvPr/>
          </p:nvSpPr>
          <p:spPr bwMode="auto">
            <a:xfrm>
              <a:off x="2395" y="1067"/>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0041" name="Text Box 73"/>
            <p:cNvSpPr txBox="1">
              <a:spLocks noChangeArrowheads="1"/>
            </p:cNvSpPr>
            <p:nvPr/>
          </p:nvSpPr>
          <p:spPr bwMode="auto">
            <a:xfrm>
              <a:off x="1003" y="889"/>
              <a:ext cx="361"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q</a:t>
              </a:r>
              <a:r>
                <a:rPr lang="en-US" altLang="zh-CN" sz="2000" b="1" baseline="-25000">
                  <a:solidFill>
                    <a:srgbClr val="000000"/>
                  </a:solidFill>
                  <a:latin typeface="Times New Roman" panose="02020603050405020304" pitchFamily="18" charset="0"/>
                </a:rPr>
                <a:t>1</a:t>
              </a:r>
              <a:endParaRPr lang="en-US" altLang="zh-CN" sz="2000" b="1"/>
            </a:p>
          </p:txBody>
        </p:sp>
        <p:sp>
          <p:nvSpPr>
            <p:cNvPr id="340042" name="Text Box 74"/>
            <p:cNvSpPr txBox="1">
              <a:spLocks noChangeArrowheads="1"/>
            </p:cNvSpPr>
            <p:nvPr/>
          </p:nvSpPr>
          <p:spPr bwMode="auto">
            <a:xfrm>
              <a:off x="1570" y="898"/>
              <a:ext cx="361"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q</a:t>
              </a:r>
              <a:r>
                <a:rPr lang="en-US" altLang="zh-CN" sz="2000" b="1" baseline="-25000">
                  <a:solidFill>
                    <a:srgbClr val="000000"/>
                  </a:solidFill>
                  <a:latin typeface="Times New Roman" panose="02020603050405020304" pitchFamily="18" charset="0"/>
                </a:rPr>
                <a:t>2</a:t>
              </a:r>
              <a:endParaRPr lang="en-US" altLang="zh-CN" sz="2000" b="1"/>
            </a:p>
          </p:txBody>
        </p:sp>
        <p:sp>
          <p:nvSpPr>
            <p:cNvPr id="340043" name="Text Box 75"/>
            <p:cNvSpPr txBox="1">
              <a:spLocks noChangeArrowheads="1"/>
            </p:cNvSpPr>
            <p:nvPr/>
          </p:nvSpPr>
          <p:spPr bwMode="auto">
            <a:xfrm>
              <a:off x="2376" y="898"/>
              <a:ext cx="361"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q</a:t>
              </a:r>
              <a:r>
                <a:rPr lang="en-US" altLang="zh-CN" sz="2000" b="1" i="1" baseline="-25000">
                  <a:solidFill>
                    <a:srgbClr val="000000"/>
                  </a:solidFill>
                  <a:latin typeface="Times New Roman" panose="02020603050405020304" pitchFamily="18" charset="0"/>
                </a:rPr>
                <a:t>n</a:t>
              </a:r>
              <a:endParaRPr lang="en-US" altLang="zh-CN" sz="2000" b="1" i="1"/>
            </a:p>
          </p:txBody>
        </p:sp>
        <p:sp>
          <p:nvSpPr>
            <p:cNvPr id="340044" name="Text Box 76"/>
            <p:cNvSpPr txBox="1">
              <a:spLocks noChangeArrowheads="1"/>
            </p:cNvSpPr>
            <p:nvPr/>
          </p:nvSpPr>
          <p:spPr bwMode="auto">
            <a:xfrm>
              <a:off x="1281" y="1447"/>
              <a:ext cx="1104" cy="31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t>n</a:t>
              </a:r>
              <a:r>
                <a:rPr lang="zh-CN" altLang="en-US" sz="2000" b="1"/>
                <a:t>个电容并联</a:t>
              </a:r>
            </a:p>
          </p:txBody>
        </p:sp>
      </p:grpSp>
      <p:sp>
        <p:nvSpPr>
          <p:cNvPr id="340045" name="AutoShape 77"/>
          <p:cNvSpPr>
            <a:spLocks noChangeArrowheads="1"/>
          </p:cNvSpPr>
          <p:nvPr/>
        </p:nvSpPr>
        <p:spPr bwMode="auto">
          <a:xfrm>
            <a:off x="5081588" y="1539875"/>
            <a:ext cx="457200" cy="228600"/>
          </a:xfrm>
          <a:prstGeom prst="rightArrow">
            <a:avLst>
              <a:gd name="adj1" fmla="val 50000"/>
              <a:gd name="adj2" fmla="val 50000"/>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340046" name="Object 78"/>
          <p:cNvGraphicFramePr>
            <a:graphicFrameLocks noChangeAspect="1"/>
          </p:cNvGraphicFramePr>
          <p:nvPr/>
        </p:nvGraphicFramePr>
        <p:xfrm>
          <a:off x="5651500" y="4797425"/>
          <a:ext cx="2909888" cy="1376363"/>
        </p:xfrm>
        <a:graphic>
          <a:graphicData uri="http://schemas.openxmlformats.org/presentationml/2006/ole">
            <mc:AlternateContent xmlns:mc="http://schemas.openxmlformats.org/markup-compatibility/2006">
              <mc:Choice xmlns:v="urn:schemas-microsoft-com:vml" Requires="v">
                <p:oleObj name="Equation" r:id="rId11" imgW="1434960" imgH="685800" progId="Equation.DSMT4">
                  <p:embed/>
                </p:oleObj>
              </mc:Choice>
              <mc:Fallback>
                <p:oleObj name="Equation" r:id="rId11" imgW="1434960" imgH="685800" progId="Equation.DSMT4">
                  <p:embed/>
                  <p:pic>
                    <p:nvPicPr>
                      <p:cNvPr id="340046" name="Object 7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51500" y="4797425"/>
                        <a:ext cx="2909888" cy="1376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0047" name="Rectangle 79"/>
          <p:cNvSpPr>
            <a:spLocks noChangeArrowheads="1"/>
          </p:cNvSpPr>
          <p:nvPr/>
        </p:nvSpPr>
        <p:spPr bwMode="auto">
          <a:xfrm>
            <a:off x="5651500" y="3933825"/>
            <a:ext cx="30241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400" b="1">
                <a:latin typeface="Times New Roman" panose="02020603050405020304" pitchFamily="18" charset="0"/>
                <a:cs typeface="Times New Roman" panose="02020603050405020304" pitchFamily="18" charset="0"/>
              </a:rPr>
              <a:t>等效电容</a:t>
            </a:r>
            <a:r>
              <a:rPr lang="zh-CN" altLang="en-US" sz="2400" b="1"/>
              <a:t>与各电容的关系式为</a:t>
            </a:r>
          </a:p>
        </p:txBody>
      </p:sp>
      <p:sp>
        <p:nvSpPr>
          <p:cNvPr id="340048" name="Rectangle 80"/>
          <p:cNvSpPr>
            <a:spLocks noChangeArrowheads="1"/>
          </p:cNvSpPr>
          <p:nvPr/>
        </p:nvSpPr>
        <p:spPr bwMode="auto">
          <a:xfrm>
            <a:off x="719138" y="6200775"/>
            <a:ext cx="7467600" cy="457200"/>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901700" indent="-901700">
              <a:defRPr>
                <a:solidFill>
                  <a:schemeClr val="tx1"/>
                </a:solidFill>
                <a:latin typeface="Arial" panose="020B0604020202020204" pitchFamily="34" charset="0"/>
                <a:ea typeface="宋体" panose="02010600030101010101" pitchFamily="2" charset="-122"/>
              </a:defRPr>
            </a:lvl1pPr>
            <a:lvl2pPr marL="1081088">
              <a:defRPr>
                <a:solidFill>
                  <a:schemeClr val="tx1"/>
                </a:solidFill>
                <a:latin typeface="Arial" panose="020B0604020202020204" pitchFamily="34" charset="0"/>
                <a:ea typeface="宋体" panose="02010600030101010101" pitchFamily="2" charset="-122"/>
              </a:defRPr>
            </a:lvl2pPr>
            <a:lvl3pPr marL="1260475">
              <a:defRPr>
                <a:solidFill>
                  <a:schemeClr val="tx1"/>
                </a:solidFill>
                <a:latin typeface="Arial" panose="020B0604020202020204" pitchFamily="34" charset="0"/>
                <a:ea typeface="宋体" panose="02010600030101010101" pitchFamily="2" charset="-122"/>
              </a:defRPr>
            </a:lvl3pPr>
            <a:lvl4pPr marL="143986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0033CC"/>
                </a:solidFill>
                <a:latin typeface="Times New Roman" panose="02020603050405020304" pitchFamily="18" charset="0"/>
                <a:cs typeface="Times New Roman" panose="02020603050405020304" pitchFamily="18" charset="0"/>
              </a:rPr>
              <a:t>结论</a:t>
            </a:r>
            <a:r>
              <a:rPr lang="zh-CN" altLang="en-US" sz="2400" b="1">
                <a:latin typeface="Times New Roman" panose="02020603050405020304" pitchFamily="18" charset="0"/>
                <a:cs typeface="Times New Roman" panose="02020603050405020304" pitchFamily="18" charset="0"/>
              </a:rPr>
              <a:t>：</a:t>
            </a:r>
            <a:r>
              <a:rPr lang="en-US" altLang="en-US" sz="2400" b="1" i="1">
                <a:latin typeface="Times New Roman" panose="02020603050405020304" pitchFamily="18" charset="0"/>
                <a:cs typeface="Times New Roman" panose="02020603050405020304" pitchFamily="18" charset="0"/>
              </a:rPr>
              <a:t>n</a:t>
            </a:r>
            <a:r>
              <a:rPr lang="en-US" altLang="en-US" sz="2400" b="1">
                <a:latin typeface="Times New Roman" panose="02020603050405020304" pitchFamily="18" charset="0"/>
                <a:cs typeface="Times New Roman" panose="02020603050405020304" pitchFamily="18" charset="0"/>
              </a:rPr>
              <a:t>个并联电容的等效电容值等于各电容值之和</a:t>
            </a:r>
            <a:r>
              <a:rPr lang="zh-CN" altLang="en-US" sz="2400" b="1">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33285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40050"/>
                                        </p:tgtEl>
                                        <p:attrNameLst>
                                          <p:attrName>style.visibility</p:attrName>
                                        </p:attrNameLst>
                                      </p:cBhvr>
                                      <p:to>
                                        <p:strVal val="visible"/>
                                      </p:to>
                                    </p:set>
                                    <p:anim calcmode="lin" valueType="num">
                                      <p:cBhvr>
                                        <p:cTn id="7" dur="500" fill="hold"/>
                                        <p:tgtEl>
                                          <p:spTgt spid="340050"/>
                                        </p:tgtEl>
                                        <p:attrNameLst>
                                          <p:attrName>ppt_w</p:attrName>
                                        </p:attrNameLst>
                                      </p:cBhvr>
                                      <p:tavLst>
                                        <p:tav tm="0">
                                          <p:val>
                                            <p:fltVal val="0"/>
                                          </p:val>
                                        </p:tav>
                                        <p:tav tm="100000">
                                          <p:val>
                                            <p:strVal val="#ppt_w"/>
                                          </p:val>
                                        </p:tav>
                                      </p:tavLst>
                                    </p:anim>
                                    <p:anim calcmode="lin" valueType="num">
                                      <p:cBhvr>
                                        <p:cTn id="8" dur="500" fill="hold"/>
                                        <p:tgtEl>
                                          <p:spTgt spid="34005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999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39990"/>
                                        </p:tgtEl>
                                        <p:attrNameLst>
                                          <p:attrName>style.visibility</p:attrName>
                                        </p:attrNameLst>
                                      </p:cBhvr>
                                      <p:to>
                                        <p:strVal val="visible"/>
                                      </p:to>
                                    </p:set>
                                    <p:animEffect transition="in" filter="wipe(left)">
                                      <p:cBhvr>
                                        <p:cTn id="17" dur="500"/>
                                        <p:tgtEl>
                                          <p:spTgt spid="3399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339994"/>
                                        </p:tgtEl>
                                        <p:attrNameLst>
                                          <p:attrName>style.visibility</p:attrName>
                                        </p:attrNameLst>
                                      </p:cBhvr>
                                      <p:to>
                                        <p:strVal val="visible"/>
                                      </p:to>
                                    </p:set>
                                    <p:animEffect transition="in" filter="slide(fromTop)">
                                      <p:cBhvr>
                                        <p:cTn id="22" dur="500"/>
                                        <p:tgtEl>
                                          <p:spTgt spid="3399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39991"/>
                                        </p:tgtEl>
                                        <p:attrNameLst>
                                          <p:attrName>style.visibility</p:attrName>
                                        </p:attrNameLst>
                                      </p:cBhvr>
                                      <p:to>
                                        <p:strVal val="visible"/>
                                      </p:to>
                                    </p:set>
                                    <p:animEffect transition="in" filter="wipe(left)">
                                      <p:cBhvr>
                                        <p:cTn id="27" dur="500"/>
                                        <p:tgtEl>
                                          <p:spTgt spid="3399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1" fill="hold" nodeType="clickEffect">
                                  <p:stCondLst>
                                    <p:cond delay="0"/>
                                  </p:stCondLst>
                                  <p:childTnLst>
                                    <p:set>
                                      <p:cBhvr>
                                        <p:cTn id="31" dur="1" fill="hold">
                                          <p:stCondLst>
                                            <p:cond delay="0"/>
                                          </p:stCondLst>
                                        </p:cTn>
                                        <p:tgtEl>
                                          <p:spTgt spid="339995"/>
                                        </p:tgtEl>
                                        <p:attrNameLst>
                                          <p:attrName>style.visibility</p:attrName>
                                        </p:attrNameLst>
                                      </p:cBhvr>
                                      <p:to>
                                        <p:strVal val="visible"/>
                                      </p:to>
                                    </p:set>
                                    <p:animEffect transition="in" filter="slide(fromTop)">
                                      <p:cBhvr>
                                        <p:cTn id="32" dur="500"/>
                                        <p:tgtEl>
                                          <p:spTgt spid="33999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1" fill="hold" nodeType="clickEffect">
                                  <p:stCondLst>
                                    <p:cond delay="0"/>
                                  </p:stCondLst>
                                  <p:childTnLst>
                                    <p:set>
                                      <p:cBhvr>
                                        <p:cTn id="36" dur="1" fill="hold">
                                          <p:stCondLst>
                                            <p:cond delay="0"/>
                                          </p:stCondLst>
                                        </p:cTn>
                                        <p:tgtEl>
                                          <p:spTgt spid="339992"/>
                                        </p:tgtEl>
                                        <p:attrNameLst>
                                          <p:attrName>style.visibility</p:attrName>
                                        </p:attrNameLst>
                                      </p:cBhvr>
                                      <p:to>
                                        <p:strVal val="visible"/>
                                      </p:to>
                                    </p:set>
                                    <p:animEffect transition="in" filter="slide(fromTop)">
                                      <p:cBhvr>
                                        <p:cTn id="37" dur="500"/>
                                        <p:tgtEl>
                                          <p:spTgt spid="3399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nodeType="clickEffect">
                                  <p:stCondLst>
                                    <p:cond delay="0"/>
                                  </p:stCondLst>
                                  <p:childTnLst>
                                    <p:set>
                                      <p:cBhvr>
                                        <p:cTn id="41" dur="1" fill="hold">
                                          <p:stCondLst>
                                            <p:cond delay="0"/>
                                          </p:stCondLst>
                                        </p:cTn>
                                        <p:tgtEl>
                                          <p:spTgt spid="340045"/>
                                        </p:tgtEl>
                                        <p:attrNameLst>
                                          <p:attrName>style.visibility</p:attrName>
                                        </p:attrNameLst>
                                      </p:cBhvr>
                                      <p:to>
                                        <p:strVal val="visible"/>
                                      </p:to>
                                    </p:set>
                                    <p:animEffect transition="in" filter="slide(fromLeft)">
                                      <p:cBhvr>
                                        <p:cTn id="42" dur="500"/>
                                        <p:tgtEl>
                                          <p:spTgt spid="340045"/>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339972"/>
                                        </p:tgtEl>
                                        <p:attrNameLst>
                                          <p:attrName>style.visibility</p:attrName>
                                        </p:attrNameLst>
                                      </p:cBhvr>
                                      <p:to>
                                        <p:strVal val="visible"/>
                                      </p:to>
                                    </p:set>
                                    <p:animEffect transition="in" filter="wipe(left)">
                                      <p:cBhvr>
                                        <p:cTn id="46" dur="500"/>
                                        <p:tgtEl>
                                          <p:spTgt spid="33997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8" fill="hold" grpId="0" nodeType="clickEffect">
                                  <p:stCondLst>
                                    <p:cond delay="0"/>
                                  </p:stCondLst>
                                  <p:childTnLst>
                                    <p:set>
                                      <p:cBhvr>
                                        <p:cTn id="50" dur="1" fill="hold">
                                          <p:stCondLst>
                                            <p:cond delay="0"/>
                                          </p:stCondLst>
                                        </p:cTn>
                                        <p:tgtEl>
                                          <p:spTgt spid="340047"/>
                                        </p:tgtEl>
                                        <p:attrNameLst>
                                          <p:attrName>style.visibility</p:attrName>
                                        </p:attrNameLst>
                                      </p:cBhvr>
                                      <p:to>
                                        <p:strVal val="visible"/>
                                      </p:to>
                                    </p:set>
                                    <p:animEffect transition="in" filter="slide(fromLeft)">
                                      <p:cBhvr>
                                        <p:cTn id="51" dur="500"/>
                                        <p:tgtEl>
                                          <p:spTgt spid="34004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nodeType="clickEffect">
                                  <p:stCondLst>
                                    <p:cond delay="0"/>
                                  </p:stCondLst>
                                  <p:childTnLst>
                                    <p:set>
                                      <p:cBhvr>
                                        <p:cTn id="55" dur="1" fill="hold">
                                          <p:stCondLst>
                                            <p:cond delay="0"/>
                                          </p:stCondLst>
                                        </p:cTn>
                                        <p:tgtEl>
                                          <p:spTgt spid="340046"/>
                                        </p:tgtEl>
                                        <p:attrNameLst>
                                          <p:attrName>style.visibility</p:attrName>
                                        </p:attrNameLst>
                                      </p:cBhvr>
                                      <p:to>
                                        <p:strVal val="visible"/>
                                      </p:to>
                                    </p:set>
                                    <p:animEffect transition="in" filter="box(in)">
                                      <p:cBhvr>
                                        <p:cTn id="56" dur="500"/>
                                        <p:tgtEl>
                                          <p:spTgt spid="34004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3" presetClass="entr" presetSubtype="0" fill="hold" grpId="0" nodeType="clickEffect">
                                  <p:stCondLst>
                                    <p:cond delay="0"/>
                                  </p:stCondLst>
                                  <p:childTnLst>
                                    <p:set>
                                      <p:cBhvr>
                                        <p:cTn id="60" dur="1" fill="hold">
                                          <p:stCondLst>
                                            <p:cond delay="0"/>
                                          </p:stCondLst>
                                        </p:cTn>
                                        <p:tgtEl>
                                          <p:spTgt spid="340048"/>
                                        </p:tgtEl>
                                        <p:attrNameLst>
                                          <p:attrName>style.visibility</p:attrName>
                                        </p:attrNameLst>
                                      </p:cBhvr>
                                      <p:to>
                                        <p:strVal val="visible"/>
                                      </p:to>
                                    </p:set>
                                    <p:anim calcmode="lin" valueType="num">
                                      <p:cBhvr>
                                        <p:cTn id="61" dur="500" fill="hold"/>
                                        <p:tgtEl>
                                          <p:spTgt spid="340048"/>
                                        </p:tgtEl>
                                        <p:attrNameLst>
                                          <p:attrName>ppt_w</p:attrName>
                                        </p:attrNameLst>
                                      </p:cBhvr>
                                      <p:tavLst>
                                        <p:tav tm="0">
                                          <p:val>
                                            <p:fltVal val="0"/>
                                          </p:val>
                                        </p:tav>
                                        <p:tav tm="100000">
                                          <p:val>
                                            <p:strVal val="#ppt_w"/>
                                          </p:val>
                                        </p:tav>
                                      </p:tavLst>
                                    </p:anim>
                                    <p:anim calcmode="lin" valueType="num">
                                      <p:cBhvr>
                                        <p:cTn id="62" dur="500" fill="hold"/>
                                        <p:tgtEl>
                                          <p:spTgt spid="340048"/>
                                        </p:tgtEl>
                                        <p:attrNameLst>
                                          <p:attrName>ppt_h</p:attrName>
                                        </p:attrNameLst>
                                      </p:cBhvr>
                                      <p:tavLst>
                                        <p:tav tm="0">
                                          <p:val>
                                            <p:fltVal val="0"/>
                                          </p:val>
                                        </p:tav>
                                        <p:tav tm="100000">
                                          <p:val>
                                            <p:strVal val="#ppt_h"/>
                                          </p:val>
                                        </p:tav>
                                      </p:tavLst>
                                    </p:anim>
                                    <p:animEffect transition="in" filter="fade">
                                      <p:cBhvr>
                                        <p:cTn id="63" dur="500"/>
                                        <p:tgtEl>
                                          <p:spTgt spid="340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93" grpId="0"/>
      <p:bldP spid="339994" grpId="0"/>
      <p:bldP spid="340047" grpId="0"/>
      <p:bldP spid="340048"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Rectangle 19"/>
          <p:cNvSpPr>
            <a:spLocks noChangeArrowheads="1"/>
          </p:cNvSpPr>
          <p:nvPr/>
        </p:nvSpPr>
        <p:spPr bwMode="auto">
          <a:xfrm>
            <a:off x="0" y="3427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50000"/>
              </a:spcBef>
              <a:buFontTx/>
              <a:buNone/>
            </a:pPr>
            <a:endParaRPr lang="zh-CN" altLang="en-US" sz="1800">
              <a:ea typeface="隶书" panose="02010509060101010101" pitchFamily="49" charset="-122"/>
            </a:endParaRPr>
          </a:p>
        </p:txBody>
      </p:sp>
      <p:grpSp>
        <p:nvGrpSpPr>
          <p:cNvPr id="311353" name="Group 57"/>
          <p:cNvGrpSpPr>
            <a:grpSpLocks/>
          </p:cNvGrpSpPr>
          <p:nvPr/>
        </p:nvGrpSpPr>
        <p:grpSpPr bwMode="auto">
          <a:xfrm>
            <a:off x="5651500" y="1773238"/>
            <a:ext cx="2317750" cy="431800"/>
            <a:chOff x="3560" y="1117"/>
            <a:chExt cx="1460" cy="272"/>
          </a:xfrm>
        </p:grpSpPr>
        <p:sp>
          <p:nvSpPr>
            <p:cNvPr id="15386" name="Line 25"/>
            <p:cNvSpPr>
              <a:spLocks noChangeShapeType="1"/>
            </p:cNvSpPr>
            <p:nvPr/>
          </p:nvSpPr>
          <p:spPr bwMode="auto">
            <a:xfrm>
              <a:off x="3742" y="1389"/>
              <a:ext cx="1134" cy="0"/>
            </a:xfrm>
            <a:prstGeom prst="line">
              <a:avLst/>
            </a:prstGeom>
            <a:noFill/>
            <a:ln w="5715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Rectangle 26"/>
            <p:cNvSpPr>
              <a:spLocks noChangeArrowheads="1"/>
            </p:cNvSpPr>
            <p:nvPr/>
          </p:nvSpPr>
          <p:spPr bwMode="auto">
            <a:xfrm>
              <a:off x="3560" y="1117"/>
              <a:ext cx="146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lnSpc>
                  <a:spcPct val="50000"/>
                </a:lnSpc>
                <a:spcBef>
                  <a:spcPct val="50000"/>
                </a:spcBef>
                <a:buFontTx/>
                <a:buNone/>
              </a:pPr>
              <a:r>
                <a:rPr lang="zh-CN" altLang="en-US">
                  <a:ea typeface="隶书" panose="02010509060101010101" pitchFamily="49" charset="-122"/>
                </a:rPr>
                <a:t>线性时不变电感</a:t>
              </a:r>
            </a:p>
          </p:txBody>
        </p:sp>
      </p:grpSp>
      <p:graphicFrame>
        <p:nvGraphicFramePr>
          <p:cNvPr id="311324" name="Object 28"/>
          <p:cNvGraphicFramePr>
            <a:graphicFrameLocks noChangeAspect="1"/>
          </p:cNvGraphicFramePr>
          <p:nvPr/>
        </p:nvGraphicFramePr>
        <p:xfrm>
          <a:off x="-61913" y="1079500"/>
          <a:ext cx="2670176" cy="2759075"/>
        </p:xfrm>
        <a:graphic>
          <a:graphicData uri="http://schemas.openxmlformats.org/presentationml/2006/ole">
            <mc:AlternateContent xmlns:mc="http://schemas.openxmlformats.org/markup-compatibility/2006">
              <mc:Choice xmlns:v="urn:schemas-microsoft-com:vml" Requires="v">
                <p:oleObj name="Visio" r:id="rId2" imgW="1441664" imgH="1486889" progId="Visio.Drawing.11">
                  <p:embed/>
                </p:oleObj>
              </mc:Choice>
              <mc:Fallback>
                <p:oleObj name="Visio" r:id="rId2" imgW="1441664" imgH="1486889" progId="Visio.Drawing.11">
                  <p:embed/>
                  <p:pic>
                    <p:nvPicPr>
                      <p:cNvPr id="311324"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13" y="1079500"/>
                        <a:ext cx="2670176"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1326" name="Object 30"/>
          <p:cNvGraphicFramePr>
            <a:graphicFrameLocks noChangeAspect="1"/>
          </p:cNvGraphicFramePr>
          <p:nvPr/>
        </p:nvGraphicFramePr>
        <p:xfrm>
          <a:off x="2698750" y="492125"/>
          <a:ext cx="3024188" cy="3201988"/>
        </p:xfrm>
        <a:graphic>
          <a:graphicData uri="http://schemas.openxmlformats.org/presentationml/2006/ole">
            <mc:AlternateContent xmlns:mc="http://schemas.openxmlformats.org/markup-compatibility/2006">
              <mc:Choice xmlns:v="urn:schemas-microsoft-com:vml" Requires="v">
                <p:oleObj name="Visio" r:id="rId4" imgW="1631831" imgH="1725436" progId="Visio.Drawing.11">
                  <p:embed/>
                </p:oleObj>
              </mc:Choice>
              <mc:Fallback>
                <p:oleObj name="Visio" r:id="rId4" imgW="1631831" imgH="1725436" progId="Visio.Drawing.11">
                  <p:embed/>
                  <p:pic>
                    <p:nvPicPr>
                      <p:cNvPr id="311326"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8750" y="492125"/>
                        <a:ext cx="3024188" cy="320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1328" name="Object 32"/>
          <p:cNvGraphicFramePr>
            <a:graphicFrameLocks noChangeAspect="1"/>
          </p:cNvGraphicFramePr>
          <p:nvPr/>
        </p:nvGraphicFramePr>
        <p:xfrm>
          <a:off x="7726363" y="1246188"/>
          <a:ext cx="1238250" cy="2211387"/>
        </p:xfrm>
        <a:graphic>
          <a:graphicData uri="http://schemas.openxmlformats.org/presentationml/2006/ole">
            <mc:AlternateContent xmlns:mc="http://schemas.openxmlformats.org/markup-compatibility/2006">
              <mc:Choice xmlns:v="urn:schemas-microsoft-com:vml" Requires="v">
                <p:oleObj name="Visio" r:id="rId6" imgW="664584" imgH="1187607" progId="Visio.Drawing.11">
                  <p:embed/>
                </p:oleObj>
              </mc:Choice>
              <mc:Fallback>
                <p:oleObj name="Visio" r:id="rId6" imgW="664584" imgH="1187607" progId="Visio.Drawing.11">
                  <p:embed/>
                  <p:pic>
                    <p:nvPicPr>
                      <p:cNvPr id="311328"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26363" y="1246188"/>
                        <a:ext cx="1238250" cy="221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Rectangle 6"/>
          <p:cNvSpPr txBox="1">
            <a:spLocks noChangeArrowheads="1"/>
          </p:cNvSpPr>
          <p:nvPr/>
        </p:nvSpPr>
        <p:spPr bwMode="auto">
          <a:xfrm>
            <a:off x="152400" y="115888"/>
            <a:ext cx="8610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fontAlgn="base">
              <a:spcBef>
                <a:spcPct val="0"/>
              </a:spcBef>
              <a:spcAft>
                <a:spcPct val="0"/>
              </a:spcAft>
              <a:defRPr kumimoji="1" sz="3200" kern="1200">
                <a:solidFill>
                  <a:schemeClr val="tx2"/>
                </a:solidFill>
                <a:latin typeface="+mj-lt"/>
                <a:ea typeface="+mj-ea"/>
                <a:cs typeface="+mj-cs"/>
              </a:defRPr>
            </a:lvl1pPr>
            <a:lvl2pPr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algn="l" eaLnBrk="1" hangingPunct="1">
              <a:defRPr/>
            </a:pPr>
            <a:r>
              <a:rPr lang="en-US" altLang="zh-CN" sz="2800" dirty="0">
                <a:solidFill>
                  <a:schemeClr val="tx1"/>
                </a:solidFill>
                <a:effectLst>
                  <a:outerShdw blurRad="38100" dist="38100" dir="2700000" algn="tl">
                    <a:srgbClr val="C0C0C0"/>
                  </a:outerShdw>
                </a:effectLst>
                <a:ea typeface="隶书" panose="02010509060101010101" pitchFamily="49" charset="-122"/>
              </a:rPr>
              <a:t>7.3  </a:t>
            </a:r>
            <a:r>
              <a:rPr lang="zh-CN" altLang="en-US" sz="2800" dirty="0">
                <a:solidFill>
                  <a:schemeClr val="tx1"/>
                </a:solidFill>
                <a:effectLst>
                  <a:outerShdw blurRad="38100" dist="38100" dir="2700000" algn="tl">
                    <a:srgbClr val="C0C0C0"/>
                  </a:outerShdw>
                </a:effectLst>
                <a:ea typeface="隶书" panose="02010509060101010101" pitchFamily="49" charset="-122"/>
              </a:rPr>
              <a:t>电感</a:t>
            </a:r>
            <a:endParaRPr lang="en-US" altLang="zh-CN" dirty="0">
              <a:solidFill>
                <a:schemeClr val="tx1"/>
              </a:solidFill>
              <a:effectLst>
                <a:outerShdw blurRad="38100" dist="38100" dir="2700000" algn="tl">
                  <a:srgbClr val="C0C0C0"/>
                </a:outerShdw>
              </a:effectLst>
              <a:ea typeface="隶书" panose="02010509060101010101" pitchFamily="49" charset="-122"/>
            </a:endParaRPr>
          </a:p>
        </p:txBody>
      </p:sp>
      <p:sp>
        <p:nvSpPr>
          <p:cNvPr id="28" name="Text Box 3"/>
          <p:cNvSpPr txBox="1">
            <a:spLocks noChangeArrowheads="1"/>
          </p:cNvSpPr>
          <p:nvPr/>
        </p:nvSpPr>
        <p:spPr bwMode="auto">
          <a:xfrm>
            <a:off x="6724650" y="5146818"/>
            <a:ext cx="158115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i="1">
                <a:latin typeface="Times New Roman" panose="02020603050405020304" pitchFamily="18" charset="0"/>
              </a:rPr>
              <a:t>inductance</a:t>
            </a:r>
            <a:endParaRPr lang="en-US" altLang="zh-CN" sz="2400" b="1" i="1">
              <a:latin typeface="Times New Roman" panose="02020603050405020304" pitchFamily="18" charset="0"/>
              <a:cs typeface="Times New Roman" panose="02020603050405020304" pitchFamily="18" charset="0"/>
            </a:endParaRPr>
          </a:p>
        </p:txBody>
      </p:sp>
      <p:sp>
        <p:nvSpPr>
          <p:cNvPr id="30" name="Text Box 53"/>
          <p:cNvSpPr txBox="1">
            <a:spLocks noChangeArrowheads="1"/>
          </p:cNvSpPr>
          <p:nvPr/>
        </p:nvSpPr>
        <p:spPr bwMode="auto">
          <a:xfrm>
            <a:off x="288925" y="3879884"/>
            <a:ext cx="3378200"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857250">
              <a:defRPr>
                <a:solidFill>
                  <a:schemeClr val="tx1"/>
                </a:solidFill>
                <a:latin typeface="Arial" panose="020B0604020202020204" pitchFamily="34" charset="0"/>
                <a:ea typeface="宋体" panose="02010600030101010101" pitchFamily="2" charset="-122"/>
              </a:defRPr>
            </a:lvl2pPr>
            <a:lvl3pPr marL="104775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lnSpc>
                <a:spcPct val="150000"/>
              </a:lnSpc>
              <a:spcBef>
                <a:spcPct val="50000"/>
              </a:spcBef>
            </a:pPr>
            <a:r>
              <a:rPr kumimoji="1" lang="en-US" altLang="zh-CN" sz="2400" b="1" dirty="0">
                <a:solidFill>
                  <a:srgbClr val="FF0000"/>
                </a:solidFill>
                <a:latin typeface="Times New Roman" panose="02020603050405020304" pitchFamily="18" charset="0"/>
              </a:rPr>
              <a:t>1.  </a:t>
            </a:r>
            <a:r>
              <a:rPr kumimoji="1" lang="zh-CN" altLang="en-US" sz="2400" b="1" dirty="0">
                <a:solidFill>
                  <a:srgbClr val="FF0000"/>
                </a:solidFill>
                <a:latin typeface="Times New Roman" panose="02020603050405020304" pitchFamily="18" charset="0"/>
              </a:rPr>
              <a:t>线性时不变电感元件</a:t>
            </a:r>
            <a:endParaRPr kumimoji="1" lang="zh-CN" altLang="en-US" sz="2400" b="1" dirty="0">
              <a:solidFill>
                <a:schemeClr val="tx2"/>
              </a:solidFill>
              <a:latin typeface="Times New Roman" panose="02020603050405020304" pitchFamily="18" charset="0"/>
              <a:sym typeface="Symbol" panose="05050102010706020507" pitchFamily="18" charset="2"/>
            </a:endParaRPr>
          </a:p>
        </p:txBody>
      </p:sp>
      <p:graphicFrame>
        <p:nvGraphicFramePr>
          <p:cNvPr id="31" name="Object 54" descr="羊皮纸"/>
          <p:cNvGraphicFramePr>
            <a:graphicFrameLocks noChangeAspect="1"/>
          </p:cNvGraphicFramePr>
          <p:nvPr/>
        </p:nvGraphicFramePr>
        <p:xfrm>
          <a:off x="1484312" y="4505468"/>
          <a:ext cx="1325563" cy="1139825"/>
        </p:xfrm>
        <a:graphic>
          <a:graphicData uri="http://schemas.openxmlformats.org/presentationml/2006/ole">
            <mc:AlternateContent xmlns:mc="http://schemas.openxmlformats.org/markup-compatibility/2006">
              <mc:Choice xmlns:v="urn:schemas-microsoft-com:vml" Requires="v">
                <p:oleObj name="Equation" r:id="rId8" imgW="469800" imgH="406080" progId="Equation.DSMT4">
                  <p:embed/>
                </p:oleObj>
              </mc:Choice>
              <mc:Fallback>
                <p:oleObj name="Equation" r:id="rId8" imgW="469800" imgH="406080" progId="Equation.DSMT4">
                  <p:embed/>
                  <p:pic>
                    <p:nvPicPr>
                      <p:cNvPr id="31" name="Object 54" descr="羊皮纸"/>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4312" y="4505468"/>
                        <a:ext cx="1325563" cy="1139825"/>
                      </a:xfrm>
                      <a:prstGeom prst="rect">
                        <a:avLst/>
                      </a:prstGeom>
                      <a:blipFill dpi="0" rotWithShape="0">
                        <a:blip r:embed="rId10"/>
                        <a:srcRect/>
                        <a:tile tx="0" ty="0" sx="100000" sy="100000" flip="none" algn="tl"/>
                      </a:blipFill>
                      <a:ln>
                        <a:noFill/>
                      </a:ln>
                      <a:effectLst>
                        <a:prstShdw prst="shdw17" dist="17961" dir="2700000">
                          <a:srgbClr val="FFFFCC">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 name="Text Box 55"/>
          <p:cNvSpPr txBox="1">
            <a:spLocks noChangeArrowheads="1"/>
          </p:cNvSpPr>
          <p:nvPr/>
        </p:nvSpPr>
        <p:spPr bwMode="auto">
          <a:xfrm>
            <a:off x="3414712" y="4606279"/>
            <a:ext cx="569379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eaLnBrk="0" hangingPunct="0">
              <a:spcBef>
                <a:spcPct val="50000"/>
              </a:spcBef>
            </a:pPr>
            <a:r>
              <a:rPr kumimoji="1" lang="en-US" altLang="zh-CN" sz="2400" b="1" i="1" dirty="0">
                <a:solidFill>
                  <a:schemeClr val="tx2"/>
                </a:solidFill>
                <a:latin typeface="Times New Roman" panose="02020603050405020304" pitchFamily="18" charset="0"/>
                <a:sym typeface="Symbol" panose="05050102010706020507" pitchFamily="18" charset="2"/>
              </a:rPr>
              <a:t></a:t>
            </a:r>
            <a:r>
              <a:rPr kumimoji="1" lang="en-US" altLang="zh-CN" sz="2400" b="1" dirty="0">
                <a:solidFill>
                  <a:schemeClr val="tx2"/>
                </a:solidFill>
                <a:latin typeface="Times New Roman" panose="02020603050405020304" pitchFamily="18" charset="0"/>
                <a:sym typeface="Symbol" panose="05050102010706020507" pitchFamily="18" charset="2"/>
              </a:rPr>
              <a:t>= </a:t>
            </a:r>
            <a:r>
              <a:rPr kumimoji="1" lang="en-US" altLang="zh-CN" sz="2400" b="1" i="1" dirty="0">
                <a:solidFill>
                  <a:schemeClr val="tx2"/>
                </a:solidFill>
                <a:latin typeface="Times New Roman" panose="02020603050405020304" pitchFamily="18" charset="0"/>
                <a:sym typeface="Symbol" panose="05050102010706020507" pitchFamily="18" charset="2"/>
              </a:rPr>
              <a:t>N  </a:t>
            </a:r>
            <a:r>
              <a:rPr kumimoji="1" lang="zh-CN" altLang="en-US" sz="2400" b="1" dirty="0">
                <a:solidFill>
                  <a:schemeClr val="tx2"/>
                </a:solidFill>
                <a:latin typeface="Times New Roman" panose="02020603050405020304" pitchFamily="18" charset="0"/>
                <a:sym typeface="Symbol" panose="05050102010706020507" pitchFamily="18" charset="2"/>
              </a:rPr>
              <a:t>为电感线圈的磁链单位（</a:t>
            </a:r>
            <a:r>
              <a:rPr lang="en-US" altLang="zh-CN" sz="2400" b="1" dirty="0" err="1">
                <a:solidFill>
                  <a:schemeClr val="tx2"/>
                </a:solidFill>
                <a:sym typeface="Symbol" panose="05050102010706020507" pitchFamily="18" charset="2"/>
              </a:rPr>
              <a:t>Wb</a:t>
            </a:r>
            <a:r>
              <a:rPr kumimoji="1" lang="zh-CN" altLang="en-US" sz="2400" b="1" dirty="0">
                <a:solidFill>
                  <a:schemeClr val="tx2"/>
                </a:solidFill>
                <a:latin typeface="Times New Roman" panose="02020603050405020304" pitchFamily="18" charset="0"/>
                <a:sym typeface="Symbol" panose="05050102010706020507" pitchFamily="18" charset="2"/>
              </a:rPr>
              <a:t>）</a:t>
            </a:r>
          </a:p>
        </p:txBody>
      </p:sp>
      <p:sp>
        <p:nvSpPr>
          <p:cNvPr id="33" name="Text Box 56"/>
          <p:cNvSpPr txBox="1">
            <a:spLocks noChangeArrowheads="1"/>
          </p:cNvSpPr>
          <p:nvPr/>
        </p:nvSpPr>
        <p:spPr bwMode="auto">
          <a:xfrm>
            <a:off x="3871912" y="4958332"/>
            <a:ext cx="259080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dirty="0">
                <a:solidFill>
                  <a:srgbClr val="FF0000"/>
                </a:solidFill>
                <a:latin typeface="Times New Roman" panose="02020603050405020304" pitchFamily="18" charset="0"/>
              </a:rPr>
              <a:t>L</a:t>
            </a:r>
            <a:r>
              <a:rPr kumimoji="1" lang="en-US" altLang="zh-CN" sz="2400" b="1" i="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称为</a:t>
            </a:r>
            <a:r>
              <a:rPr lang="zh-CN" altLang="en-US" sz="2400" b="1" dirty="0">
                <a:solidFill>
                  <a:schemeClr val="tx2"/>
                </a:solidFill>
              </a:rPr>
              <a:t>电感量、</a:t>
            </a:r>
            <a:r>
              <a:rPr kumimoji="1" lang="zh-CN" altLang="en-US" sz="2400" b="1" dirty="0">
                <a:solidFill>
                  <a:schemeClr val="tx2"/>
                </a:solidFill>
                <a:latin typeface="Times New Roman" panose="02020603050405020304" pitchFamily="18" charset="0"/>
              </a:rPr>
              <a:t>自感系数</a:t>
            </a:r>
          </a:p>
        </p:txBody>
      </p:sp>
      <p:sp>
        <p:nvSpPr>
          <p:cNvPr id="34" name="Text Box 57"/>
          <p:cNvSpPr txBox="1">
            <a:spLocks noChangeArrowheads="1"/>
          </p:cNvSpPr>
          <p:nvPr/>
        </p:nvSpPr>
        <p:spPr bwMode="auto">
          <a:xfrm>
            <a:off x="976312" y="5678630"/>
            <a:ext cx="69929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1" i="1">
                <a:solidFill>
                  <a:schemeClr val="tx2"/>
                </a:solidFill>
                <a:latin typeface="Times New Roman" panose="02020603050405020304" pitchFamily="18" charset="0"/>
              </a:rPr>
              <a:t>L </a:t>
            </a:r>
            <a:r>
              <a:rPr kumimoji="1" lang="zh-CN" altLang="en-US" sz="2400" b="1">
                <a:solidFill>
                  <a:schemeClr val="tx2"/>
                </a:solidFill>
                <a:latin typeface="Times New Roman" panose="02020603050405020304" pitchFamily="18" charset="0"/>
              </a:rPr>
              <a:t>的单位名称：亨</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利</a:t>
            </a: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rPr>
              <a:t>符号：</a:t>
            </a:r>
            <a:r>
              <a:rPr kumimoji="1" lang="en-US" altLang="zh-CN" sz="2400" b="1">
                <a:solidFill>
                  <a:schemeClr val="tx2"/>
                </a:solidFill>
                <a:latin typeface="Times New Roman" panose="02020603050405020304" pitchFamily="18" charset="0"/>
              </a:rPr>
              <a:t>H   (Henry</a:t>
            </a:r>
            <a:r>
              <a:rPr kumimoji="1" lang="zh-CN" altLang="en-US" sz="2400" b="1">
                <a:solidFill>
                  <a:schemeClr val="tx2"/>
                </a:solidFill>
                <a:latin typeface="Times New Roman" panose="02020603050405020304" pitchFamily="18" charset="0"/>
              </a:rPr>
              <a:t>）</a:t>
            </a:r>
            <a:endParaRPr kumimoji="1" lang="zh-CN" altLang="en-US" sz="2400" b="1">
              <a:solidFill>
                <a:schemeClr val="tx2"/>
              </a:solidFill>
              <a:latin typeface="Times New Roman" panose="02020603050405020304" pitchFamily="18" charset="0"/>
              <a:sym typeface="Symbol" panose="05050102010706020507" pitchFamily="18" charset="2"/>
            </a:endParaRPr>
          </a:p>
        </p:txBody>
      </p:sp>
      <p:sp>
        <p:nvSpPr>
          <p:cNvPr id="35" name="Text Box 58"/>
          <p:cNvSpPr txBox="1">
            <a:spLocks noChangeArrowheads="1"/>
          </p:cNvSpPr>
          <p:nvPr/>
        </p:nvSpPr>
        <p:spPr bwMode="auto">
          <a:xfrm>
            <a:off x="683568" y="6243638"/>
            <a:ext cx="436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400" b="1" dirty="0">
                <a:solidFill>
                  <a:srgbClr val="0000F0"/>
                </a:solidFill>
                <a:latin typeface="Times New Roman" panose="02020603050405020304" pitchFamily="18" charset="0"/>
                <a:sym typeface="Symbol" panose="05050102010706020507" pitchFamily="18" charset="2"/>
              </a:rPr>
              <a:t>电感以</a:t>
            </a:r>
            <a:r>
              <a:rPr kumimoji="1" lang="zh-CN" altLang="en-US" sz="2400" b="1" u="sng" dirty="0">
                <a:solidFill>
                  <a:srgbClr val="FF0000"/>
                </a:solidFill>
                <a:latin typeface="Times New Roman" panose="02020603050405020304" pitchFamily="18" charset="0"/>
                <a:sym typeface="Symbol" panose="05050102010706020507" pitchFamily="18" charset="2"/>
              </a:rPr>
              <a:t>磁场形式存储能量</a:t>
            </a:r>
            <a:r>
              <a:rPr kumimoji="1" lang="zh-CN" altLang="en-US" sz="2400" b="1" dirty="0">
                <a:solidFill>
                  <a:srgbClr val="0000F0"/>
                </a:solidFill>
                <a:latin typeface="Times New Roman" panose="02020603050405020304" pitchFamily="18" charset="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13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13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311353"/>
                                        </p:tgtEl>
                                        <p:attrNameLst>
                                          <p:attrName>style.visibility</p:attrName>
                                        </p:attrNameLst>
                                      </p:cBhvr>
                                      <p:to>
                                        <p:strVal val="visible"/>
                                      </p:to>
                                    </p:set>
                                    <p:animEffect transition="in" filter="wipe(left)">
                                      <p:cBhvr>
                                        <p:cTn id="15" dur="500"/>
                                        <p:tgtEl>
                                          <p:spTgt spid="31135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31132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0">
                                            <p:txEl>
                                              <p:pRg st="0" end="0"/>
                                            </p:txEl>
                                          </p:spTgt>
                                        </p:tgtEl>
                                        <p:attrNameLst>
                                          <p:attrName>style.visibility</p:attrName>
                                        </p:attrNameLst>
                                      </p:cBhvr>
                                      <p:to>
                                        <p:strVal val="visible"/>
                                      </p:to>
                                    </p:set>
                                    <p:animEffect transition="in" filter="wipe(left)">
                                      <p:cBhvr>
                                        <p:cTn id="24" dur="500"/>
                                        <p:tgtEl>
                                          <p:spTgt spid="30">
                                            <p:txEl>
                                              <p:pRg st="0" end="0"/>
                                            </p:txEl>
                                          </p:spTgt>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left)">
                                      <p:cBhvr>
                                        <p:cTn id="28" dur="500"/>
                                        <p:tgtEl>
                                          <p:spTgt spid="3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2">
                                            <p:txEl>
                                              <p:pRg st="0" end="0"/>
                                            </p:txEl>
                                          </p:spTgt>
                                        </p:tgtEl>
                                        <p:attrNameLst>
                                          <p:attrName>style.visibility</p:attrName>
                                        </p:attrNameLst>
                                      </p:cBhvr>
                                      <p:to>
                                        <p:strVal val="visible"/>
                                      </p:to>
                                    </p:set>
                                    <p:animEffect transition="in" filter="wipe(left)">
                                      <p:cBhvr>
                                        <p:cTn id="33" dur="500"/>
                                        <p:tgtEl>
                                          <p:spTgt spid="32">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3">
                                            <p:txEl>
                                              <p:pRg st="0" end="0"/>
                                            </p:txEl>
                                          </p:spTgt>
                                        </p:tgtEl>
                                        <p:attrNameLst>
                                          <p:attrName>style.visibility</p:attrName>
                                        </p:attrNameLst>
                                      </p:cBhvr>
                                      <p:to>
                                        <p:strVal val="visible"/>
                                      </p:to>
                                    </p:set>
                                    <p:animEffect transition="in" filter="wipe(left)">
                                      <p:cBhvr>
                                        <p:cTn id="38" dur="500"/>
                                        <p:tgtEl>
                                          <p:spTgt spid="33">
                                            <p:txEl>
                                              <p:pRg st="0" end="0"/>
                                            </p:txEl>
                                          </p:spTgt>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4">
                                            <p:txEl>
                                              <p:pRg st="0" end="0"/>
                                            </p:txEl>
                                          </p:spTgt>
                                        </p:tgtEl>
                                        <p:attrNameLst>
                                          <p:attrName>style.visibility</p:attrName>
                                        </p:attrNameLst>
                                      </p:cBhvr>
                                      <p:to>
                                        <p:strVal val="visible"/>
                                      </p:to>
                                    </p:set>
                                    <p:animEffect transition="in" filter="wipe(left)">
                                      <p:cBhvr>
                                        <p:cTn id="47" dur="500"/>
                                        <p:tgtEl>
                                          <p:spTgt spid="3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checkerboard(across)">
                                      <p:cBhvr>
                                        <p:cTn id="5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autoUpdateAnimBg="0"/>
      <p:bldP spid="30" grpId="0" build="p" autoUpdateAnimBg="0"/>
      <p:bldP spid="32" grpId="0" build="p" autoUpdateAnimBg="0"/>
      <p:bldP spid="33" grpId="0" build="p" autoUpdateAnimBg="0"/>
      <p:bldP spid="34" grpId="0" build="p" autoUpdateAnimBg="0"/>
      <p:bldP spid="35"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7" name="Rectangle 13"/>
          <p:cNvSpPr>
            <a:spLocks noChangeArrowheads="1"/>
          </p:cNvSpPr>
          <p:nvPr/>
        </p:nvSpPr>
        <p:spPr bwMode="auto">
          <a:xfrm>
            <a:off x="392113" y="523528"/>
            <a:ext cx="4375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1" dirty="0">
                <a:solidFill>
                  <a:srgbClr val="FF0000"/>
                </a:solidFill>
                <a:latin typeface="Times New Roman" panose="02020603050405020304" pitchFamily="18" charset="0"/>
              </a:rPr>
              <a:t>2.    </a:t>
            </a:r>
            <a:r>
              <a:rPr kumimoji="1" lang="zh-CN" altLang="en-US" sz="2400" b="1" dirty="0">
                <a:solidFill>
                  <a:srgbClr val="FF0000"/>
                </a:solidFill>
                <a:latin typeface="Times New Roman" panose="02020603050405020304" pitchFamily="18" charset="0"/>
              </a:rPr>
              <a:t>线性电感电压、电流关系：</a:t>
            </a:r>
          </a:p>
        </p:txBody>
      </p:sp>
      <p:sp>
        <p:nvSpPr>
          <p:cNvPr id="6158" name="Text Box 14"/>
          <p:cNvSpPr txBox="1">
            <a:spLocks noChangeArrowheads="1"/>
          </p:cNvSpPr>
          <p:nvPr/>
        </p:nvSpPr>
        <p:spPr bwMode="auto">
          <a:xfrm>
            <a:off x="4452395" y="1296020"/>
            <a:ext cx="45085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zh-CN" altLang="en-US" sz="2400" b="1" dirty="0">
                <a:solidFill>
                  <a:schemeClr val="tx2"/>
                </a:solidFill>
                <a:latin typeface="Times New Roman" panose="02020603050405020304" pitchFamily="18" charset="0"/>
              </a:rPr>
              <a:t>由电磁感应定律与楞次定律</a:t>
            </a:r>
            <a:endParaRPr kumimoji="1" lang="zh-CN" altLang="en-US" sz="2400" b="1"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6160" name="Text Box 16"/>
              <p:cNvSpPr txBox="1">
                <a:spLocks noChangeArrowheads="1"/>
              </p:cNvSpPr>
              <p:nvPr/>
            </p:nvSpPr>
            <p:spPr bwMode="auto">
              <a:xfrm>
                <a:off x="4580646" y="2184282"/>
                <a:ext cx="2236958" cy="793872"/>
              </a:xfrm>
              <a:prstGeom prst="rect">
                <a:avLst/>
              </a:prstGeom>
              <a:noFill/>
              <a:ln>
                <a:noFill/>
              </a:ln>
              <a:effectLst/>
              <a:extLst>
                <a:ext uri="{909E8E84-426E-40DD-AFC4-6F175D3DCCD1}">
                  <a14:hiddenFill>
                    <a:solidFill>
                      <a:srgbClr val="FFFFFF"/>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14:m>
                  <m:oMathPara xmlns:m="http://schemas.openxmlformats.org/officeDocument/2006/math">
                    <m:oMathParaPr>
                      <m:jc m:val="centerGroup"/>
                    </m:oMathParaPr>
                    <m:oMath xmlns:m="http://schemas.openxmlformats.org/officeDocument/2006/math">
                      <m:r>
                        <a:rPr kumimoji="1" lang="en-US" altLang="zh-CN" sz="2400" b="1" i="1" smtClean="0">
                          <a:solidFill>
                            <a:schemeClr val="tx2"/>
                          </a:solidFill>
                          <a:latin typeface="Cambria Math" panose="02040503050406030204" pitchFamily="18" charset="0"/>
                        </a:rPr>
                        <m:t>𝒖</m:t>
                      </m:r>
                      <m:r>
                        <a:rPr kumimoji="1" lang="en-US" altLang="zh-CN" sz="2400" b="1" i="1" smtClean="0">
                          <a:solidFill>
                            <a:schemeClr val="tx2"/>
                          </a:solidFill>
                          <a:latin typeface="Cambria Math" panose="02040503050406030204" pitchFamily="18" charset="0"/>
                        </a:rPr>
                        <m:t>=</m:t>
                      </m:r>
                      <m:f>
                        <m:fPr>
                          <m:ctrlPr>
                            <a:rPr kumimoji="1" lang="en-US" altLang="zh-CN" sz="2400" b="1" i="1" smtClean="0">
                              <a:solidFill>
                                <a:schemeClr val="tx2"/>
                              </a:solidFill>
                              <a:latin typeface="Cambria Math" panose="02040503050406030204" pitchFamily="18" charset="0"/>
                            </a:rPr>
                          </m:ctrlPr>
                        </m:fPr>
                        <m:num>
                          <m:r>
                            <a:rPr kumimoji="1" lang="en-US" altLang="zh-CN" sz="2400" b="1" i="1" smtClean="0">
                              <a:solidFill>
                                <a:schemeClr val="tx2"/>
                              </a:solidFill>
                              <a:latin typeface="Cambria Math" panose="02040503050406030204" pitchFamily="18" charset="0"/>
                            </a:rPr>
                            <m:t>𝒅</m:t>
                          </m:r>
                          <m:r>
                            <a:rPr kumimoji="1" lang="zh-CN" altLang="en-US" sz="2400" b="1" i="1" smtClean="0">
                              <a:solidFill>
                                <a:schemeClr val="tx2"/>
                              </a:solidFill>
                              <a:latin typeface="Cambria Math" panose="02040503050406030204" pitchFamily="18" charset="0"/>
                            </a:rPr>
                            <m:t>𝝍</m:t>
                          </m:r>
                        </m:num>
                        <m:den>
                          <m:r>
                            <a:rPr kumimoji="1" lang="en-US" altLang="zh-CN" sz="2400" b="1" i="1" smtClean="0">
                              <a:solidFill>
                                <a:schemeClr val="tx2"/>
                              </a:solidFill>
                              <a:latin typeface="Cambria Math" panose="02040503050406030204" pitchFamily="18" charset="0"/>
                            </a:rPr>
                            <m:t>𝒅𝒕</m:t>
                          </m:r>
                        </m:den>
                      </m:f>
                      <m:r>
                        <a:rPr kumimoji="1" lang="en-US" altLang="zh-CN" sz="2400" b="1" i="1" smtClean="0">
                          <a:solidFill>
                            <a:schemeClr val="tx2"/>
                          </a:solidFill>
                          <a:latin typeface="Cambria Math" panose="02040503050406030204" pitchFamily="18" charset="0"/>
                        </a:rPr>
                        <m:t>=</m:t>
                      </m:r>
                      <m:r>
                        <a:rPr kumimoji="1" lang="en-US" altLang="zh-CN" sz="2400" b="1" i="1" smtClean="0">
                          <a:solidFill>
                            <a:schemeClr val="tx2"/>
                          </a:solidFill>
                          <a:latin typeface="Cambria Math" panose="02040503050406030204" pitchFamily="18" charset="0"/>
                        </a:rPr>
                        <m:t>𝑳</m:t>
                      </m:r>
                      <m:f>
                        <m:fPr>
                          <m:ctrlPr>
                            <a:rPr kumimoji="1" lang="en-US" altLang="zh-CN" sz="2400" b="1" i="1" smtClean="0">
                              <a:solidFill>
                                <a:schemeClr val="tx2"/>
                              </a:solidFill>
                              <a:latin typeface="Cambria Math" panose="02040503050406030204" pitchFamily="18" charset="0"/>
                            </a:rPr>
                          </m:ctrlPr>
                        </m:fPr>
                        <m:num>
                          <m:r>
                            <a:rPr kumimoji="1" lang="en-US" altLang="zh-CN" sz="2400" b="1" i="1" smtClean="0">
                              <a:solidFill>
                                <a:schemeClr val="tx2"/>
                              </a:solidFill>
                              <a:latin typeface="Cambria Math" panose="02040503050406030204" pitchFamily="18" charset="0"/>
                            </a:rPr>
                            <m:t>𝒅𝒊</m:t>
                          </m:r>
                        </m:num>
                        <m:den>
                          <m:r>
                            <a:rPr kumimoji="1" lang="en-US" altLang="zh-CN" sz="2400" b="1" i="1" smtClean="0">
                              <a:solidFill>
                                <a:schemeClr val="tx2"/>
                              </a:solidFill>
                              <a:latin typeface="Cambria Math" panose="02040503050406030204" pitchFamily="18" charset="0"/>
                            </a:rPr>
                            <m:t>𝒅𝒕</m:t>
                          </m:r>
                        </m:den>
                      </m:f>
                    </m:oMath>
                  </m:oMathPara>
                </a14:m>
                <a:endParaRPr kumimoji="1" lang="zh-CN" altLang="zh-CN" sz="2400" b="1" dirty="0">
                  <a:solidFill>
                    <a:schemeClr val="tx2"/>
                  </a:solidFill>
                  <a:latin typeface="Times New Roman" panose="02020603050405020304" pitchFamily="18" charset="0"/>
                </a:endParaRPr>
              </a:p>
            </p:txBody>
          </p:sp>
        </mc:Choice>
        <mc:Fallback xmlns="">
          <p:sp>
            <p:nvSpPr>
              <p:cNvPr id="6160" name="Text Box 16"/>
              <p:cNvSpPr txBox="1">
                <a:spLocks noRot="1" noChangeAspect="1" noMove="1" noResize="1" noEditPoints="1" noAdjustHandles="1" noChangeArrowheads="1" noChangeShapeType="1" noTextEdit="1"/>
              </p:cNvSpPr>
              <p:nvPr/>
            </p:nvSpPr>
            <p:spPr bwMode="auto">
              <a:xfrm>
                <a:off x="4580646" y="2184282"/>
                <a:ext cx="2236958" cy="793872"/>
              </a:xfrm>
              <a:prstGeom prst="rect">
                <a:avLst/>
              </a:prstGeom>
              <a:blipFill>
                <a:blip r:embed="rId4"/>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6194" name="Object 50"/>
          <p:cNvGraphicFramePr>
            <a:graphicFrameLocks noChangeAspect="1"/>
          </p:cNvGraphicFramePr>
          <p:nvPr/>
        </p:nvGraphicFramePr>
        <p:xfrm>
          <a:off x="4805363" y="5529858"/>
          <a:ext cx="2517775" cy="719137"/>
        </p:xfrm>
        <a:graphic>
          <a:graphicData uri="http://schemas.openxmlformats.org/presentationml/2006/ole">
            <mc:AlternateContent xmlns:mc="http://schemas.openxmlformats.org/markup-compatibility/2006">
              <mc:Choice xmlns:v="urn:schemas-microsoft-com:vml" Requires="v">
                <p:oleObj name="Equation" r:id="rId5" imgW="1193760" imgH="342720" progId="Equation.DSMT4">
                  <p:embed/>
                </p:oleObj>
              </mc:Choice>
              <mc:Fallback>
                <p:oleObj name="Equation" r:id="rId5" imgW="1193760" imgH="342720" progId="Equation.DSMT4">
                  <p:embed/>
                  <p:pic>
                    <p:nvPicPr>
                      <p:cNvPr id="6194" name="Object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5363" y="5529858"/>
                        <a:ext cx="2517775"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5" name="Object 51"/>
          <p:cNvGraphicFramePr>
            <a:graphicFrameLocks noChangeAspect="1"/>
          </p:cNvGraphicFramePr>
          <p:nvPr/>
        </p:nvGraphicFramePr>
        <p:xfrm>
          <a:off x="39821" y="4461470"/>
          <a:ext cx="2673350" cy="854075"/>
        </p:xfrm>
        <a:graphic>
          <a:graphicData uri="http://schemas.openxmlformats.org/presentationml/2006/ole">
            <mc:AlternateContent xmlns:mc="http://schemas.openxmlformats.org/markup-compatibility/2006">
              <mc:Choice xmlns:v="urn:schemas-microsoft-com:vml" Requires="v">
                <p:oleObj name="公式" r:id="rId7" imgW="1269720" imgH="406080" progId="Equation.3">
                  <p:embed/>
                </p:oleObj>
              </mc:Choice>
              <mc:Fallback>
                <p:oleObj name="公式" r:id="rId7" imgW="1269720" imgH="406080" progId="Equation.3">
                  <p:embed/>
                  <p:pic>
                    <p:nvPicPr>
                      <p:cNvPr id="6195" name="Object 51"/>
                      <p:cNvPicPr>
                        <a:picLocks noChangeAspect="1" noChangeArrowheads="1"/>
                      </p:cNvPicPr>
                      <p:nvPr/>
                    </p:nvPicPr>
                    <p:blipFill>
                      <a:blip r:embed="rId8"/>
                      <a:srcRect/>
                      <a:stretch>
                        <a:fillRect/>
                      </a:stretch>
                    </p:blipFill>
                    <p:spPr bwMode="auto">
                      <a:xfrm>
                        <a:off x="39821" y="4461470"/>
                        <a:ext cx="267335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6" name="Object 52"/>
          <p:cNvGraphicFramePr>
            <a:graphicFrameLocks noChangeAspect="1"/>
          </p:cNvGraphicFramePr>
          <p:nvPr/>
        </p:nvGraphicFramePr>
        <p:xfrm>
          <a:off x="2678113" y="4463058"/>
          <a:ext cx="3027362" cy="852487"/>
        </p:xfrm>
        <a:graphic>
          <a:graphicData uri="http://schemas.openxmlformats.org/presentationml/2006/ole">
            <mc:AlternateContent xmlns:mc="http://schemas.openxmlformats.org/markup-compatibility/2006">
              <mc:Choice xmlns:v="urn:schemas-microsoft-com:vml" Requires="v">
                <p:oleObj name="公式" r:id="rId9" imgW="1434960" imgH="406080" progId="Equation.3">
                  <p:embed/>
                </p:oleObj>
              </mc:Choice>
              <mc:Fallback>
                <p:oleObj name="公式" r:id="rId9" imgW="1434960" imgH="406080" progId="Equation.3">
                  <p:embed/>
                  <p:pic>
                    <p:nvPicPr>
                      <p:cNvPr id="6196" name="Object 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78113" y="4463058"/>
                        <a:ext cx="3027362"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7" name="Object 53"/>
          <p:cNvGraphicFramePr>
            <a:graphicFrameLocks noChangeAspect="1"/>
          </p:cNvGraphicFramePr>
          <p:nvPr/>
        </p:nvGraphicFramePr>
        <p:xfrm>
          <a:off x="5699125" y="4456708"/>
          <a:ext cx="2330450" cy="850900"/>
        </p:xfrm>
        <a:graphic>
          <a:graphicData uri="http://schemas.openxmlformats.org/presentationml/2006/ole">
            <mc:AlternateContent xmlns:mc="http://schemas.openxmlformats.org/markup-compatibility/2006">
              <mc:Choice xmlns:v="urn:schemas-microsoft-com:vml" Requires="v">
                <p:oleObj name="公式" r:id="rId11" imgW="1104840" imgH="406080" progId="Equation.3">
                  <p:embed/>
                </p:oleObj>
              </mc:Choice>
              <mc:Fallback>
                <p:oleObj name="公式" r:id="rId11" imgW="1104840" imgH="406080" progId="Equation.3">
                  <p:embed/>
                  <p:pic>
                    <p:nvPicPr>
                      <p:cNvPr id="6197" name="Object 5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99125" y="4456708"/>
                        <a:ext cx="233045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8" name="Object 54"/>
          <p:cNvGraphicFramePr>
            <a:graphicFrameLocks noChangeAspect="1"/>
          </p:cNvGraphicFramePr>
          <p:nvPr/>
        </p:nvGraphicFramePr>
        <p:xfrm>
          <a:off x="1331913" y="5458420"/>
          <a:ext cx="2813050" cy="850900"/>
        </p:xfrm>
        <a:graphic>
          <a:graphicData uri="http://schemas.openxmlformats.org/presentationml/2006/ole">
            <mc:AlternateContent xmlns:mc="http://schemas.openxmlformats.org/markup-compatibility/2006">
              <mc:Choice xmlns:v="urn:schemas-microsoft-com:vml" Requires="v">
                <p:oleObj name="Equation" r:id="rId13" imgW="1333440" imgH="406080" progId="Equation.3">
                  <p:embed/>
                </p:oleObj>
              </mc:Choice>
              <mc:Fallback>
                <p:oleObj name="Equation" r:id="rId13" imgW="1333440" imgH="406080" progId="Equation.3">
                  <p:embed/>
                  <p:pic>
                    <p:nvPicPr>
                      <p:cNvPr id="6198" name="Object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31913" y="5458420"/>
                        <a:ext cx="2813050" cy="850900"/>
                      </a:xfrm>
                      <a:prstGeom prst="rect">
                        <a:avLst/>
                      </a:prstGeom>
                      <a:solidFill>
                        <a:srgbClr val="FFCC99"/>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Object 30"/>
          <p:cNvGraphicFramePr>
            <a:graphicFrameLocks noChangeAspect="1"/>
          </p:cNvGraphicFramePr>
          <p:nvPr/>
        </p:nvGraphicFramePr>
        <p:xfrm>
          <a:off x="683568" y="1102518"/>
          <a:ext cx="3024188" cy="3201988"/>
        </p:xfrm>
        <a:graphic>
          <a:graphicData uri="http://schemas.openxmlformats.org/presentationml/2006/ole">
            <mc:AlternateContent xmlns:mc="http://schemas.openxmlformats.org/markup-compatibility/2006">
              <mc:Choice xmlns:v="urn:schemas-microsoft-com:vml" Requires="v">
                <p:oleObj name="Visio" r:id="rId15" imgW="1631831" imgH="1725436" progId="Visio.Drawing.11">
                  <p:embed/>
                </p:oleObj>
              </mc:Choice>
              <mc:Fallback>
                <p:oleObj name="Visio" r:id="rId15" imgW="1631831" imgH="1725436" progId="Visio.Drawing.11">
                  <p:embed/>
                  <p:pic>
                    <p:nvPicPr>
                      <p:cNvPr id="57" name="Object 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3568" y="1102518"/>
                        <a:ext cx="3024188" cy="320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文本框 11"/>
          <p:cNvSpPr txBox="1"/>
          <p:nvPr/>
        </p:nvSpPr>
        <p:spPr>
          <a:xfrm>
            <a:off x="120666" y="3468453"/>
            <a:ext cx="1107996" cy="369332"/>
          </a:xfrm>
          <a:prstGeom prst="rect">
            <a:avLst/>
          </a:prstGeom>
          <a:noFill/>
        </p:spPr>
        <p:txBody>
          <a:bodyPr wrap="none" rtlCol="0">
            <a:spAutoFit/>
          </a:bodyPr>
          <a:lstStyle/>
          <a:p>
            <a:r>
              <a:rPr lang="zh-CN" altLang="en-US" dirty="0"/>
              <a:t>动态元件</a:t>
            </a:r>
          </a:p>
        </p:txBody>
      </p:sp>
      <p:sp>
        <p:nvSpPr>
          <p:cNvPr id="13" name="文本框 12"/>
          <p:cNvSpPr txBox="1"/>
          <p:nvPr/>
        </p:nvSpPr>
        <p:spPr>
          <a:xfrm>
            <a:off x="1327362" y="4107013"/>
            <a:ext cx="1107996" cy="369332"/>
          </a:xfrm>
          <a:prstGeom prst="rect">
            <a:avLst/>
          </a:prstGeom>
          <a:noFill/>
        </p:spPr>
        <p:txBody>
          <a:bodyPr wrap="none" rtlCol="0">
            <a:spAutoFit/>
          </a:bodyPr>
          <a:lstStyle/>
          <a:p>
            <a:r>
              <a:rPr lang="zh-CN" altLang="en-US" dirty="0"/>
              <a:t>储能元件</a:t>
            </a:r>
          </a:p>
        </p:txBody>
      </p:sp>
      <p:graphicFrame>
        <p:nvGraphicFramePr>
          <p:cNvPr id="14" name="Object 54" descr="羊皮纸"/>
          <p:cNvGraphicFramePr>
            <a:graphicFrameLocks noChangeAspect="1"/>
          </p:cNvGraphicFramePr>
          <p:nvPr/>
        </p:nvGraphicFramePr>
        <p:xfrm>
          <a:off x="7092281" y="2133599"/>
          <a:ext cx="1080120" cy="928773"/>
        </p:xfrm>
        <a:graphic>
          <a:graphicData uri="http://schemas.openxmlformats.org/presentationml/2006/ole">
            <mc:AlternateContent xmlns:mc="http://schemas.openxmlformats.org/markup-compatibility/2006">
              <mc:Choice xmlns:v="urn:schemas-microsoft-com:vml" Requires="v">
                <p:oleObj name="Equation" r:id="rId17" imgW="469800" imgH="406080" progId="Equation.DSMT4">
                  <p:embed/>
                </p:oleObj>
              </mc:Choice>
              <mc:Fallback>
                <p:oleObj name="Equation" r:id="rId17" imgW="469800" imgH="406080" progId="Equation.DSMT4">
                  <p:embed/>
                  <p:pic>
                    <p:nvPicPr>
                      <p:cNvPr id="14" name="Object 54" descr="羊皮纸"/>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92281" y="2133599"/>
                        <a:ext cx="1080120" cy="928773"/>
                      </a:xfrm>
                      <a:prstGeom prst="rect">
                        <a:avLst/>
                      </a:prstGeom>
                      <a:blipFill dpi="0" rotWithShape="0">
                        <a:blip r:embed="rId19"/>
                        <a:srcRect/>
                        <a:tile tx="0" ty="0" sx="100000" sy="100000" flip="none" algn="tl"/>
                      </a:blipFill>
                      <a:ln>
                        <a:noFill/>
                      </a:ln>
                      <a:effectLst>
                        <a:prstShdw prst="shdw17" dist="17961" dir="2700000">
                          <a:srgbClr val="FFFFCC">
                            <a:gamma/>
                            <a:shade val="60000"/>
                            <a:invGamma/>
                          </a:srgbClr>
                        </a:prstShdw>
                      </a:effectLst>
                    </p:spPr>
                  </p:pic>
                </p:oleObj>
              </mc:Fallback>
            </mc:AlternateContent>
          </a:graphicData>
        </a:graphic>
      </p:graphicFrame>
      <p:sp>
        <p:nvSpPr>
          <p:cNvPr id="15" name="文本框 14"/>
          <p:cNvSpPr txBox="1"/>
          <p:nvPr/>
        </p:nvSpPr>
        <p:spPr>
          <a:xfrm>
            <a:off x="674664" y="3787733"/>
            <a:ext cx="1107996" cy="369332"/>
          </a:xfrm>
          <a:prstGeom prst="rect">
            <a:avLst/>
          </a:prstGeom>
          <a:noFill/>
        </p:spPr>
        <p:txBody>
          <a:bodyPr wrap="none" rtlCol="0">
            <a:spAutoFit/>
          </a:bodyPr>
          <a:lstStyle/>
          <a:p>
            <a:r>
              <a:rPr lang="zh-CN" altLang="en-US" dirty="0"/>
              <a:t>记忆元件</a:t>
            </a:r>
          </a:p>
        </p:txBody>
      </p:sp>
      <p:sp>
        <p:nvSpPr>
          <p:cNvPr id="2" name="文本框 1"/>
          <p:cNvSpPr txBox="1"/>
          <p:nvPr/>
        </p:nvSpPr>
        <p:spPr>
          <a:xfrm>
            <a:off x="3995936" y="3284622"/>
            <a:ext cx="4397358" cy="646331"/>
          </a:xfrm>
          <a:prstGeom prst="rect">
            <a:avLst/>
          </a:prstGeom>
          <a:noFill/>
        </p:spPr>
        <p:txBody>
          <a:bodyPr wrap="none" rtlCol="0">
            <a:spAutoFit/>
          </a:bodyPr>
          <a:lstStyle/>
          <a:p>
            <a:pPr marL="285750" indent="-285750">
              <a:buFont typeface="Arial" panose="020B0604020202020204" pitchFamily="34" charset="0"/>
              <a:buChar char="•"/>
            </a:pPr>
            <a:r>
              <a:rPr lang="zh-CN" altLang="en-US" dirty="0"/>
              <a:t>线性电感中电压与电流的变化率成正比</a:t>
            </a:r>
            <a:endParaRPr lang="en-US" altLang="zh-CN" dirty="0"/>
          </a:p>
          <a:p>
            <a:pPr marL="285750" indent="-285750">
              <a:buFont typeface="Arial" panose="020B0604020202020204" pitchFamily="34" charset="0"/>
              <a:buChar char="•"/>
            </a:pPr>
            <a:r>
              <a:rPr lang="zh-CN" altLang="en-US" dirty="0"/>
              <a:t>电流变化产生电压</a:t>
            </a:r>
          </a:p>
        </p:txBody>
      </p:sp>
      <p:sp>
        <p:nvSpPr>
          <p:cNvPr id="3" name="线形标注 1(无边框) 2"/>
          <p:cNvSpPr/>
          <p:nvPr/>
        </p:nvSpPr>
        <p:spPr bwMode="auto">
          <a:xfrm>
            <a:off x="6635081" y="3844060"/>
            <a:ext cx="914400" cy="612648"/>
          </a:xfrm>
          <a:prstGeom prst="callout1">
            <a:avLst>
              <a:gd name="adj1" fmla="val 56064"/>
              <a:gd name="adj2" fmla="val 321"/>
              <a:gd name="adj3" fmla="val 136897"/>
              <a:gd name="adj4" fmla="val -39295"/>
            </a:avLst>
          </a:prstGeom>
          <a:solidFill>
            <a:schemeClr val="accent1"/>
          </a:solidFill>
          <a:ln w="158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初始电流</a:t>
            </a:r>
          </a:p>
        </p:txBody>
      </p:sp>
      <p:sp>
        <p:nvSpPr>
          <p:cNvPr id="4" name="文本框 3"/>
          <p:cNvSpPr txBox="1"/>
          <p:nvPr/>
        </p:nvSpPr>
        <p:spPr>
          <a:xfrm>
            <a:off x="2195662" y="6423734"/>
            <a:ext cx="5625258" cy="400110"/>
          </a:xfrm>
          <a:prstGeom prst="rect">
            <a:avLst/>
          </a:prstGeom>
          <a:noFill/>
        </p:spPr>
        <p:txBody>
          <a:bodyPr wrap="none" rtlCol="0">
            <a:spAutoFit/>
          </a:bodyPr>
          <a:lstStyle/>
          <a:p>
            <a:r>
              <a:rPr lang="zh-CN" altLang="en-US" sz="2000" dirty="0"/>
              <a:t>电感电压在</a:t>
            </a:r>
            <a:r>
              <a:rPr lang="en-US" altLang="zh-CN" sz="2000" i="1" dirty="0"/>
              <a:t>t</a:t>
            </a:r>
            <a:r>
              <a:rPr lang="en-US" altLang="zh-CN" sz="2000" i="1" baseline="-25000" dirty="0"/>
              <a:t>0</a:t>
            </a:r>
            <a:r>
              <a:rPr lang="zh-CN" altLang="en-US" sz="2000" dirty="0"/>
              <a:t>处为有限值时，电感电流在</a:t>
            </a:r>
            <a:r>
              <a:rPr lang="en-US" altLang="zh-CN" sz="2000" i="1" dirty="0"/>
              <a:t>t</a:t>
            </a:r>
            <a:r>
              <a:rPr lang="en-US" altLang="zh-CN" sz="2000" i="1" baseline="-25000" dirty="0"/>
              <a:t>0</a:t>
            </a:r>
            <a:r>
              <a:rPr lang="zh-CN" altLang="en-US" sz="2000" dirty="0"/>
              <a:t>处连续</a:t>
            </a:r>
          </a:p>
        </p:txBody>
      </p:sp>
    </p:spTree>
    <p:extLst>
      <p:ext uri="{BB962C8B-B14F-4D97-AF65-F5344CB8AC3E}">
        <p14:creationId xmlns:p14="http://schemas.microsoft.com/office/powerpoint/2010/main" val="2918299933"/>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7">
                                            <p:txEl>
                                              <p:pRg st="0" end="0"/>
                                            </p:txEl>
                                          </p:spTgt>
                                        </p:tgtEl>
                                        <p:attrNameLst>
                                          <p:attrName>style.visibility</p:attrName>
                                        </p:attrNameLst>
                                      </p:cBhvr>
                                      <p:to>
                                        <p:strVal val="visible"/>
                                      </p:to>
                                    </p:set>
                                    <p:animEffect transition="in" filter="wipe(left)">
                                      <p:cBhvr>
                                        <p:cTn id="7" dur="500"/>
                                        <p:tgtEl>
                                          <p:spTgt spid="615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158">
                                            <p:txEl>
                                              <p:pRg st="0" end="0"/>
                                            </p:txEl>
                                          </p:spTgt>
                                        </p:tgtEl>
                                        <p:attrNameLst>
                                          <p:attrName>style.visibility</p:attrName>
                                        </p:attrNameLst>
                                      </p:cBhvr>
                                      <p:to>
                                        <p:strVal val="visible"/>
                                      </p:to>
                                    </p:set>
                                    <p:animEffect transition="in" filter="wipe(left)">
                                      <p:cBhvr>
                                        <p:cTn id="16" dur="500"/>
                                        <p:tgtEl>
                                          <p:spTgt spid="6158">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195"/>
                                        </p:tgtEl>
                                        <p:attrNameLst>
                                          <p:attrName>style.visibility</p:attrName>
                                        </p:attrNameLst>
                                      </p:cBhvr>
                                      <p:to>
                                        <p:strVal val="visible"/>
                                      </p:to>
                                    </p:set>
                                    <p:animEffect transition="in" filter="wipe(left)">
                                      <p:cBhvr>
                                        <p:cTn id="35" dur="500"/>
                                        <p:tgtEl>
                                          <p:spTgt spid="619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196"/>
                                        </p:tgtEl>
                                        <p:attrNameLst>
                                          <p:attrName>style.visibility</p:attrName>
                                        </p:attrNameLst>
                                      </p:cBhvr>
                                      <p:to>
                                        <p:strVal val="visible"/>
                                      </p:to>
                                    </p:set>
                                    <p:animEffect transition="in" filter="wipe(left)">
                                      <p:cBhvr>
                                        <p:cTn id="40" dur="500"/>
                                        <p:tgtEl>
                                          <p:spTgt spid="619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6197"/>
                                        </p:tgtEl>
                                        <p:attrNameLst>
                                          <p:attrName>style.visibility</p:attrName>
                                        </p:attrNameLst>
                                      </p:cBhvr>
                                      <p:to>
                                        <p:strVal val="visible"/>
                                      </p:to>
                                    </p:set>
                                    <p:animEffect transition="in" filter="wipe(left)">
                                      <p:cBhvr>
                                        <p:cTn id="45" dur="500"/>
                                        <p:tgtEl>
                                          <p:spTgt spid="619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6198"/>
                                        </p:tgtEl>
                                        <p:attrNameLst>
                                          <p:attrName>style.visibility</p:attrName>
                                        </p:attrNameLst>
                                      </p:cBhvr>
                                      <p:to>
                                        <p:strVal val="visible"/>
                                      </p:to>
                                    </p:set>
                                    <p:animEffect transition="in" filter="wipe(left)">
                                      <p:cBhvr>
                                        <p:cTn id="54" dur="500"/>
                                        <p:tgtEl>
                                          <p:spTgt spid="619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6194"/>
                                        </p:tgtEl>
                                        <p:attrNameLst>
                                          <p:attrName>style.visibility</p:attrName>
                                        </p:attrNameLst>
                                      </p:cBhvr>
                                      <p:to>
                                        <p:strVal val="visible"/>
                                      </p:to>
                                    </p:set>
                                    <p:animEffect transition="in" filter="wipe(left)">
                                      <p:cBhvr>
                                        <p:cTn id="59" dur="500"/>
                                        <p:tgtEl>
                                          <p:spTgt spid="6194"/>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7" grpId="0" build="p" autoUpdateAnimBg="0"/>
      <p:bldP spid="6158" grpId="0" build="p" autoUpdateAnimBg="0"/>
      <p:bldP spid="6160" grpId="0"/>
      <p:bldP spid="12" grpId="0"/>
      <p:bldP spid="13" grpId="0"/>
      <p:bldP spid="15" grpId="0"/>
      <p:bldP spid="2" grpId="0"/>
      <p:bldP spid="3" grpId="0" animBg="1"/>
      <p:bldP spid="4"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098675" y="2543175"/>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endParaRPr kumimoji="1" lang="zh-CN" altLang="zh-CN" sz="2400" b="1">
              <a:solidFill>
                <a:schemeClr val="tx2"/>
              </a:solidFill>
              <a:latin typeface="Times New Roman" panose="02020603050405020304" pitchFamily="18" charset="0"/>
            </a:endParaRPr>
          </a:p>
        </p:txBody>
      </p:sp>
      <p:graphicFrame>
        <p:nvGraphicFramePr>
          <p:cNvPr id="10243" name="Object 3"/>
          <p:cNvGraphicFramePr>
            <a:graphicFrameLocks noChangeAspect="1"/>
          </p:cNvGraphicFramePr>
          <p:nvPr/>
        </p:nvGraphicFramePr>
        <p:xfrm>
          <a:off x="4724400" y="977900"/>
          <a:ext cx="112713" cy="214313"/>
        </p:xfrm>
        <a:graphic>
          <a:graphicData uri="http://schemas.openxmlformats.org/presentationml/2006/ole">
            <mc:AlternateContent xmlns:mc="http://schemas.openxmlformats.org/markup-compatibility/2006">
              <mc:Choice xmlns:v="urn:schemas-microsoft-com:vml" Requires="v">
                <p:oleObj name="公式" r:id="rId3" imgW="114120" imgH="215640" progId="Equation.3">
                  <p:embed/>
                </p:oleObj>
              </mc:Choice>
              <mc:Fallback>
                <p:oleObj name="公式" r:id="rId3" imgW="114120" imgH="215640" progId="Equation.3">
                  <p:embed/>
                  <p:pic>
                    <p:nvPicPr>
                      <p:cNvPr id="102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97790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4" name="Text Box 4"/>
          <p:cNvSpPr txBox="1">
            <a:spLocks noChangeArrowheads="1"/>
          </p:cNvSpPr>
          <p:nvPr/>
        </p:nvSpPr>
        <p:spPr bwMode="auto">
          <a:xfrm>
            <a:off x="971550" y="3386138"/>
            <a:ext cx="6096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kumimoji="1" lang="en-US" altLang="zh-CN" sz="2400" b="1" dirty="0">
                <a:solidFill>
                  <a:schemeClr val="tx2"/>
                </a:solidFill>
                <a:latin typeface="宋体" panose="02010600030101010101" pitchFamily="2" charset="-122"/>
                <a:ea typeface="宋体" panose="02010600030101010101" pitchFamily="2" charset="-122"/>
              </a:rPr>
              <a:t>(3) </a:t>
            </a:r>
            <a:r>
              <a:rPr kumimoji="1" lang="zh-CN" altLang="en-US" sz="2400" b="1" dirty="0">
                <a:solidFill>
                  <a:schemeClr val="tx2"/>
                </a:solidFill>
                <a:latin typeface="宋体" panose="02010600030101010101" pitchFamily="2" charset="-122"/>
                <a:ea typeface="宋体" panose="02010600030101010101" pitchFamily="2" charset="-122"/>
              </a:rPr>
              <a:t>电感元件是一种记忆元件；</a:t>
            </a:r>
          </a:p>
        </p:txBody>
      </p:sp>
      <p:sp>
        <p:nvSpPr>
          <p:cNvPr id="10245" name="Text Box 5"/>
          <p:cNvSpPr txBox="1">
            <a:spLocks noChangeArrowheads="1"/>
          </p:cNvSpPr>
          <p:nvPr/>
        </p:nvSpPr>
        <p:spPr bwMode="auto">
          <a:xfrm>
            <a:off x="971550" y="2200491"/>
            <a:ext cx="6984826" cy="8679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lnSpc>
                <a:spcPct val="80000"/>
              </a:lnSpc>
              <a:spcBef>
                <a:spcPct val="50000"/>
              </a:spcBef>
            </a:pPr>
            <a:r>
              <a:rPr kumimoji="1" lang="en-US" altLang="zh-CN" sz="2400" b="1" dirty="0">
                <a:solidFill>
                  <a:schemeClr val="tx2"/>
                </a:solidFill>
                <a:latin typeface="宋体" panose="02010600030101010101" pitchFamily="2" charset="-122"/>
                <a:ea typeface="宋体" panose="02010600030101010101" pitchFamily="2" charset="-122"/>
              </a:rPr>
              <a:t>(2) </a:t>
            </a:r>
            <a:r>
              <a:rPr kumimoji="1" lang="zh-CN" altLang="en-US" sz="2400" b="1" dirty="0">
                <a:solidFill>
                  <a:schemeClr val="tx2"/>
                </a:solidFill>
                <a:latin typeface="宋体" panose="02010600030101010101" pitchFamily="2" charset="-122"/>
                <a:ea typeface="宋体" panose="02010600030101010101" pitchFamily="2" charset="-122"/>
              </a:rPr>
              <a:t>当 </a:t>
            </a:r>
            <a:r>
              <a:rPr kumimoji="1" lang="en-US" altLang="zh-CN" sz="2400" b="1" i="1" dirty="0" err="1">
                <a:solidFill>
                  <a:schemeClr val="tx2"/>
                </a:solidFill>
                <a:latin typeface="宋体" panose="02010600030101010101" pitchFamily="2" charset="-122"/>
                <a:ea typeface="宋体" panose="02010600030101010101" pitchFamily="2" charset="-122"/>
              </a:rPr>
              <a:t>i</a:t>
            </a:r>
            <a:r>
              <a:rPr kumimoji="1" lang="en-US" altLang="zh-CN" sz="2400" b="1" i="1" dirty="0">
                <a:solidFill>
                  <a:schemeClr val="tx2"/>
                </a:solidFill>
                <a:latin typeface="宋体" panose="02010600030101010101" pitchFamily="2" charset="-122"/>
                <a:ea typeface="宋体" panose="02010600030101010101" pitchFamily="2" charset="-122"/>
              </a:rPr>
              <a:t> </a:t>
            </a:r>
            <a:r>
              <a:rPr kumimoji="1" lang="zh-CN" altLang="en-US" sz="2400" b="1" dirty="0">
                <a:solidFill>
                  <a:schemeClr val="tx2"/>
                </a:solidFill>
                <a:latin typeface="宋体" panose="02010600030101010101" pitchFamily="2" charset="-122"/>
                <a:ea typeface="宋体" panose="02010600030101010101" pitchFamily="2" charset="-122"/>
              </a:rPr>
              <a:t>为常数</a:t>
            </a:r>
            <a:r>
              <a:rPr kumimoji="1" lang="en-US" altLang="zh-CN" sz="2400" b="1" dirty="0">
                <a:solidFill>
                  <a:schemeClr val="tx2"/>
                </a:solidFill>
                <a:latin typeface="宋体" panose="02010600030101010101" pitchFamily="2" charset="-122"/>
                <a:ea typeface="宋体" panose="02010600030101010101" pitchFamily="2" charset="-122"/>
              </a:rPr>
              <a:t>(</a:t>
            </a:r>
            <a:r>
              <a:rPr kumimoji="1" lang="zh-CN" altLang="en-US" sz="2400" b="1" dirty="0">
                <a:solidFill>
                  <a:schemeClr val="tx2"/>
                </a:solidFill>
                <a:latin typeface="宋体" panose="02010600030101010101" pitchFamily="2" charset="-122"/>
                <a:ea typeface="宋体" panose="02010600030101010101" pitchFamily="2" charset="-122"/>
              </a:rPr>
              <a:t>直流</a:t>
            </a:r>
            <a:r>
              <a:rPr kumimoji="1" lang="en-US" altLang="zh-CN" sz="2400" b="1" dirty="0">
                <a:solidFill>
                  <a:schemeClr val="tx2"/>
                </a:solidFill>
                <a:latin typeface="宋体" panose="02010600030101010101" pitchFamily="2" charset="-122"/>
                <a:ea typeface="宋体" panose="02010600030101010101" pitchFamily="2" charset="-122"/>
              </a:rPr>
              <a:t>)</a:t>
            </a:r>
            <a:r>
              <a:rPr kumimoji="1" lang="zh-CN" altLang="en-US" sz="2400" b="1" dirty="0">
                <a:solidFill>
                  <a:schemeClr val="tx2"/>
                </a:solidFill>
                <a:latin typeface="宋体" panose="02010600030101010101" pitchFamily="2" charset="-122"/>
                <a:ea typeface="宋体" panose="02010600030101010101" pitchFamily="2" charset="-122"/>
              </a:rPr>
              <a:t>时，</a:t>
            </a:r>
            <a:r>
              <a:rPr kumimoji="1" lang="en-US" altLang="zh-CN" sz="2400" b="1" dirty="0">
                <a:solidFill>
                  <a:schemeClr val="tx2"/>
                </a:solidFill>
                <a:latin typeface="宋体" panose="02010600030101010101" pitchFamily="2" charset="-122"/>
                <a:ea typeface="宋体" panose="02010600030101010101" pitchFamily="2" charset="-122"/>
              </a:rPr>
              <a:t>d</a:t>
            </a:r>
            <a:r>
              <a:rPr kumimoji="1" lang="en-US" altLang="zh-CN" sz="2400" b="1" i="1" dirty="0">
                <a:solidFill>
                  <a:schemeClr val="tx2"/>
                </a:solidFill>
                <a:latin typeface="宋体" panose="02010600030101010101" pitchFamily="2" charset="-122"/>
                <a:ea typeface="宋体" panose="02010600030101010101" pitchFamily="2" charset="-122"/>
              </a:rPr>
              <a:t>i </a:t>
            </a:r>
            <a:r>
              <a:rPr kumimoji="1" lang="en-US" altLang="zh-CN" sz="2400" b="1" dirty="0">
                <a:solidFill>
                  <a:schemeClr val="tx2"/>
                </a:solidFill>
                <a:latin typeface="宋体" panose="02010600030101010101" pitchFamily="2" charset="-122"/>
                <a:ea typeface="宋体" panose="02010600030101010101" pitchFamily="2" charset="-122"/>
              </a:rPr>
              <a:t>/ </a:t>
            </a:r>
            <a:r>
              <a:rPr kumimoji="1" lang="en-US" altLang="zh-CN" sz="2400" b="1" dirty="0" err="1">
                <a:solidFill>
                  <a:schemeClr val="tx2"/>
                </a:solidFill>
                <a:latin typeface="宋体" panose="02010600030101010101" pitchFamily="2" charset="-122"/>
                <a:ea typeface="宋体" panose="02010600030101010101" pitchFamily="2" charset="-122"/>
              </a:rPr>
              <a:t>d</a:t>
            </a:r>
            <a:r>
              <a:rPr kumimoji="1" lang="en-US" altLang="zh-CN" sz="2400" b="1" i="1" dirty="0" err="1">
                <a:solidFill>
                  <a:schemeClr val="tx2"/>
                </a:solidFill>
                <a:latin typeface="宋体" panose="02010600030101010101" pitchFamily="2" charset="-122"/>
                <a:ea typeface="宋体" panose="02010600030101010101" pitchFamily="2" charset="-122"/>
              </a:rPr>
              <a:t>t</a:t>
            </a:r>
            <a:r>
              <a:rPr kumimoji="1" lang="en-US" altLang="zh-CN" sz="2400" b="1" i="1" dirty="0">
                <a:solidFill>
                  <a:schemeClr val="tx2"/>
                </a:solidFill>
                <a:latin typeface="宋体" panose="02010600030101010101" pitchFamily="2" charset="-122"/>
                <a:ea typeface="宋体" panose="02010600030101010101" pitchFamily="2" charset="-122"/>
              </a:rPr>
              <a:t> </a:t>
            </a:r>
            <a:r>
              <a:rPr kumimoji="1" lang="en-US" altLang="zh-CN" sz="2400" b="1" dirty="0">
                <a:solidFill>
                  <a:schemeClr val="tx2"/>
                </a:solidFill>
                <a:latin typeface="宋体" panose="02010600030101010101" pitchFamily="2" charset="-122"/>
                <a:ea typeface="宋体" panose="02010600030101010101" pitchFamily="2" charset="-122"/>
              </a:rPr>
              <a:t>=0 </a:t>
            </a:r>
            <a:r>
              <a:rPr kumimoji="1" lang="en-US" altLang="zh-CN" sz="2400" b="1" dirty="0">
                <a:solidFill>
                  <a:schemeClr val="tx2"/>
                </a:solidFill>
                <a:latin typeface="宋体" panose="02010600030101010101" pitchFamily="2" charset="-122"/>
                <a:ea typeface="宋体" panose="02010600030101010101" pitchFamily="2" charset="-122"/>
                <a:sym typeface="Symbol" panose="05050102010706020507" pitchFamily="18" charset="2"/>
              </a:rPr>
              <a:t> </a:t>
            </a:r>
            <a:r>
              <a:rPr kumimoji="1" lang="en-US" altLang="zh-CN" sz="2400" b="1" i="1" dirty="0">
                <a:solidFill>
                  <a:schemeClr val="tx2"/>
                </a:solidFill>
                <a:latin typeface="宋体" panose="02010600030101010101" pitchFamily="2" charset="-122"/>
                <a:ea typeface="宋体" panose="02010600030101010101" pitchFamily="2" charset="-122"/>
                <a:sym typeface="Symbol" panose="05050102010706020507" pitchFamily="18" charset="2"/>
              </a:rPr>
              <a:t>u</a:t>
            </a:r>
            <a:r>
              <a:rPr kumimoji="1" lang="en-US" altLang="zh-CN" sz="2400" b="1" dirty="0">
                <a:solidFill>
                  <a:schemeClr val="tx2"/>
                </a:solidFill>
                <a:latin typeface="宋体" panose="02010600030101010101" pitchFamily="2" charset="-122"/>
                <a:ea typeface="宋体" panose="02010600030101010101" pitchFamily="2" charset="-122"/>
                <a:sym typeface="Symbol" panose="05050102010706020507" pitchFamily="18" charset="2"/>
              </a:rPr>
              <a:t>=0,</a:t>
            </a:r>
          </a:p>
          <a:p>
            <a:pPr eaLnBrk="0" hangingPunct="0">
              <a:lnSpc>
                <a:spcPct val="80000"/>
              </a:lnSpc>
              <a:spcBef>
                <a:spcPct val="50000"/>
              </a:spcBef>
            </a:pPr>
            <a:r>
              <a:rPr kumimoji="1" lang="en-US" altLang="zh-CN" sz="2400" b="1" dirty="0">
                <a:solidFill>
                  <a:schemeClr val="tx2"/>
                </a:solidFill>
                <a:latin typeface="宋体" panose="02010600030101010101" pitchFamily="2" charset="-122"/>
                <a:ea typeface="宋体" panose="02010600030101010101" pitchFamily="2" charset="-122"/>
                <a:sym typeface="Symbol" panose="05050102010706020507" pitchFamily="18" charset="2"/>
              </a:rPr>
              <a:t>     </a:t>
            </a:r>
            <a:r>
              <a:rPr kumimoji="1" lang="zh-CN" altLang="en-US" sz="2400" b="1" dirty="0">
                <a:solidFill>
                  <a:schemeClr val="tx2"/>
                </a:solidFill>
                <a:latin typeface="宋体" panose="02010600030101010101" pitchFamily="2" charset="-122"/>
                <a:ea typeface="宋体" panose="02010600030101010101" pitchFamily="2" charset="-122"/>
                <a:sym typeface="Symbol" panose="05050102010706020507" pitchFamily="18" charset="2"/>
              </a:rPr>
              <a:t>电感在直流电路中相当于短路；</a:t>
            </a:r>
            <a:endParaRPr kumimoji="1" lang="zh-CN" altLang="en-US" sz="2400" b="1" dirty="0">
              <a:solidFill>
                <a:schemeClr val="tx2"/>
              </a:solidFill>
              <a:latin typeface="宋体" panose="02010600030101010101" pitchFamily="2" charset="-122"/>
              <a:ea typeface="宋体" panose="02010600030101010101" pitchFamily="2" charset="-122"/>
            </a:endParaRPr>
          </a:p>
        </p:txBody>
      </p:sp>
      <p:sp>
        <p:nvSpPr>
          <p:cNvPr id="10246" name="Text Box 6"/>
          <p:cNvSpPr txBox="1">
            <a:spLocks noChangeArrowheads="1"/>
          </p:cNvSpPr>
          <p:nvPr/>
        </p:nvSpPr>
        <p:spPr bwMode="auto">
          <a:xfrm>
            <a:off x="1009600" y="5581689"/>
            <a:ext cx="7162800"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571500" indent="-571500">
              <a:defRPr>
                <a:solidFill>
                  <a:schemeClr val="tx1"/>
                </a:solidFill>
                <a:latin typeface="Arial" panose="020B0604020202020204" pitchFamily="34" charset="0"/>
                <a:ea typeface="宋体" panose="02010600030101010101" pitchFamily="2" charset="-122"/>
              </a:defRPr>
            </a:lvl1pPr>
            <a:lvl2pPr marL="762000">
              <a:defRPr>
                <a:solidFill>
                  <a:schemeClr val="tx1"/>
                </a:solidFill>
                <a:latin typeface="Arial" panose="020B0604020202020204" pitchFamily="34" charset="0"/>
                <a:ea typeface="宋体" panose="02010600030101010101" pitchFamily="2" charset="-122"/>
              </a:defRPr>
            </a:lvl2pPr>
            <a:lvl3pPr marL="9525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hangingPunct="0">
              <a:spcBef>
                <a:spcPct val="50000"/>
              </a:spcBef>
            </a:pPr>
            <a:r>
              <a:rPr kumimoji="1" lang="en-US" altLang="zh-CN" sz="2400" b="1" dirty="0">
                <a:solidFill>
                  <a:schemeClr val="tx2"/>
                </a:solidFill>
                <a:latin typeface="Times New Roman" panose="02020603050405020304" pitchFamily="18" charset="0"/>
              </a:rPr>
              <a:t>(5) </a:t>
            </a:r>
            <a:r>
              <a:rPr kumimoji="1" lang="zh-CN" altLang="zh-CN" sz="2400" b="1" dirty="0">
                <a:solidFill>
                  <a:schemeClr val="tx2"/>
                </a:solidFill>
                <a:latin typeface="Times New Roman" panose="02020603050405020304" pitchFamily="18" charset="0"/>
              </a:rPr>
              <a:t>当 </a:t>
            </a:r>
            <a:r>
              <a:rPr kumimoji="1" lang="en-US" altLang="zh-CN" sz="2400" b="1" i="1" dirty="0">
                <a:solidFill>
                  <a:schemeClr val="tx2"/>
                </a:solidFill>
                <a:latin typeface="Times New Roman" panose="02020603050405020304" pitchFamily="18" charset="0"/>
              </a:rPr>
              <a:t>u</a:t>
            </a:r>
            <a:r>
              <a:rPr kumimoji="1" lang="zh-CN" altLang="en-US" sz="2400" b="1" dirty="0">
                <a:solidFill>
                  <a:schemeClr val="tx2"/>
                </a:solidFill>
                <a:latin typeface="Times New Roman" panose="02020603050405020304" pitchFamily="18" charset="0"/>
              </a:rPr>
              <a:t>，</a:t>
            </a:r>
            <a:r>
              <a:rPr kumimoji="1" lang="en-US" altLang="zh-CN" sz="2400" b="1" i="1" dirty="0" err="1">
                <a:solidFill>
                  <a:schemeClr val="tx2"/>
                </a:solidFill>
                <a:latin typeface="Times New Roman" panose="02020603050405020304" pitchFamily="18" charset="0"/>
              </a:rPr>
              <a:t>i</a:t>
            </a:r>
            <a:r>
              <a:rPr kumimoji="1" lang="en-US" altLang="zh-CN" sz="2400" b="1" i="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为关联方向时，</a:t>
            </a:r>
            <a:r>
              <a:rPr kumimoji="1" lang="en-US" altLang="zh-CN" sz="2400" b="1" i="1" dirty="0">
                <a:solidFill>
                  <a:schemeClr val="tx2"/>
                </a:solidFill>
                <a:latin typeface="Times New Roman" panose="02020603050405020304" pitchFamily="18" charset="0"/>
              </a:rPr>
              <a:t>u</a:t>
            </a:r>
            <a:r>
              <a:rPr kumimoji="1" lang="en-US" altLang="zh-CN" sz="2400" b="1" dirty="0">
                <a:solidFill>
                  <a:schemeClr val="tx2"/>
                </a:solidFill>
                <a:latin typeface="Times New Roman" panose="02020603050405020304" pitchFamily="18" charset="0"/>
              </a:rPr>
              <a:t>=</a:t>
            </a:r>
            <a:r>
              <a:rPr kumimoji="1" lang="en-US" altLang="zh-CN" sz="2400" b="1" i="1" dirty="0">
                <a:solidFill>
                  <a:schemeClr val="tx2"/>
                </a:solidFill>
                <a:latin typeface="Times New Roman" panose="02020603050405020304" pitchFamily="18" charset="0"/>
              </a:rPr>
              <a:t>L </a:t>
            </a:r>
            <a:r>
              <a:rPr kumimoji="1" lang="en-US" altLang="zh-CN" sz="2400" b="1" dirty="0">
                <a:solidFill>
                  <a:schemeClr val="tx2"/>
                </a:solidFill>
                <a:latin typeface="Times New Roman" panose="02020603050405020304" pitchFamily="18" charset="0"/>
              </a:rPr>
              <a:t>d</a:t>
            </a:r>
            <a:r>
              <a:rPr kumimoji="1" lang="en-US" altLang="zh-CN" sz="2400" b="1" i="1" dirty="0">
                <a:solidFill>
                  <a:schemeClr val="tx2"/>
                </a:solidFill>
                <a:latin typeface="Times New Roman" panose="02020603050405020304" pitchFamily="18" charset="0"/>
              </a:rPr>
              <a:t>i </a:t>
            </a:r>
            <a:r>
              <a:rPr kumimoji="1" lang="en-US" altLang="zh-CN" sz="2400" b="1" dirty="0">
                <a:solidFill>
                  <a:schemeClr val="tx2"/>
                </a:solidFill>
                <a:latin typeface="Times New Roman" panose="02020603050405020304" pitchFamily="18" charset="0"/>
              </a:rPr>
              <a:t>/ </a:t>
            </a:r>
            <a:r>
              <a:rPr kumimoji="1" lang="en-US" altLang="zh-CN" sz="2400" b="1" dirty="0" err="1">
                <a:solidFill>
                  <a:schemeClr val="tx2"/>
                </a:solidFill>
                <a:latin typeface="Times New Roman" panose="02020603050405020304" pitchFamily="18" charset="0"/>
              </a:rPr>
              <a:t>d</a:t>
            </a:r>
            <a:r>
              <a:rPr kumimoji="1" lang="en-US" altLang="zh-CN" sz="2400" b="1" i="1" dirty="0" err="1">
                <a:solidFill>
                  <a:schemeClr val="tx2"/>
                </a:solidFill>
                <a:latin typeface="Times New Roman" panose="02020603050405020304" pitchFamily="18" charset="0"/>
              </a:rPr>
              <a:t>t</a:t>
            </a:r>
            <a:r>
              <a:rPr kumimoji="1" lang="zh-CN" altLang="en-US" sz="2400" b="1" i="1" dirty="0">
                <a:solidFill>
                  <a:schemeClr val="tx2"/>
                </a:solidFill>
                <a:latin typeface="Times New Roman" panose="02020603050405020304" pitchFamily="18" charset="0"/>
              </a:rPr>
              <a:t>；</a:t>
            </a:r>
            <a:endParaRPr kumimoji="1" lang="zh-CN" altLang="en-US" sz="2400" b="1" dirty="0">
              <a:solidFill>
                <a:schemeClr val="tx2"/>
              </a:solidFill>
              <a:latin typeface="Times New Roman" panose="02020603050405020304" pitchFamily="18" charset="0"/>
            </a:endParaRPr>
          </a:p>
          <a:p>
            <a:pPr algn="just" eaLnBrk="0" hangingPunct="0">
              <a:spcBef>
                <a:spcPct val="50000"/>
              </a:spcBef>
            </a:pPr>
            <a:r>
              <a:rPr kumimoji="1" lang="zh-CN" altLang="en-US" sz="2400" b="1" dirty="0">
                <a:solidFill>
                  <a:schemeClr val="tx2"/>
                </a:solidFill>
                <a:latin typeface="Times New Roman" panose="02020603050405020304" pitchFamily="18" charset="0"/>
              </a:rPr>
              <a:t>        </a:t>
            </a:r>
            <a:r>
              <a:rPr kumimoji="1" lang="en-US" altLang="zh-CN" sz="2400" b="1" i="1" dirty="0">
                <a:solidFill>
                  <a:schemeClr val="tx2"/>
                </a:solidFill>
                <a:latin typeface="Times New Roman" panose="02020603050405020304" pitchFamily="18" charset="0"/>
              </a:rPr>
              <a:t>u</a:t>
            </a:r>
            <a:r>
              <a:rPr kumimoji="1" lang="zh-CN" altLang="en-US" sz="2400" b="1" dirty="0">
                <a:solidFill>
                  <a:schemeClr val="tx2"/>
                </a:solidFill>
                <a:latin typeface="Times New Roman" panose="02020603050405020304" pitchFamily="18" charset="0"/>
              </a:rPr>
              <a:t>，</a:t>
            </a:r>
            <a:r>
              <a:rPr kumimoji="1" lang="en-US" altLang="zh-CN" sz="2400" b="1" i="1" dirty="0" err="1">
                <a:solidFill>
                  <a:schemeClr val="tx2"/>
                </a:solidFill>
                <a:latin typeface="Times New Roman" panose="02020603050405020304" pitchFamily="18" charset="0"/>
              </a:rPr>
              <a:t>i</a:t>
            </a:r>
            <a:r>
              <a:rPr kumimoji="1" lang="en-US" altLang="zh-CN" sz="2400" b="1" i="1" dirty="0">
                <a:solidFill>
                  <a:schemeClr val="tx2"/>
                </a:solidFill>
                <a:latin typeface="Times New Roman" panose="02020603050405020304" pitchFamily="18" charset="0"/>
              </a:rPr>
              <a:t> </a:t>
            </a:r>
            <a:r>
              <a:rPr kumimoji="1" lang="zh-CN" altLang="en-US" sz="2400" b="1" dirty="0">
                <a:solidFill>
                  <a:schemeClr val="tx2"/>
                </a:solidFill>
                <a:latin typeface="Times New Roman" panose="02020603050405020304" pitchFamily="18" charset="0"/>
              </a:rPr>
              <a:t>为</a:t>
            </a:r>
            <a:r>
              <a:rPr kumimoji="1" lang="zh-CN" altLang="en-US" sz="2400" b="1" dirty="0">
                <a:solidFill>
                  <a:srgbClr val="FF0000"/>
                </a:solidFill>
                <a:latin typeface="Times New Roman" panose="02020603050405020304" pitchFamily="18" charset="0"/>
              </a:rPr>
              <a:t>非</a:t>
            </a:r>
            <a:r>
              <a:rPr kumimoji="1" lang="zh-CN" altLang="en-US" sz="2400" b="1" dirty="0">
                <a:solidFill>
                  <a:schemeClr val="tx2"/>
                </a:solidFill>
                <a:latin typeface="Times New Roman" panose="02020603050405020304" pitchFamily="18" charset="0"/>
              </a:rPr>
              <a:t>关联方向时，</a:t>
            </a:r>
            <a:r>
              <a:rPr kumimoji="1" lang="en-US" altLang="zh-CN" sz="2400" b="1" i="1" dirty="0">
                <a:solidFill>
                  <a:schemeClr val="tx2"/>
                </a:solidFill>
                <a:latin typeface="Times New Roman" panose="02020603050405020304" pitchFamily="18" charset="0"/>
              </a:rPr>
              <a:t>u</a:t>
            </a:r>
            <a:r>
              <a:rPr kumimoji="1" lang="en-US" altLang="zh-CN" sz="2400" b="1" dirty="0">
                <a:solidFill>
                  <a:schemeClr val="tx2"/>
                </a:solidFill>
                <a:latin typeface="Times New Roman" panose="02020603050405020304" pitchFamily="18" charset="0"/>
              </a:rPr>
              <a:t>= </a:t>
            </a:r>
            <a:r>
              <a:rPr kumimoji="1" lang="en-US" altLang="zh-CN" sz="2400" b="1" dirty="0">
                <a:solidFill>
                  <a:srgbClr val="FF0000"/>
                </a:solidFill>
                <a:latin typeface="Times New Roman" panose="02020603050405020304" pitchFamily="18" charset="0"/>
              </a:rPr>
              <a:t>– </a:t>
            </a:r>
            <a:r>
              <a:rPr kumimoji="1" lang="en-US" altLang="zh-CN" sz="2400" b="1" i="1" dirty="0">
                <a:solidFill>
                  <a:schemeClr val="tx2"/>
                </a:solidFill>
                <a:latin typeface="Times New Roman" panose="02020603050405020304" pitchFamily="18" charset="0"/>
              </a:rPr>
              <a:t>L </a:t>
            </a:r>
            <a:r>
              <a:rPr kumimoji="1" lang="en-US" altLang="zh-CN" sz="2400" b="1" dirty="0">
                <a:solidFill>
                  <a:schemeClr val="tx2"/>
                </a:solidFill>
                <a:latin typeface="Times New Roman" panose="02020603050405020304" pitchFamily="18" charset="0"/>
              </a:rPr>
              <a:t>d</a:t>
            </a:r>
            <a:r>
              <a:rPr kumimoji="1" lang="en-US" altLang="zh-CN" sz="2400" b="1" i="1" dirty="0">
                <a:solidFill>
                  <a:schemeClr val="tx2"/>
                </a:solidFill>
                <a:latin typeface="Times New Roman" panose="02020603050405020304" pitchFamily="18" charset="0"/>
              </a:rPr>
              <a:t>i </a:t>
            </a:r>
            <a:r>
              <a:rPr kumimoji="1" lang="en-US" altLang="zh-CN" sz="2400" b="1" dirty="0">
                <a:solidFill>
                  <a:schemeClr val="tx2"/>
                </a:solidFill>
                <a:latin typeface="Times New Roman" panose="02020603050405020304" pitchFamily="18" charset="0"/>
              </a:rPr>
              <a:t>/ </a:t>
            </a:r>
            <a:r>
              <a:rPr kumimoji="1" lang="en-US" altLang="zh-CN" sz="2400" b="1" dirty="0" err="1">
                <a:solidFill>
                  <a:schemeClr val="tx2"/>
                </a:solidFill>
                <a:latin typeface="Times New Roman" panose="02020603050405020304" pitchFamily="18" charset="0"/>
              </a:rPr>
              <a:t>d</a:t>
            </a:r>
            <a:r>
              <a:rPr kumimoji="1" lang="en-US" altLang="zh-CN" sz="2400" b="1" i="1" dirty="0" err="1">
                <a:solidFill>
                  <a:schemeClr val="tx2"/>
                </a:solidFill>
                <a:latin typeface="Times New Roman" panose="02020603050405020304" pitchFamily="18" charset="0"/>
              </a:rPr>
              <a:t>t</a:t>
            </a:r>
            <a:r>
              <a:rPr kumimoji="1" lang="en-US" altLang="zh-CN" sz="2400" b="1" i="1" dirty="0">
                <a:solidFill>
                  <a:schemeClr val="tx2"/>
                </a:solidFill>
                <a:latin typeface="Times New Roman" panose="02020603050405020304" pitchFamily="18" charset="0"/>
              </a:rPr>
              <a:t>  </a:t>
            </a:r>
            <a:r>
              <a:rPr kumimoji="1" lang="zh-CN" altLang="en-US" sz="2400" b="1" i="1" dirty="0">
                <a:solidFill>
                  <a:schemeClr val="tx2"/>
                </a:solidFill>
                <a:latin typeface="Times New Roman" panose="02020603050405020304" pitchFamily="18" charset="0"/>
              </a:rPr>
              <a:t>。</a:t>
            </a:r>
          </a:p>
        </p:txBody>
      </p:sp>
      <p:sp>
        <p:nvSpPr>
          <p:cNvPr id="10247" name="Text Box 7"/>
          <p:cNvSpPr txBox="1">
            <a:spLocks noChangeArrowheads="1"/>
          </p:cNvSpPr>
          <p:nvPr/>
        </p:nvSpPr>
        <p:spPr bwMode="auto">
          <a:xfrm>
            <a:off x="476250" y="620713"/>
            <a:ext cx="46323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zh-CN" altLang="en-US" sz="2800" b="1">
                <a:solidFill>
                  <a:srgbClr val="FF0000"/>
                </a:solidFill>
                <a:latin typeface="华文行楷" panose="02010800040101010101" pitchFamily="2" charset="-122"/>
                <a:ea typeface="华文行楷" panose="02010800040101010101" pitchFamily="2" charset="-122"/>
                <a:sym typeface="Symbol" panose="05050102010706020507" pitchFamily="18" charset="2"/>
              </a:rPr>
              <a:t>电感的电压</a:t>
            </a:r>
            <a:r>
              <a:rPr kumimoji="1" lang="en-US" altLang="zh-CN" sz="2800" b="1">
                <a:solidFill>
                  <a:srgbClr val="FF0000"/>
                </a:solidFill>
                <a:latin typeface="华文行楷" panose="02010800040101010101" pitchFamily="2" charset="-122"/>
                <a:ea typeface="华文行楷" panose="02010800040101010101" pitchFamily="2" charset="-122"/>
                <a:sym typeface="Symbol" panose="05050102010706020507" pitchFamily="18" charset="2"/>
              </a:rPr>
              <a:t>-</a:t>
            </a:r>
            <a:r>
              <a:rPr kumimoji="1" lang="zh-CN" altLang="en-US" sz="2800" b="1">
                <a:solidFill>
                  <a:srgbClr val="FF0000"/>
                </a:solidFill>
                <a:latin typeface="华文行楷" panose="02010800040101010101" pitchFamily="2" charset="-122"/>
                <a:ea typeface="华文行楷" panose="02010800040101010101" pitchFamily="2" charset="-122"/>
                <a:sym typeface="Symbol" panose="05050102010706020507" pitchFamily="18" charset="2"/>
              </a:rPr>
              <a:t>电流关系小结：</a:t>
            </a:r>
          </a:p>
        </p:txBody>
      </p:sp>
      <p:sp>
        <p:nvSpPr>
          <p:cNvPr id="10248" name="Text Box 8"/>
          <p:cNvSpPr txBox="1">
            <a:spLocks noChangeArrowheads="1"/>
          </p:cNvSpPr>
          <p:nvPr/>
        </p:nvSpPr>
        <p:spPr bwMode="auto">
          <a:xfrm>
            <a:off x="971549" y="1423343"/>
            <a:ext cx="78200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spcBef>
                <a:spcPct val="50000"/>
              </a:spcBef>
            </a:pPr>
            <a:r>
              <a:rPr kumimoji="1" lang="en-US" altLang="zh-CN" sz="2400" b="1" dirty="0">
                <a:solidFill>
                  <a:schemeClr val="tx2"/>
                </a:solidFill>
                <a:latin typeface="宋体" panose="02010600030101010101" pitchFamily="2" charset="-122"/>
                <a:ea typeface="宋体" panose="02010600030101010101" pitchFamily="2" charset="-122"/>
              </a:rPr>
              <a:t>(1) </a:t>
            </a:r>
            <a:r>
              <a:rPr kumimoji="1" lang="en-US" altLang="zh-CN" sz="2400" b="1" i="1" dirty="0">
                <a:solidFill>
                  <a:schemeClr val="tx2"/>
                </a:solidFill>
                <a:latin typeface="宋体" panose="02010600030101010101" pitchFamily="2" charset="-122"/>
                <a:ea typeface="宋体" panose="02010600030101010101" pitchFamily="2" charset="-122"/>
              </a:rPr>
              <a:t>u</a:t>
            </a:r>
            <a:r>
              <a:rPr kumimoji="1" lang="zh-CN" altLang="zh-CN" sz="2400" b="1" dirty="0">
                <a:solidFill>
                  <a:schemeClr val="tx2"/>
                </a:solidFill>
                <a:latin typeface="宋体" panose="02010600030101010101" pitchFamily="2" charset="-122"/>
                <a:ea typeface="宋体" panose="02010600030101010101" pitchFamily="2" charset="-122"/>
              </a:rPr>
              <a:t>的大小与 </a:t>
            </a:r>
            <a:r>
              <a:rPr kumimoji="1" lang="en-US" altLang="zh-CN" sz="2400" b="1" i="1" dirty="0" err="1">
                <a:solidFill>
                  <a:schemeClr val="tx2"/>
                </a:solidFill>
                <a:latin typeface="宋体" panose="02010600030101010101" pitchFamily="2" charset="-122"/>
                <a:ea typeface="宋体" panose="02010600030101010101" pitchFamily="2" charset="-122"/>
              </a:rPr>
              <a:t>i</a:t>
            </a:r>
            <a:r>
              <a:rPr kumimoji="1" lang="en-US" altLang="zh-CN" sz="2400" b="1" dirty="0">
                <a:solidFill>
                  <a:schemeClr val="tx2"/>
                </a:solidFill>
                <a:latin typeface="宋体" panose="02010600030101010101" pitchFamily="2" charset="-122"/>
                <a:ea typeface="宋体" panose="02010600030101010101" pitchFamily="2" charset="-122"/>
              </a:rPr>
              <a:t> </a:t>
            </a:r>
            <a:r>
              <a:rPr kumimoji="1" lang="zh-CN" altLang="zh-CN" sz="2400" b="1" dirty="0">
                <a:solidFill>
                  <a:schemeClr val="tx2"/>
                </a:solidFill>
                <a:latin typeface="宋体" panose="02010600030101010101" pitchFamily="2" charset="-122"/>
                <a:ea typeface="宋体" panose="02010600030101010101" pitchFamily="2" charset="-122"/>
              </a:rPr>
              <a:t>的</a:t>
            </a:r>
            <a:r>
              <a:rPr kumimoji="1" lang="zh-CN" altLang="zh-CN" sz="2400" b="1" dirty="0">
                <a:solidFill>
                  <a:srgbClr val="FF0000"/>
                </a:solidFill>
                <a:latin typeface="宋体" panose="02010600030101010101" pitchFamily="2" charset="-122"/>
                <a:ea typeface="宋体" panose="02010600030101010101" pitchFamily="2" charset="-122"/>
              </a:rPr>
              <a:t>变化率</a:t>
            </a:r>
            <a:r>
              <a:rPr kumimoji="1" lang="zh-CN" altLang="zh-CN" sz="2400" b="1" dirty="0">
                <a:solidFill>
                  <a:schemeClr val="tx2"/>
                </a:solidFill>
                <a:latin typeface="宋体" panose="02010600030101010101" pitchFamily="2" charset="-122"/>
                <a:ea typeface="宋体" panose="02010600030101010101" pitchFamily="2" charset="-122"/>
              </a:rPr>
              <a:t>成正比，与 </a:t>
            </a:r>
            <a:r>
              <a:rPr kumimoji="1" lang="en-US" altLang="zh-CN" sz="2400" b="1" i="1" dirty="0" err="1">
                <a:solidFill>
                  <a:schemeClr val="tx2"/>
                </a:solidFill>
                <a:latin typeface="宋体" panose="02010600030101010101" pitchFamily="2" charset="-122"/>
                <a:ea typeface="宋体" panose="02010600030101010101" pitchFamily="2" charset="-122"/>
              </a:rPr>
              <a:t>i</a:t>
            </a:r>
            <a:r>
              <a:rPr kumimoji="1" lang="en-US" altLang="zh-CN" sz="2400" b="1" i="1" dirty="0">
                <a:solidFill>
                  <a:schemeClr val="tx2"/>
                </a:solidFill>
                <a:latin typeface="宋体" panose="02010600030101010101" pitchFamily="2" charset="-122"/>
                <a:ea typeface="宋体" panose="02010600030101010101" pitchFamily="2" charset="-122"/>
              </a:rPr>
              <a:t> </a:t>
            </a:r>
            <a:r>
              <a:rPr kumimoji="1" lang="zh-CN" altLang="zh-CN" sz="2400" b="1" dirty="0">
                <a:solidFill>
                  <a:schemeClr val="tx2"/>
                </a:solidFill>
                <a:latin typeface="宋体" panose="02010600030101010101" pitchFamily="2" charset="-122"/>
                <a:ea typeface="宋体" panose="02010600030101010101" pitchFamily="2" charset="-122"/>
              </a:rPr>
              <a:t>的大小无关；</a:t>
            </a:r>
            <a:endParaRPr kumimoji="1" lang="zh-CN" altLang="en-US" sz="2400" b="1" dirty="0">
              <a:solidFill>
                <a:schemeClr val="tx2"/>
              </a:solidFill>
              <a:latin typeface="宋体" panose="02010600030101010101" pitchFamily="2" charset="-122"/>
              <a:ea typeface="宋体" panose="02010600030101010101" pitchFamily="2" charset="-122"/>
            </a:endParaRPr>
          </a:p>
        </p:txBody>
      </p:sp>
      <p:sp>
        <p:nvSpPr>
          <p:cNvPr id="13" name="Rectangle 8"/>
          <p:cNvSpPr>
            <a:spLocks noChangeArrowheads="1"/>
          </p:cNvSpPr>
          <p:nvPr/>
        </p:nvSpPr>
        <p:spPr bwMode="auto">
          <a:xfrm>
            <a:off x="827584" y="4077072"/>
            <a:ext cx="24929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50000"/>
              </a:spcBef>
              <a:buNone/>
            </a:pPr>
            <a:r>
              <a:rPr kumimoji="0" lang="zh-CN" altLang="en-US" b="1" dirty="0">
                <a:latin typeface="宋体" panose="02010600030101010101" pitchFamily="2" charset="-122"/>
                <a:ea typeface="宋体" panose="02010600030101010101" pitchFamily="2" charset="-122"/>
              </a:rPr>
              <a:t>（</a:t>
            </a:r>
            <a:r>
              <a:rPr kumimoji="0" lang="en-US" altLang="zh-CN" b="1" dirty="0">
                <a:latin typeface="宋体" panose="02010600030101010101" pitchFamily="2" charset="-122"/>
                <a:ea typeface="宋体" panose="02010600030101010101" pitchFamily="2" charset="-122"/>
              </a:rPr>
              <a:t>4</a:t>
            </a:r>
            <a:r>
              <a:rPr kumimoji="0" lang="zh-CN" altLang="en-US" b="1" dirty="0">
                <a:latin typeface="宋体" panose="02010600030101010101" pitchFamily="2" charset="-122"/>
                <a:ea typeface="宋体" panose="02010600030101010101" pitchFamily="2" charset="-122"/>
              </a:rPr>
              <a:t>）电流连续性</a:t>
            </a:r>
            <a:endParaRPr lang="zh-CN" altLang="en-US" b="1" dirty="0">
              <a:latin typeface="宋体" panose="02010600030101010101" pitchFamily="2" charset="-122"/>
              <a:ea typeface="宋体" panose="02010600030101010101" pitchFamily="2" charset="-122"/>
            </a:endParaRPr>
          </a:p>
        </p:txBody>
      </p:sp>
      <p:grpSp>
        <p:nvGrpSpPr>
          <p:cNvPr id="14" name="Group 18"/>
          <p:cNvGrpSpPr>
            <a:grpSpLocks/>
          </p:cNvGrpSpPr>
          <p:nvPr/>
        </p:nvGrpSpPr>
        <p:grpSpPr bwMode="auto">
          <a:xfrm>
            <a:off x="4969495" y="4626347"/>
            <a:ext cx="1168400" cy="446087"/>
            <a:chOff x="2721" y="1933"/>
            <a:chExt cx="736" cy="281"/>
          </a:xfrm>
        </p:grpSpPr>
        <p:sp>
          <p:nvSpPr>
            <p:cNvPr id="15" name="Line 19"/>
            <p:cNvSpPr>
              <a:spLocks noChangeShapeType="1"/>
            </p:cNvSpPr>
            <p:nvPr/>
          </p:nvSpPr>
          <p:spPr bwMode="auto">
            <a:xfrm>
              <a:off x="2744" y="2205"/>
              <a:ext cx="680" cy="0"/>
            </a:xfrm>
            <a:prstGeom prst="line">
              <a:avLst/>
            </a:prstGeom>
            <a:noFill/>
            <a:ln w="5715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6" name="Object 20"/>
            <p:cNvGraphicFramePr>
              <a:graphicFrameLocks noChangeAspect="1"/>
            </p:cNvGraphicFramePr>
            <p:nvPr/>
          </p:nvGraphicFramePr>
          <p:xfrm>
            <a:off x="2721" y="1933"/>
            <a:ext cx="736" cy="281"/>
          </p:xfrm>
          <a:graphic>
            <a:graphicData uri="http://schemas.openxmlformats.org/presentationml/2006/ole">
              <mc:AlternateContent xmlns:mc="http://schemas.openxmlformats.org/markup-compatibility/2006">
                <mc:Choice xmlns:v="urn:schemas-microsoft-com:vml" Requires="v">
                  <p:oleObj name="Equation" r:id="rId5" imgW="596900" imgH="228600" progId="Equation.DSMT4">
                    <p:embed/>
                  </p:oleObj>
                </mc:Choice>
                <mc:Fallback>
                  <p:oleObj name="Equation" r:id="rId5" imgW="596900" imgH="228600" progId="Equation.DSMT4">
                    <p:embed/>
                    <p:pic>
                      <p:nvPicPr>
                        <p:cNvPr id="16"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1" y="1933"/>
                          <a:ext cx="73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 name="Object 21"/>
          <p:cNvGraphicFramePr>
            <a:graphicFrameLocks noChangeAspect="1"/>
          </p:cNvGraphicFramePr>
          <p:nvPr/>
        </p:nvGraphicFramePr>
        <p:xfrm>
          <a:off x="6425233" y="4712072"/>
          <a:ext cx="1906587" cy="536575"/>
        </p:xfrm>
        <a:graphic>
          <a:graphicData uri="http://schemas.openxmlformats.org/presentationml/2006/ole">
            <mc:AlternateContent xmlns:mc="http://schemas.openxmlformats.org/markup-compatibility/2006">
              <mc:Choice xmlns:v="urn:schemas-microsoft-com:vml" Requires="v">
                <p:oleObj name="Equation" r:id="rId7" imgW="812447" imgH="228501" progId="Equation.DSMT4">
                  <p:embed/>
                </p:oleObj>
              </mc:Choice>
              <mc:Fallback>
                <p:oleObj name="Equation" r:id="rId7" imgW="812447" imgH="228501" progId="Equation.DSMT4">
                  <p:embed/>
                  <p:pic>
                    <p:nvPicPr>
                      <p:cNvPr id="17"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5233" y="4712072"/>
                        <a:ext cx="1906587"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38"/>
          <p:cNvGraphicFramePr>
            <a:graphicFrameLocks noChangeAspect="1"/>
          </p:cNvGraphicFramePr>
          <p:nvPr/>
        </p:nvGraphicFramePr>
        <p:xfrm>
          <a:off x="1140445" y="4615234"/>
          <a:ext cx="2974975" cy="936625"/>
        </p:xfrm>
        <a:graphic>
          <a:graphicData uri="http://schemas.openxmlformats.org/presentationml/2006/ole">
            <mc:AlternateContent xmlns:mc="http://schemas.openxmlformats.org/markup-compatibility/2006">
              <mc:Choice xmlns:v="urn:schemas-microsoft-com:vml" Requires="v">
                <p:oleObj name="Equation" r:id="rId9" imgW="1536700" imgH="482600" progId="Equation.DSMT4">
                  <p:embed/>
                </p:oleObj>
              </mc:Choice>
              <mc:Fallback>
                <p:oleObj name="Equation" r:id="rId9" imgW="1536700" imgH="482600" progId="Equation.DSMT4">
                  <p:embed/>
                  <p:pic>
                    <p:nvPicPr>
                      <p:cNvPr id="18"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0445" y="4615234"/>
                        <a:ext cx="297497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FF"/>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1269469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7">
                                            <p:txEl>
                                              <p:pRg st="0" end="0"/>
                                            </p:txEl>
                                          </p:spTgt>
                                        </p:tgtEl>
                                        <p:attrNameLst>
                                          <p:attrName>style.visibility</p:attrName>
                                        </p:attrNameLst>
                                      </p:cBhvr>
                                      <p:to>
                                        <p:strVal val="visible"/>
                                      </p:to>
                                    </p:set>
                                    <p:animEffect transition="in" filter="wipe(left)">
                                      <p:cBhvr>
                                        <p:cTn id="7" dur="500"/>
                                        <p:tgtEl>
                                          <p:spTgt spid="102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8">
                                            <p:txEl>
                                              <p:pRg st="0" end="0"/>
                                            </p:txEl>
                                          </p:spTgt>
                                        </p:tgtEl>
                                        <p:attrNameLst>
                                          <p:attrName>style.visibility</p:attrName>
                                        </p:attrNameLst>
                                      </p:cBhvr>
                                      <p:to>
                                        <p:strVal val="visible"/>
                                      </p:to>
                                    </p:set>
                                    <p:animEffect transition="in" filter="wipe(left)">
                                      <p:cBhvr>
                                        <p:cTn id="12" dur="500"/>
                                        <p:tgtEl>
                                          <p:spTgt spid="1024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5">
                                            <p:txEl>
                                              <p:pRg st="0" end="0"/>
                                            </p:txEl>
                                          </p:spTgt>
                                        </p:tgtEl>
                                        <p:attrNameLst>
                                          <p:attrName>style.visibility</p:attrName>
                                        </p:attrNameLst>
                                      </p:cBhvr>
                                      <p:to>
                                        <p:strVal val="visible"/>
                                      </p:to>
                                    </p:set>
                                    <p:animEffect transition="in" filter="wipe(left)">
                                      <p:cBhvr>
                                        <p:cTn id="17" dur="500"/>
                                        <p:tgtEl>
                                          <p:spTgt spid="1024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5">
                                            <p:txEl>
                                              <p:pRg st="1" end="1"/>
                                            </p:txEl>
                                          </p:spTgt>
                                        </p:tgtEl>
                                        <p:attrNameLst>
                                          <p:attrName>style.visibility</p:attrName>
                                        </p:attrNameLst>
                                      </p:cBhvr>
                                      <p:to>
                                        <p:strVal val="visible"/>
                                      </p:to>
                                    </p:set>
                                    <p:animEffect transition="in" filter="wipe(left)">
                                      <p:cBhvr>
                                        <p:cTn id="22" dur="500"/>
                                        <p:tgtEl>
                                          <p:spTgt spid="1024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44">
                                            <p:txEl>
                                              <p:pRg st="0" end="0"/>
                                            </p:txEl>
                                          </p:spTgt>
                                        </p:tgtEl>
                                        <p:attrNameLst>
                                          <p:attrName>style.visibility</p:attrName>
                                        </p:attrNameLst>
                                      </p:cBhvr>
                                      <p:to>
                                        <p:strVal val="visible"/>
                                      </p:to>
                                    </p:set>
                                    <p:animEffect transition="in" filter="wipe(left)">
                                      <p:cBhvr>
                                        <p:cTn id="27" dur="500"/>
                                        <p:tgtEl>
                                          <p:spTgt spid="10244">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246">
                                            <p:txEl>
                                              <p:pRg st="0" end="0"/>
                                            </p:txEl>
                                          </p:spTgt>
                                        </p:tgtEl>
                                        <p:attrNameLst>
                                          <p:attrName>style.visibility</p:attrName>
                                        </p:attrNameLst>
                                      </p:cBhvr>
                                      <p:to>
                                        <p:strVal val="visible"/>
                                      </p:to>
                                    </p:set>
                                    <p:animEffect transition="in" filter="wipe(left)">
                                      <p:cBhvr>
                                        <p:cTn id="48" dur="500"/>
                                        <p:tgtEl>
                                          <p:spTgt spid="10246">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246">
                                            <p:txEl>
                                              <p:pRg st="1" end="1"/>
                                            </p:txEl>
                                          </p:spTgt>
                                        </p:tgtEl>
                                        <p:attrNameLst>
                                          <p:attrName>style.visibility</p:attrName>
                                        </p:attrNameLst>
                                      </p:cBhvr>
                                      <p:to>
                                        <p:strVal val="visible"/>
                                      </p:to>
                                    </p:set>
                                    <p:animEffect transition="in" filter="wipe(left)">
                                      <p:cBhvr>
                                        <p:cTn id="53" dur="500"/>
                                        <p:tgtEl>
                                          <p:spTgt spid="1024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build="p" autoUpdateAnimBg="0"/>
      <p:bldP spid="10245" grpId="0" build="p" autoUpdateAnimBg="0"/>
      <p:bldP spid="10246" grpId="0" build="p" autoUpdateAnimBg="0"/>
      <p:bldP spid="10247" grpId="0" build="p" autoUpdateAnimBg="0"/>
      <p:bldP spid="10248" grpId="0" build="p" autoUpdateAnimBg="0"/>
      <p:bldP spid="1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a:xfrm>
            <a:off x="358775" y="168275"/>
            <a:ext cx="3251200" cy="490538"/>
          </a:xfrm>
        </p:spPr>
        <p:txBody>
          <a:bodyPr/>
          <a:lstStyle/>
          <a:p>
            <a:pPr algn="just"/>
            <a:r>
              <a:rPr kumimoji="1" lang="en-US" altLang="zh-CN" sz="2400" b="1">
                <a:solidFill>
                  <a:srgbClr val="FF0000"/>
                </a:solidFill>
              </a:rPr>
              <a:t>4. </a:t>
            </a:r>
            <a:r>
              <a:rPr kumimoji="1" lang="zh-CN" altLang="en-US" sz="2400" b="1">
                <a:solidFill>
                  <a:srgbClr val="FF0000"/>
                </a:solidFill>
              </a:rPr>
              <a:t>电感的串并联</a:t>
            </a:r>
          </a:p>
        </p:txBody>
      </p:sp>
      <p:grpSp>
        <p:nvGrpSpPr>
          <p:cNvPr id="340996" name="Group 4"/>
          <p:cNvGrpSpPr>
            <a:grpSpLocks/>
          </p:cNvGrpSpPr>
          <p:nvPr/>
        </p:nvGrpSpPr>
        <p:grpSpPr bwMode="auto">
          <a:xfrm>
            <a:off x="5795963" y="1068388"/>
            <a:ext cx="1981200" cy="2176462"/>
            <a:chOff x="3600" y="864"/>
            <a:chExt cx="1248" cy="1371"/>
          </a:xfrm>
        </p:grpSpPr>
        <p:sp>
          <p:nvSpPr>
            <p:cNvPr id="340997" name="Line 5"/>
            <p:cNvSpPr>
              <a:spLocks noChangeShapeType="1"/>
            </p:cNvSpPr>
            <p:nvPr/>
          </p:nvSpPr>
          <p:spPr bwMode="auto">
            <a:xfrm flipH="1" flipV="1">
              <a:off x="3822" y="1902"/>
              <a:ext cx="48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0998" name="Text Box 6"/>
            <p:cNvSpPr txBox="1">
              <a:spLocks noChangeArrowheads="1"/>
            </p:cNvSpPr>
            <p:nvPr/>
          </p:nvSpPr>
          <p:spPr bwMode="auto">
            <a:xfrm>
              <a:off x="4224" y="1440"/>
              <a:ext cx="624"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L</a:t>
              </a:r>
              <a:r>
                <a:rPr lang="en-US" altLang="zh-CN" sz="2000" b="1" baseline="-25000">
                  <a:solidFill>
                    <a:srgbClr val="000000"/>
                  </a:solidFill>
                  <a:latin typeface="Times New Roman" panose="02020603050405020304" pitchFamily="18" charset="0"/>
                </a:rPr>
                <a:t>eq            </a:t>
              </a:r>
              <a:endParaRPr lang="en-US" altLang="zh-CN" sz="2000" b="1"/>
            </a:p>
          </p:txBody>
        </p:sp>
        <p:sp>
          <p:nvSpPr>
            <p:cNvPr id="340999" name="Text Box 7"/>
            <p:cNvSpPr txBox="1">
              <a:spLocks noChangeArrowheads="1"/>
            </p:cNvSpPr>
            <p:nvPr/>
          </p:nvSpPr>
          <p:spPr bwMode="auto">
            <a:xfrm>
              <a:off x="3614" y="1392"/>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latin typeface="Times New Roman" panose="02020603050405020304" pitchFamily="18" charset="0"/>
                </a:rPr>
                <a:t>u</a:t>
              </a:r>
              <a:endParaRPr lang="en-US" altLang="zh-CN" sz="2000" b="1"/>
            </a:p>
          </p:txBody>
        </p:sp>
        <p:sp>
          <p:nvSpPr>
            <p:cNvPr id="341000" name="Text Box 8"/>
            <p:cNvSpPr txBox="1">
              <a:spLocks noChangeArrowheads="1"/>
            </p:cNvSpPr>
            <p:nvPr/>
          </p:nvSpPr>
          <p:spPr bwMode="auto">
            <a:xfrm>
              <a:off x="3732" y="864"/>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endParaRPr lang="en-US" altLang="zh-CN" sz="2000" b="1"/>
            </a:p>
          </p:txBody>
        </p:sp>
        <p:sp>
          <p:nvSpPr>
            <p:cNvPr id="341001" name="Line 9"/>
            <p:cNvSpPr>
              <a:spLocks noChangeShapeType="1"/>
            </p:cNvSpPr>
            <p:nvPr/>
          </p:nvSpPr>
          <p:spPr bwMode="auto">
            <a:xfrm flipV="1">
              <a:off x="3827" y="1178"/>
              <a:ext cx="484" cy="1"/>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1002" name="Text Box 10"/>
            <p:cNvSpPr txBox="1">
              <a:spLocks noChangeArrowheads="1"/>
            </p:cNvSpPr>
            <p:nvPr/>
          </p:nvSpPr>
          <p:spPr bwMode="auto">
            <a:xfrm>
              <a:off x="3601" y="1153"/>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1003" name="Text Box 11"/>
            <p:cNvSpPr txBox="1">
              <a:spLocks noChangeArrowheads="1"/>
            </p:cNvSpPr>
            <p:nvPr/>
          </p:nvSpPr>
          <p:spPr bwMode="auto">
            <a:xfrm>
              <a:off x="3600" y="1579"/>
              <a:ext cx="395" cy="282"/>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1004" name="Line 12"/>
            <p:cNvSpPr>
              <a:spLocks noChangeShapeType="1"/>
            </p:cNvSpPr>
            <p:nvPr/>
          </p:nvSpPr>
          <p:spPr bwMode="auto">
            <a:xfrm>
              <a:off x="4308" y="1177"/>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05" name="Line 13"/>
            <p:cNvSpPr>
              <a:spLocks noChangeShapeType="1"/>
            </p:cNvSpPr>
            <p:nvPr/>
          </p:nvSpPr>
          <p:spPr bwMode="auto">
            <a:xfrm>
              <a:off x="4309" y="1697"/>
              <a:ext cx="0" cy="2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06" name="Line 14"/>
            <p:cNvSpPr>
              <a:spLocks noChangeShapeType="1"/>
            </p:cNvSpPr>
            <p:nvPr/>
          </p:nvSpPr>
          <p:spPr bwMode="auto">
            <a:xfrm>
              <a:off x="3848" y="1112"/>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1007" name="Text Box 15"/>
            <p:cNvSpPr txBox="1">
              <a:spLocks noChangeArrowheads="1"/>
            </p:cNvSpPr>
            <p:nvPr/>
          </p:nvSpPr>
          <p:spPr bwMode="auto">
            <a:xfrm>
              <a:off x="3648" y="1968"/>
              <a:ext cx="970"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spcBef>
                  <a:spcPct val="50000"/>
                </a:spcBef>
              </a:pPr>
              <a:r>
                <a:rPr lang="zh-CN" altLang="en-US" sz="2000" b="1"/>
                <a:t>等效电感</a:t>
              </a:r>
            </a:p>
          </p:txBody>
        </p:sp>
        <p:sp>
          <p:nvSpPr>
            <p:cNvPr id="341008" name="Oval 16"/>
            <p:cNvSpPr>
              <a:spLocks noChangeArrowheads="1"/>
            </p:cNvSpPr>
            <p:nvPr/>
          </p:nvSpPr>
          <p:spPr bwMode="auto">
            <a:xfrm>
              <a:off x="3775" y="1154"/>
              <a:ext cx="44"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1009" name="Oval 17"/>
            <p:cNvSpPr>
              <a:spLocks noChangeArrowheads="1"/>
            </p:cNvSpPr>
            <p:nvPr/>
          </p:nvSpPr>
          <p:spPr bwMode="auto">
            <a:xfrm>
              <a:off x="3771" y="1880"/>
              <a:ext cx="44"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41010" name="Group 18"/>
            <p:cNvGrpSpPr>
              <a:grpSpLocks/>
            </p:cNvGrpSpPr>
            <p:nvPr/>
          </p:nvGrpSpPr>
          <p:grpSpPr bwMode="auto">
            <a:xfrm rot="-5400000" flipH="1" flipV="1">
              <a:off x="4150" y="1508"/>
              <a:ext cx="356" cy="50"/>
              <a:chOff x="576" y="711"/>
              <a:chExt cx="384" cy="57"/>
            </a:xfrm>
          </p:grpSpPr>
          <p:sp>
            <p:nvSpPr>
              <p:cNvPr id="341011" name="Freeform 19"/>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12" name="Freeform 20"/>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13" name="Freeform 21"/>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14" name="Freeform 22"/>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grpSp>
        <p:nvGrpSpPr>
          <p:cNvPr id="341015" name="Group 23"/>
          <p:cNvGrpSpPr>
            <a:grpSpLocks/>
          </p:cNvGrpSpPr>
          <p:nvPr/>
        </p:nvGrpSpPr>
        <p:grpSpPr bwMode="auto">
          <a:xfrm>
            <a:off x="1476375" y="1068388"/>
            <a:ext cx="3525838" cy="2365375"/>
            <a:chOff x="960" y="912"/>
            <a:chExt cx="2221" cy="1490"/>
          </a:xfrm>
        </p:grpSpPr>
        <p:sp>
          <p:nvSpPr>
            <p:cNvPr id="341016" name="Line 24"/>
            <p:cNvSpPr>
              <a:spLocks noChangeShapeType="1"/>
            </p:cNvSpPr>
            <p:nvPr/>
          </p:nvSpPr>
          <p:spPr bwMode="auto">
            <a:xfrm flipH="1" flipV="1">
              <a:off x="1186" y="1968"/>
              <a:ext cx="1885"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17" name="Text Box 25"/>
            <p:cNvSpPr txBox="1">
              <a:spLocks noChangeArrowheads="1"/>
            </p:cNvSpPr>
            <p:nvPr/>
          </p:nvSpPr>
          <p:spPr bwMode="auto">
            <a:xfrm>
              <a:off x="1496" y="912"/>
              <a:ext cx="361" cy="26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L</a:t>
              </a:r>
              <a:r>
                <a:rPr lang="en-US" altLang="zh-CN" sz="2000" b="1" baseline="-25000">
                  <a:solidFill>
                    <a:srgbClr val="000000"/>
                  </a:solidFill>
                  <a:latin typeface="Times New Roman" panose="02020603050405020304" pitchFamily="18" charset="0"/>
                </a:rPr>
                <a:t>1</a:t>
              </a:r>
              <a:endParaRPr lang="en-US" altLang="zh-CN" sz="2000" b="1"/>
            </a:p>
          </p:txBody>
        </p:sp>
        <p:sp>
          <p:nvSpPr>
            <p:cNvPr id="341018" name="Text Box 26"/>
            <p:cNvSpPr txBox="1">
              <a:spLocks noChangeArrowheads="1"/>
            </p:cNvSpPr>
            <p:nvPr/>
          </p:nvSpPr>
          <p:spPr bwMode="auto">
            <a:xfrm>
              <a:off x="978" y="1458"/>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latin typeface="Times New Roman" panose="02020603050405020304" pitchFamily="18" charset="0"/>
                </a:rPr>
                <a:t>u</a:t>
              </a:r>
              <a:endParaRPr lang="en-US" altLang="zh-CN" sz="2000" b="1"/>
            </a:p>
          </p:txBody>
        </p:sp>
        <p:sp>
          <p:nvSpPr>
            <p:cNvPr id="341019" name="Text Box 27"/>
            <p:cNvSpPr txBox="1">
              <a:spLocks noChangeArrowheads="1"/>
            </p:cNvSpPr>
            <p:nvPr/>
          </p:nvSpPr>
          <p:spPr bwMode="auto">
            <a:xfrm>
              <a:off x="1096" y="929"/>
              <a:ext cx="409" cy="25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endParaRPr lang="en-US" altLang="zh-CN" sz="2000" b="1"/>
            </a:p>
          </p:txBody>
        </p:sp>
        <p:sp>
          <p:nvSpPr>
            <p:cNvPr id="341020" name="Line 28"/>
            <p:cNvSpPr>
              <a:spLocks noChangeShapeType="1"/>
            </p:cNvSpPr>
            <p:nvPr/>
          </p:nvSpPr>
          <p:spPr bwMode="auto">
            <a:xfrm flipV="1">
              <a:off x="1191" y="1244"/>
              <a:ext cx="312" cy="0"/>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1021" name="Text Box 29"/>
            <p:cNvSpPr txBox="1">
              <a:spLocks noChangeArrowheads="1"/>
            </p:cNvSpPr>
            <p:nvPr/>
          </p:nvSpPr>
          <p:spPr bwMode="auto">
            <a:xfrm>
              <a:off x="965" y="1219"/>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1022" name="Text Box 30"/>
            <p:cNvSpPr txBox="1">
              <a:spLocks noChangeArrowheads="1"/>
            </p:cNvSpPr>
            <p:nvPr/>
          </p:nvSpPr>
          <p:spPr bwMode="auto">
            <a:xfrm>
              <a:off x="1631" y="1184"/>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1023" name="Line 31"/>
            <p:cNvSpPr>
              <a:spLocks noChangeShapeType="1"/>
            </p:cNvSpPr>
            <p:nvPr/>
          </p:nvSpPr>
          <p:spPr bwMode="auto">
            <a:xfrm>
              <a:off x="1212" y="1177"/>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1024" name="Text Box 32"/>
            <p:cNvSpPr txBox="1">
              <a:spLocks noChangeArrowheads="1"/>
            </p:cNvSpPr>
            <p:nvPr/>
          </p:nvSpPr>
          <p:spPr bwMode="auto">
            <a:xfrm>
              <a:off x="1480" y="1248"/>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u</a:t>
              </a:r>
              <a:r>
                <a:rPr lang="en-US" altLang="zh-CN" sz="2000" b="1" baseline="-25000">
                  <a:solidFill>
                    <a:srgbClr val="000000"/>
                  </a:solidFill>
                  <a:latin typeface="Times New Roman" panose="02020603050405020304" pitchFamily="18" charset="0"/>
                </a:rPr>
                <a:t>1</a:t>
              </a:r>
              <a:endParaRPr lang="en-US" altLang="zh-CN" sz="2000" b="1"/>
            </a:p>
          </p:txBody>
        </p:sp>
        <p:sp>
          <p:nvSpPr>
            <p:cNvPr id="341025" name="Text Box 33"/>
            <p:cNvSpPr txBox="1">
              <a:spLocks noChangeArrowheads="1"/>
            </p:cNvSpPr>
            <p:nvPr/>
          </p:nvSpPr>
          <p:spPr bwMode="auto">
            <a:xfrm>
              <a:off x="1632" y="2016"/>
              <a:ext cx="1200" cy="386"/>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spcBef>
                  <a:spcPct val="50000"/>
                </a:spcBef>
              </a:pPr>
              <a:r>
                <a:rPr lang="en-US" altLang="zh-CN" sz="2000" b="1" i="1"/>
                <a:t>n</a:t>
              </a:r>
              <a:r>
                <a:rPr lang="zh-CN" altLang="en-US" sz="2000" b="1"/>
                <a:t>个电感串联</a:t>
              </a:r>
            </a:p>
          </p:txBody>
        </p:sp>
        <p:sp>
          <p:nvSpPr>
            <p:cNvPr id="341026" name="Text Box 34"/>
            <p:cNvSpPr txBox="1">
              <a:spLocks noChangeArrowheads="1"/>
            </p:cNvSpPr>
            <p:nvPr/>
          </p:nvSpPr>
          <p:spPr bwMode="auto">
            <a:xfrm>
              <a:off x="1974" y="918"/>
              <a:ext cx="361"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L</a:t>
              </a:r>
              <a:r>
                <a:rPr lang="en-US" altLang="zh-CN" sz="2000" b="1" baseline="-25000">
                  <a:solidFill>
                    <a:srgbClr val="000000"/>
                  </a:solidFill>
                  <a:latin typeface="Times New Roman" panose="02020603050405020304" pitchFamily="18" charset="0"/>
                </a:rPr>
                <a:t>2</a:t>
              </a:r>
              <a:endParaRPr lang="en-US" altLang="zh-CN" sz="2000" b="1"/>
            </a:p>
          </p:txBody>
        </p:sp>
        <p:sp>
          <p:nvSpPr>
            <p:cNvPr id="341027" name="Text Box 35"/>
            <p:cNvSpPr txBox="1">
              <a:spLocks noChangeArrowheads="1"/>
            </p:cNvSpPr>
            <p:nvPr/>
          </p:nvSpPr>
          <p:spPr bwMode="auto">
            <a:xfrm>
              <a:off x="1952" y="1245"/>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u</a:t>
              </a:r>
              <a:r>
                <a:rPr lang="en-US" altLang="zh-CN" sz="2000" b="1" baseline="-25000">
                  <a:solidFill>
                    <a:srgbClr val="000000"/>
                  </a:solidFill>
                  <a:latin typeface="Times New Roman" panose="02020603050405020304" pitchFamily="18" charset="0"/>
                </a:rPr>
                <a:t>2</a:t>
              </a:r>
              <a:endParaRPr lang="en-US" altLang="zh-CN" sz="2000" b="1"/>
            </a:p>
          </p:txBody>
        </p:sp>
        <p:sp>
          <p:nvSpPr>
            <p:cNvPr id="341028" name="Text Box 36"/>
            <p:cNvSpPr txBox="1">
              <a:spLocks noChangeArrowheads="1"/>
            </p:cNvSpPr>
            <p:nvPr/>
          </p:nvSpPr>
          <p:spPr bwMode="auto">
            <a:xfrm>
              <a:off x="2643" y="924"/>
              <a:ext cx="361"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L</a:t>
              </a:r>
              <a:r>
                <a:rPr lang="en-US" altLang="zh-CN" sz="2000" b="1" i="1" baseline="-25000">
                  <a:solidFill>
                    <a:srgbClr val="000000"/>
                  </a:solidFill>
                  <a:latin typeface="Times New Roman" panose="02020603050405020304" pitchFamily="18" charset="0"/>
                </a:rPr>
                <a:t>n</a:t>
              </a:r>
              <a:endParaRPr lang="en-US" altLang="zh-CN" sz="2000" b="1"/>
            </a:p>
          </p:txBody>
        </p:sp>
        <p:sp>
          <p:nvSpPr>
            <p:cNvPr id="341029" name="Line 37"/>
            <p:cNvSpPr>
              <a:spLocks noChangeShapeType="1"/>
            </p:cNvSpPr>
            <p:nvPr/>
          </p:nvSpPr>
          <p:spPr bwMode="auto">
            <a:xfrm>
              <a:off x="3082" y="1242"/>
              <a:ext cx="0" cy="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30" name="Text Box 38"/>
            <p:cNvSpPr txBox="1">
              <a:spLocks noChangeArrowheads="1"/>
            </p:cNvSpPr>
            <p:nvPr/>
          </p:nvSpPr>
          <p:spPr bwMode="auto">
            <a:xfrm>
              <a:off x="2629" y="1257"/>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u</a:t>
              </a:r>
              <a:r>
                <a:rPr lang="en-US" altLang="zh-CN" sz="2000" b="1" i="1" baseline="-25000">
                  <a:solidFill>
                    <a:srgbClr val="000000"/>
                  </a:solidFill>
                  <a:latin typeface="Times New Roman" panose="02020603050405020304" pitchFamily="18" charset="0"/>
                </a:rPr>
                <a:t>n</a:t>
              </a:r>
              <a:endParaRPr lang="en-US" altLang="zh-CN" sz="2000" b="1"/>
            </a:p>
          </p:txBody>
        </p:sp>
        <p:sp>
          <p:nvSpPr>
            <p:cNvPr id="341031" name="Line 39"/>
            <p:cNvSpPr>
              <a:spLocks noChangeShapeType="1"/>
            </p:cNvSpPr>
            <p:nvPr/>
          </p:nvSpPr>
          <p:spPr bwMode="auto">
            <a:xfrm>
              <a:off x="3013" y="1246"/>
              <a:ext cx="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32" name="Line 40"/>
            <p:cNvSpPr>
              <a:spLocks noChangeShapeType="1"/>
            </p:cNvSpPr>
            <p:nvPr/>
          </p:nvSpPr>
          <p:spPr bwMode="auto">
            <a:xfrm>
              <a:off x="2403" y="1246"/>
              <a:ext cx="22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33" name="Oval 41"/>
            <p:cNvSpPr>
              <a:spLocks noChangeArrowheads="1"/>
            </p:cNvSpPr>
            <p:nvPr/>
          </p:nvSpPr>
          <p:spPr bwMode="auto">
            <a:xfrm>
              <a:off x="1139" y="1219"/>
              <a:ext cx="44" cy="4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1034" name="Oval 42"/>
            <p:cNvSpPr>
              <a:spLocks noChangeArrowheads="1"/>
            </p:cNvSpPr>
            <p:nvPr/>
          </p:nvSpPr>
          <p:spPr bwMode="auto">
            <a:xfrm>
              <a:off x="1135" y="1946"/>
              <a:ext cx="44"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1035" name="Line 43"/>
            <p:cNvSpPr>
              <a:spLocks noChangeShapeType="1"/>
            </p:cNvSpPr>
            <p:nvPr/>
          </p:nvSpPr>
          <p:spPr bwMode="auto">
            <a:xfrm>
              <a:off x="2312" y="1246"/>
              <a:ext cx="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36" name="Line 44"/>
            <p:cNvSpPr>
              <a:spLocks noChangeShapeType="1"/>
            </p:cNvSpPr>
            <p:nvPr/>
          </p:nvSpPr>
          <p:spPr bwMode="auto">
            <a:xfrm>
              <a:off x="1855" y="1246"/>
              <a:ext cx="1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37" name="Line 45"/>
            <p:cNvSpPr>
              <a:spLocks noChangeShapeType="1"/>
            </p:cNvSpPr>
            <p:nvPr/>
          </p:nvSpPr>
          <p:spPr bwMode="auto">
            <a:xfrm flipH="1">
              <a:off x="2634" y="1246"/>
              <a:ext cx="5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38" name="Text Box 46"/>
            <p:cNvSpPr txBox="1">
              <a:spLocks noChangeArrowheads="1"/>
            </p:cNvSpPr>
            <p:nvPr/>
          </p:nvSpPr>
          <p:spPr bwMode="auto">
            <a:xfrm>
              <a:off x="1289" y="1252"/>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1039" name="Text Box 47"/>
            <p:cNvSpPr txBox="1">
              <a:spLocks noChangeArrowheads="1"/>
            </p:cNvSpPr>
            <p:nvPr/>
          </p:nvSpPr>
          <p:spPr bwMode="auto">
            <a:xfrm>
              <a:off x="1784" y="1256"/>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1040" name="Text Box 48"/>
            <p:cNvSpPr txBox="1">
              <a:spLocks noChangeArrowheads="1"/>
            </p:cNvSpPr>
            <p:nvPr/>
          </p:nvSpPr>
          <p:spPr bwMode="auto">
            <a:xfrm>
              <a:off x="2488" y="1255"/>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1041" name="Text Box 49"/>
            <p:cNvSpPr txBox="1">
              <a:spLocks noChangeArrowheads="1"/>
            </p:cNvSpPr>
            <p:nvPr/>
          </p:nvSpPr>
          <p:spPr bwMode="auto">
            <a:xfrm>
              <a:off x="2153" y="1182"/>
              <a:ext cx="396" cy="282"/>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1042" name="Text Box 50"/>
            <p:cNvSpPr txBox="1">
              <a:spLocks noChangeArrowheads="1"/>
            </p:cNvSpPr>
            <p:nvPr/>
          </p:nvSpPr>
          <p:spPr bwMode="auto">
            <a:xfrm>
              <a:off x="2785" y="1185"/>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grpSp>
          <p:nvGrpSpPr>
            <p:cNvPr id="341043" name="Group 51"/>
            <p:cNvGrpSpPr>
              <a:grpSpLocks/>
            </p:cNvGrpSpPr>
            <p:nvPr/>
          </p:nvGrpSpPr>
          <p:grpSpPr bwMode="auto">
            <a:xfrm rot="-10800000" flipH="1" flipV="1">
              <a:off x="1505" y="1199"/>
              <a:ext cx="356" cy="50"/>
              <a:chOff x="576" y="711"/>
              <a:chExt cx="384" cy="57"/>
            </a:xfrm>
          </p:grpSpPr>
          <p:sp>
            <p:nvSpPr>
              <p:cNvPr id="341044" name="Freeform 52"/>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45" name="Freeform 53"/>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46" name="Freeform 54"/>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47" name="Freeform 55"/>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nvGrpSpPr>
            <p:cNvPr id="341048" name="Group 56"/>
            <p:cNvGrpSpPr>
              <a:grpSpLocks/>
            </p:cNvGrpSpPr>
            <p:nvPr/>
          </p:nvGrpSpPr>
          <p:grpSpPr bwMode="auto">
            <a:xfrm rot="-10800000" flipH="1" flipV="1">
              <a:off x="1965" y="1198"/>
              <a:ext cx="356" cy="50"/>
              <a:chOff x="576" y="711"/>
              <a:chExt cx="384" cy="57"/>
            </a:xfrm>
          </p:grpSpPr>
          <p:sp>
            <p:nvSpPr>
              <p:cNvPr id="341049" name="Freeform 57"/>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50" name="Freeform 58"/>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51" name="Freeform 59"/>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52" name="Freeform 60"/>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nvGrpSpPr>
            <p:cNvPr id="341053" name="Group 61"/>
            <p:cNvGrpSpPr>
              <a:grpSpLocks/>
            </p:cNvGrpSpPr>
            <p:nvPr/>
          </p:nvGrpSpPr>
          <p:grpSpPr bwMode="auto">
            <a:xfrm rot="-10800000" flipH="1" flipV="1">
              <a:off x="2670" y="1198"/>
              <a:ext cx="356" cy="51"/>
              <a:chOff x="576" y="711"/>
              <a:chExt cx="384" cy="57"/>
            </a:xfrm>
          </p:grpSpPr>
          <p:sp>
            <p:nvSpPr>
              <p:cNvPr id="341054" name="Freeform 62"/>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55" name="Freeform 63"/>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56" name="Freeform 64"/>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1057" name="Freeform 65"/>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
          <p:nvSpPr>
            <p:cNvPr id="341058" name="Text Box 66"/>
            <p:cNvSpPr txBox="1">
              <a:spLocks noChangeArrowheads="1"/>
            </p:cNvSpPr>
            <p:nvPr/>
          </p:nvSpPr>
          <p:spPr bwMode="auto">
            <a:xfrm>
              <a:off x="960" y="1657"/>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grpSp>
      <p:sp>
        <p:nvSpPr>
          <p:cNvPr id="341059" name="Text Box 67"/>
          <p:cNvSpPr txBox="1">
            <a:spLocks noChangeArrowheads="1"/>
          </p:cNvSpPr>
          <p:nvPr/>
        </p:nvSpPr>
        <p:spPr bwMode="auto">
          <a:xfrm>
            <a:off x="468313" y="636588"/>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0033CC"/>
                </a:solidFill>
              </a:rPr>
              <a:t>（</a:t>
            </a:r>
            <a:r>
              <a:rPr lang="en-US" altLang="zh-CN" sz="2400" b="1">
                <a:solidFill>
                  <a:srgbClr val="0033CC"/>
                </a:solidFill>
              </a:rPr>
              <a:t>1</a:t>
            </a:r>
            <a:r>
              <a:rPr lang="zh-CN" altLang="en-US" sz="2400" b="1">
                <a:solidFill>
                  <a:srgbClr val="0033CC"/>
                </a:solidFill>
              </a:rPr>
              <a:t>）电感的串联</a:t>
            </a:r>
          </a:p>
        </p:txBody>
      </p:sp>
      <p:sp>
        <p:nvSpPr>
          <p:cNvPr id="341060" name="AutoShape 68"/>
          <p:cNvSpPr>
            <a:spLocks noChangeArrowheads="1"/>
          </p:cNvSpPr>
          <p:nvPr/>
        </p:nvSpPr>
        <p:spPr bwMode="auto">
          <a:xfrm>
            <a:off x="5421313" y="2008188"/>
            <a:ext cx="457200" cy="228600"/>
          </a:xfrm>
          <a:prstGeom prst="rightArrow">
            <a:avLst>
              <a:gd name="adj1" fmla="val 50000"/>
              <a:gd name="adj2" fmla="val 50000"/>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1061" name="Rectangle 69"/>
          <p:cNvSpPr>
            <a:spLocks noChangeArrowheads="1"/>
          </p:cNvSpPr>
          <p:nvPr/>
        </p:nvSpPr>
        <p:spPr bwMode="auto">
          <a:xfrm>
            <a:off x="611188" y="3373438"/>
            <a:ext cx="5440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a:latin typeface="Times New Roman" panose="02020603050405020304" pitchFamily="18" charset="0"/>
                <a:cs typeface="Times New Roman" panose="02020603050405020304" pitchFamily="18" charset="0"/>
              </a:rPr>
              <a:t>根据</a:t>
            </a:r>
            <a:r>
              <a:rPr lang="en-US" altLang="zh-CN" sz="2400" b="1">
                <a:latin typeface="Times New Roman" panose="02020603050405020304" pitchFamily="18" charset="0"/>
                <a:cs typeface="Times New Roman" panose="02020603050405020304" pitchFamily="18" charset="0"/>
              </a:rPr>
              <a:t>KVL</a:t>
            </a:r>
            <a:r>
              <a:rPr lang="zh-CN" altLang="en-US" sz="2400" b="1">
                <a:latin typeface="Times New Roman" panose="02020603050405020304" pitchFamily="18" charset="0"/>
                <a:cs typeface="Times New Roman" panose="02020603050405020304" pitchFamily="18" charset="0"/>
              </a:rPr>
              <a:t>和电感的电压电流的关系，有</a:t>
            </a:r>
            <a:endParaRPr lang="zh-CN" altLang="en-US" sz="2400" b="1"/>
          </a:p>
        </p:txBody>
      </p:sp>
      <p:graphicFrame>
        <p:nvGraphicFramePr>
          <p:cNvPr id="341062" name="Object 70"/>
          <p:cNvGraphicFramePr>
            <a:graphicFrameLocks noChangeAspect="1"/>
          </p:cNvGraphicFramePr>
          <p:nvPr/>
        </p:nvGraphicFramePr>
        <p:xfrm>
          <a:off x="186166" y="3857627"/>
          <a:ext cx="2817812" cy="457200"/>
        </p:xfrm>
        <a:graphic>
          <a:graphicData uri="http://schemas.openxmlformats.org/presentationml/2006/ole">
            <mc:AlternateContent xmlns:mc="http://schemas.openxmlformats.org/markup-compatibility/2006">
              <mc:Choice xmlns:v="urn:schemas-microsoft-com:vml" Requires="v">
                <p:oleObj name="Equation" r:id="rId3" imgW="1409400" imgH="228600" progId="Equation.DSMT4">
                  <p:embed/>
                </p:oleObj>
              </mc:Choice>
              <mc:Fallback>
                <p:oleObj name="Equation" r:id="rId3" imgW="1409400" imgH="228600" progId="Equation.DSMT4">
                  <p:embed/>
                  <p:pic>
                    <p:nvPicPr>
                      <p:cNvPr id="341062" name="Object 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166" y="3857627"/>
                        <a:ext cx="281781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1064" name="Object 72"/>
          <p:cNvGraphicFramePr>
            <a:graphicFrameLocks noChangeAspect="1"/>
          </p:cNvGraphicFramePr>
          <p:nvPr/>
        </p:nvGraphicFramePr>
        <p:xfrm>
          <a:off x="114301" y="4429005"/>
          <a:ext cx="3884612" cy="811212"/>
        </p:xfrm>
        <a:graphic>
          <a:graphicData uri="http://schemas.openxmlformats.org/presentationml/2006/ole">
            <mc:AlternateContent xmlns:mc="http://schemas.openxmlformats.org/markup-compatibility/2006">
              <mc:Choice xmlns:v="urn:schemas-microsoft-com:vml" Requires="v">
                <p:oleObj name="Equation" r:id="rId5" imgW="1942920" imgH="406080" progId="Equation.DSMT4">
                  <p:embed/>
                </p:oleObj>
              </mc:Choice>
              <mc:Fallback>
                <p:oleObj name="Equation" r:id="rId5" imgW="1942920" imgH="406080" progId="Equation.DSMT4">
                  <p:embed/>
                  <p:pic>
                    <p:nvPicPr>
                      <p:cNvPr id="341064" name="Object 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1" y="4429005"/>
                        <a:ext cx="3884612" cy="811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1065" name="Object 73"/>
          <p:cNvGraphicFramePr>
            <a:graphicFrameLocks noChangeAspect="1"/>
          </p:cNvGraphicFramePr>
          <p:nvPr/>
        </p:nvGraphicFramePr>
        <p:xfrm>
          <a:off x="155575" y="5087941"/>
          <a:ext cx="3325812" cy="811212"/>
        </p:xfrm>
        <a:graphic>
          <a:graphicData uri="http://schemas.openxmlformats.org/presentationml/2006/ole">
            <mc:AlternateContent xmlns:mc="http://schemas.openxmlformats.org/markup-compatibility/2006">
              <mc:Choice xmlns:v="urn:schemas-microsoft-com:vml" Requires="v">
                <p:oleObj name="Equation" r:id="rId7" imgW="1663560" imgH="406080" progId="Equation.DSMT4">
                  <p:embed/>
                </p:oleObj>
              </mc:Choice>
              <mc:Fallback>
                <p:oleObj name="Equation" r:id="rId7" imgW="1663560" imgH="406080" progId="Equation.DSMT4">
                  <p:embed/>
                  <p:pic>
                    <p:nvPicPr>
                      <p:cNvPr id="341065" name="Object 7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5575" y="5087941"/>
                        <a:ext cx="3325812" cy="811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1066" name="Object 74"/>
          <p:cNvGraphicFramePr>
            <a:graphicFrameLocks noChangeAspect="1"/>
          </p:cNvGraphicFramePr>
          <p:nvPr/>
        </p:nvGraphicFramePr>
        <p:xfrm>
          <a:off x="626575" y="5838584"/>
          <a:ext cx="990600" cy="811213"/>
        </p:xfrm>
        <a:graphic>
          <a:graphicData uri="http://schemas.openxmlformats.org/presentationml/2006/ole">
            <mc:AlternateContent xmlns:mc="http://schemas.openxmlformats.org/markup-compatibility/2006">
              <mc:Choice xmlns:v="urn:schemas-microsoft-com:vml" Requires="v">
                <p:oleObj name="Equation" r:id="rId9" imgW="495000" imgH="406080" progId="Equation.DSMT4">
                  <p:embed/>
                </p:oleObj>
              </mc:Choice>
              <mc:Fallback>
                <p:oleObj name="Equation" r:id="rId9" imgW="495000" imgH="406080" progId="Equation.DSMT4">
                  <p:embed/>
                  <p:pic>
                    <p:nvPicPr>
                      <p:cNvPr id="341066" name="Object 7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6575" y="5838584"/>
                        <a:ext cx="990600" cy="81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1067" name="Object 75"/>
          <p:cNvGraphicFramePr>
            <a:graphicFrameLocks noChangeAspect="1"/>
          </p:cNvGraphicFramePr>
          <p:nvPr/>
        </p:nvGraphicFramePr>
        <p:xfrm>
          <a:off x="5649913" y="4783605"/>
          <a:ext cx="2832100" cy="484188"/>
        </p:xfrm>
        <a:graphic>
          <a:graphicData uri="http://schemas.openxmlformats.org/presentationml/2006/ole">
            <mc:AlternateContent xmlns:mc="http://schemas.openxmlformats.org/markup-compatibility/2006">
              <mc:Choice xmlns:v="urn:schemas-microsoft-com:vml" Requires="v">
                <p:oleObj name="Equation" r:id="rId11" imgW="1396800" imgH="241200" progId="Equation.DSMT4">
                  <p:embed/>
                </p:oleObj>
              </mc:Choice>
              <mc:Fallback>
                <p:oleObj name="Equation" r:id="rId11" imgW="1396800" imgH="241200" progId="Equation.DSMT4">
                  <p:embed/>
                  <p:pic>
                    <p:nvPicPr>
                      <p:cNvPr id="341067" name="Object 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49913" y="4783605"/>
                        <a:ext cx="2832100"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1068" name="Rectangle 76"/>
          <p:cNvSpPr>
            <a:spLocks noChangeArrowheads="1"/>
          </p:cNvSpPr>
          <p:nvPr/>
        </p:nvSpPr>
        <p:spPr bwMode="auto">
          <a:xfrm>
            <a:off x="5364163" y="4092575"/>
            <a:ext cx="35734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400" b="1">
                <a:latin typeface="Times New Roman" panose="02020603050405020304" pitchFamily="18" charset="0"/>
                <a:cs typeface="Times New Roman" panose="02020603050405020304" pitchFamily="18" charset="0"/>
              </a:rPr>
              <a:t>等效电感</a:t>
            </a:r>
            <a:r>
              <a:rPr lang="zh-CN" altLang="en-US" sz="2400" b="1"/>
              <a:t>与各电感的关系式为</a:t>
            </a:r>
          </a:p>
        </p:txBody>
      </p:sp>
      <p:sp>
        <p:nvSpPr>
          <p:cNvPr id="341069" name="Rectangle 77"/>
          <p:cNvSpPr>
            <a:spLocks noChangeArrowheads="1"/>
          </p:cNvSpPr>
          <p:nvPr/>
        </p:nvSpPr>
        <p:spPr bwMode="auto">
          <a:xfrm>
            <a:off x="4475047" y="5957410"/>
            <a:ext cx="4500562" cy="822325"/>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901700" indent="-901700">
              <a:defRPr>
                <a:solidFill>
                  <a:schemeClr val="tx1"/>
                </a:solidFill>
                <a:latin typeface="Arial" panose="020B0604020202020204" pitchFamily="34" charset="0"/>
                <a:ea typeface="宋体" panose="02010600030101010101" pitchFamily="2" charset="-122"/>
              </a:defRPr>
            </a:lvl1pPr>
            <a:lvl2pPr marL="1081088">
              <a:defRPr>
                <a:solidFill>
                  <a:schemeClr val="tx1"/>
                </a:solidFill>
                <a:latin typeface="Arial" panose="020B0604020202020204" pitchFamily="34" charset="0"/>
                <a:ea typeface="宋体" panose="02010600030101010101" pitchFamily="2" charset="-122"/>
              </a:defRPr>
            </a:lvl2pPr>
            <a:lvl3pPr marL="1260475">
              <a:defRPr>
                <a:solidFill>
                  <a:schemeClr val="tx1"/>
                </a:solidFill>
                <a:latin typeface="Arial" panose="020B0604020202020204" pitchFamily="34" charset="0"/>
                <a:ea typeface="宋体" panose="02010600030101010101" pitchFamily="2" charset="-122"/>
              </a:defRPr>
            </a:lvl3pPr>
            <a:lvl4pPr marL="143986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0033CC"/>
                </a:solidFill>
                <a:latin typeface="Times New Roman" panose="02020603050405020304" pitchFamily="18" charset="0"/>
                <a:cs typeface="Times New Roman" panose="02020603050405020304" pitchFamily="18" charset="0"/>
              </a:rPr>
              <a:t>结论</a:t>
            </a:r>
            <a:r>
              <a:rPr lang="zh-CN" altLang="en-US" sz="2400" b="1" dirty="0">
                <a:latin typeface="Times New Roman" panose="02020603050405020304" pitchFamily="18" charset="0"/>
                <a:cs typeface="Times New Roman" panose="02020603050405020304" pitchFamily="18" charset="0"/>
              </a:rPr>
              <a:t>：</a:t>
            </a:r>
            <a:r>
              <a:rPr lang="en-US" altLang="zh-CN" sz="2400" b="1" i="1" dirty="0"/>
              <a:t>n</a:t>
            </a:r>
            <a:r>
              <a:rPr lang="zh-CN" altLang="en-US" sz="2400" b="1" dirty="0"/>
              <a:t>个串联电感的等效电感值等于各电感值之和</a:t>
            </a:r>
            <a:r>
              <a:rPr lang="zh-CN" altLang="en-US" sz="24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 name="文本框 1"/>
              <p:cNvSpPr txBox="1"/>
              <p:nvPr/>
            </p:nvSpPr>
            <p:spPr>
              <a:xfrm>
                <a:off x="3049771" y="3708142"/>
                <a:ext cx="910699" cy="7561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nary>
                        <m:naryPr>
                          <m:chr m:val="∑"/>
                          <m:ctrlPr>
                            <a:rPr lang="en-US" altLang="zh-CN"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𝑛</m:t>
                          </m:r>
                        </m:sup>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𝑘</m:t>
                              </m:r>
                            </m:sub>
                          </m:sSub>
                        </m:e>
                      </m:nary>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3049771" y="3708142"/>
                <a:ext cx="910699" cy="756169"/>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p:cNvSpPr txBox="1"/>
              <p:nvPr/>
            </p:nvSpPr>
            <p:spPr>
              <a:xfrm>
                <a:off x="3943350" y="4478077"/>
                <a:ext cx="1434432" cy="7561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nary>
                        <m:naryPr>
                          <m:chr m:val="∑"/>
                          <m:ctrlPr>
                            <a:rPr lang="en-US" altLang="zh-CN"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𝑛</m:t>
                          </m:r>
                        </m:sup>
                        <m:e>
                          <m:d>
                            <m:dPr>
                              <m:ctrlPr>
                                <a:rPr lang="en-US" altLang="zh-CN" i="1" smtClean="0">
                                  <a:latin typeface="Cambria Math" panose="02040503050406030204" pitchFamily="18" charset="0"/>
                                  <a:ea typeface="Cambria Math" panose="02040503050406030204" pitchFamily="18" charset="0"/>
                                </a:rPr>
                              </m:ctrlPr>
                            </m:dPr>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𝑘</m:t>
                                  </m:r>
                                </m:sub>
                              </m:sSub>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𝑑𝑖</m:t>
                                  </m:r>
                                </m:num>
                                <m:den>
                                  <m:r>
                                    <a:rPr lang="en-US" altLang="zh-CN" b="0" i="1" smtClean="0">
                                      <a:latin typeface="Cambria Math" panose="02040503050406030204" pitchFamily="18" charset="0"/>
                                      <a:ea typeface="Cambria Math" panose="02040503050406030204" pitchFamily="18" charset="0"/>
                                    </a:rPr>
                                    <m:t>𝑑𝑡</m:t>
                                  </m:r>
                                </m:den>
                              </m:f>
                            </m:e>
                          </m:d>
                        </m:e>
                      </m:nary>
                    </m:oMath>
                  </m:oMathPara>
                </a14:m>
                <a:endParaRPr lang="zh-CN" altLang="en-US" dirty="0"/>
              </a:p>
            </p:txBody>
          </p:sp>
        </mc:Choice>
        <mc:Fallback xmlns="">
          <p:sp>
            <p:nvSpPr>
              <p:cNvPr id="77" name="文本框 76"/>
              <p:cNvSpPr txBox="1">
                <a:spLocks noRot="1" noChangeAspect="1" noMove="1" noResize="1" noEditPoints="1" noAdjustHandles="1" noChangeArrowheads="1" noChangeShapeType="1" noTextEdit="1"/>
              </p:cNvSpPr>
              <p:nvPr/>
            </p:nvSpPr>
            <p:spPr>
              <a:xfrm>
                <a:off x="3943350" y="4478077"/>
                <a:ext cx="1434432" cy="75616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p:cNvSpPr txBox="1"/>
              <p:nvPr/>
            </p:nvSpPr>
            <p:spPr>
              <a:xfrm>
                <a:off x="3365248" y="5161316"/>
                <a:ext cx="1551963" cy="7561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nary>
                        <m:naryPr>
                          <m:chr m:val="∑"/>
                          <m:ctrlPr>
                            <a:rPr lang="en-US" altLang="zh-CN"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𝑛</m:t>
                          </m:r>
                        </m:sup>
                        <m:e>
                          <m:d>
                            <m:dPr>
                              <m:ctrlPr>
                                <a:rPr lang="en-US" altLang="zh-CN" i="1" smtClean="0">
                                  <a:latin typeface="Cambria Math" panose="02040503050406030204" pitchFamily="18" charset="0"/>
                                  <a:ea typeface="Cambria Math" panose="02040503050406030204" pitchFamily="18" charset="0"/>
                                </a:rPr>
                              </m:ctrlPr>
                            </m:dPr>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𝑘</m:t>
                                  </m:r>
                                </m:sub>
                              </m:sSub>
                            </m:e>
                          </m:d>
                          <m:r>
                            <a:rPr lang="en-US" altLang="zh-CN"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𝑑𝑖</m:t>
                              </m:r>
                            </m:num>
                            <m:den>
                              <m:r>
                                <a:rPr lang="en-US" altLang="zh-CN" i="1">
                                  <a:latin typeface="Cambria Math" panose="02040503050406030204" pitchFamily="18" charset="0"/>
                                  <a:ea typeface="Cambria Math" panose="02040503050406030204" pitchFamily="18" charset="0"/>
                                </a:rPr>
                                <m:t>𝑑𝑡</m:t>
                              </m:r>
                            </m:den>
                          </m:f>
                        </m:e>
                      </m:nary>
                    </m:oMath>
                  </m:oMathPara>
                </a14:m>
                <a:endParaRPr lang="zh-CN" altLang="en-US" dirty="0"/>
              </a:p>
            </p:txBody>
          </p:sp>
        </mc:Choice>
        <mc:Fallback xmlns="">
          <p:sp>
            <p:nvSpPr>
              <p:cNvPr id="78" name="文本框 77"/>
              <p:cNvSpPr txBox="1">
                <a:spLocks noRot="1" noChangeAspect="1" noMove="1" noResize="1" noEditPoints="1" noAdjustHandles="1" noChangeArrowheads="1" noChangeShapeType="1" noTextEdit="1"/>
              </p:cNvSpPr>
              <p:nvPr/>
            </p:nvSpPr>
            <p:spPr>
              <a:xfrm>
                <a:off x="3365248" y="5161316"/>
                <a:ext cx="1551963" cy="756169"/>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p:cNvSpPr txBox="1"/>
              <p:nvPr/>
            </p:nvSpPr>
            <p:spPr>
              <a:xfrm>
                <a:off x="6156326" y="5204064"/>
                <a:ext cx="901080" cy="7561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nary>
                        <m:naryPr>
                          <m:chr m:val="∑"/>
                          <m:ctrlPr>
                            <a:rPr lang="en-US" altLang="zh-CN"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𝑛</m:t>
                          </m:r>
                        </m:sup>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𝑘</m:t>
                              </m:r>
                            </m:sub>
                          </m:sSub>
                        </m:e>
                      </m:nary>
                    </m:oMath>
                  </m:oMathPara>
                </a14:m>
                <a:endParaRPr lang="zh-CN" altLang="en-US" dirty="0"/>
              </a:p>
            </p:txBody>
          </p:sp>
        </mc:Choice>
        <mc:Fallback xmlns="">
          <p:sp>
            <p:nvSpPr>
              <p:cNvPr id="79" name="文本框 78"/>
              <p:cNvSpPr txBox="1">
                <a:spLocks noRot="1" noChangeAspect="1" noMove="1" noResize="1" noEditPoints="1" noAdjustHandles="1" noChangeArrowheads="1" noChangeShapeType="1" noTextEdit="1"/>
              </p:cNvSpPr>
              <p:nvPr/>
            </p:nvSpPr>
            <p:spPr>
              <a:xfrm>
                <a:off x="6156326" y="5204064"/>
                <a:ext cx="901080" cy="756169"/>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3722688" y="822415"/>
                <a:ext cx="3973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zh-CN" altLang="en-US" i="1">
                              <a:latin typeface="Cambria Math" panose="02040503050406030204" pitchFamily="18" charset="0"/>
                            </a:rPr>
                            <m:t>等效</m:t>
                          </m:r>
                          <m:r>
                            <a:rPr lang="zh-CN" altLang="en-US" i="1" smtClean="0">
                              <a:latin typeface="Cambria Math" panose="02040503050406030204" pitchFamily="18" charset="0"/>
                            </a:rPr>
                            <m:t>电感</m:t>
                          </m:r>
                          <m:r>
                            <a:rPr lang="zh-CN" altLang="en-US" i="1">
                              <a:latin typeface="Cambria Math" panose="02040503050406030204" pitchFamily="18" charset="0"/>
                            </a:rPr>
                            <m:t>初始</m:t>
                          </m:r>
                          <m:r>
                            <a:rPr lang="zh-CN" altLang="en-US" i="1" smtClean="0">
                              <a:latin typeface="Cambria Math" panose="02040503050406030204" pitchFamily="18" charset="0"/>
                            </a:rPr>
                            <m:t>电流</m:t>
                          </m:r>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𝑘</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0</m:t>
                              </m:r>
                            </m:e>
                            <m:sub>
                              <m:r>
                                <a:rPr lang="en-US" altLang="zh-CN" b="0" i="1" smtClean="0">
                                  <a:latin typeface="Cambria Math" panose="02040503050406030204" pitchFamily="18" charset="0"/>
                                </a:rPr>
                                <m:t>+</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𝑖</m:t>
                          </m:r>
                        </m:e>
                        <m:sub>
                          <m:r>
                            <a:rPr lang="en-US" altLang="zh-CN" b="0" i="1" smtClean="0">
                              <a:latin typeface="Cambria Math" panose="02040503050406030204" pitchFamily="18" charset="0"/>
                            </a:rPr>
                            <m:t>𝑘</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0</m:t>
                              </m:r>
                            </m:e>
                            <m:sub>
                              <m:r>
                                <a:rPr lang="en-US" altLang="zh-CN" b="0" i="1" smtClean="0">
                                  <a:latin typeface="Cambria Math" panose="02040503050406030204" pitchFamily="18" charset="0"/>
                                </a:rPr>
                                <m:t>−</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0</m:t>
                          </m:r>
                        </m:sub>
                      </m:sSub>
                    </m:oMath>
                  </m:oMathPara>
                </a14:m>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3722688" y="822415"/>
                <a:ext cx="3973139" cy="276999"/>
              </a:xfrm>
              <a:prstGeom prst="rect">
                <a:avLst/>
              </a:prstGeom>
              <a:blipFill>
                <a:blip r:embed="rId18"/>
                <a:stretch>
                  <a:fillRect l="-768" b="-2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783517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10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16" fill="hold" nodeType="clickEffect">
                                  <p:stCondLst>
                                    <p:cond delay="0"/>
                                  </p:stCondLst>
                                  <p:childTnLst>
                                    <p:set>
                                      <p:cBhvr>
                                        <p:cTn id="10" dur="1" fill="hold">
                                          <p:stCondLst>
                                            <p:cond delay="0"/>
                                          </p:stCondLst>
                                        </p:cTn>
                                        <p:tgtEl>
                                          <p:spTgt spid="341015"/>
                                        </p:tgtEl>
                                        <p:attrNameLst>
                                          <p:attrName>style.visibility</p:attrName>
                                        </p:attrNameLst>
                                      </p:cBhvr>
                                      <p:to>
                                        <p:strVal val="visible"/>
                                      </p:to>
                                    </p:set>
                                    <p:anim calcmode="lin" valueType="num">
                                      <p:cBhvr>
                                        <p:cTn id="11" dur="500" fill="hold"/>
                                        <p:tgtEl>
                                          <p:spTgt spid="341015"/>
                                        </p:tgtEl>
                                        <p:attrNameLst>
                                          <p:attrName>ppt_w</p:attrName>
                                        </p:attrNameLst>
                                      </p:cBhvr>
                                      <p:tavLst>
                                        <p:tav tm="0">
                                          <p:val>
                                            <p:fltVal val="0"/>
                                          </p:val>
                                        </p:tav>
                                        <p:tav tm="100000">
                                          <p:val>
                                            <p:strVal val="#ppt_w"/>
                                          </p:val>
                                        </p:tav>
                                      </p:tavLst>
                                    </p:anim>
                                    <p:anim calcmode="lin" valueType="num">
                                      <p:cBhvr>
                                        <p:cTn id="12" dur="500" fill="hold"/>
                                        <p:tgtEl>
                                          <p:spTgt spid="341015"/>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1061"/>
                                        </p:tgtEl>
                                        <p:attrNameLst>
                                          <p:attrName>style.visibility</p:attrName>
                                        </p:attrNameLst>
                                      </p:cBhvr>
                                      <p:to>
                                        <p:strVal val="visible"/>
                                      </p:to>
                                    </p:set>
                                    <p:animEffect transition="in" filter="wipe(left)">
                                      <p:cBhvr>
                                        <p:cTn id="17" dur="500"/>
                                        <p:tgtEl>
                                          <p:spTgt spid="3410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41062"/>
                                        </p:tgtEl>
                                        <p:attrNameLst>
                                          <p:attrName>style.visibility</p:attrName>
                                        </p:attrNameLst>
                                      </p:cBhvr>
                                      <p:to>
                                        <p:strVal val="visible"/>
                                      </p:to>
                                    </p:set>
                                    <p:animEffect transition="in" filter="wipe(left)">
                                      <p:cBhvr>
                                        <p:cTn id="22" dur="500"/>
                                        <p:tgtEl>
                                          <p:spTgt spid="3410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1" fill="hold" nodeType="clickEffect">
                                  <p:stCondLst>
                                    <p:cond delay="0"/>
                                  </p:stCondLst>
                                  <p:childTnLst>
                                    <p:set>
                                      <p:cBhvr>
                                        <p:cTn id="30" dur="1" fill="hold">
                                          <p:stCondLst>
                                            <p:cond delay="0"/>
                                          </p:stCondLst>
                                        </p:cTn>
                                        <p:tgtEl>
                                          <p:spTgt spid="341064"/>
                                        </p:tgtEl>
                                        <p:attrNameLst>
                                          <p:attrName>style.visibility</p:attrName>
                                        </p:attrNameLst>
                                      </p:cBhvr>
                                      <p:to>
                                        <p:strVal val="visible"/>
                                      </p:to>
                                    </p:set>
                                    <p:animEffect transition="in" filter="slide(fromTop)">
                                      <p:cBhvr>
                                        <p:cTn id="31" dur="500"/>
                                        <p:tgtEl>
                                          <p:spTgt spid="34106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nodeType="clickEffect">
                                  <p:stCondLst>
                                    <p:cond delay="0"/>
                                  </p:stCondLst>
                                  <p:childTnLst>
                                    <p:set>
                                      <p:cBhvr>
                                        <p:cTn id="39" dur="1" fill="hold">
                                          <p:stCondLst>
                                            <p:cond delay="0"/>
                                          </p:stCondLst>
                                        </p:cTn>
                                        <p:tgtEl>
                                          <p:spTgt spid="341065"/>
                                        </p:tgtEl>
                                        <p:attrNameLst>
                                          <p:attrName>style.visibility</p:attrName>
                                        </p:attrNameLst>
                                      </p:cBhvr>
                                      <p:to>
                                        <p:strVal val="visible"/>
                                      </p:to>
                                    </p:set>
                                    <p:animEffect transition="in" filter="slide(fromTop)">
                                      <p:cBhvr>
                                        <p:cTn id="40" dur="500"/>
                                        <p:tgtEl>
                                          <p:spTgt spid="341065"/>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2" presetClass="entr" presetSubtype="1" fill="hold" nodeType="clickEffect">
                                  <p:stCondLst>
                                    <p:cond delay="0"/>
                                  </p:stCondLst>
                                  <p:childTnLst>
                                    <p:set>
                                      <p:cBhvr>
                                        <p:cTn id="48" dur="1" fill="hold">
                                          <p:stCondLst>
                                            <p:cond delay="0"/>
                                          </p:stCondLst>
                                        </p:cTn>
                                        <p:tgtEl>
                                          <p:spTgt spid="341066"/>
                                        </p:tgtEl>
                                        <p:attrNameLst>
                                          <p:attrName>style.visibility</p:attrName>
                                        </p:attrNameLst>
                                      </p:cBhvr>
                                      <p:to>
                                        <p:strVal val="visible"/>
                                      </p:to>
                                    </p:set>
                                    <p:animEffect transition="in" filter="slide(fromTop)">
                                      <p:cBhvr>
                                        <p:cTn id="49" dur="500"/>
                                        <p:tgtEl>
                                          <p:spTgt spid="34106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40996"/>
                                        </p:tgtEl>
                                        <p:attrNameLst>
                                          <p:attrName>style.visibility</p:attrName>
                                        </p:attrNameLst>
                                      </p:cBhvr>
                                      <p:to>
                                        <p:strVal val="visible"/>
                                      </p:to>
                                    </p:set>
                                    <p:animEffect transition="in" filter="wipe(left)">
                                      <p:cBhvr>
                                        <p:cTn id="54" dur="500"/>
                                        <p:tgtEl>
                                          <p:spTgt spid="340996"/>
                                        </p:tgtEl>
                                      </p:cBhvr>
                                    </p:animEffect>
                                  </p:childTnLst>
                                </p:cTn>
                              </p:par>
                              <p:par>
                                <p:cTn id="55" presetID="22" presetClass="entr" presetSubtype="8" fill="hold" nodeType="withEffect">
                                  <p:stCondLst>
                                    <p:cond delay="0"/>
                                  </p:stCondLst>
                                  <p:childTnLst>
                                    <p:set>
                                      <p:cBhvr>
                                        <p:cTn id="56" dur="1" fill="hold">
                                          <p:stCondLst>
                                            <p:cond delay="0"/>
                                          </p:stCondLst>
                                        </p:cTn>
                                        <p:tgtEl>
                                          <p:spTgt spid="341060"/>
                                        </p:tgtEl>
                                        <p:attrNameLst>
                                          <p:attrName>style.visibility</p:attrName>
                                        </p:attrNameLst>
                                      </p:cBhvr>
                                      <p:to>
                                        <p:strVal val="visible"/>
                                      </p:to>
                                    </p:set>
                                    <p:animEffect transition="in" filter="wipe(left)">
                                      <p:cBhvr>
                                        <p:cTn id="57" dur="500"/>
                                        <p:tgtEl>
                                          <p:spTgt spid="341060"/>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2" presetClass="entr" presetSubtype="8" fill="hold" grpId="0" nodeType="clickEffect">
                                  <p:stCondLst>
                                    <p:cond delay="0"/>
                                  </p:stCondLst>
                                  <p:childTnLst>
                                    <p:set>
                                      <p:cBhvr>
                                        <p:cTn id="65" dur="1" fill="hold">
                                          <p:stCondLst>
                                            <p:cond delay="0"/>
                                          </p:stCondLst>
                                        </p:cTn>
                                        <p:tgtEl>
                                          <p:spTgt spid="341068"/>
                                        </p:tgtEl>
                                        <p:attrNameLst>
                                          <p:attrName>style.visibility</p:attrName>
                                        </p:attrNameLst>
                                      </p:cBhvr>
                                      <p:to>
                                        <p:strVal val="visible"/>
                                      </p:to>
                                    </p:set>
                                    <p:animEffect transition="in" filter="slide(fromLeft)">
                                      <p:cBhvr>
                                        <p:cTn id="66" dur="500"/>
                                        <p:tgtEl>
                                          <p:spTgt spid="34106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41067"/>
                                        </p:tgtEl>
                                        <p:attrNameLst>
                                          <p:attrName>style.visibility</p:attrName>
                                        </p:attrNameLst>
                                      </p:cBhvr>
                                      <p:to>
                                        <p:strVal val="visible"/>
                                      </p:to>
                                    </p:set>
                                    <p:animEffect transition="in" filter="wipe(left)">
                                      <p:cBhvr>
                                        <p:cTn id="71" dur="500"/>
                                        <p:tgtEl>
                                          <p:spTgt spid="341067"/>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7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grpId="0" nodeType="clickEffect">
                                  <p:stCondLst>
                                    <p:cond delay="0"/>
                                  </p:stCondLst>
                                  <p:childTnLst>
                                    <p:set>
                                      <p:cBhvr>
                                        <p:cTn id="79" dur="1" fill="hold">
                                          <p:stCondLst>
                                            <p:cond delay="0"/>
                                          </p:stCondLst>
                                        </p:cTn>
                                        <p:tgtEl>
                                          <p:spTgt spid="341069"/>
                                        </p:tgtEl>
                                        <p:attrNameLst>
                                          <p:attrName>style.visibility</p:attrName>
                                        </p:attrNameLst>
                                      </p:cBhvr>
                                      <p:to>
                                        <p:strVal val="visible"/>
                                      </p:to>
                                    </p:set>
                                    <p:animEffect transition="in" filter="box(in)">
                                      <p:cBhvr>
                                        <p:cTn id="80" dur="500"/>
                                        <p:tgtEl>
                                          <p:spTgt spid="341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059" grpId="0"/>
      <p:bldP spid="341061" grpId="0"/>
      <p:bldP spid="341068" grpId="0"/>
      <p:bldP spid="341069" grpId="0" animBg="1"/>
      <p:bldP spid="2" grpId="0"/>
      <p:bldP spid="77" grpId="0"/>
      <p:bldP spid="78" grpId="0"/>
      <p:bldP spid="79" grpId="0"/>
      <p:bldP spid="3"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a:xfrm>
            <a:off x="457200" y="274638"/>
            <a:ext cx="3683000" cy="561975"/>
          </a:xfrm>
        </p:spPr>
        <p:txBody>
          <a:bodyPr/>
          <a:lstStyle/>
          <a:p>
            <a:pPr algn="just"/>
            <a:r>
              <a:rPr lang="en-US" altLang="zh-CN" sz="2400" b="1">
                <a:solidFill>
                  <a:srgbClr val="0000FF"/>
                </a:solidFill>
              </a:rPr>
              <a:t>(2) </a:t>
            </a:r>
            <a:r>
              <a:rPr lang="zh-CN" altLang="en-US" sz="2400" b="1">
                <a:solidFill>
                  <a:srgbClr val="0000FF"/>
                </a:solidFill>
              </a:rPr>
              <a:t>电感的并联</a:t>
            </a:r>
          </a:p>
        </p:txBody>
      </p:sp>
      <p:grpSp>
        <p:nvGrpSpPr>
          <p:cNvPr id="342021" name="Group 5"/>
          <p:cNvGrpSpPr>
            <a:grpSpLocks/>
          </p:cNvGrpSpPr>
          <p:nvPr/>
        </p:nvGrpSpPr>
        <p:grpSpPr bwMode="auto">
          <a:xfrm>
            <a:off x="6403975" y="836613"/>
            <a:ext cx="1714500" cy="2100262"/>
            <a:chOff x="3504" y="1056"/>
            <a:chExt cx="1080" cy="1323"/>
          </a:xfrm>
        </p:grpSpPr>
        <p:sp>
          <p:nvSpPr>
            <p:cNvPr id="342022" name="Line 6"/>
            <p:cNvSpPr>
              <a:spLocks noChangeShapeType="1"/>
            </p:cNvSpPr>
            <p:nvPr/>
          </p:nvSpPr>
          <p:spPr bwMode="auto">
            <a:xfrm flipH="1" flipV="1">
              <a:off x="3726" y="2094"/>
              <a:ext cx="48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23" name="Text Box 7"/>
            <p:cNvSpPr txBox="1">
              <a:spLocks noChangeArrowheads="1"/>
            </p:cNvSpPr>
            <p:nvPr/>
          </p:nvSpPr>
          <p:spPr bwMode="auto">
            <a:xfrm>
              <a:off x="4223" y="1582"/>
              <a:ext cx="361"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L</a:t>
              </a:r>
              <a:r>
                <a:rPr lang="en-US" altLang="zh-CN" sz="2000" b="1" baseline="-25000">
                  <a:solidFill>
                    <a:srgbClr val="000000"/>
                  </a:solidFill>
                  <a:latin typeface="Times New Roman" panose="02020603050405020304" pitchFamily="18" charset="0"/>
                </a:rPr>
                <a:t>eq            </a:t>
              </a:r>
              <a:endParaRPr lang="en-US" altLang="zh-CN" sz="2000" b="1"/>
            </a:p>
          </p:txBody>
        </p:sp>
        <p:sp>
          <p:nvSpPr>
            <p:cNvPr id="342024" name="Text Box 8"/>
            <p:cNvSpPr txBox="1">
              <a:spLocks noChangeArrowheads="1"/>
            </p:cNvSpPr>
            <p:nvPr/>
          </p:nvSpPr>
          <p:spPr bwMode="auto">
            <a:xfrm>
              <a:off x="3518" y="1584"/>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latin typeface="Times New Roman" panose="02020603050405020304" pitchFamily="18" charset="0"/>
                </a:rPr>
                <a:t>u</a:t>
              </a:r>
              <a:endParaRPr lang="en-US" altLang="zh-CN" sz="2000" b="1"/>
            </a:p>
          </p:txBody>
        </p:sp>
        <p:sp>
          <p:nvSpPr>
            <p:cNvPr id="342025" name="Text Box 9"/>
            <p:cNvSpPr txBox="1">
              <a:spLocks noChangeArrowheads="1"/>
            </p:cNvSpPr>
            <p:nvPr/>
          </p:nvSpPr>
          <p:spPr bwMode="auto">
            <a:xfrm>
              <a:off x="3636" y="1056"/>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endParaRPr lang="en-US" altLang="zh-CN" sz="2000" b="1"/>
            </a:p>
          </p:txBody>
        </p:sp>
        <p:sp>
          <p:nvSpPr>
            <p:cNvPr id="342026" name="Line 10"/>
            <p:cNvSpPr>
              <a:spLocks noChangeShapeType="1"/>
            </p:cNvSpPr>
            <p:nvPr/>
          </p:nvSpPr>
          <p:spPr bwMode="auto">
            <a:xfrm flipV="1">
              <a:off x="3731" y="1370"/>
              <a:ext cx="484" cy="1"/>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2027" name="Text Box 11"/>
            <p:cNvSpPr txBox="1">
              <a:spLocks noChangeArrowheads="1"/>
            </p:cNvSpPr>
            <p:nvPr/>
          </p:nvSpPr>
          <p:spPr bwMode="auto">
            <a:xfrm>
              <a:off x="3505" y="1345"/>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2028" name="Text Box 12"/>
            <p:cNvSpPr txBox="1">
              <a:spLocks noChangeArrowheads="1"/>
            </p:cNvSpPr>
            <p:nvPr/>
          </p:nvSpPr>
          <p:spPr bwMode="auto">
            <a:xfrm>
              <a:off x="3504" y="1771"/>
              <a:ext cx="395" cy="282"/>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2029" name="Line 13"/>
            <p:cNvSpPr>
              <a:spLocks noChangeShapeType="1"/>
            </p:cNvSpPr>
            <p:nvPr/>
          </p:nvSpPr>
          <p:spPr bwMode="auto">
            <a:xfrm>
              <a:off x="4212" y="1369"/>
              <a:ext cx="0"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30" name="Line 14"/>
            <p:cNvSpPr>
              <a:spLocks noChangeShapeType="1"/>
            </p:cNvSpPr>
            <p:nvPr/>
          </p:nvSpPr>
          <p:spPr bwMode="auto">
            <a:xfrm>
              <a:off x="4213" y="1889"/>
              <a:ext cx="0" cy="2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31" name="Line 15"/>
            <p:cNvSpPr>
              <a:spLocks noChangeShapeType="1"/>
            </p:cNvSpPr>
            <p:nvPr/>
          </p:nvSpPr>
          <p:spPr bwMode="auto">
            <a:xfrm>
              <a:off x="3752" y="1304"/>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2032" name="Text Box 16"/>
            <p:cNvSpPr txBox="1">
              <a:spLocks noChangeArrowheads="1"/>
            </p:cNvSpPr>
            <p:nvPr/>
          </p:nvSpPr>
          <p:spPr bwMode="auto">
            <a:xfrm>
              <a:off x="3552" y="2112"/>
              <a:ext cx="912"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spcBef>
                  <a:spcPct val="50000"/>
                </a:spcBef>
              </a:pPr>
              <a:r>
                <a:rPr lang="zh-CN" altLang="en-US" sz="2000" b="1">
                  <a:latin typeface="Times New Roman" panose="02020603050405020304" pitchFamily="18" charset="0"/>
                </a:rPr>
                <a:t>等效电感</a:t>
              </a:r>
              <a:endParaRPr lang="zh-CN" altLang="en-US" sz="2000" b="1"/>
            </a:p>
          </p:txBody>
        </p:sp>
        <p:sp>
          <p:nvSpPr>
            <p:cNvPr id="342033" name="Oval 17"/>
            <p:cNvSpPr>
              <a:spLocks noChangeArrowheads="1"/>
            </p:cNvSpPr>
            <p:nvPr/>
          </p:nvSpPr>
          <p:spPr bwMode="auto">
            <a:xfrm>
              <a:off x="3679" y="1346"/>
              <a:ext cx="44"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2034" name="Oval 18"/>
            <p:cNvSpPr>
              <a:spLocks noChangeArrowheads="1"/>
            </p:cNvSpPr>
            <p:nvPr/>
          </p:nvSpPr>
          <p:spPr bwMode="auto">
            <a:xfrm>
              <a:off x="3675" y="2072"/>
              <a:ext cx="44"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42035" name="Group 19"/>
            <p:cNvGrpSpPr>
              <a:grpSpLocks/>
            </p:cNvGrpSpPr>
            <p:nvPr/>
          </p:nvGrpSpPr>
          <p:grpSpPr bwMode="auto">
            <a:xfrm rot="-5400000" flipH="1" flipV="1">
              <a:off x="4054" y="1700"/>
              <a:ext cx="356" cy="50"/>
              <a:chOff x="576" y="711"/>
              <a:chExt cx="384" cy="57"/>
            </a:xfrm>
          </p:grpSpPr>
          <p:sp>
            <p:nvSpPr>
              <p:cNvPr id="342036" name="Freeform 20"/>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37" name="Freeform 21"/>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38" name="Freeform 22"/>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39" name="Freeform 23"/>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grpSp>
        <p:nvGrpSpPr>
          <p:cNvPr id="342040" name="Group 24"/>
          <p:cNvGrpSpPr>
            <a:grpSpLocks/>
          </p:cNvGrpSpPr>
          <p:nvPr/>
        </p:nvGrpSpPr>
        <p:grpSpPr bwMode="auto">
          <a:xfrm>
            <a:off x="1908175" y="836613"/>
            <a:ext cx="4002088" cy="2100262"/>
            <a:chOff x="1680" y="816"/>
            <a:chExt cx="2521" cy="1323"/>
          </a:xfrm>
        </p:grpSpPr>
        <p:sp>
          <p:nvSpPr>
            <p:cNvPr id="342041" name="Text Box 25"/>
            <p:cNvSpPr txBox="1">
              <a:spLocks noChangeArrowheads="1"/>
            </p:cNvSpPr>
            <p:nvPr/>
          </p:nvSpPr>
          <p:spPr bwMode="auto">
            <a:xfrm>
              <a:off x="3792" y="1104"/>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n</a:t>
              </a:r>
              <a:endParaRPr lang="en-US" altLang="zh-CN" sz="2000" b="1"/>
            </a:p>
          </p:txBody>
        </p:sp>
        <p:sp>
          <p:nvSpPr>
            <p:cNvPr id="342042" name="Line 26"/>
            <p:cNvSpPr>
              <a:spLocks noChangeShapeType="1"/>
            </p:cNvSpPr>
            <p:nvPr/>
          </p:nvSpPr>
          <p:spPr bwMode="auto">
            <a:xfrm flipH="1" flipV="1">
              <a:off x="1902" y="1854"/>
              <a:ext cx="1351"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43" name="Text Box 27"/>
            <p:cNvSpPr txBox="1">
              <a:spLocks noChangeArrowheads="1"/>
            </p:cNvSpPr>
            <p:nvPr/>
          </p:nvSpPr>
          <p:spPr bwMode="auto">
            <a:xfrm>
              <a:off x="2399" y="1342"/>
              <a:ext cx="361"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L</a:t>
              </a:r>
              <a:r>
                <a:rPr lang="en-US" altLang="zh-CN" sz="2000" b="1" baseline="-25000">
                  <a:solidFill>
                    <a:srgbClr val="000000"/>
                  </a:solidFill>
                  <a:latin typeface="Times New Roman" panose="02020603050405020304" pitchFamily="18" charset="0"/>
                </a:rPr>
                <a:t>1</a:t>
              </a:r>
              <a:endParaRPr lang="en-US" altLang="zh-CN" sz="2000" b="1"/>
            </a:p>
          </p:txBody>
        </p:sp>
        <p:sp>
          <p:nvSpPr>
            <p:cNvPr id="342044" name="Text Box 28"/>
            <p:cNvSpPr txBox="1">
              <a:spLocks noChangeArrowheads="1"/>
            </p:cNvSpPr>
            <p:nvPr/>
          </p:nvSpPr>
          <p:spPr bwMode="auto">
            <a:xfrm>
              <a:off x="1694" y="1344"/>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latin typeface="Times New Roman" panose="02020603050405020304" pitchFamily="18" charset="0"/>
                </a:rPr>
                <a:t>u</a:t>
              </a:r>
              <a:endParaRPr lang="en-US" altLang="zh-CN" sz="2000" b="1"/>
            </a:p>
          </p:txBody>
        </p:sp>
        <p:sp>
          <p:nvSpPr>
            <p:cNvPr id="342045" name="Text Box 29"/>
            <p:cNvSpPr txBox="1">
              <a:spLocks noChangeArrowheads="1"/>
            </p:cNvSpPr>
            <p:nvPr/>
          </p:nvSpPr>
          <p:spPr bwMode="auto">
            <a:xfrm>
              <a:off x="1812" y="816"/>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endParaRPr lang="en-US" altLang="zh-CN" sz="2000" b="1"/>
            </a:p>
          </p:txBody>
        </p:sp>
        <p:sp>
          <p:nvSpPr>
            <p:cNvPr id="342046" name="Line 30"/>
            <p:cNvSpPr>
              <a:spLocks noChangeShapeType="1"/>
            </p:cNvSpPr>
            <p:nvPr/>
          </p:nvSpPr>
          <p:spPr bwMode="auto">
            <a:xfrm flipV="1">
              <a:off x="1907" y="1129"/>
              <a:ext cx="1358" cy="2"/>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2047" name="Text Box 31"/>
            <p:cNvSpPr txBox="1">
              <a:spLocks noChangeArrowheads="1"/>
            </p:cNvSpPr>
            <p:nvPr/>
          </p:nvSpPr>
          <p:spPr bwMode="auto">
            <a:xfrm>
              <a:off x="1681" y="1105"/>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2048" name="Text Box 32"/>
            <p:cNvSpPr txBox="1">
              <a:spLocks noChangeArrowheads="1"/>
            </p:cNvSpPr>
            <p:nvPr/>
          </p:nvSpPr>
          <p:spPr bwMode="auto">
            <a:xfrm>
              <a:off x="1680" y="1530"/>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2049" name="Line 33"/>
            <p:cNvSpPr>
              <a:spLocks noChangeShapeType="1"/>
            </p:cNvSpPr>
            <p:nvPr/>
          </p:nvSpPr>
          <p:spPr bwMode="auto">
            <a:xfrm>
              <a:off x="2388" y="1129"/>
              <a:ext cx="0" cy="1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50" name="Line 34"/>
            <p:cNvSpPr>
              <a:spLocks noChangeShapeType="1"/>
            </p:cNvSpPr>
            <p:nvPr/>
          </p:nvSpPr>
          <p:spPr bwMode="auto">
            <a:xfrm>
              <a:off x="2389" y="1670"/>
              <a:ext cx="0" cy="1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51" name="Line 35"/>
            <p:cNvSpPr>
              <a:spLocks noChangeShapeType="1"/>
            </p:cNvSpPr>
            <p:nvPr/>
          </p:nvSpPr>
          <p:spPr bwMode="auto">
            <a:xfrm>
              <a:off x="1928" y="1063"/>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2052" name="Line 36"/>
            <p:cNvSpPr>
              <a:spLocks noChangeShapeType="1"/>
            </p:cNvSpPr>
            <p:nvPr/>
          </p:nvSpPr>
          <p:spPr bwMode="auto">
            <a:xfrm rot="5400000">
              <a:off x="2372" y="1285"/>
              <a:ext cx="240"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2053" name="Text Box 37"/>
            <p:cNvSpPr txBox="1">
              <a:spLocks noChangeArrowheads="1"/>
            </p:cNvSpPr>
            <p:nvPr/>
          </p:nvSpPr>
          <p:spPr bwMode="auto">
            <a:xfrm>
              <a:off x="2389" y="1118"/>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r>
                <a:rPr lang="en-US" altLang="zh-CN" sz="2000" b="1" baseline="-25000">
                  <a:solidFill>
                    <a:srgbClr val="000000"/>
                  </a:solidFill>
                  <a:latin typeface="Times New Roman" panose="02020603050405020304" pitchFamily="18" charset="0"/>
                </a:rPr>
                <a:t>1</a:t>
              </a:r>
              <a:endParaRPr lang="en-US" altLang="zh-CN" sz="2000" b="1"/>
            </a:p>
          </p:txBody>
        </p:sp>
        <p:sp>
          <p:nvSpPr>
            <p:cNvPr id="342054" name="Text Box 38"/>
            <p:cNvSpPr txBox="1">
              <a:spLocks noChangeArrowheads="1"/>
            </p:cNvSpPr>
            <p:nvPr/>
          </p:nvSpPr>
          <p:spPr bwMode="auto">
            <a:xfrm>
              <a:off x="2965" y="1341"/>
              <a:ext cx="361"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L</a:t>
              </a:r>
              <a:r>
                <a:rPr lang="en-US" altLang="zh-CN" sz="2000" b="1" baseline="-25000">
                  <a:solidFill>
                    <a:srgbClr val="000000"/>
                  </a:solidFill>
                  <a:latin typeface="Times New Roman" panose="02020603050405020304" pitchFamily="18" charset="0"/>
                </a:rPr>
                <a:t>2</a:t>
              </a:r>
              <a:endParaRPr lang="en-US" altLang="zh-CN" sz="2000" b="1"/>
            </a:p>
          </p:txBody>
        </p:sp>
        <p:sp>
          <p:nvSpPr>
            <p:cNvPr id="342055" name="Line 39"/>
            <p:cNvSpPr>
              <a:spLocks noChangeShapeType="1"/>
            </p:cNvSpPr>
            <p:nvPr/>
          </p:nvSpPr>
          <p:spPr bwMode="auto">
            <a:xfrm>
              <a:off x="2954" y="1129"/>
              <a:ext cx="0" cy="1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56" name="Line 40"/>
            <p:cNvSpPr>
              <a:spLocks noChangeShapeType="1"/>
            </p:cNvSpPr>
            <p:nvPr/>
          </p:nvSpPr>
          <p:spPr bwMode="auto">
            <a:xfrm>
              <a:off x="2955" y="1664"/>
              <a:ext cx="0" cy="1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57" name="Line 41"/>
            <p:cNvSpPr>
              <a:spLocks noChangeShapeType="1"/>
            </p:cNvSpPr>
            <p:nvPr/>
          </p:nvSpPr>
          <p:spPr bwMode="auto">
            <a:xfrm rot="5400000">
              <a:off x="2946" y="1294"/>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2058" name="Text Box 42"/>
            <p:cNvSpPr txBox="1">
              <a:spLocks noChangeArrowheads="1"/>
            </p:cNvSpPr>
            <p:nvPr/>
          </p:nvSpPr>
          <p:spPr bwMode="auto">
            <a:xfrm>
              <a:off x="2955" y="1117"/>
              <a:ext cx="409" cy="25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i</a:t>
              </a:r>
              <a:r>
                <a:rPr lang="en-US" altLang="zh-CN" sz="2000" b="1" baseline="-25000">
                  <a:solidFill>
                    <a:srgbClr val="000000"/>
                  </a:solidFill>
                  <a:latin typeface="Times New Roman" panose="02020603050405020304" pitchFamily="18" charset="0"/>
                </a:rPr>
                <a:t>2</a:t>
              </a:r>
              <a:endParaRPr lang="en-US" altLang="zh-CN" sz="2000" b="1"/>
            </a:p>
          </p:txBody>
        </p:sp>
        <p:sp>
          <p:nvSpPr>
            <p:cNvPr id="342059" name="Text Box 43"/>
            <p:cNvSpPr txBox="1">
              <a:spLocks noChangeArrowheads="1"/>
            </p:cNvSpPr>
            <p:nvPr/>
          </p:nvSpPr>
          <p:spPr bwMode="auto">
            <a:xfrm>
              <a:off x="3809" y="1341"/>
              <a:ext cx="361"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solidFill>
                    <a:srgbClr val="000000"/>
                  </a:solidFill>
                  <a:latin typeface="Times New Roman" panose="02020603050405020304" pitchFamily="18" charset="0"/>
                </a:rPr>
                <a:t>L</a:t>
              </a:r>
              <a:r>
                <a:rPr lang="en-US" altLang="zh-CN" sz="2000" b="1" i="1" baseline="-25000">
                  <a:solidFill>
                    <a:srgbClr val="000000"/>
                  </a:solidFill>
                  <a:latin typeface="Times New Roman" panose="02020603050405020304" pitchFamily="18" charset="0"/>
                </a:rPr>
                <a:t>n</a:t>
              </a:r>
              <a:endParaRPr lang="en-US" altLang="zh-CN" sz="2000" b="1"/>
            </a:p>
          </p:txBody>
        </p:sp>
        <p:sp>
          <p:nvSpPr>
            <p:cNvPr id="342060" name="Line 44"/>
            <p:cNvSpPr>
              <a:spLocks noChangeShapeType="1"/>
            </p:cNvSpPr>
            <p:nvPr/>
          </p:nvSpPr>
          <p:spPr bwMode="auto">
            <a:xfrm>
              <a:off x="3798" y="1129"/>
              <a:ext cx="0" cy="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61" name="Line 45"/>
            <p:cNvSpPr>
              <a:spLocks noChangeShapeType="1"/>
            </p:cNvSpPr>
            <p:nvPr/>
          </p:nvSpPr>
          <p:spPr bwMode="auto">
            <a:xfrm>
              <a:off x="3799" y="1654"/>
              <a:ext cx="0" cy="1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62" name="Line 46"/>
            <p:cNvSpPr>
              <a:spLocks noChangeShapeType="1"/>
            </p:cNvSpPr>
            <p:nvPr/>
          </p:nvSpPr>
          <p:spPr bwMode="auto">
            <a:xfrm rot="5400000">
              <a:off x="3790" y="1275"/>
              <a:ext cx="2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42063" name="Line 47"/>
            <p:cNvSpPr>
              <a:spLocks noChangeShapeType="1"/>
            </p:cNvSpPr>
            <p:nvPr/>
          </p:nvSpPr>
          <p:spPr bwMode="auto">
            <a:xfrm>
              <a:off x="3551" y="1133"/>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64" name="Line 48"/>
            <p:cNvSpPr>
              <a:spLocks noChangeShapeType="1"/>
            </p:cNvSpPr>
            <p:nvPr/>
          </p:nvSpPr>
          <p:spPr bwMode="auto">
            <a:xfrm flipH="1">
              <a:off x="3581" y="1852"/>
              <a:ext cx="2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65" name="Line 49"/>
            <p:cNvSpPr>
              <a:spLocks noChangeShapeType="1"/>
            </p:cNvSpPr>
            <p:nvPr/>
          </p:nvSpPr>
          <p:spPr bwMode="auto">
            <a:xfrm>
              <a:off x="3292" y="1133"/>
              <a:ext cx="22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66" name="Line 50"/>
            <p:cNvSpPr>
              <a:spLocks noChangeShapeType="1"/>
            </p:cNvSpPr>
            <p:nvPr/>
          </p:nvSpPr>
          <p:spPr bwMode="auto">
            <a:xfrm>
              <a:off x="3283" y="1852"/>
              <a:ext cx="24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2067" name="Oval 51"/>
            <p:cNvSpPr>
              <a:spLocks noChangeArrowheads="1"/>
            </p:cNvSpPr>
            <p:nvPr/>
          </p:nvSpPr>
          <p:spPr bwMode="auto">
            <a:xfrm>
              <a:off x="1855" y="1106"/>
              <a:ext cx="44"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2068" name="Oval 52"/>
            <p:cNvSpPr>
              <a:spLocks noChangeArrowheads="1"/>
            </p:cNvSpPr>
            <p:nvPr/>
          </p:nvSpPr>
          <p:spPr bwMode="auto">
            <a:xfrm>
              <a:off x="1852" y="1832"/>
              <a:ext cx="43" cy="4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42069" name="Group 53"/>
            <p:cNvGrpSpPr>
              <a:grpSpLocks/>
            </p:cNvGrpSpPr>
            <p:nvPr/>
          </p:nvGrpSpPr>
          <p:grpSpPr bwMode="auto">
            <a:xfrm rot="-5400000" flipH="1" flipV="1">
              <a:off x="2233" y="1481"/>
              <a:ext cx="356" cy="50"/>
              <a:chOff x="576" y="711"/>
              <a:chExt cx="384" cy="57"/>
            </a:xfrm>
          </p:grpSpPr>
          <p:sp>
            <p:nvSpPr>
              <p:cNvPr id="342070" name="Freeform 54"/>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71" name="Freeform 55"/>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72" name="Freeform 56"/>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73" name="Freeform 57"/>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nvGrpSpPr>
            <p:cNvPr id="342074" name="Group 58"/>
            <p:cNvGrpSpPr>
              <a:grpSpLocks/>
            </p:cNvGrpSpPr>
            <p:nvPr/>
          </p:nvGrpSpPr>
          <p:grpSpPr bwMode="auto">
            <a:xfrm rot="-5400000" flipH="1" flipV="1">
              <a:off x="2800" y="1480"/>
              <a:ext cx="356" cy="51"/>
              <a:chOff x="576" y="711"/>
              <a:chExt cx="384" cy="57"/>
            </a:xfrm>
          </p:grpSpPr>
          <p:sp>
            <p:nvSpPr>
              <p:cNvPr id="342075" name="Freeform 59"/>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76" name="Freeform 60"/>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77" name="Freeform 61"/>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78" name="Freeform 62"/>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nvGrpSpPr>
            <p:cNvPr id="342079" name="Group 63"/>
            <p:cNvGrpSpPr>
              <a:grpSpLocks/>
            </p:cNvGrpSpPr>
            <p:nvPr/>
          </p:nvGrpSpPr>
          <p:grpSpPr bwMode="auto">
            <a:xfrm rot="-5400000" flipH="1" flipV="1">
              <a:off x="3639" y="1471"/>
              <a:ext cx="355" cy="51"/>
              <a:chOff x="576" y="711"/>
              <a:chExt cx="384" cy="57"/>
            </a:xfrm>
          </p:grpSpPr>
          <p:sp>
            <p:nvSpPr>
              <p:cNvPr id="342080" name="Freeform 64"/>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81" name="Freeform 65"/>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82" name="Freeform 66"/>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42083" name="Freeform 67"/>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
          <p:nvSpPr>
            <p:cNvPr id="342084" name="Text Box 68"/>
            <p:cNvSpPr txBox="1">
              <a:spLocks noChangeArrowheads="1"/>
            </p:cNvSpPr>
            <p:nvPr/>
          </p:nvSpPr>
          <p:spPr bwMode="auto">
            <a:xfrm>
              <a:off x="2084" y="1134"/>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2085" name="Text Box 69"/>
            <p:cNvSpPr txBox="1">
              <a:spLocks noChangeArrowheads="1"/>
            </p:cNvSpPr>
            <p:nvPr/>
          </p:nvSpPr>
          <p:spPr bwMode="auto">
            <a:xfrm>
              <a:off x="2093" y="1549"/>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2086" name="Text Box 70"/>
            <p:cNvSpPr txBox="1">
              <a:spLocks noChangeArrowheads="1"/>
            </p:cNvSpPr>
            <p:nvPr/>
          </p:nvSpPr>
          <p:spPr bwMode="auto">
            <a:xfrm>
              <a:off x="2650" y="1558"/>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2087" name="Text Box 71"/>
            <p:cNvSpPr txBox="1">
              <a:spLocks noChangeArrowheads="1"/>
            </p:cNvSpPr>
            <p:nvPr/>
          </p:nvSpPr>
          <p:spPr bwMode="auto">
            <a:xfrm>
              <a:off x="2641" y="1134"/>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2088" name="Text Box 72"/>
            <p:cNvSpPr txBox="1">
              <a:spLocks noChangeArrowheads="1"/>
            </p:cNvSpPr>
            <p:nvPr/>
          </p:nvSpPr>
          <p:spPr bwMode="auto">
            <a:xfrm>
              <a:off x="3466" y="1106"/>
              <a:ext cx="396" cy="282"/>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a:t>
              </a:r>
              <a:endParaRPr lang="en-US" altLang="zh-CN" sz="2000" b="1"/>
            </a:p>
          </p:txBody>
        </p:sp>
        <p:sp>
          <p:nvSpPr>
            <p:cNvPr id="342089" name="Text Box 73"/>
            <p:cNvSpPr txBox="1">
              <a:spLocks noChangeArrowheads="1"/>
            </p:cNvSpPr>
            <p:nvPr/>
          </p:nvSpPr>
          <p:spPr bwMode="auto">
            <a:xfrm>
              <a:off x="3475" y="1558"/>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a:latin typeface="Times New Roman" panose="02020603050405020304" pitchFamily="18" charset="0"/>
                </a:rPr>
                <a:t>_</a:t>
              </a:r>
              <a:endParaRPr lang="en-US" altLang="zh-CN" sz="2000" b="1"/>
            </a:p>
          </p:txBody>
        </p:sp>
        <p:sp>
          <p:nvSpPr>
            <p:cNvPr id="342090" name="Text Box 74"/>
            <p:cNvSpPr txBox="1">
              <a:spLocks noChangeArrowheads="1"/>
            </p:cNvSpPr>
            <p:nvPr/>
          </p:nvSpPr>
          <p:spPr bwMode="auto">
            <a:xfrm>
              <a:off x="2069" y="1334"/>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latin typeface="Times New Roman" panose="02020603050405020304" pitchFamily="18" charset="0"/>
                </a:rPr>
                <a:t>u</a:t>
              </a:r>
              <a:r>
                <a:rPr lang="en-US" altLang="zh-CN" sz="2000" b="1" baseline="-25000">
                  <a:latin typeface="Times New Roman" panose="02020603050405020304" pitchFamily="18" charset="0"/>
                </a:rPr>
                <a:t>1</a:t>
              </a:r>
              <a:endParaRPr lang="en-US" altLang="zh-CN" sz="2000" b="1"/>
            </a:p>
          </p:txBody>
        </p:sp>
        <p:sp>
          <p:nvSpPr>
            <p:cNvPr id="342091" name="Text Box 75"/>
            <p:cNvSpPr txBox="1">
              <a:spLocks noChangeArrowheads="1"/>
            </p:cNvSpPr>
            <p:nvPr/>
          </p:nvSpPr>
          <p:spPr bwMode="auto">
            <a:xfrm>
              <a:off x="2635" y="1334"/>
              <a:ext cx="395"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latin typeface="Times New Roman" panose="02020603050405020304" pitchFamily="18" charset="0"/>
                </a:rPr>
                <a:t>u</a:t>
              </a:r>
              <a:r>
                <a:rPr lang="en-US" altLang="zh-CN" sz="2000" b="1" baseline="-25000">
                  <a:latin typeface="Times New Roman" panose="02020603050405020304" pitchFamily="18" charset="0"/>
                </a:rPr>
                <a:t>2</a:t>
              </a:r>
              <a:endParaRPr lang="en-US" altLang="zh-CN" sz="2000" b="1"/>
            </a:p>
          </p:txBody>
        </p:sp>
        <p:sp>
          <p:nvSpPr>
            <p:cNvPr id="342092" name="Text Box 76"/>
            <p:cNvSpPr txBox="1">
              <a:spLocks noChangeArrowheads="1"/>
            </p:cNvSpPr>
            <p:nvPr/>
          </p:nvSpPr>
          <p:spPr bwMode="auto">
            <a:xfrm>
              <a:off x="3460" y="1334"/>
              <a:ext cx="396" cy="283"/>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spcBef>
                  <a:spcPct val="50000"/>
                </a:spcBef>
              </a:pPr>
              <a:r>
                <a:rPr lang="en-US" altLang="zh-CN" sz="2000" b="1" i="1">
                  <a:latin typeface="Times New Roman" panose="02020603050405020304" pitchFamily="18" charset="0"/>
                </a:rPr>
                <a:t>u</a:t>
              </a:r>
              <a:r>
                <a:rPr lang="en-US" altLang="zh-CN" sz="2000" b="1" i="1" baseline="-25000">
                  <a:latin typeface="Times New Roman" panose="02020603050405020304" pitchFamily="18" charset="0"/>
                </a:rPr>
                <a:t>n</a:t>
              </a:r>
              <a:endParaRPr lang="en-US" altLang="zh-CN" sz="2000" b="1"/>
            </a:p>
          </p:txBody>
        </p:sp>
        <p:sp>
          <p:nvSpPr>
            <p:cNvPr id="342093" name="Text Box 77"/>
            <p:cNvSpPr txBox="1">
              <a:spLocks noChangeArrowheads="1"/>
            </p:cNvSpPr>
            <p:nvPr/>
          </p:nvSpPr>
          <p:spPr bwMode="auto">
            <a:xfrm>
              <a:off x="2256" y="1872"/>
              <a:ext cx="1392" cy="267"/>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spcBef>
                  <a:spcPct val="50000"/>
                </a:spcBef>
              </a:pPr>
              <a:r>
                <a:rPr lang="en-US" altLang="zh-CN" sz="2000" b="1" i="1">
                  <a:latin typeface="Times New Roman" panose="02020603050405020304" pitchFamily="18" charset="0"/>
                </a:rPr>
                <a:t>n</a:t>
              </a:r>
              <a:r>
                <a:rPr lang="zh-CN" altLang="en-US" sz="2000" b="1">
                  <a:latin typeface="Times New Roman" panose="02020603050405020304" pitchFamily="18" charset="0"/>
                </a:rPr>
                <a:t>个电感并联</a:t>
              </a:r>
              <a:endParaRPr lang="zh-CN" altLang="en-US" sz="2000" b="1"/>
            </a:p>
          </p:txBody>
        </p:sp>
      </p:grpSp>
      <p:graphicFrame>
        <p:nvGraphicFramePr>
          <p:cNvPr id="342094" name="Object 78"/>
          <p:cNvGraphicFramePr>
            <a:graphicFrameLocks noChangeAspect="1"/>
          </p:cNvGraphicFramePr>
          <p:nvPr/>
        </p:nvGraphicFramePr>
        <p:xfrm>
          <a:off x="823913" y="3563938"/>
          <a:ext cx="3176587" cy="411162"/>
        </p:xfrm>
        <a:graphic>
          <a:graphicData uri="http://schemas.openxmlformats.org/presentationml/2006/ole">
            <mc:AlternateContent xmlns:mc="http://schemas.openxmlformats.org/markup-compatibility/2006">
              <mc:Choice xmlns:v="urn:schemas-microsoft-com:vml" Requires="v">
                <p:oleObj name="Equation" r:id="rId3" imgW="1765080" imgH="228600" progId="Equation.DSMT4">
                  <p:embed/>
                </p:oleObj>
              </mc:Choice>
              <mc:Fallback>
                <p:oleObj name="Equation" r:id="rId3" imgW="1765080" imgH="228600" progId="Equation.DSMT4">
                  <p:embed/>
                  <p:pic>
                    <p:nvPicPr>
                      <p:cNvPr id="342094" name="Object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913" y="3563938"/>
                        <a:ext cx="3176587"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2095" name="Object 79"/>
          <p:cNvGraphicFramePr>
            <a:graphicFrameLocks noChangeAspect="1"/>
          </p:cNvGraphicFramePr>
          <p:nvPr/>
        </p:nvGraphicFramePr>
        <p:xfrm>
          <a:off x="1128713" y="5545138"/>
          <a:ext cx="2605087" cy="822325"/>
        </p:xfrm>
        <a:graphic>
          <a:graphicData uri="http://schemas.openxmlformats.org/presentationml/2006/ole">
            <mc:AlternateContent xmlns:mc="http://schemas.openxmlformats.org/markup-compatibility/2006">
              <mc:Choice xmlns:v="urn:schemas-microsoft-com:vml" Requires="v">
                <p:oleObj name="Equation" r:id="rId5" imgW="1447560" imgH="457200" progId="Equation.DSMT4">
                  <p:embed/>
                </p:oleObj>
              </mc:Choice>
              <mc:Fallback>
                <p:oleObj name="Equation" r:id="rId5" imgW="1447560" imgH="457200" progId="Equation.DSMT4">
                  <p:embed/>
                  <p:pic>
                    <p:nvPicPr>
                      <p:cNvPr id="342095" name="Object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8713" y="5545138"/>
                        <a:ext cx="2605087"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2096" name="Rectangle 80"/>
          <p:cNvSpPr>
            <a:spLocks noChangeArrowheads="1"/>
          </p:cNvSpPr>
          <p:nvPr/>
        </p:nvSpPr>
        <p:spPr bwMode="auto">
          <a:xfrm>
            <a:off x="468313" y="3068638"/>
            <a:ext cx="6053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a:latin typeface="Times New Roman" panose="02020603050405020304" pitchFamily="18" charset="0"/>
                <a:cs typeface="Times New Roman" panose="02020603050405020304" pitchFamily="18" charset="0"/>
              </a:rPr>
              <a:t>根据</a:t>
            </a:r>
            <a:r>
              <a:rPr lang="en-US" altLang="zh-CN" sz="2400" b="1">
                <a:latin typeface="Times New Roman" panose="02020603050405020304" pitchFamily="18" charset="0"/>
                <a:cs typeface="Times New Roman" panose="02020603050405020304" pitchFamily="18" charset="0"/>
              </a:rPr>
              <a:t>KCL</a:t>
            </a:r>
            <a:r>
              <a:rPr lang="zh-CN" altLang="en-US" sz="2400" b="1">
                <a:latin typeface="Times New Roman" panose="02020603050405020304" pitchFamily="18" charset="0"/>
                <a:cs typeface="Times New Roman" panose="02020603050405020304" pitchFamily="18" charset="0"/>
              </a:rPr>
              <a:t>及电感的电压与电流的关系式，有</a:t>
            </a:r>
            <a:endParaRPr lang="zh-CN" altLang="en-US" sz="2400" b="1"/>
          </a:p>
        </p:txBody>
      </p:sp>
      <p:graphicFrame>
        <p:nvGraphicFramePr>
          <p:cNvPr id="342097" name="Object 81"/>
          <p:cNvGraphicFramePr>
            <a:graphicFrameLocks noChangeAspect="1"/>
          </p:cNvGraphicFramePr>
          <p:nvPr/>
        </p:nvGraphicFramePr>
        <p:xfrm>
          <a:off x="1281113" y="4756150"/>
          <a:ext cx="6284912" cy="800100"/>
        </p:xfrm>
        <a:graphic>
          <a:graphicData uri="http://schemas.openxmlformats.org/presentationml/2006/ole">
            <mc:AlternateContent xmlns:mc="http://schemas.openxmlformats.org/markup-compatibility/2006">
              <mc:Choice xmlns:v="urn:schemas-microsoft-com:vml" Requires="v">
                <p:oleObj name="Equation" r:id="rId7" imgW="3492360" imgH="444240" progId="Equation.DSMT4">
                  <p:embed/>
                </p:oleObj>
              </mc:Choice>
              <mc:Fallback>
                <p:oleObj name="Equation" r:id="rId7" imgW="3492360" imgH="444240" progId="Equation.DSMT4">
                  <p:embed/>
                  <p:pic>
                    <p:nvPicPr>
                      <p:cNvPr id="342097" name="Object 8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1113" y="4756150"/>
                        <a:ext cx="6284912"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2098" name="AutoShape 82"/>
          <p:cNvSpPr>
            <a:spLocks noChangeArrowheads="1"/>
          </p:cNvSpPr>
          <p:nvPr/>
        </p:nvSpPr>
        <p:spPr bwMode="auto">
          <a:xfrm>
            <a:off x="6099175" y="1751013"/>
            <a:ext cx="457200" cy="228600"/>
          </a:xfrm>
          <a:prstGeom prst="rightArrow">
            <a:avLst>
              <a:gd name="adj1" fmla="val 50000"/>
              <a:gd name="adj2" fmla="val 50000"/>
            </a:avLst>
          </a:prstGeom>
          <a:solidFill>
            <a:srgbClr val="33CC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42099" name="Object 83"/>
          <p:cNvGraphicFramePr>
            <a:graphicFrameLocks noGrp="1" noChangeAspect="1"/>
          </p:cNvGraphicFramePr>
          <p:nvPr>
            <p:ph idx="1"/>
          </p:nvPr>
        </p:nvGraphicFramePr>
        <p:xfrm>
          <a:off x="1292225" y="4005263"/>
          <a:ext cx="7808913" cy="798512"/>
        </p:xfrm>
        <a:graphic>
          <a:graphicData uri="http://schemas.openxmlformats.org/presentationml/2006/ole">
            <mc:AlternateContent xmlns:mc="http://schemas.openxmlformats.org/markup-compatibility/2006">
              <mc:Choice xmlns:v="urn:schemas-microsoft-com:vml" Requires="v">
                <p:oleObj name="Equation" r:id="rId9" imgW="4343400" imgH="444240" progId="Equation.DSMT4">
                  <p:embed/>
                </p:oleObj>
              </mc:Choice>
              <mc:Fallback>
                <p:oleObj name="Equation" r:id="rId9" imgW="4343400" imgH="444240" progId="Equation.DSMT4">
                  <p:embed/>
                  <p:pic>
                    <p:nvPicPr>
                      <p:cNvPr id="342099" name="Object 8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2225" y="4005263"/>
                        <a:ext cx="7808913" cy="79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 name="文本框 1"/>
              <p:cNvSpPr txBox="1"/>
              <p:nvPr/>
            </p:nvSpPr>
            <p:spPr>
              <a:xfrm>
                <a:off x="5368131" y="5445273"/>
                <a:ext cx="3528402" cy="1033168"/>
              </a:xfrm>
              <a:prstGeom prst="rect">
                <a:avLst/>
              </a:prstGeom>
              <a:noFill/>
            </p:spPr>
            <p:txBody>
              <a:bodyPr wrap="none" lIns="0" tIns="0" rIns="0" bIns="0" rtlCol="0">
                <a:spAutoFit/>
              </a:bodyPr>
              <a:lstStyle/>
              <a:p>
                <a14:m>
                  <m:oMath xmlns:m="http://schemas.openxmlformats.org/officeDocument/2006/math">
                    <m:r>
                      <a:rPr lang="zh-CN" altLang="en-US" i="1" smtClean="0">
                        <a:latin typeface="Cambria Math" panose="02040503050406030204" pitchFamily="18" charset="0"/>
                      </a:rPr>
                      <m:t>等效</m:t>
                    </m:r>
                  </m:oMath>
                </a14:m>
                <a:r>
                  <a:rPr lang="zh-CN" altLang="en-US" dirty="0"/>
                  <a:t>电感初始电流</a:t>
                </a:r>
                <a:endParaRPr lang="en-US" altLang="zh-CN" dirty="0"/>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𝑖</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0</m:t>
                              </m:r>
                            </m:e>
                            <m:sub>
                              <m:r>
                                <a:rPr lang="en-US" altLang="zh-CN" b="0" i="1" smtClean="0">
                                  <a:latin typeface="Cambria Math" panose="02040503050406030204" pitchFamily="18" charset="0"/>
                                </a:rPr>
                                <m:t>+</m:t>
                              </m:r>
                            </m:sub>
                          </m:sSub>
                        </m:e>
                      </m:d>
                      <m:r>
                        <a:rPr lang="en-US" altLang="zh-CN" b="0" i="1" smtClean="0">
                          <a:latin typeface="Cambria Math" panose="02040503050406030204" pitchFamily="18" charset="0"/>
                          <a:ea typeface="Cambria Math" panose="02040503050406030204" pitchFamily="18" charset="0"/>
                        </a:rPr>
                        <m:t>=</m:t>
                      </m:r>
                      <m:nary>
                        <m:naryPr>
                          <m:chr m:val="∑"/>
                          <m:ctrlPr>
                            <a:rPr lang="en-US" altLang="zh-CN" b="0"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𝑛</m:t>
                          </m:r>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𝑖</m:t>
                              </m:r>
                            </m:e>
                            <m:sub>
                              <m:r>
                                <a:rPr lang="en-US" altLang="zh-CN" b="0" i="1" smtClean="0">
                                  <a:latin typeface="Cambria Math" panose="02040503050406030204" pitchFamily="18" charset="0"/>
                                  <a:ea typeface="Cambria Math" panose="02040503050406030204" pitchFamily="18" charset="0"/>
                                </a:rPr>
                                <m:t>𝑘</m:t>
                              </m:r>
                            </m:sub>
                          </m:sSub>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0</m:t>
                                  </m:r>
                                </m:e>
                                <m:sub>
                                  <m:r>
                                    <a:rPr lang="en-US" altLang="zh-CN" b="0" i="1" smtClean="0">
                                      <a:latin typeface="Cambria Math" panose="02040503050406030204" pitchFamily="18" charset="0"/>
                                      <a:ea typeface="Cambria Math" panose="02040503050406030204" pitchFamily="18" charset="0"/>
                                    </a:rPr>
                                    <m:t>+</m:t>
                                  </m:r>
                                </m:sub>
                              </m:sSub>
                            </m:e>
                          </m:d>
                        </m:e>
                      </m:nary>
                      <m:r>
                        <a:rPr lang="en-US" altLang="zh-CN" i="1">
                          <a:latin typeface="Cambria Math" panose="02040503050406030204" pitchFamily="18" charset="0"/>
                          <a:ea typeface="Cambria Math" panose="02040503050406030204" pitchFamily="18" charset="0"/>
                        </a:rPr>
                        <m:t>=</m:t>
                      </m:r>
                      <m:nary>
                        <m:naryPr>
                          <m:chr m:val="∑"/>
                          <m:ctrlPr>
                            <a:rPr lang="en-US" altLang="zh-CN" i="1">
                              <a:latin typeface="Cambria Math" panose="02040503050406030204" pitchFamily="18" charset="0"/>
                              <a:ea typeface="Cambria Math" panose="02040503050406030204" pitchFamily="18" charset="0"/>
                            </a:rPr>
                          </m:ctrlPr>
                        </m:naryPr>
                        <m:sub>
                          <m:r>
                            <m:rPr>
                              <m:brk m:alnAt="23"/>
                            </m:rPr>
                            <a:rPr lang="en-US" altLang="zh-CN" i="1">
                              <a:latin typeface="Cambria Math" panose="02040503050406030204" pitchFamily="18" charset="0"/>
                              <a:ea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𝑛</m:t>
                          </m:r>
                        </m:sup>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𝑖</m:t>
                              </m:r>
                            </m:e>
                            <m:sub>
                              <m:r>
                                <a:rPr lang="en-US" altLang="zh-CN" i="1">
                                  <a:latin typeface="Cambria Math" panose="02040503050406030204" pitchFamily="18" charset="0"/>
                                  <a:ea typeface="Cambria Math" panose="02040503050406030204" pitchFamily="18" charset="0"/>
                                </a:rPr>
                                <m:t>𝑘</m:t>
                              </m:r>
                            </m:sub>
                          </m:sSub>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0</m:t>
                                  </m:r>
                                </m:e>
                                <m:sub>
                                  <m:r>
                                    <a:rPr lang="en-US" altLang="zh-CN" b="0" i="1" smtClean="0">
                                      <a:latin typeface="Cambria Math" panose="02040503050406030204" pitchFamily="18" charset="0"/>
                                      <a:ea typeface="Cambria Math" panose="02040503050406030204" pitchFamily="18" charset="0"/>
                                    </a:rPr>
                                    <m:t>−</m:t>
                                  </m:r>
                                </m:sub>
                              </m:sSub>
                            </m:e>
                          </m:d>
                        </m:e>
                      </m:nary>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5368131" y="5445273"/>
                <a:ext cx="3528402" cy="1033168"/>
              </a:xfrm>
              <a:prstGeom prst="rect">
                <a:avLst/>
              </a:prstGeom>
              <a:blipFill>
                <a:blip r:embed="rId12"/>
                <a:stretch>
                  <a:fillRect l="-2249" t="-8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96917" y="5388531"/>
                <a:ext cx="1107996" cy="369332"/>
              </a:xfrm>
              <a:prstGeom prst="rect">
                <a:avLst/>
              </a:prstGeom>
            </p:spPr>
            <p:txBody>
              <a:bodyPr wrap="none">
                <a:spAutoFit/>
              </a:bodyPr>
              <a:lstStyle/>
              <a:p>
                <a14:m>
                  <m:oMath xmlns:m="http://schemas.openxmlformats.org/officeDocument/2006/math">
                    <m:r>
                      <a:rPr lang="zh-CN" altLang="en-US" i="1">
                        <a:latin typeface="Cambria Math" panose="02040503050406030204" pitchFamily="18" charset="0"/>
                      </a:rPr>
                      <m:t>等效</m:t>
                    </m:r>
                  </m:oMath>
                </a14:m>
                <a:r>
                  <a:rPr lang="zh-CN" altLang="en-US" dirty="0"/>
                  <a:t>电感</a:t>
                </a:r>
              </a:p>
            </p:txBody>
          </p:sp>
        </mc:Choice>
        <mc:Fallback xmlns="">
          <p:sp>
            <p:nvSpPr>
              <p:cNvPr id="3" name="矩形 2"/>
              <p:cNvSpPr>
                <a:spLocks noRot="1" noChangeAspect="1" noMove="1" noResize="1" noEditPoints="1" noAdjustHandles="1" noChangeArrowheads="1" noChangeShapeType="1" noTextEdit="1"/>
              </p:cNvSpPr>
              <p:nvPr/>
            </p:nvSpPr>
            <p:spPr>
              <a:xfrm>
                <a:off x="96917" y="5388531"/>
                <a:ext cx="1107996" cy="369332"/>
              </a:xfrm>
              <a:prstGeom prst="rect">
                <a:avLst/>
              </a:prstGeom>
              <a:blipFill>
                <a:blip r:embed="rId13"/>
                <a:stretch>
                  <a:fillRect t="-13115" r="-3297" b="-213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39413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42040"/>
                                        </p:tgtEl>
                                        <p:attrNameLst>
                                          <p:attrName>style.visibility</p:attrName>
                                        </p:attrNameLst>
                                      </p:cBhvr>
                                      <p:to>
                                        <p:strVal val="visible"/>
                                      </p:to>
                                    </p:set>
                                    <p:anim calcmode="lin" valueType="num">
                                      <p:cBhvr>
                                        <p:cTn id="7" dur="500" fill="hold"/>
                                        <p:tgtEl>
                                          <p:spTgt spid="342040"/>
                                        </p:tgtEl>
                                        <p:attrNameLst>
                                          <p:attrName>ppt_w</p:attrName>
                                        </p:attrNameLst>
                                      </p:cBhvr>
                                      <p:tavLst>
                                        <p:tav tm="0">
                                          <p:val>
                                            <p:fltVal val="0"/>
                                          </p:val>
                                        </p:tav>
                                        <p:tav tm="100000">
                                          <p:val>
                                            <p:strVal val="#ppt_w"/>
                                          </p:val>
                                        </p:tav>
                                      </p:tavLst>
                                    </p:anim>
                                    <p:anim calcmode="lin" valueType="num">
                                      <p:cBhvr>
                                        <p:cTn id="8" dur="500" fill="hold"/>
                                        <p:tgtEl>
                                          <p:spTgt spid="34204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342096"/>
                                        </p:tgtEl>
                                        <p:attrNameLst>
                                          <p:attrName>style.visibility</p:attrName>
                                        </p:attrNameLst>
                                      </p:cBhvr>
                                      <p:to>
                                        <p:strVal val="visible"/>
                                      </p:to>
                                    </p:set>
                                    <p:animEffect transition="in" filter="slide(fromTop)">
                                      <p:cBhvr>
                                        <p:cTn id="13" dur="500"/>
                                        <p:tgtEl>
                                          <p:spTgt spid="34209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42094"/>
                                        </p:tgtEl>
                                        <p:attrNameLst>
                                          <p:attrName>style.visibility</p:attrName>
                                        </p:attrNameLst>
                                      </p:cBhvr>
                                      <p:to>
                                        <p:strVal val="visible"/>
                                      </p:to>
                                    </p:set>
                                    <p:animEffect transition="in" filter="blinds(horizontal)">
                                      <p:cBhvr>
                                        <p:cTn id="18" dur="500"/>
                                        <p:tgtEl>
                                          <p:spTgt spid="34209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1" fill="hold" nodeType="clickEffect">
                                  <p:stCondLst>
                                    <p:cond delay="0"/>
                                  </p:stCondLst>
                                  <p:childTnLst>
                                    <p:set>
                                      <p:cBhvr>
                                        <p:cTn id="22" dur="1" fill="hold">
                                          <p:stCondLst>
                                            <p:cond delay="0"/>
                                          </p:stCondLst>
                                        </p:cTn>
                                        <p:tgtEl>
                                          <p:spTgt spid="342099"/>
                                        </p:tgtEl>
                                        <p:attrNameLst>
                                          <p:attrName>style.visibility</p:attrName>
                                        </p:attrNameLst>
                                      </p:cBhvr>
                                      <p:to>
                                        <p:strVal val="visible"/>
                                      </p:to>
                                    </p:set>
                                    <p:animEffect transition="in" filter="slide(fromTop)">
                                      <p:cBhvr>
                                        <p:cTn id="23" dur="500"/>
                                        <p:tgtEl>
                                          <p:spTgt spid="34209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1" fill="hold" nodeType="clickEffect">
                                  <p:stCondLst>
                                    <p:cond delay="0"/>
                                  </p:stCondLst>
                                  <p:childTnLst>
                                    <p:set>
                                      <p:cBhvr>
                                        <p:cTn id="27" dur="1" fill="hold">
                                          <p:stCondLst>
                                            <p:cond delay="0"/>
                                          </p:stCondLst>
                                        </p:cTn>
                                        <p:tgtEl>
                                          <p:spTgt spid="342097"/>
                                        </p:tgtEl>
                                        <p:attrNameLst>
                                          <p:attrName>style.visibility</p:attrName>
                                        </p:attrNameLst>
                                      </p:cBhvr>
                                      <p:to>
                                        <p:strVal val="visible"/>
                                      </p:to>
                                    </p:set>
                                    <p:animEffect transition="in" filter="slide(fromTop)">
                                      <p:cBhvr>
                                        <p:cTn id="28" dur="500"/>
                                        <p:tgtEl>
                                          <p:spTgt spid="34209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1" fill="hold" nodeType="clickEffect">
                                  <p:stCondLst>
                                    <p:cond delay="0"/>
                                  </p:stCondLst>
                                  <p:childTnLst>
                                    <p:set>
                                      <p:cBhvr>
                                        <p:cTn id="32" dur="1" fill="hold">
                                          <p:stCondLst>
                                            <p:cond delay="0"/>
                                          </p:stCondLst>
                                        </p:cTn>
                                        <p:tgtEl>
                                          <p:spTgt spid="342095"/>
                                        </p:tgtEl>
                                        <p:attrNameLst>
                                          <p:attrName>style.visibility</p:attrName>
                                        </p:attrNameLst>
                                      </p:cBhvr>
                                      <p:to>
                                        <p:strVal val="visible"/>
                                      </p:to>
                                    </p:set>
                                    <p:animEffect transition="in" filter="slide(fromTop)">
                                      <p:cBhvr>
                                        <p:cTn id="33" dur="500"/>
                                        <p:tgtEl>
                                          <p:spTgt spid="34209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342021"/>
                                        </p:tgtEl>
                                        <p:attrNameLst>
                                          <p:attrName>style.visibility</p:attrName>
                                        </p:attrNameLst>
                                      </p:cBhvr>
                                      <p:to>
                                        <p:strVal val="visible"/>
                                      </p:to>
                                    </p:set>
                                    <p:animEffect transition="in" filter="wipe(left)">
                                      <p:cBhvr>
                                        <p:cTn id="38" dur="500"/>
                                        <p:tgtEl>
                                          <p:spTgt spid="342021"/>
                                        </p:tgtEl>
                                      </p:cBhvr>
                                    </p:animEffect>
                                  </p:childTnLst>
                                </p:cTn>
                              </p:par>
                              <p:par>
                                <p:cTn id="39" presetID="22" presetClass="entr" presetSubtype="8" fill="hold" nodeType="withEffect">
                                  <p:stCondLst>
                                    <p:cond delay="0"/>
                                  </p:stCondLst>
                                  <p:childTnLst>
                                    <p:set>
                                      <p:cBhvr>
                                        <p:cTn id="40" dur="1" fill="hold">
                                          <p:stCondLst>
                                            <p:cond delay="0"/>
                                          </p:stCondLst>
                                        </p:cTn>
                                        <p:tgtEl>
                                          <p:spTgt spid="342098"/>
                                        </p:tgtEl>
                                        <p:attrNameLst>
                                          <p:attrName>style.visibility</p:attrName>
                                        </p:attrNameLst>
                                      </p:cBhvr>
                                      <p:to>
                                        <p:strVal val="visible"/>
                                      </p:to>
                                    </p:set>
                                    <p:animEffect transition="in" filter="wipe(left)">
                                      <p:cBhvr>
                                        <p:cTn id="41" dur="500"/>
                                        <p:tgtEl>
                                          <p:spTgt spid="342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96"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4068" name="Object 4"/>
          <p:cNvGraphicFramePr>
            <a:graphicFrameLocks noChangeAspect="1"/>
          </p:cNvGraphicFramePr>
          <p:nvPr/>
        </p:nvGraphicFramePr>
        <p:xfrm>
          <a:off x="2819400" y="1066800"/>
          <a:ext cx="3000375" cy="914400"/>
        </p:xfrm>
        <a:graphic>
          <a:graphicData uri="http://schemas.openxmlformats.org/presentationml/2006/ole">
            <mc:AlternateContent xmlns:mc="http://schemas.openxmlformats.org/markup-compatibility/2006">
              <mc:Choice xmlns:v="urn:schemas-microsoft-com:vml" Requires="v">
                <p:oleObj name="Equation" r:id="rId3" imgW="1498320" imgH="457200" progId="Equation.DSMT4">
                  <p:embed/>
                </p:oleObj>
              </mc:Choice>
              <mc:Fallback>
                <p:oleObj name="Equation" r:id="rId3" imgW="1498320" imgH="457200" progId="Equation.DSMT4">
                  <p:embed/>
                  <p:pic>
                    <p:nvPicPr>
                      <p:cNvPr id="34406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1066800"/>
                        <a:ext cx="3000375"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4069" name="Object 5"/>
          <p:cNvGraphicFramePr>
            <a:graphicFrameLocks noChangeAspect="1"/>
          </p:cNvGraphicFramePr>
          <p:nvPr/>
        </p:nvGraphicFramePr>
        <p:xfrm>
          <a:off x="1691680" y="4869160"/>
          <a:ext cx="1709738" cy="885825"/>
        </p:xfrm>
        <a:graphic>
          <a:graphicData uri="http://schemas.openxmlformats.org/presentationml/2006/ole">
            <mc:AlternateContent xmlns:mc="http://schemas.openxmlformats.org/markup-compatibility/2006">
              <mc:Choice xmlns:v="urn:schemas-microsoft-com:vml" Requires="v">
                <p:oleObj name="Equation" r:id="rId5" imgW="863280" imgH="444240" progId="Equation.DSMT4">
                  <p:embed/>
                </p:oleObj>
              </mc:Choice>
              <mc:Fallback>
                <p:oleObj name="Equation" r:id="rId5" imgW="863280" imgH="444240" progId="Equation.DSMT4">
                  <p:embed/>
                  <p:pic>
                    <p:nvPicPr>
                      <p:cNvPr id="34406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1680" y="4869160"/>
                        <a:ext cx="1709738"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4070" name="Rectangle 6"/>
          <p:cNvSpPr>
            <a:spLocks noChangeArrowheads="1"/>
          </p:cNvSpPr>
          <p:nvPr/>
        </p:nvSpPr>
        <p:spPr bwMode="auto">
          <a:xfrm>
            <a:off x="533400" y="4572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400" b="1">
                <a:latin typeface="Times New Roman" panose="02020603050405020304" pitchFamily="18" charset="0"/>
                <a:cs typeface="Times New Roman" panose="02020603050405020304" pitchFamily="18" charset="0"/>
              </a:rPr>
              <a:t>等效电感</a:t>
            </a:r>
            <a:r>
              <a:rPr lang="zh-CN" altLang="en-US" sz="2400" b="1"/>
              <a:t>与各电感的关系式为</a:t>
            </a:r>
          </a:p>
        </p:txBody>
      </p:sp>
      <p:sp>
        <p:nvSpPr>
          <p:cNvPr id="344071" name="Rectangle 7"/>
          <p:cNvSpPr>
            <a:spLocks noChangeArrowheads="1"/>
          </p:cNvSpPr>
          <p:nvPr/>
        </p:nvSpPr>
        <p:spPr bwMode="auto">
          <a:xfrm>
            <a:off x="685800" y="3200400"/>
            <a:ext cx="7467600" cy="822325"/>
          </a:xfrm>
          <a:prstGeom prst="rect">
            <a:avLst/>
          </a:prstGeom>
          <a:solidFill>
            <a:srgbClr val="CC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901700" indent="-901700">
              <a:defRPr>
                <a:solidFill>
                  <a:schemeClr val="tx1"/>
                </a:solidFill>
                <a:latin typeface="Arial" panose="020B0604020202020204" pitchFamily="34" charset="0"/>
                <a:ea typeface="宋体" panose="02010600030101010101" pitchFamily="2" charset="-122"/>
              </a:defRPr>
            </a:lvl1pPr>
            <a:lvl2pPr marL="1081088">
              <a:defRPr>
                <a:solidFill>
                  <a:schemeClr val="tx1"/>
                </a:solidFill>
                <a:latin typeface="Arial" panose="020B0604020202020204" pitchFamily="34" charset="0"/>
                <a:ea typeface="宋体" panose="02010600030101010101" pitchFamily="2" charset="-122"/>
              </a:defRPr>
            </a:lvl2pPr>
            <a:lvl3pPr marL="1260475">
              <a:defRPr>
                <a:solidFill>
                  <a:schemeClr val="tx1"/>
                </a:solidFill>
                <a:latin typeface="Arial" panose="020B0604020202020204" pitchFamily="34" charset="0"/>
                <a:ea typeface="宋体" panose="02010600030101010101" pitchFamily="2" charset="-122"/>
              </a:defRPr>
            </a:lvl3pPr>
            <a:lvl4pPr marL="143986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0033CC"/>
                </a:solidFill>
                <a:latin typeface="Times New Roman" panose="02020603050405020304" pitchFamily="18" charset="0"/>
                <a:cs typeface="Times New Roman" panose="02020603050405020304" pitchFamily="18" charset="0"/>
              </a:rPr>
              <a:t>结论</a:t>
            </a:r>
            <a:r>
              <a:rPr lang="zh-CN" altLang="en-US" sz="2400" b="1">
                <a:latin typeface="Times New Roman" panose="02020603050405020304" pitchFamily="18" charset="0"/>
                <a:cs typeface="Times New Roman" panose="02020603050405020304" pitchFamily="18" charset="0"/>
              </a:rPr>
              <a:t>：</a:t>
            </a:r>
            <a:r>
              <a:rPr lang="en-US" altLang="en-US" sz="2400" b="1" i="1">
                <a:latin typeface="Times New Roman" panose="02020603050405020304" pitchFamily="18" charset="0"/>
                <a:cs typeface="Times New Roman" panose="02020603050405020304" pitchFamily="18" charset="0"/>
              </a:rPr>
              <a:t>n</a:t>
            </a:r>
            <a:r>
              <a:rPr lang="en-US" altLang="en-US" sz="2400" b="1">
                <a:latin typeface="Times New Roman" panose="02020603050405020304" pitchFamily="18" charset="0"/>
                <a:cs typeface="Times New Roman" panose="02020603050405020304" pitchFamily="18" charset="0"/>
              </a:rPr>
              <a:t>个并联电感的等效电感值 的倒数等于各电感值倒数之和</a:t>
            </a:r>
            <a:r>
              <a:rPr lang="zh-CN" altLang="en-US" sz="2400" b="1">
                <a:latin typeface="Times New Roman" panose="02020603050405020304" pitchFamily="18" charset="0"/>
                <a:cs typeface="Times New Roman" panose="02020603050405020304" pitchFamily="18" charset="0"/>
              </a:rPr>
              <a:t>。</a:t>
            </a:r>
          </a:p>
        </p:txBody>
      </p:sp>
      <p:sp>
        <p:nvSpPr>
          <p:cNvPr id="344072" name="Rectangle 8"/>
          <p:cNvSpPr>
            <a:spLocks noChangeArrowheads="1"/>
          </p:cNvSpPr>
          <p:nvPr/>
        </p:nvSpPr>
        <p:spPr bwMode="auto">
          <a:xfrm>
            <a:off x="685800" y="4296246"/>
            <a:ext cx="75586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b="1" dirty="0">
                <a:latin typeface="Times New Roman" panose="02020603050405020304" pitchFamily="18" charset="0"/>
                <a:cs typeface="Times New Roman" panose="02020603050405020304" pitchFamily="18" charset="0"/>
              </a:rPr>
              <a:t>当两个</a:t>
            </a:r>
            <a:r>
              <a:rPr lang="zh-CN" altLang="en-US" sz="2400" b="1" dirty="0">
                <a:solidFill>
                  <a:srgbClr val="FF0000"/>
                </a:solidFill>
                <a:latin typeface="Times New Roman" panose="02020603050405020304" pitchFamily="18" charset="0"/>
                <a:cs typeface="Times New Roman" panose="02020603050405020304" pitchFamily="18" charset="0"/>
              </a:rPr>
              <a:t>无储能</a:t>
            </a:r>
            <a:r>
              <a:rPr lang="zh-CN" altLang="en-US" sz="2400" b="1" dirty="0">
                <a:latin typeface="Times New Roman" panose="02020603050405020304" pitchFamily="18" charset="0"/>
                <a:cs typeface="Times New Roman" panose="02020603050405020304" pitchFamily="18" charset="0"/>
              </a:rPr>
              <a:t>电感并联（</a:t>
            </a:r>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）时，等效电感值为</a:t>
            </a:r>
            <a:endParaRPr lang="zh-CN" altLang="en-US" sz="2400" b="1" dirty="0"/>
          </a:p>
        </p:txBody>
      </p:sp>
      <p:graphicFrame>
        <p:nvGraphicFramePr>
          <p:cNvPr id="344073" name="Object 9"/>
          <p:cNvGraphicFramePr>
            <a:graphicFrameLocks noChangeAspect="1"/>
          </p:cNvGraphicFramePr>
          <p:nvPr/>
        </p:nvGraphicFramePr>
        <p:xfrm>
          <a:off x="2819400" y="2057400"/>
          <a:ext cx="1843088" cy="866775"/>
        </p:xfrm>
        <a:graphic>
          <a:graphicData uri="http://schemas.openxmlformats.org/presentationml/2006/ole">
            <mc:AlternateContent xmlns:mc="http://schemas.openxmlformats.org/markup-compatibility/2006">
              <mc:Choice xmlns:v="urn:schemas-microsoft-com:vml" Requires="v">
                <p:oleObj name="Equation" r:id="rId7" imgW="914400" imgH="431640" progId="Equation.DSMT4">
                  <p:embed/>
                </p:oleObj>
              </mc:Choice>
              <mc:Fallback>
                <p:oleObj name="Equation" r:id="rId7" imgW="914400" imgH="431640" progId="Equation.DSMT4">
                  <p:embed/>
                  <p:pic>
                    <p:nvPicPr>
                      <p:cNvPr id="344073"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2057400"/>
                        <a:ext cx="1843088"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 name="文本框 2"/>
              <p:cNvSpPr txBox="1"/>
              <p:nvPr/>
            </p:nvSpPr>
            <p:spPr>
              <a:xfrm>
                <a:off x="4720628" y="5027769"/>
                <a:ext cx="2371652" cy="6702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000" b="1" i="1" smtClean="0">
                              <a:latin typeface="Cambria Math" panose="02040503050406030204" pitchFamily="18" charset="0"/>
                            </a:rPr>
                          </m:ctrlPr>
                        </m:fPr>
                        <m:num>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𝒊</m:t>
                              </m:r>
                            </m:e>
                            <m:sub>
                              <m:r>
                                <a:rPr lang="en-US" altLang="zh-CN" sz="2000" b="1" i="1" smtClean="0">
                                  <a:latin typeface="Cambria Math" panose="02040503050406030204" pitchFamily="18" charset="0"/>
                                </a:rPr>
                                <m:t>𝟏</m:t>
                              </m:r>
                            </m:sub>
                          </m:sSub>
                        </m:num>
                        <m:den>
                          <m:r>
                            <a:rPr lang="en-US" altLang="zh-CN" sz="2000" b="1" i="1" smtClean="0">
                              <a:latin typeface="Cambria Math" panose="02040503050406030204" pitchFamily="18" charset="0"/>
                            </a:rPr>
                            <m:t>𝒊</m:t>
                          </m:r>
                        </m:den>
                      </m:f>
                      <m:r>
                        <a:rPr lang="en-US" altLang="zh-CN" sz="2000" b="1" i="1" smtClean="0">
                          <a:latin typeface="Cambria Math" panose="02040503050406030204" pitchFamily="18" charset="0"/>
                        </a:rPr>
                        <m:t>=</m:t>
                      </m:r>
                      <m:f>
                        <m:fPr>
                          <m:ctrlPr>
                            <a:rPr lang="en-US" altLang="zh-CN" sz="2000" b="1" i="1" smtClean="0">
                              <a:latin typeface="Cambria Math" panose="02040503050406030204" pitchFamily="18" charset="0"/>
                            </a:rPr>
                          </m:ctrlPr>
                        </m:fPr>
                        <m:num>
                          <m:r>
                            <a:rPr lang="en-US" altLang="zh-CN" sz="2000" b="1" i="1" smtClean="0">
                              <a:latin typeface="Cambria Math" panose="02040503050406030204" pitchFamily="18" charset="0"/>
                            </a:rPr>
                            <m:t>𝟏</m:t>
                          </m:r>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𝑳</m:t>
                              </m:r>
                            </m:e>
                            <m:sub>
                              <m:r>
                                <a:rPr lang="en-US" altLang="zh-CN" sz="2000" b="1" i="1" smtClean="0">
                                  <a:latin typeface="Cambria Math" panose="02040503050406030204" pitchFamily="18" charset="0"/>
                                </a:rPr>
                                <m:t>𝟏</m:t>
                              </m:r>
                            </m:sub>
                          </m:sSub>
                        </m:num>
                        <m:den>
                          <m:r>
                            <a:rPr lang="en-US" altLang="zh-CN" sz="2000" b="1" i="1" smtClean="0">
                              <a:latin typeface="Cambria Math" panose="02040503050406030204" pitchFamily="18" charset="0"/>
                            </a:rPr>
                            <m:t>𝟏</m:t>
                          </m:r>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𝑳</m:t>
                              </m:r>
                            </m:e>
                            <m:sub>
                              <m:r>
                                <a:rPr lang="en-US" altLang="zh-CN" sz="2000" b="1" i="1" smtClean="0">
                                  <a:latin typeface="Cambria Math" panose="02040503050406030204" pitchFamily="18" charset="0"/>
                                </a:rPr>
                                <m:t>𝒆𝒒</m:t>
                              </m:r>
                            </m:sub>
                          </m:sSub>
                        </m:den>
                      </m:f>
                      <m:r>
                        <a:rPr lang="en-US" altLang="zh-CN" sz="2000" b="1" i="1" smtClean="0">
                          <a:latin typeface="Cambria Math" panose="02040503050406030204" pitchFamily="18" charset="0"/>
                        </a:rPr>
                        <m:t>=</m:t>
                      </m:r>
                      <m:f>
                        <m:fPr>
                          <m:ctrlPr>
                            <a:rPr lang="en-US" altLang="zh-CN" sz="2000" b="1" i="1" smtClean="0">
                              <a:latin typeface="Cambria Math" panose="02040503050406030204" pitchFamily="18" charset="0"/>
                            </a:rPr>
                          </m:ctrlPr>
                        </m:fPr>
                        <m:num>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𝑳</m:t>
                              </m:r>
                            </m:e>
                            <m:sub>
                              <m:r>
                                <a:rPr lang="en-US" altLang="zh-CN" sz="2000" b="1" i="1" smtClean="0">
                                  <a:latin typeface="Cambria Math" panose="02040503050406030204" pitchFamily="18" charset="0"/>
                                </a:rPr>
                                <m:t>𝟐</m:t>
                              </m:r>
                            </m:sub>
                          </m:sSub>
                        </m:num>
                        <m:den>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𝑳</m:t>
                              </m:r>
                            </m:e>
                            <m:sub>
                              <m:r>
                                <a:rPr lang="en-US" altLang="zh-CN" sz="2000" b="1" i="1" smtClean="0">
                                  <a:latin typeface="Cambria Math" panose="02040503050406030204" pitchFamily="18" charset="0"/>
                                </a:rPr>
                                <m:t>𝟏</m:t>
                              </m:r>
                            </m:sub>
                          </m:sSub>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𝑳</m:t>
                              </m:r>
                            </m:e>
                            <m:sub>
                              <m:r>
                                <a:rPr lang="en-US" altLang="zh-CN" sz="2000" b="1" i="1" smtClean="0">
                                  <a:latin typeface="Cambria Math" panose="02040503050406030204" pitchFamily="18" charset="0"/>
                                </a:rPr>
                                <m:t>𝟐</m:t>
                              </m:r>
                            </m:sub>
                          </m:sSub>
                        </m:den>
                      </m:f>
                    </m:oMath>
                  </m:oMathPara>
                </a14:m>
                <a:endParaRPr lang="zh-CN" altLang="en-US" sz="2000" b="1" dirty="0"/>
              </a:p>
            </p:txBody>
          </p:sp>
        </mc:Choice>
        <mc:Fallback xmlns="">
          <p:sp>
            <p:nvSpPr>
              <p:cNvPr id="3" name="文本框 2"/>
              <p:cNvSpPr txBox="1">
                <a:spLocks noRot="1" noChangeAspect="1" noMove="1" noResize="1" noEditPoints="1" noAdjustHandles="1" noChangeArrowheads="1" noChangeShapeType="1" noTextEdit="1"/>
              </p:cNvSpPr>
              <p:nvPr/>
            </p:nvSpPr>
            <p:spPr>
              <a:xfrm>
                <a:off x="4720628" y="5027769"/>
                <a:ext cx="2371652" cy="670248"/>
              </a:xfrm>
              <a:prstGeom prst="rect">
                <a:avLst/>
              </a:prstGeom>
              <a:blipFill>
                <a:blip r:embed="rId10"/>
                <a:stretch>
                  <a:fillRect b="-909"/>
                </a:stretch>
              </a:blipFill>
            </p:spPr>
            <p:txBody>
              <a:bodyPr/>
              <a:lstStyle/>
              <a:p>
                <a:r>
                  <a:rPr lang="zh-CN" altLang="en-US">
                    <a:noFill/>
                  </a:rPr>
                  <a:t> </a:t>
                </a:r>
              </a:p>
            </p:txBody>
          </p:sp>
        </mc:Fallback>
      </mc:AlternateContent>
      <p:sp>
        <p:nvSpPr>
          <p:cNvPr id="4" name="文本框 3"/>
          <p:cNvSpPr txBox="1"/>
          <p:nvPr/>
        </p:nvSpPr>
        <p:spPr>
          <a:xfrm>
            <a:off x="2699792" y="6165304"/>
            <a:ext cx="3143361" cy="461665"/>
          </a:xfrm>
          <a:prstGeom prst="rect">
            <a:avLst/>
          </a:prstGeom>
          <a:noFill/>
        </p:spPr>
        <p:txBody>
          <a:bodyPr wrap="none" rtlCol="0">
            <a:spAutoFit/>
          </a:bodyPr>
          <a:lstStyle/>
          <a:p>
            <a:r>
              <a:rPr lang="zh-CN" altLang="en-US" sz="2400" dirty="0">
                <a:solidFill>
                  <a:srgbClr val="FF0000"/>
                </a:solidFill>
              </a:rPr>
              <a:t>有储能？</a:t>
            </a:r>
            <a:r>
              <a:rPr lang="en-US" altLang="zh-CN" sz="2400" dirty="0">
                <a:solidFill>
                  <a:srgbClr val="FF0000"/>
                </a:solidFill>
              </a:rPr>
              <a:t>P.247 </a:t>
            </a:r>
            <a:r>
              <a:rPr lang="zh-CN" altLang="en-US" sz="2400" dirty="0">
                <a:solidFill>
                  <a:srgbClr val="FF0000"/>
                </a:solidFill>
              </a:rPr>
              <a:t>例</a:t>
            </a:r>
            <a:r>
              <a:rPr lang="en-US" altLang="zh-CN" sz="2400" dirty="0">
                <a:solidFill>
                  <a:srgbClr val="FF0000"/>
                </a:solidFill>
              </a:rPr>
              <a:t>7-4-3</a:t>
            </a:r>
            <a:endParaRPr lang="zh-CN" altLang="en-US" sz="2400" dirty="0">
              <a:solidFill>
                <a:srgbClr val="FF0000"/>
              </a:solidFill>
            </a:endParaRPr>
          </a:p>
        </p:txBody>
      </p:sp>
    </p:spTree>
    <p:extLst>
      <p:ext uri="{BB962C8B-B14F-4D97-AF65-F5344CB8AC3E}">
        <p14:creationId xmlns:p14="http://schemas.microsoft.com/office/powerpoint/2010/main" val="2543778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4068"/>
                                        </p:tgtEl>
                                        <p:attrNameLst>
                                          <p:attrName>style.visibility</p:attrName>
                                        </p:attrNameLst>
                                      </p:cBhvr>
                                      <p:to>
                                        <p:strVal val="visible"/>
                                      </p:to>
                                    </p:set>
                                    <p:animEffect transition="in" filter="wipe(left)">
                                      <p:cBhvr>
                                        <p:cTn id="7" dur="500"/>
                                        <p:tgtEl>
                                          <p:spTgt spid="3440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4073"/>
                                        </p:tgtEl>
                                        <p:attrNameLst>
                                          <p:attrName>style.visibility</p:attrName>
                                        </p:attrNameLst>
                                      </p:cBhvr>
                                      <p:to>
                                        <p:strVal val="visible"/>
                                      </p:to>
                                    </p:set>
                                    <p:animEffect transition="in" filter="box(in)">
                                      <p:cBhvr>
                                        <p:cTn id="12" dur="500"/>
                                        <p:tgtEl>
                                          <p:spTgt spid="3440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44071"/>
                                        </p:tgtEl>
                                        <p:attrNameLst>
                                          <p:attrName>style.visibility</p:attrName>
                                        </p:attrNameLst>
                                      </p:cBhvr>
                                      <p:to>
                                        <p:strVal val="visible"/>
                                      </p:to>
                                    </p:set>
                                    <p:animEffect transition="in" filter="box(out)">
                                      <p:cBhvr>
                                        <p:cTn id="17" dur="500"/>
                                        <p:tgtEl>
                                          <p:spTgt spid="3440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344072"/>
                                        </p:tgtEl>
                                        <p:attrNameLst>
                                          <p:attrName>style.visibility</p:attrName>
                                        </p:attrNameLst>
                                      </p:cBhvr>
                                      <p:to>
                                        <p:strVal val="visible"/>
                                      </p:to>
                                    </p:set>
                                    <p:animEffect transition="in" filter="slide(fromTop)">
                                      <p:cBhvr>
                                        <p:cTn id="22" dur="500"/>
                                        <p:tgtEl>
                                          <p:spTgt spid="3440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44069"/>
                                        </p:tgtEl>
                                        <p:attrNameLst>
                                          <p:attrName>style.visibility</p:attrName>
                                        </p:attrNameLst>
                                      </p:cBhvr>
                                      <p:to>
                                        <p:strVal val="visible"/>
                                      </p:to>
                                    </p:set>
                                    <p:animEffect transition="in" filter="box(in)">
                                      <p:cBhvr>
                                        <p:cTn id="27" dur="500"/>
                                        <p:tgtEl>
                                          <p:spTgt spid="34406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71" grpId="0" animBg="1"/>
      <p:bldP spid="344072" grpId="0"/>
      <p:bldP spid="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506413" y="-125431"/>
            <a:ext cx="7886700" cy="1325563"/>
          </a:xfrm>
        </p:spPr>
        <p:txBody>
          <a:bodyPr/>
          <a:lstStyle/>
          <a:p>
            <a:r>
              <a:rPr lang="zh-CN" altLang="en-US" dirty="0"/>
              <a:t>电容、电感小结（</a:t>
            </a:r>
            <a:r>
              <a:rPr lang="en-US" altLang="zh-CN" dirty="0"/>
              <a:t>1</a:t>
            </a:r>
            <a:r>
              <a:rPr lang="zh-CN" altLang="en-US" dirty="0"/>
              <a:t>）</a:t>
            </a:r>
          </a:p>
        </p:txBody>
      </p:sp>
      <mc:AlternateContent xmlns:mc="http://schemas.openxmlformats.org/markup-compatibility/2006" xmlns:a14="http://schemas.microsoft.com/office/drawing/2010/main">
        <mc:Choice Requires="a14">
          <p:sp>
            <p:nvSpPr>
              <p:cNvPr id="7" name="内容占位符 6"/>
              <p:cNvSpPr>
                <a:spLocks noGrp="1"/>
              </p:cNvSpPr>
              <p:nvPr>
                <p:ph sz="half" idx="1"/>
              </p:nvPr>
            </p:nvSpPr>
            <p:spPr>
              <a:xfrm>
                <a:off x="381000" y="914400"/>
                <a:ext cx="4191000" cy="5181600"/>
              </a:xfrm>
            </p:spPr>
            <p:txBody>
              <a:bodyPr/>
              <a:lstStyle/>
              <a:p>
                <a:r>
                  <a:rPr lang="zh-CN" altLang="en-US" sz="1800" b="1" dirty="0"/>
                  <a:t>电容</a:t>
                </a:r>
                <a:r>
                  <a:rPr lang="zh-CN" altLang="en-US" sz="1800" dirty="0"/>
                  <a:t>                     单位法</a:t>
                </a:r>
                <a:r>
                  <a:rPr lang="en-US" altLang="zh-CN" sz="1800" dirty="0"/>
                  <a:t>[</a:t>
                </a:r>
                <a:r>
                  <a:rPr lang="zh-CN" altLang="en-US" sz="1800" dirty="0"/>
                  <a:t>拉</a:t>
                </a:r>
                <a:r>
                  <a:rPr lang="en-US" altLang="zh-CN" sz="1800" dirty="0"/>
                  <a:t>]F</a:t>
                </a:r>
              </a:p>
              <a:p>
                <a14:m>
                  <m:oMath xmlns:m="http://schemas.openxmlformats.org/officeDocument/2006/math">
                    <m:r>
                      <a:rPr lang="en-US" altLang="zh-CN" sz="1800" b="0" i="1" smtClean="0">
                        <a:latin typeface="Cambria Math" panose="02040503050406030204" pitchFamily="18" charset="0"/>
                      </a:rPr>
                      <m:t>𝑞</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𝐶𝑢</m:t>
                    </m:r>
                    <m:r>
                      <a:rPr lang="zh-CN" altLang="en-US" sz="1800" i="1">
                        <a:latin typeface="Cambria Math" panose="02040503050406030204" pitchFamily="18" charset="0"/>
                      </a:rPr>
                      <m:t>线性</m:t>
                    </m:r>
                  </m:oMath>
                </a14:m>
                <a:r>
                  <a:rPr lang="zh-CN" altLang="en-US" sz="1800" dirty="0"/>
                  <a:t>非时变电容</a:t>
                </a:r>
                <a:endParaRPr lang="en-US" altLang="zh-CN" sz="1800" dirty="0"/>
              </a:p>
              <a:p>
                <a:r>
                  <a:rPr lang="zh-CN" altLang="en-US" sz="1800" dirty="0"/>
                  <a:t>动态元件</a:t>
                </a:r>
                <a:r>
                  <a:rPr lang="en-US" altLang="zh-CN" sz="1800" dirty="0"/>
                  <a:t>——</a:t>
                </a:r>
                <a:r>
                  <a:rPr lang="en-US" altLang="zh-CN" sz="1800" i="1" dirty="0" err="1"/>
                  <a:t>i</a:t>
                </a:r>
                <a:r>
                  <a:rPr lang="zh-CN" altLang="en-US" sz="1800" dirty="0"/>
                  <a:t>的大小与</a:t>
                </a:r>
                <a:r>
                  <a:rPr lang="en-US" altLang="zh-CN" sz="1800" i="1" dirty="0"/>
                  <a:t>u</a:t>
                </a:r>
                <a:r>
                  <a:rPr lang="zh-CN" altLang="en-US" sz="1800" dirty="0"/>
                  <a:t>的变化率成正比，与</a:t>
                </a:r>
                <a:r>
                  <a:rPr lang="en-US" altLang="zh-CN" sz="1800" i="1" dirty="0"/>
                  <a:t>u</a:t>
                </a:r>
                <a:r>
                  <a:rPr lang="zh-CN" altLang="en-US" sz="1800" dirty="0"/>
                  <a:t>的大小无关</a:t>
                </a:r>
                <a:endParaRPr lang="en-US" altLang="zh-CN" sz="1800" dirty="0"/>
              </a:p>
              <a:p>
                <a:pPr marL="0" indent="0">
                  <a:buNone/>
                </a:pPr>
                <a14:m>
                  <m:oMathPara xmlns:m="http://schemas.openxmlformats.org/officeDocument/2006/math">
                    <m:oMathParaPr>
                      <m:jc m:val="center"/>
                    </m:oMathParaPr>
                    <m:oMath xmlns:m="http://schemas.openxmlformats.org/officeDocument/2006/math">
                      <m:r>
                        <a:rPr lang="en-US" altLang="zh-CN" sz="1800" b="0" i="1" smtClean="0">
                          <a:latin typeface="Cambria Math" panose="02040503050406030204" pitchFamily="18" charset="0"/>
                        </a:rPr>
                        <m:t>𝑖</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𝑑𝑢</m:t>
                          </m:r>
                        </m:num>
                        <m:den>
                          <m:r>
                            <a:rPr lang="en-US" altLang="zh-CN" sz="1800" b="0" i="1" smtClean="0">
                              <a:latin typeface="Cambria Math" panose="02040503050406030204" pitchFamily="18" charset="0"/>
                            </a:rPr>
                            <m:t>𝑑𝑡</m:t>
                          </m:r>
                        </m:den>
                      </m:f>
                    </m:oMath>
                  </m:oMathPara>
                </a14:m>
                <a:endParaRPr lang="en-US" altLang="zh-CN" sz="1800" dirty="0"/>
              </a:p>
              <a:p>
                <a:pPr marL="0" indent="0">
                  <a:buNone/>
                </a:pPr>
                <a:endParaRPr lang="en-US" altLang="zh-CN" sz="1800" dirty="0"/>
              </a:p>
              <a:p>
                <a:pPr marL="0" indent="0">
                  <a:buNone/>
                </a:pPr>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dirty="0"/>
              </a:p>
              <a:p>
                <a:endParaRPr lang="en-US" altLang="zh-CN" dirty="0"/>
              </a:p>
              <a:p>
                <a:endParaRPr lang="zh-CN" altLang="en-US" dirty="0"/>
              </a:p>
            </p:txBody>
          </p:sp>
        </mc:Choice>
        <mc:Fallback xmlns="">
          <p:sp>
            <p:nvSpPr>
              <p:cNvPr id="7" name="内容占位符 6"/>
              <p:cNvSpPr>
                <a:spLocks noGrp="1" noRot="1" noChangeAspect="1" noMove="1" noResize="1" noEditPoints="1" noAdjustHandles="1" noChangeArrowheads="1" noChangeShapeType="1" noTextEdit="1"/>
              </p:cNvSpPr>
              <p:nvPr>
                <p:ph sz="half" idx="1"/>
              </p:nvPr>
            </p:nvSpPr>
            <p:spPr>
              <a:xfrm>
                <a:off x="381000" y="914400"/>
                <a:ext cx="4191000" cy="5181600"/>
              </a:xfrm>
              <a:blipFill>
                <a:blip r:embed="rId3"/>
                <a:stretch>
                  <a:fillRect l="-1164" t="-706" r="-291"/>
                </a:stretch>
              </a:blipFill>
            </p:spPr>
            <p:txBody>
              <a:bodyPr/>
              <a:lstStyle/>
              <a:p>
                <a:r>
                  <a:rPr lang="zh-CN" altLang="en-US">
                    <a:noFill/>
                  </a:rPr>
                  <a:t> </a:t>
                </a:r>
              </a:p>
            </p:txBody>
          </p:sp>
        </mc:Fallback>
      </mc:AlternateContent>
      <p:sp>
        <p:nvSpPr>
          <p:cNvPr id="2" name="日期占位符 1"/>
          <p:cNvSpPr>
            <a:spLocks noGrp="1"/>
          </p:cNvSpPr>
          <p:nvPr>
            <p:ph type="dt" sz="half" idx="10"/>
          </p:nvPr>
        </p:nvSpPr>
        <p:spPr/>
        <p:txBody>
          <a:bodyPr/>
          <a:lstStyle/>
          <a:p>
            <a:pPr>
              <a:defRPr/>
            </a:pPr>
            <a:fld id="{C5648E5A-CF64-4266-932E-274557207202}" type="datetime1">
              <a:rPr lang="zh-CN" altLang="en-US" smtClean="0"/>
              <a:pPr>
                <a:defRPr/>
              </a:pPr>
              <a:t>2024/8/17</a:t>
            </a:fld>
            <a:endParaRPr lang="en-US" altLang="zh-CN"/>
          </a:p>
        </p:txBody>
      </p:sp>
      <p:sp>
        <p:nvSpPr>
          <p:cNvPr id="3" name="页脚占位符 2"/>
          <p:cNvSpPr>
            <a:spLocks noGrp="1"/>
          </p:cNvSpPr>
          <p:nvPr>
            <p:ph type="ftr" sz="quarter" idx="11"/>
          </p:nvPr>
        </p:nvSpPr>
        <p:spPr/>
        <p:txBody>
          <a:bodyPr/>
          <a:lstStyle/>
          <a:p>
            <a:pPr>
              <a:defRPr/>
            </a:pPr>
            <a:r>
              <a:rPr lang="zh-CN" altLang="en-US"/>
              <a:t>电路理论</a:t>
            </a:r>
            <a:endParaRPr lang="en-US" altLang="zh-CN"/>
          </a:p>
        </p:txBody>
      </p:sp>
      <p:sp>
        <p:nvSpPr>
          <p:cNvPr id="4" name="灯片编号占位符 3"/>
          <p:cNvSpPr>
            <a:spLocks noGrp="1"/>
          </p:cNvSpPr>
          <p:nvPr>
            <p:ph type="sldNum" sz="quarter" idx="12"/>
          </p:nvPr>
        </p:nvSpPr>
        <p:spPr/>
        <p:txBody>
          <a:bodyPr/>
          <a:lstStyle/>
          <a:p>
            <a:pPr>
              <a:defRPr/>
            </a:pPr>
            <a:fld id="{891A9A88-BB01-4C3C-B2FB-163983272EDA}" type="slidenum">
              <a:rPr lang="en-US" altLang="zh-CN" smtClean="0"/>
              <a:pPr>
                <a:defRPr/>
              </a:pPr>
              <a:t>119</a:t>
            </a:fld>
            <a:endParaRPr lang="en-US" altLang="zh-CN" dirty="0"/>
          </a:p>
        </p:txBody>
      </p:sp>
      <p:pic>
        <p:nvPicPr>
          <p:cNvPr id="9" name="图片 8"/>
          <p:cNvPicPr>
            <a:picLocks noChangeAspect="1"/>
          </p:cNvPicPr>
          <p:nvPr/>
        </p:nvPicPr>
        <p:blipFill>
          <a:blip r:embed="rId4"/>
          <a:stretch>
            <a:fillRect/>
          </a:stretch>
        </p:blipFill>
        <p:spPr>
          <a:xfrm>
            <a:off x="1475656" y="771750"/>
            <a:ext cx="946049" cy="466500"/>
          </a:xfrm>
          <a:prstGeom prst="rect">
            <a:avLst/>
          </a:prstGeom>
        </p:spPr>
      </p:pic>
      <p:graphicFrame>
        <p:nvGraphicFramePr>
          <p:cNvPr id="14" name="对象 13"/>
          <p:cNvGraphicFramePr>
            <a:graphicFrameLocks noChangeAspect="1"/>
          </p:cNvGraphicFramePr>
          <p:nvPr/>
        </p:nvGraphicFramePr>
        <p:xfrm>
          <a:off x="1893202" y="2609776"/>
          <a:ext cx="2621343" cy="704899"/>
        </p:xfrm>
        <a:graphic>
          <a:graphicData uri="http://schemas.openxmlformats.org/presentationml/2006/ole">
            <mc:AlternateContent xmlns:mc="http://schemas.openxmlformats.org/markup-compatibility/2006">
              <mc:Choice xmlns:v="urn:schemas-microsoft-com:vml" Requires="v">
                <p:oleObj name="公式" r:id="rId5" imgW="1511280" imgH="406080" progId="Equation.3">
                  <p:embed/>
                </p:oleObj>
              </mc:Choice>
              <mc:Fallback>
                <p:oleObj name="公式" r:id="rId5" imgW="1511280" imgH="406080" progId="Equation.3">
                  <p:embed/>
                  <p:pic>
                    <p:nvPicPr>
                      <p:cNvPr id="14" name="对象 13"/>
                      <p:cNvPicPr/>
                      <p:nvPr/>
                    </p:nvPicPr>
                    <p:blipFill>
                      <a:blip r:embed="rId6"/>
                      <a:stretch>
                        <a:fillRect/>
                      </a:stretch>
                    </p:blipFill>
                    <p:spPr>
                      <a:xfrm>
                        <a:off x="1893202" y="2609776"/>
                        <a:ext cx="2621343" cy="704899"/>
                      </a:xfrm>
                      <a:prstGeom prst="rect">
                        <a:avLst/>
                      </a:prstGeom>
                    </p:spPr>
                  </p:pic>
                </p:oleObj>
              </mc:Fallback>
            </mc:AlternateContent>
          </a:graphicData>
        </a:graphic>
      </p:graphicFrame>
      <p:graphicFrame>
        <p:nvGraphicFramePr>
          <p:cNvPr id="15" name="Object 4"/>
          <p:cNvGraphicFramePr>
            <a:graphicFrameLocks noChangeAspect="1"/>
          </p:cNvGraphicFramePr>
          <p:nvPr/>
        </p:nvGraphicFramePr>
        <p:xfrm>
          <a:off x="1907339" y="3314675"/>
          <a:ext cx="2433719" cy="578669"/>
        </p:xfrm>
        <a:graphic>
          <a:graphicData uri="http://schemas.openxmlformats.org/presentationml/2006/ole">
            <mc:AlternateContent xmlns:mc="http://schemas.openxmlformats.org/markup-compatibility/2006">
              <mc:Choice xmlns:v="urn:schemas-microsoft-com:vml" Requires="v">
                <p:oleObj name="公式" r:id="rId7" imgW="1701720" imgH="406080" progId="Equation.3">
                  <p:embed/>
                </p:oleObj>
              </mc:Choice>
              <mc:Fallback>
                <p:oleObj name="公式" r:id="rId7" imgW="1701720" imgH="406080" progId="Equation.3">
                  <p:embed/>
                  <p:pic>
                    <p:nvPicPr>
                      <p:cNvPr id="15" name="Object 4"/>
                      <p:cNvPicPr>
                        <a:picLocks noChangeAspect="1" noChangeArrowheads="1"/>
                      </p:cNvPicPr>
                      <p:nvPr/>
                    </p:nvPicPr>
                    <p:blipFill>
                      <a:blip r:embed="rId8"/>
                      <a:srcRect/>
                      <a:stretch>
                        <a:fillRect/>
                      </a:stretch>
                    </p:blipFill>
                    <p:spPr bwMode="auto">
                      <a:xfrm>
                        <a:off x="1907339" y="3314675"/>
                        <a:ext cx="2433719" cy="578669"/>
                      </a:xfrm>
                      <a:prstGeom prst="rect">
                        <a:avLst/>
                      </a:prstGeom>
                      <a:noFill/>
                      <a:ln>
                        <a:noFill/>
                      </a:ln>
                      <a:effectLst/>
                    </p:spPr>
                  </p:pic>
                </p:oleObj>
              </mc:Fallback>
            </mc:AlternateContent>
          </a:graphicData>
        </a:graphic>
      </p:graphicFrame>
      <p:graphicFrame>
        <p:nvGraphicFramePr>
          <p:cNvPr id="16" name="对象 15"/>
          <p:cNvGraphicFramePr>
            <a:graphicFrameLocks noChangeAspect="1"/>
          </p:cNvGraphicFramePr>
          <p:nvPr/>
        </p:nvGraphicFramePr>
        <p:xfrm>
          <a:off x="973138" y="5865813"/>
          <a:ext cx="3128962" cy="704850"/>
        </p:xfrm>
        <a:graphic>
          <a:graphicData uri="http://schemas.openxmlformats.org/presentationml/2006/ole">
            <mc:AlternateContent xmlns:mc="http://schemas.openxmlformats.org/markup-compatibility/2006">
              <mc:Choice xmlns:v="urn:schemas-microsoft-com:vml" Requires="v">
                <p:oleObj name="公式" r:id="rId9" imgW="1803240" imgH="406080" progId="Equation.3">
                  <p:embed/>
                </p:oleObj>
              </mc:Choice>
              <mc:Fallback>
                <p:oleObj name="公式" r:id="rId9" imgW="1803240" imgH="406080" progId="Equation.3">
                  <p:embed/>
                  <p:pic>
                    <p:nvPicPr>
                      <p:cNvPr id="16" name="对象 15"/>
                      <p:cNvPicPr/>
                      <p:nvPr/>
                    </p:nvPicPr>
                    <p:blipFill>
                      <a:blip r:embed="rId10"/>
                      <a:stretch>
                        <a:fillRect/>
                      </a:stretch>
                    </p:blipFill>
                    <p:spPr>
                      <a:xfrm>
                        <a:off x="973138" y="5865813"/>
                        <a:ext cx="3128962" cy="7048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7" name="内容占位符 6"/>
              <p:cNvSpPr txBox="1">
                <a:spLocks/>
              </p:cNvSpPr>
              <p:nvPr/>
            </p:nvSpPr>
            <p:spPr bwMode="auto">
              <a:xfrm>
                <a:off x="4694238" y="953712"/>
                <a:ext cx="4191000" cy="180440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b="1" dirty="0"/>
                  <a:t>电感</a:t>
                </a:r>
                <a:r>
                  <a:rPr lang="zh-CN" altLang="en-US" sz="1800" dirty="0"/>
                  <a:t>                     单位亨</a:t>
                </a:r>
                <a:r>
                  <a:rPr lang="en-US" altLang="zh-CN" sz="1800" dirty="0"/>
                  <a:t>[</a:t>
                </a:r>
                <a:r>
                  <a:rPr lang="zh-CN" altLang="en-US" sz="1800" dirty="0"/>
                  <a:t>利</a:t>
                </a:r>
                <a:r>
                  <a:rPr lang="en-US" altLang="zh-CN" sz="1800" dirty="0"/>
                  <a:t>]H</a:t>
                </a:r>
              </a:p>
              <a:p>
                <a14:m>
                  <m:oMath xmlns:m="http://schemas.openxmlformats.org/officeDocument/2006/math">
                    <m:r>
                      <a:rPr lang="zh-CN" altLang="en-US" sz="1800" i="1" smtClean="0">
                        <a:latin typeface="Cambria Math" panose="02040503050406030204" pitchFamily="18" charset="0"/>
                      </a:rPr>
                      <m:t>𝜓</m:t>
                    </m:r>
                    <m:r>
                      <a:rPr lang="en-US" altLang="zh-CN" sz="1800" i="1" smtClean="0">
                        <a:latin typeface="Cambria Math" panose="02040503050406030204" pitchFamily="18" charset="0"/>
                      </a:rPr>
                      <m:t>=</m:t>
                    </m:r>
                    <m:r>
                      <a:rPr lang="en-US" altLang="zh-CN" sz="1800" b="0" i="1" smtClean="0">
                        <a:latin typeface="Cambria Math" panose="02040503050406030204" pitchFamily="18" charset="0"/>
                      </a:rPr>
                      <m:t>𝐿𝑖</m:t>
                    </m:r>
                    <m:r>
                      <a:rPr lang="zh-CN" altLang="en-US" sz="1800" i="1">
                        <a:latin typeface="Cambria Math" panose="02040503050406030204" pitchFamily="18" charset="0"/>
                      </a:rPr>
                      <m:t>线性</m:t>
                    </m:r>
                  </m:oMath>
                </a14:m>
                <a:r>
                  <a:rPr lang="zh-CN" altLang="en-US" sz="1800" dirty="0"/>
                  <a:t>非时变电感</a:t>
                </a:r>
                <a:endParaRPr lang="en-US" altLang="zh-CN" sz="1800" dirty="0"/>
              </a:p>
              <a:p>
                <a:r>
                  <a:rPr lang="zh-CN" altLang="en-US" sz="1800" dirty="0"/>
                  <a:t>动态元件</a:t>
                </a:r>
                <a:r>
                  <a:rPr lang="en-US" altLang="zh-CN" sz="1800" dirty="0"/>
                  <a:t>——</a:t>
                </a:r>
                <a:r>
                  <a:rPr lang="en-US" altLang="zh-CN" sz="1800" i="1" dirty="0"/>
                  <a:t>u</a:t>
                </a:r>
                <a:r>
                  <a:rPr lang="zh-CN" altLang="en-US" sz="1800" dirty="0"/>
                  <a:t>的大小与</a:t>
                </a:r>
                <a:r>
                  <a:rPr lang="en-US" altLang="zh-CN" sz="1800" i="1" dirty="0"/>
                  <a:t>i</a:t>
                </a:r>
                <a:r>
                  <a:rPr lang="zh-CN" altLang="en-US" sz="1800" dirty="0"/>
                  <a:t>的变化率成正比，与</a:t>
                </a:r>
                <a:r>
                  <a:rPr lang="en-US" altLang="zh-CN" sz="1800" i="1" dirty="0"/>
                  <a:t>i</a:t>
                </a:r>
                <a:r>
                  <a:rPr lang="zh-CN" altLang="en-US" sz="1800" dirty="0"/>
                  <a:t>的大小无关</a:t>
                </a:r>
                <a:endParaRPr lang="en-US" altLang="zh-CN" sz="1800" dirty="0"/>
              </a:p>
              <a:p>
                <a:pPr marL="0" indent="0">
                  <a:buFontTx/>
                  <a:buNone/>
                </a:pPr>
                <a14:m>
                  <m:oMathPara xmlns:m="http://schemas.openxmlformats.org/officeDocument/2006/math">
                    <m:oMathParaPr>
                      <m:jc m:val="center"/>
                    </m:oMathParaPr>
                    <m:oMath xmlns:m="http://schemas.openxmlformats.org/officeDocument/2006/math">
                      <m:r>
                        <a:rPr lang="en-US" altLang="zh-CN" sz="1800" i="1">
                          <a:solidFill>
                            <a:schemeClr val="tx2"/>
                          </a:solidFill>
                          <a:latin typeface="Cambria Math" panose="02040503050406030204" pitchFamily="18" charset="0"/>
                        </a:rPr>
                        <m:t>𝑢</m:t>
                      </m:r>
                      <m:r>
                        <a:rPr lang="en-US" altLang="zh-CN" sz="1800" i="1">
                          <a:solidFill>
                            <a:schemeClr val="tx2"/>
                          </a:solidFill>
                          <a:latin typeface="Cambria Math" panose="02040503050406030204" pitchFamily="18" charset="0"/>
                        </a:rPr>
                        <m:t>=</m:t>
                      </m:r>
                      <m:f>
                        <m:fPr>
                          <m:ctrlPr>
                            <a:rPr lang="en-US" altLang="zh-CN" sz="1800" i="1">
                              <a:solidFill>
                                <a:schemeClr val="tx2"/>
                              </a:solidFill>
                              <a:latin typeface="Cambria Math" panose="02040503050406030204" pitchFamily="18" charset="0"/>
                            </a:rPr>
                          </m:ctrlPr>
                        </m:fPr>
                        <m:num>
                          <m:r>
                            <a:rPr lang="en-US" altLang="zh-CN" sz="1800" i="1">
                              <a:solidFill>
                                <a:schemeClr val="tx2"/>
                              </a:solidFill>
                              <a:latin typeface="Cambria Math" panose="02040503050406030204" pitchFamily="18" charset="0"/>
                            </a:rPr>
                            <m:t>𝑑</m:t>
                          </m:r>
                          <m:r>
                            <a:rPr lang="zh-CN" altLang="en-US" sz="1800" i="1">
                              <a:solidFill>
                                <a:schemeClr val="tx2"/>
                              </a:solidFill>
                              <a:latin typeface="Cambria Math" panose="02040503050406030204" pitchFamily="18" charset="0"/>
                            </a:rPr>
                            <m:t>𝜓</m:t>
                          </m:r>
                        </m:num>
                        <m:den>
                          <m:r>
                            <a:rPr lang="en-US" altLang="zh-CN" sz="1800" i="1">
                              <a:solidFill>
                                <a:schemeClr val="tx2"/>
                              </a:solidFill>
                              <a:latin typeface="Cambria Math" panose="02040503050406030204" pitchFamily="18" charset="0"/>
                            </a:rPr>
                            <m:t>𝑑𝑡</m:t>
                          </m:r>
                        </m:den>
                      </m:f>
                      <m:r>
                        <a:rPr lang="en-US" altLang="zh-CN" sz="1800" i="1">
                          <a:solidFill>
                            <a:schemeClr val="tx2"/>
                          </a:solidFill>
                          <a:latin typeface="Cambria Math" panose="02040503050406030204" pitchFamily="18" charset="0"/>
                        </a:rPr>
                        <m:t>=</m:t>
                      </m:r>
                      <m:r>
                        <a:rPr lang="en-US" altLang="zh-CN" sz="1800" i="1">
                          <a:solidFill>
                            <a:schemeClr val="tx2"/>
                          </a:solidFill>
                          <a:latin typeface="Cambria Math" panose="02040503050406030204" pitchFamily="18" charset="0"/>
                        </a:rPr>
                        <m:t>𝐿</m:t>
                      </m:r>
                      <m:f>
                        <m:fPr>
                          <m:ctrlPr>
                            <a:rPr lang="en-US" altLang="zh-CN" sz="1800" i="1">
                              <a:solidFill>
                                <a:schemeClr val="tx2"/>
                              </a:solidFill>
                              <a:latin typeface="Cambria Math" panose="02040503050406030204" pitchFamily="18" charset="0"/>
                            </a:rPr>
                          </m:ctrlPr>
                        </m:fPr>
                        <m:num>
                          <m:r>
                            <a:rPr lang="en-US" altLang="zh-CN" sz="1800" i="1">
                              <a:solidFill>
                                <a:schemeClr val="tx2"/>
                              </a:solidFill>
                              <a:latin typeface="Cambria Math" panose="02040503050406030204" pitchFamily="18" charset="0"/>
                            </a:rPr>
                            <m:t>𝑑𝑖</m:t>
                          </m:r>
                        </m:num>
                        <m:den>
                          <m:r>
                            <a:rPr lang="en-US" altLang="zh-CN" sz="1800" i="1">
                              <a:solidFill>
                                <a:schemeClr val="tx2"/>
                              </a:solidFill>
                              <a:latin typeface="Cambria Math" panose="02040503050406030204" pitchFamily="18" charset="0"/>
                            </a:rPr>
                            <m:t>𝑑𝑡</m:t>
                          </m:r>
                        </m:den>
                      </m:f>
                    </m:oMath>
                  </m:oMathPara>
                </a14:m>
                <a:endParaRPr lang="en-US" altLang="zh-CN" sz="1800" dirty="0"/>
              </a:p>
              <a:p>
                <a:endParaRPr lang="en-US" altLang="zh-CN" sz="1800" dirty="0"/>
              </a:p>
              <a:p>
                <a:endParaRPr lang="en-US" altLang="zh-CN" sz="1800" dirty="0"/>
              </a:p>
              <a:p>
                <a:endParaRPr lang="en-US" altLang="zh-CN" sz="1800" dirty="0"/>
              </a:p>
              <a:p>
                <a:endParaRPr lang="en-US" altLang="zh-CN" dirty="0"/>
              </a:p>
              <a:p>
                <a:endParaRPr lang="en-US" altLang="zh-CN" dirty="0"/>
              </a:p>
              <a:p>
                <a:endParaRPr lang="zh-CN" altLang="en-US" dirty="0"/>
              </a:p>
            </p:txBody>
          </p:sp>
        </mc:Choice>
        <mc:Fallback xmlns="">
          <p:sp>
            <p:nvSpPr>
              <p:cNvPr id="17" name="内容占位符 6"/>
              <p:cNvSpPr txBox="1">
                <a:spLocks noRot="1" noChangeAspect="1" noMove="1" noResize="1" noEditPoints="1" noAdjustHandles="1" noChangeArrowheads="1" noChangeShapeType="1" noTextEdit="1"/>
              </p:cNvSpPr>
              <p:nvPr/>
            </p:nvSpPr>
            <p:spPr bwMode="auto">
              <a:xfrm>
                <a:off x="4694238" y="953712"/>
                <a:ext cx="4191000" cy="1804408"/>
              </a:xfrm>
              <a:prstGeom prst="rect">
                <a:avLst/>
              </a:prstGeom>
              <a:blipFill>
                <a:blip r:embed="rId11"/>
                <a:stretch>
                  <a:fillRect l="-1017" t="-2027" r="-29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35" name="组合 34"/>
          <p:cNvGrpSpPr/>
          <p:nvPr/>
        </p:nvGrpSpPr>
        <p:grpSpPr>
          <a:xfrm>
            <a:off x="5940152" y="861130"/>
            <a:ext cx="528333" cy="469997"/>
            <a:chOff x="5940152" y="861130"/>
            <a:chExt cx="528333" cy="469997"/>
          </a:xfrm>
        </p:grpSpPr>
        <p:pic>
          <p:nvPicPr>
            <p:cNvPr id="19" name="图片 18"/>
            <p:cNvPicPr>
              <a:picLocks noChangeAspect="1"/>
            </p:cNvPicPr>
            <p:nvPr/>
          </p:nvPicPr>
          <p:blipFill>
            <a:blip r:embed="rId12"/>
            <a:stretch>
              <a:fillRect/>
            </a:stretch>
          </p:blipFill>
          <p:spPr>
            <a:xfrm>
              <a:off x="5940152" y="987496"/>
              <a:ext cx="528333" cy="343631"/>
            </a:xfrm>
            <a:prstGeom prst="rect">
              <a:avLst/>
            </a:prstGeom>
          </p:spPr>
        </p:pic>
        <p:sp>
          <p:nvSpPr>
            <p:cNvPr id="20" name="文本框 19"/>
            <p:cNvSpPr txBox="1"/>
            <p:nvPr/>
          </p:nvSpPr>
          <p:spPr>
            <a:xfrm>
              <a:off x="6019800" y="861130"/>
              <a:ext cx="284052" cy="307777"/>
            </a:xfrm>
            <a:prstGeom prst="rect">
              <a:avLst/>
            </a:prstGeom>
            <a:solidFill>
              <a:schemeClr val="bg1"/>
            </a:solidFill>
          </p:spPr>
          <p:txBody>
            <a:bodyPr wrap="none" rtlCol="0">
              <a:spAutoFit/>
            </a:bodyPr>
            <a:lstStyle/>
            <a:p>
              <a:r>
                <a:rPr lang="en-US" altLang="zh-CN" sz="1400" i="1" dirty="0"/>
                <a:t>L</a:t>
              </a:r>
              <a:endParaRPr lang="zh-CN" altLang="en-US" sz="1400" i="1" dirty="0"/>
            </a:p>
          </p:txBody>
        </p:sp>
      </p:grpSp>
      <p:graphicFrame>
        <p:nvGraphicFramePr>
          <p:cNvPr id="23" name="对象 22"/>
          <p:cNvGraphicFramePr>
            <a:graphicFrameLocks noChangeAspect="1"/>
          </p:cNvGraphicFramePr>
          <p:nvPr/>
        </p:nvGraphicFramePr>
        <p:xfrm>
          <a:off x="6303852" y="2758492"/>
          <a:ext cx="2252651" cy="605755"/>
        </p:xfrm>
        <a:graphic>
          <a:graphicData uri="http://schemas.openxmlformats.org/presentationml/2006/ole">
            <mc:AlternateContent xmlns:mc="http://schemas.openxmlformats.org/markup-compatibility/2006">
              <mc:Choice xmlns:v="urn:schemas-microsoft-com:vml" Requires="v">
                <p:oleObj name="公式" r:id="rId13" imgW="1511280" imgH="406080" progId="Equation.3">
                  <p:embed/>
                </p:oleObj>
              </mc:Choice>
              <mc:Fallback>
                <p:oleObj name="公式" r:id="rId13" imgW="1511280" imgH="406080" progId="Equation.3">
                  <p:embed/>
                  <p:pic>
                    <p:nvPicPr>
                      <p:cNvPr id="23" name="对象 22"/>
                      <p:cNvPicPr/>
                      <p:nvPr/>
                    </p:nvPicPr>
                    <p:blipFill>
                      <a:blip r:embed="rId14"/>
                      <a:stretch>
                        <a:fillRect/>
                      </a:stretch>
                    </p:blipFill>
                    <p:spPr>
                      <a:xfrm>
                        <a:off x="6303852" y="2758492"/>
                        <a:ext cx="2252651" cy="605755"/>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6206706" y="3308439"/>
          <a:ext cx="2297070" cy="548554"/>
        </p:xfrm>
        <a:graphic>
          <a:graphicData uri="http://schemas.openxmlformats.org/presentationml/2006/ole">
            <mc:AlternateContent xmlns:mc="http://schemas.openxmlformats.org/markup-compatibility/2006">
              <mc:Choice xmlns:v="urn:schemas-microsoft-com:vml" Requires="v">
                <p:oleObj name="公式" r:id="rId15" imgW="1701720" imgH="406080" progId="Equation.3">
                  <p:embed/>
                </p:oleObj>
              </mc:Choice>
              <mc:Fallback>
                <p:oleObj name="公式" r:id="rId15" imgW="1701720" imgH="406080" progId="Equation.3">
                  <p:embed/>
                  <p:pic>
                    <p:nvPicPr>
                      <p:cNvPr id="25" name="对象 24"/>
                      <p:cNvPicPr/>
                      <p:nvPr/>
                    </p:nvPicPr>
                    <p:blipFill>
                      <a:blip r:embed="rId16"/>
                      <a:stretch>
                        <a:fillRect/>
                      </a:stretch>
                    </p:blipFill>
                    <p:spPr>
                      <a:xfrm>
                        <a:off x="6206706" y="3308439"/>
                        <a:ext cx="2297070" cy="548554"/>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5659438" y="5853113"/>
          <a:ext cx="2670175" cy="604837"/>
        </p:xfrm>
        <a:graphic>
          <a:graphicData uri="http://schemas.openxmlformats.org/presentationml/2006/ole">
            <mc:AlternateContent xmlns:mc="http://schemas.openxmlformats.org/markup-compatibility/2006">
              <mc:Choice xmlns:v="urn:schemas-microsoft-com:vml" Requires="v">
                <p:oleObj name="公式" r:id="rId17" imgW="1790640" imgH="406080" progId="Equation.3">
                  <p:embed/>
                </p:oleObj>
              </mc:Choice>
              <mc:Fallback>
                <p:oleObj name="公式" r:id="rId17" imgW="1790640" imgH="406080" progId="Equation.3">
                  <p:embed/>
                  <p:pic>
                    <p:nvPicPr>
                      <p:cNvPr id="26" name="对象 25"/>
                      <p:cNvPicPr/>
                      <p:nvPr/>
                    </p:nvPicPr>
                    <p:blipFill>
                      <a:blip r:embed="rId18"/>
                      <a:stretch>
                        <a:fillRect/>
                      </a:stretch>
                    </p:blipFill>
                    <p:spPr>
                      <a:xfrm>
                        <a:off x="5659438" y="5853113"/>
                        <a:ext cx="2670175" cy="604837"/>
                      </a:xfrm>
                      <a:prstGeom prst="rect">
                        <a:avLst/>
                      </a:prstGeom>
                    </p:spPr>
                  </p:pic>
                </p:oleObj>
              </mc:Fallback>
            </mc:AlternateContent>
          </a:graphicData>
        </a:graphic>
      </p:graphicFrame>
      <p:sp>
        <p:nvSpPr>
          <p:cNvPr id="29" name="矩形 28"/>
          <p:cNvSpPr/>
          <p:nvPr/>
        </p:nvSpPr>
        <p:spPr>
          <a:xfrm>
            <a:off x="779502" y="2748960"/>
            <a:ext cx="1107996" cy="369332"/>
          </a:xfrm>
          <a:prstGeom prst="rect">
            <a:avLst/>
          </a:prstGeom>
        </p:spPr>
        <p:txBody>
          <a:bodyPr wrap="none">
            <a:spAutoFit/>
          </a:bodyPr>
          <a:lstStyle/>
          <a:p>
            <a:r>
              <a:rPr lang="zh-CN" altLang="en-US" dirty="0"/>
              <a:t>记忆元件</a:t>
            </a:r>
          </a:p>
        </p:txBody>
      </p:sp>
      <p:sp>
        <p:nvSpPr>
          <p:cNvPr id="30" name="矩形 29"/>
          <p:cNvSpPr/>
          <p:nvPr/>
        </p:nvSpPr>
        <p:spPr>
          <a:xfrm>
            <a:off x="779502" y="3409876"/>
            <a:ext cx="1107996" cy="369332"/>
          </a:xfrm>
          <a:prstGeom prst="rect">
            <a:avLst/>
          </a:prstGeom>
        </p:spPr>
        <p:txBody>
          <a:bodyPr wrap="none">
            <a:spAutoFit/>
          </a:bodyPr>
          <a:lstStyle/>
          <a:p>
            <a:r>
              <a:rPr lang="zh-CN" altLang="en-US" dirty="0"/>
              <a:t>储能元件</a:t>
            </a:r>
            <a:endParaRPr lang="en-US" altLang="zh-CN" dirty="0"/>
          </a:p>
        </p:txBody>
      </p:sp>
      <p:sp>
        <p:nvSpPr>
          <p:cNvPr id="31" name="矩形 30"/>
          <p:cNvSpPr/>
          <p:nvPr/>
        </p:nvSpPr>
        <p:spPr>
          <a:xfrm>
            <a:off x="107521" y="4035287"/>
            <a:ext cx="4407024" cy="1754326"/>
          </a:xfrm>
          <a:prstGeom prst="rect">
            <a:avLst/>
          </a:prstGeom>
        </p:spPr>
        <p:txBody>
          <a:bodyPr wrap="square">
            <a:spAutoFit/>
          </a:bodyPr>
          <a:lstStyle/>
          <a:p>
            <a:pPr marL="285750" indent="-285750">
              <a:buFont typeface="Arial" panose="020B0604020202020204" pitchFamily="34" charset="0"/>
              <a:buChar char="•"/>
            </a:pPr>
            <a:r>
              <a:rPr lang="zh-CN" altLang="en-US" dirty="0">
                <a:latin typeface="+mn-lt"/>
                <a:ea typeface="+mn-ea"/>
              </a:rPr>
              <a:t>当 </a:t>
            </a:r>
            <a:r>
              <a:rPr lang="en-US" altLang="zh-CN" dirty="0">
                <a:latin typeface="+mn-lt"/>
                <a:ea typeface="+mn-ea"/>
              </a:rPr>
              <a:t>u </a:t>
            </a:r>
            <a:r>
              <a:rPr lang="zh-CN" altLang="en-US" dirty="0">
                <a:latin typeface="+mn-lt"/>
                <a:ea typeface="+mn-ea"/>
              </a:rPr>
              <a:t>为常数</a:t>
            </a:r>
            <a:r>
              <a:rPr lang="en-US" altLang="zh-CN" dirty="0">
                <a:latin typeface="+mn-lt"/>
                <a:ea typeface="+mn-ea"/>
              </a:rPr>
              <a:t>(</a:t>
            </a:r>
            <a:r>
              <a:rPr lang="zh-CN" altLang="en-US" dirty="0">
                <a:latin typeface="+mn-lt"/>
                <a:ea typeface="+mn-ea"/>
              </a:rPr>
              <a:t>直流</a:t>
            </a:r>
            <a:r>
              <a:rPr lang="en-US" altLang="zh-CN" dirty="0">
                <a:latin typeface="+mn-lt"/>
                <a:ea typeface="+mn-ea"/>
              </a:rPr>
              <a:t>)</a:t>
            </a:r>
            <a:r>
              <a:rPr lang="zh-CN" altLang="en-US" dirty="0">
                <a:latin typeface="+mn-lt"/>
                <a:ea typeface="+mn-ea"/>
              </a:rPr>
              <a:t>时，</a:t>
            </a:r>
            <a:r>
              <a:rPr lang="en-US" altLang="zh-CN" dirty="0">
                <a:latin typeface="+mn-lt"/>
                <a:ea typeface="+mn-ea"/>
              </a:rPr>
              <a:t>du/</a:t>
            </a:r>
            <a:r>
              <a:rPr lang="en-US" altLang="zh-CN" dirty="0" err="1">
                <a:latin typeface="+mn-lt"/>
                <a:ea typeface="+mn-ea"/>
              </a:rPr>
              <a:t>dt</a:t>
            </a:r>
            <a:r>
              <a:rPr lang="en-US" altLang="zh-CN" dirty="0">
                <a:latin typeface="+mn-lt"/>
                <a:ea typeface="+mn-ea"/>
              </a:rPr>
              <a:t> =0, </a:t>
            </a:r>
            <a:r>
              <a:rPr lang="en-US" altLang="zh-CN" dirty="0" err="1">
                <a:latin typeface="+mn-lt"/>
                <a:ea typeface="+mn-ea"/>
              </a:rPr>
              <a:t>i</a:t>
            </a:r>
            <a:r>
              <a:rPr lang="en-US" altLang="zh-CN" dirty="0">
                <a:latin typeface="+mn-lt"/>
                <a:ea typeface="+mn-ea"/>
              </a:rPr>
              <a:t>=0</a:t>
            </a:r>
            <a:r>
              <a:rPr lang="zh-CN" altLang="en-US" dirty="0">
                <a:latin typeface="+mn-lt"/>
                <a:ea typeface="+mn-ea"/>
              </a:rPr>
              <a:t>。电容在直流稳态电路中相当于开路，电容有</a:t>
            </a:r>
            <a:r>
              <a:rPr lang="zh-CN" altLang="en-US" b="1" dirty="0">
                <a:solidFill>
                  <a:srgbClr val="FF0000"/>
                </a:solidFill>
                <a:latin typeface="+mn-lt"/>
                <a:ea typeface="+mn-ea"/>
              </a:rPr>
              <a:t>隔直</a:t>
            </a:r>
            <a:r>
              <a:rPr lang="zh-CN" altLang="en-US" dirty="0">
                <a:latin typeface="+mn-lt"/>
                <a:ea typeface="+mn-ea"/>
              </a:rPr>
              <a:t>作用。</a:t>
            </a:r>
            <a:endParaRPr lang="en-US" altLang="zh-CN" dirty="0">
              <a:latin typeface="+mn-lt"/>
              <a:ea typeface="+mn-ea"/>
            </a:endParaRPr>
          </a:p>
          <a:p>
            <a:pPr marL="285750" indent="-285750">
              <a:buFont typeface="Arial" panose="020B0604020202020204" pitchFamily="34" charset="0"/>
              <a:buChar char="•"/>
            </a:pPr>
            <a:r>
              <a:rPr lang="zh-CN" altLang="en-US" dirty="0">
                <a:latin typeface="+mn-lt"/>
                <a:ea typeface="+mn-ea"/>
              </a:rPr>
              <a:t>电容电流在</a:t>
            </a:r>
            <a:r>
              <a:rPr lang="en-US" altLang="zh-CN" dirty="0">
                <a:latin typeface="+mn-lt"/>
                <a:ea typeface="+mn-ea"/>
              </a:rPr>
              <a:t>t</a:t>
            </a:r>
            <a:r>
              <a:rPr lang="en-US" altLang="zh-CN" baseline="-25000" dirty="0">
                <a:latin typeface="+mn-lt"/>
                <a:ea typeface="+mn-ea"/>
              </a:rPr>
              <a:t>0</a:t>
            </a:r>
            <a:r>
              <a:rPr lang="zh-CN" altLang="en-US" dirty="0">
                <a:latin typeface="+mn-lt"/>
                <a:ea typeface="+mn-ea"/>
              </a:rPr>
              <a:t>处为有限值，电容电压在</a:t>
            </a:r>
            <a:r>
              <a:rPr lang="en-US" altLang="zh-CN" dirty="0">
                <a:latin typeface="+mn-lt"/>
                <a:ea typeface="+mn-ea"/>
              </a:rPr>
              <a:t>t</a:t>
            </a:r>
            <a:r>
              <a:rPr lang="en-US" altLang="zh-CN" baseline="-25000" dirty="0">
                <a:latin typeface="+mn-lt"/>
                <a:ea typeface="+mn-ea"/>
              </a:rPr>
              <a:t>0</a:t>
            </a:r>
            <a:r>
              <a:rPr lang="zh-CN" altLang="en-US" dirty="0">
                <a:latin typeface="+mn-lt"/>
                <a:ea typeface="+mn-ea"/>
              </a:rPr>
              <a:t>处连续；电容电流在</a:t>
            </a:r>
            <a:r>
              <a:rPr lang="en-US" altLang="zh-CN" dirty="0">
                <a:latin typeface="+mn-lt"/>
                <a:ea typeface="+mn-ea"/>
              </a:rPr>
              <a:t>t</a:t>
            </a:r>
            <a:r>
              <a:rPr lang="en-US" altLang="zh-CN" baseline="-25000" dirty="0">
                <a:latin typeface="+mn-lt"/>
                <a:ea typeface="+mn-ea"/>
              </a:rPr>
              <a:t>0</a:t>
            </a:r>
            <a:r>
              <a:rPr lang="zh-CN" altLang="en-US" dirty="0">
                <a:latin typeface="+mn-lt"/>
                <a:ea typeface="+mn-ea"/>
              </a:rPr>
              <a:t>处为无限大，电容电压在</a:t>
            </a:r>
            <a:r>
              <a:rPr lang="en-US" altLang="zh-CN" dirty="0">
                <a:latin typeface="+mn-lt"/>
                <a:ea typeface="+mn-ea"/>
              </a:rPr>
              <a:t>t</a:t>
            </a:r>
            <a:r>
              <a:rPr lang="en-US" altLang="zh-CN" baseline="-25000" dirty="0">
                <a:latin typeface="+mn-lt"/>
                <a:ea typeface="+mn-ea"/>
              </a:rPr>
              <a:t>0</a:t>
            </a:r>
            <a:r>
              <a:rPr lang="zh-CN" altLang="en-US" dirty="0">
                <a:latin typeface="+mn-lt"/>
                <a:ea typeface="+mn-ea"/>
              </a:rPr>
              <a:t>处跳变。</a:t>
            </a:r>
            <a:endParaRPr lang="en-US" altLang="zh-CN" dirty="0">
              <a:latin typeface="+mn-lt"/>
              <a:ea typeface="+mn-ea"/>
            </a:endParaRPr>
          </a:p>
        </p:txBody>
      </p:sp>
      <p:sp>
        <p:nvSpPr>
          <p:cNvPr id="32" name="矩形 31"/>
          <p:cNvSpPr/>
          <p:nvPr/>
        </p:nvSpPr>
        <p:spPr>
          <a:xfrm>
            <a:off x="4572000" y="4076971"/>
            <a:ext cx="4456339" cy="1754326"/>
          </a:xfrm>
          <a:prstGeom prst="rect">
            <a:avLst/>
          </a:prstGeom>
        </p:spPr>
        <p:txBody>
          <a:bodyPr wrap="square">
            <a:spAutoFit/>
          </a:bodyPr>
          <a:lstStyle/>
          <a:p>
            <a:pPr marL="285750" indent="-285750">
              <a:buFont typeface="Arial" panose="020B0604020202020204" pitchFamily="34" charset="0"/>
              <a:buChar char="•"/>
            </a:pPr>
            <a:r>
              <a:rPr lang="zh-CN" altLang="en-US" dirty="0">
                <a:latin typeface="+mn-lt"/>
                <a:ea typeface="+mn-ea"/>
              </a:rPr>
              <a:t>当 </a:t>
            </a:r>
            <a:r>
              <a:rPr lang="en-US" altLang="zh-CN" dirty="0" err="1">
                <a:latin typeface="+mn-lt"/>
                <a:ea typeface="+mn-ea"/>
              </a:rPr>
              <a:t>i</a:t>
            </a:r>
            <a:r>
              <a:rPr lang="en-US" altLang="zh-CN" dirty="0">
                <a:latin typeface="+mn-lt"/>
                <a:ea typeface="+mn-ea"/>
              </a:rPr>
              <a:t> </a:t>
            </a:r>
            <a:r>
              <a:rPr lang="zh-CN" altLang="en-US" dirty="0">
                <a:latin typeface="+mn-lt"/>
                <a:ea typeface="+mn-ea"/>
              </a:rPr>
              <a:t>为常数</a:t>
            </a:r>
            <a:r>
              <a:rPr lang="en-US" altLang="zh-CN" dirty="0">
                <a:latin typeface="+mn-lt"/>
                <a:ea typeface="+mn-ea"/>
              </a:rPr>
              <a:t>(</a:t>
            </a:r>
            <a:r>
              <a:rPr lang="zh-CN" altLang="en-US" dirty="0">
                <a:latin typeface="+mn-lt"/>
                <a:ea typeface="+mn-ea"/>
              </a:rPr>
              <a:t>直流</a:t>
            </a:r>
            <a:r>
              <a:rPr lang="en-US" altLang="zh-CN" dirty="0">
                <a:latin typeface="+mn-lt"/>
                <a:ea typeface="+mn-ea"/>
              </a:rPr>
              <a:t>)</a:t>
            </a:r>
            <a:r>
              <a:rPr lang="zh-CN" altLang="en-US" dirty="0">
                <a:latin typeface="+mn-lt"/>
                <a:ea typeface="+mn-ea"/>
              </a:rPr>
              <a:t>时，</a:t>
            </a:r>
            <a:r>
              <a:rPr lang="en-US" altLang="zh-CN" dirty="0">
                <a:latin typeface="+mn-lt"/>
                <a:ea typeface="+mn-ea"/>
              </a:rPr>
              <a:t>di/</a:t>
            </a:r>
            <a:r>
              <a:rPr lang="en-US" altLang="zh-CN" dirty="0" err="1">
                <a:latin typeface="+mn-lt"/>
                <a:ea typeface="+mn-ea"/>
              </a:rPr>
              <a:t>dt</a:t>
            </a:r>
            <a:r>
              <a:rPr lang="en-US" altLang="zh-CN" dirty="0">
                <a:latin typeface="+mn-lt"/>
                <a:ea typeface="+mn-ea"/>
              </a:rPr>
              <a:t> =0, u=0</a:t>
            </a:r>
            <a:r>
              <a:rPr lang="zh-CN" altLang="en-US" dirty="0">
                <a:latin typeface="+mn-lt"/>
                <a:ea typeface="+mn-ea"/>
              </a:rPr>
              <a:t>。电流在直流稳态电路中相当于短路，电感有</a:t>
            </a:r>
            <a:r>
              <a:rPr lang="zh-CN" altLang="en-US" b="1" dirty="0">
                <a:solidFill>
                  <a:srgbClr val="FF0000"/>
                </a:solidFill>
                <a:latin typeface="+mn-lt"/>
                <a:ea typeface="+mn-ea"/>
              </a:rPr>
              <a:t>通直</a:t>
            </a:r>
            <a:r>
              <a:rPr lang="zh-CN" altLang="en-US" dirty="0">
                <a:latin typeface="+mn-lt"/>
                <a:ea typeface="+mn-ea"/>
              </a:rPr>
              <a:t>作用。</a:t>
            </a:r>
            <a:endParaRPr lang="en-US" altLang="zh-CN" dirty="0">
              <a:latin typeface="+mn-lt"/>
              <a:ea typeface="+mn-ea"/>
            </a:endParaRPr>
          </a:p>
          <a:p>
            <a:pPr marL="285750" indent="-285750">
              <a:buFont typeface="Arial" panose="020B0604020202020204" pitchFamily="34" charset="0"/>
              <a:buChar char="•"/>
            </a:pPr>
            <a:r>
              <a:rPr lang="zh-CN" altLang="en-US" dirty="0">
                <a:latin typeface="+mn-lt"/>
                <a:ea typeface="+mn-ea"/>
              </a:rPr>
              <a:t>电感电压在</a:t>
            </a:r>
            <a:r>
              <a:rPr lang="en-US" altLang="zh-CN" dirty="0">
                <a:latin typeface="+mn-lt"/>
                <a:ea typeface="+mn-ea"/>
              </a:rPr>
              <a:t>t</a:t>
            </a:r>
            <a:r>
              <a:rPr lang="en-US" altLang="zh-CN" baseline="-25000" dirty="0">
                <a:latin typeface="+mn-lt"/>
                <a:ea typeface="+mn-ea"/>
              </a:rPr>
              <a:t>0</a:t>
            </a:r>
            <a:r>
              <a:rPr lang="zh-CN" altLang="en-US" dirty="0">
                <a:latin typeface="+mn-lt"/>
                <a:ea typeface="+mn-ea"/>
              </a:rPr>
              <a:t>处为有限值，电感电压在</a:t>
            </a:r>
            <a:r>
              <a:rPr lang="en-US" altLang="zh-CN" dirty="0">
                <a:latin typeface="+mn-lt"/>
                <a:ea typeface="+mn-ea"/>
              </a:rPr>
              <a:t>t</a:t>
            </a:r>
            <a:r>
              <a:rPr lang="en-US" altLang="zh-CN" baseline="-25000" dirty="0">
                <a:latin typeface="+mn-lt"/>
                <a:ea typeface="+mn-ea"/>
              </a:rPr>
              <a:t>0</a:t>
            </a:r>
            <a:r>
              <a:rPr lang="zh-CN" altLang="en-US" dirty="0">
                <a:latin typeface="+mn-lt"/>
                <a:ea typeface="+mn-ea"/>
              </a:rPr>
              <a:t>处连续；电感电压在</a:t>
            </a:r>
            <a:r>
              <a:rPr lang="en-US" altLang="zh-CN" dirty="0">
                <a:latin typeface="+mn-lt"/>
                <a:ea typeface="+mn-ea"/>
              </a:rPr>
              <a:t>t</a:t>
            </a:r>
            <a:r>
              <a:rPr lang="en-US" altLang="zh-CN" baseline="-25000" dirty="0">
                <a:latin typeface="+mn-lt"/>
                <a:ea typeface="+mn-ea"/>
              </a:rPr>
              <a:t>0</a:t>
            </a:r>
            <a:r>
              <a:rPr lang="zh-CN" altLang="en-US" dirty="0">
                <a:latin typeface="+mn-lt"/>
                <a:ea typeface="+mn-ea"/>
              </a:rPr>
              <a:t>处为无限大，电感电压在</a:t>
            </a:r>
            <a:r>
              <a:rPr lang="en-US" altLang="zh-CN" dirty="0">
                <a:latin typeface="+mn-lt"/>
                <a:ea typeface="+mn-ea"/>
              </a:rPr>
              <a:t>t</a:t>
            </a:r>
            <a:r>
              <a:rPr lang="en-US" altLang="zh-CN" baseline="-25000" dirty="0">
                <a:latin typeface="+mn-lt"/>
                <a:ea typeface="+mn-ea"/>
              </a:rPr>
              <a:t>0</a:t>
            </a:r>
            <a:r>
              <a:rPr lang="zh-CN" altLang="en-US" dirty="0">
                <a:latin typeface="+mn-lt"/>
                <a:ea typeface="+mn-ea"/>
              </a:rPr>
              <a:t>处跳变。</a:t>
            </a:r>
            <a:endParaRPr lang="en-US" altLang="zh-CN" dirty="0">
              <a:latin typeface="+mn-lt"/>
              <a:ea typeface="+mn-ea"/>
            </a:endParaRPr>
          </a:p>
        </p:txBody>
      </p:sp>
      <p:sp>
        <p:nvSpPr>
          <p:cNvPr id="33" name="矩形 32"/>
          <p:cNvSpPr/>
          <p:nvPr/>
        </p:nvSpPr>
        <p:spPr>
          <a:xfrm>
            <a:off x="4929070" y="2793432"/>
            <a:ext cx="1107996" cy="369332"/>
          </a:xfrm>
          <a:prstGeom prst="rect">
            <a:avLst/>
          </a:prstGeom>
        </p:spPr>
        <p:txBody>
          <a:bodyPr wrap="none">
            <a:spAutoFit/>
          </a:bodyPr>
          <a:lstStyle/>
          <a:p>
            <a:r>
              <a:rPr lang="zh-CN" altLang="en-US" dirty="0"/>
              <a:t>记忆元件</a:t>
            </a:r>
          </a:p>
        </p:txBody>
      </p:sp>
      <p:sp>
        <p:nvSpPr>
          <p:cNvPr id="34" name="矩形 33"/>
          <p:cNvSpPr/>
          <p:nvPr/>
        </p:nvSpPr>
        <p:spPr>
          <a:xfrm>
            <a:off x="4970804" y="3419343"/>
            <a:ext cx="1107996" cy="369332"/>
          </a:xfrm>
          <a:prstGeom prst="rect">
            <a:avLst/>
          </a:prstGeom>
        </p:spPr>
        <p:txBody>
          <a:bodyPr wrap="none">
            <a:spAutoFit/>
          </a:bodyPr>
          <a:lstStyle/>
          <a:p>
            <a:r>
              <a:rPr lang="zh-CN" altLang="en-US" dirty="0"/>
              <a:t>储能元件</a:t>
            </a:r>
            <a:endParaRPr lang="en-US" altLang="zh-CN" dirty="0"/>
          </a:p>
        </p:txBody>
      </p:sp>
    </p:spTree>
    <p:extLst>
      <p:ext uri="{BB962C8B-B14F-4D97-AF65-F5344CB8AC3E}">
        <p14:creationId xmlns:p14="http://schemas.microsoft.com/office/powerpoint/2010/main" val="213898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2">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29" grpId="0"/>
      <p:bldP spid="30" grpId="0"/>
      <p:bldP spid="33" grpId="0"/>
      <p:bldP spid="34"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2232" y="131292"/>
            <a:ext cx="2246128" cy="584775"/>
          </a:xfrm>
          <a:prstGeom prst="rect">
            <a:avLst/>
          </a:prstGeom>
          <a:noFill/>
        </p:spPr>
        <p:txBody>
          <a:bodyPr wrap="none" rtlCol="0" anchor="t">
            <a:spAutoFit/>
          </a:bodyPr>
          <a:lstStyle/>
          <a:p>
            <a:r>
              <a:rPr lang="en-US" altLang="zh-CN" sz="3200" b="1" dirty="0">
                <a:latin typeface="楷体" panose="02010609060101010101" charset="-122"/>
                <a:ea typeface="楷体" panose="02010609060101010101" charset="-122"/>
                <a:cs typeface="+mj-cs"/>
                <a:sym typeface="+mn-ea"/>
              </a:rPr>
              <a:t>2.</a:t>
            </a:r>
            <a:r>
              <a:rPr lang="zh-CN" altLang="en-US" sz="3200" b="1" dirty="0">
                <a:latin typeface="楷体" panose="02010609060101010101" charset="-122"/>
                <a:ea typeface="楷体" panose="02010609060101010101" charset="-122"/>
                <a:cs typeface="+mj-cs"/>
                <a:sym typeface="+mn-ea"/>
              </a:rPr>
              <a:t>暂态电路</a:t>
            </a:r>
            <a:endParaRPr lang="en-US" altLang="zh-CN" sz="3200" b="1" dirty="0">
              <a:latin typeface="楷体" panose="02010609060101010101" charset="-122"/>
              <a:ea typeface="楷体" panose="02010609060101010101" charset="-122"/>
              <a:cs typeface="+mj-cs"/>
              <a:sym typeface="+mn-ea"/>
            </a:endParaRPr>
          </a:p>
        </p:txBody>
      </p:sp>
      <p:sp>
        <p:nvSpPr>
          <p:cNvPr id="17" name="矩形 16"/>
          <p:cNvSpPr/>
          <p:nvPr/>
        </p:nvSpPr>
        <p:spPr>
          <a:xfrm>
            <a:off x="2044424" y="1217717"/>
            <a:ext cx="3600000" cy="5040000"/>
          </a:xfrm>
          <a:prstGeom prst="rect">
            <a:avLst/>
          </a:prstGeom>
          <a:solidFill>
            <a:schemeClr val="bg2"/>
          </a:solidFill>
          <a:ln>
            <a:noFill/>
          </a:ln>
        </p:spPr>
        <p:txBody>
          <a:bodyPr wrap="square">
            <a:spAutoFit/>
          </a:bodyPr>
          <a:lstStyle/>
          <a:p>
            <a:pPr marL="342900" indent="-342900" eaLnBrk="1" hangingPunct="1">
              <a:spcBef>
                <a:spcPct val="50000"/>
              </a:spcBef>
              <a:buFont typeface="Wingdings" panose="05000000000000000000" charset="0"/>
              <a:buChar char="l"/>
            </a:pPr>
            <a:endParaRPr lang="zh-CN" altLang="en-US"/>
          </a:p>
        </p:txBody>
      </p:sp>
      <p:sp>
        <p:nvSpPr>
          <p:cNvPr id="18" name="文本框 17"/>
          <p:cNvSpPr txBox="1"/>
          <p:nvPr/>
        </p:nvSpPr>
        <p:spPr>
          <a:xfrm>
            <a:off x="3300454" y="716067"/>
            <a:ext cx="897890" cy="521970"/>
          </a:xfrm>
          <a:prstGeom prst="rect">
            <a:avLst/>
          </a:prstGeom>
          <a:noFill/>
        </p:spPr>
        <p:txBody>
          <a:bodyPr wrap="none" rtlCol="0" anchor="t">
            <a:spAutoFit/>
          </a:bodyPr>
          <a:lstStyle/>
          <a:p>
            <a:r>
              <a:rPr lang="zh-CN" altLang="en-US" sz="2800" b="1" dirty="0">
                <a:latin typeface="Arial" panose="020B0604020202020204" pitchFamily="34" charset="0"/>
                <a:ea typeface="楷体" panose="02010609060101010101" charset="-122"/>
                <a:cs typeface="+mj-cs"/>
                <a:sym typeface="+mn-ea"/>
              </a:rPr>
              <a:t>电容</a:t>
            </a:r>
          </a:p>
        </p:txBody>
      </p:sp>
      <p:sp>
        <p:nvSpPr>
          <p:cNvPr id="19" name="文本框 18"/>
          <p:cNvSpPr txBox="1"/>
          <p:nvPr/>
        </p:nvSpPr>
        <p:spPr>
          <a:xfrm>
            <a:off x="6988534" y="716067"/>
            <a:ext cx="897890" cy="521970"/>
          </a:xfrm>
          <a:prstGeom prst="rect">
            <a:avLst/>
          </a:prstGeom>
          <a:noFill/>
        </p:spPr>
        <p:txBody>
          <a:bodyPr wrap="none" rtlCol="0" anchor="t">
            <a:spAutoFit/>
          </a:bodyPr>
          <a:lstStyle/>
          <a:p>
            <a:r>
              <a:rPr lang="zh-CN" altLang="en-US" sz="2800" b="1" dirty="0">
                <a:latin typeface="Arial" panose="020B0604020202020204" pitchFamily="34" charset="0"/>
                <a:ea typeface="楷体" panose="02010609060101010101" charset="-122"/>
                <a:cs typeface="+mj-cs"/>
                <a:sym typeface="+mn-ea"/>
              </a:rPr>
              <a:t>电感</a:t>
            </a:r>
          </a:p>
        </p:txBody>
      </p:sp>
      <p:sp>
        <p:nvSpPr>
          <p:cNvPr id="20" name="文本框 19"/>
          <p:cNvSpPr txBox="1"/>
          <p:nvPr/>
        </p:nvSpPr>
        <p:spPr>
          <a:xfrm>
            <a:off x="663299" y="1292012"/>
            <a:ext cx="897890" cy="521970"/>
          </a:xfrm>
          <a:prstGeom prst="rect">
            <a:avLst/>
          </a:prstGeom>
          <a:noFill/>
        </p:spPr>
        <p:txBody>
          <a:bodyPr wrap="none" rtlCol="0" anchor="t">
            <a:spAutoFit/>
          </a:bodyPr>
          <a:lstStyle/>
          <a:p>
            <a:r>
              <a:rPr lang="zh-CN" altLang="en-US" sz="2800" b="1" dirty="0">
                <a:latin typeface="Arial" panose="020B0604020202020204" pitchFamily="34" charset="0"/>
                <a:ea typeface="楷体" panose="02010609060101010101" charset="-122"/>
                <a:cs typeface="+mj-cs"/>
                <a:sym typeface="+mn-ea"/>
              </a:rPr>
              <a:t>定义</a:t>
            </a:r>
          </a:p>
        </p:txBody>
      </p:sp>
      <p:sp>
        <p:nvSpPr>
          <p:cNvPr id="21" name="文本框 20"/>
          <p:cNvSpPr txBox="1"/>
          <p:nvPr/>
        </p:nvSpPr>
        <p:spPr>
          <a:xfrm>
            <a:off x="455972" y="2124497"/>
            <a:ext cx="1312545" cy="521970"/>
          </a:xfrm>
          <a:prstGeom prst="rect">
            <a:avLst/>
          </a:prstGeom>
          <a:noFill/>
        </p:spPr>
        <p:txBody>
          <a:bodyPr wrap="none" rtlCol="0" anchor="t">
            <a:spAutoFit/>
          </a:bodyPr>
          <a:lstStyle/>
          <a:p>
            <a:r>
              <a:rPr lang="en-US" altLang="zh-CN" sz="2800" b="1" i="1" dirty="0">
                <a:ea typeface="楷体" panose="02010609060101010101" charset="-122"/>
                <a:cs typeface="Times New Roman" panose="02020603050405020304" pitchFamily="18" charset="0"/>
                <a:sym typeface="+mn-ea"/>
              </a:rPr>
              <a:t>u-i</a:t>
            </a:r>
            <a:r>
              <a:rPr lang="zh-CN" altLang="en-US" sz="2800" b="1" dirty="0">
                <a:latin typeface="Arial" panose="020B0604020202020204" pitchFamily="34" charset="0"/>
                <a:ea typeface="楷体" panose="02010609060101010101" charset="-122"/>
                <a:cs typeface="+mj-cs"/>
                <a:sym typeface="+mn-ea"/>
              </a:rPr>
              <a:t>关系</a:t>
            </a:r>
          </a:p>
        </p:txBody>
      </p:sp>
      <p:sp>
        <p:nvSpPr>
          <p:cNvPr id="22" name="文本框 21"/>
          <p:cNvSpPr txBox="1"/>
          <p:nvPr/>
        </p:nvSpPr>
        <p:spPr>
          <a:xfrm>
            <a:off x="484547" y="2886497"/>
            <a:ext cx="1255395" cy="521970"/>
          </a:xfrm>
          <a:prstGeom prst="rect">
            <a:avLst/>
          </a:prstGeom>
          <a:noFill/>
        </p:spPr>
        <p:txBody>
          <a:bodyPr wrap="none" rtlCol="0" anchor="t">
            <a:spAutoFit/>
          </a:bodyPr>
          <a:lstStyle/>
          <a:p>
            <a:r>
              <a:rPr lang="zh-CN" sz="2800" b="1" dirty="0">
                <a:latin typeface="Arial" panose="020B0604020202020204" pitchFamily="34" charset="0"/>
                <a:ea typeface="楷体" panose="02010609060101010101" charset="-122"/>
                <a:cs typeface="+mj-cs"/>
                <a:sym typeface="+mn-ea"/>
              </a:rPr>
              <a:t>连续性</a:t>
            </a:r>
          </a:p>
        </p:txBody>
      </p:sp>
      <p:sp>
        <p:nvSpPr>
          <p:cNvPr id="23" name="文本框 22"/>
          <p:cNvSpPr txBox="1"/>
          <p:nvPr/>
        </p:nvSpPr>
        <p:spPr>
          <a:xfrm>
            <a:off x="663299" y="3665642"/>
            <a:ext cx="897890" cy="521970"/>
          </a:xfrm>
          <a:prstGeom prst="rect">
            <a:avLst/>
          </a:prstGeom>
          <a:noFill/>
        </p:spPr>
        <p:txBody>
          <a:bodyPr wrap="none" rtlCol="0" anchor="t">
            <a:spAutoFit/>
          </a:bodyPr>
          <a:lstStyle/>
          <a:p>
            <a:r>
              <a:rPr lang="zh-CN" sz="2800" b="1" dirty="0">
                <a:latin typeface="Arial" panose="020B0604020202020204" pitchFamily="34" charset="0"/>
                <a:ea typeface="楷体" panose="02010609060101010101" charset="-122"/>
                <a:cs typeface="+mj-cs"/>
                <a:sym typeface="+mn-ea"/>
              </a:rPr>
              <a:t>储能</a:t>
            </a:r>
          </a:p>
        </p:txBody>
      </p:sp>
      <p:sp>
        <p:nvSpPr>
          <p:cNvPr id="24" name="文本框 23"/>
          <p:cNvSpPr txBox="1"/>
          <p:nvPr/>
        </p:nvSpPr>
        <p:spPr>
          <a:xfrm>
            <a:off x="484547" y="5037242"/>
            <a:ext cx="1255395" cy="521970"/>
          </a:xfrm>
          <a:prstGeom prst="rect">
            <a:avLst/>
          </a:prstGeom>
          <a:noFill/>
        </p:spPr>
        <p:txBody>
          <a:bodyPr wrap="none" rtlCol="0" anchor="t">
            <a:spAutoFit/>
          </a:bodyPr>
          <a:lstStyle/>
          <a:p>
            <a:r>
              <a:rPr lang="zh-CN" sz="2800" b="1" dirty="0">
                <a:latin typeface="Arial" panose="020B0604020202020204" pitchFamily="34" charset="0"/>
                <a:ea typeface="楷体" panose="02010609060101010101" charset="-122"/>
                <a:cs typeface="+mj-cs"/>
                <a:sym typeface="+mn-ea"/>
              </a:rPr>
              <a:t>串并联</a:t>
            </a:r>
          </a:p>
        </p:txBody>
      </p:sp>
      <p:graphicFrame>
        <p:nvGraphicFramePr>
          <p:cNvPr id="25" name="对象 24"/>
          <p:cNvGraphicFramePr/>
          <p:nvPr/>
        </p:nvGraphicFramePr>
        <p:xfrm>
          <a:off x="6905984" y="1225973"/>
          <a:ext cx="1062990" cy="571500"/>
        </p:xfrm>
        <a:graphic>
          <a:graphicData uri="http://schemas.openxmlformats.org/presentationml/2006/ole">
            <mc:AlternateContent xmlns:mc="http://schemas.openxmlformats.org/markup-compatibility/2006">
              <mc:Choice xmlns:v="urn:schemas-microsoft-com:vml" Requires="v">
                <p:oleObj r:id="rId3" imgW="1091565" imgH="596900" progId="Equation.DSMT4">
                  <p:embed/>
                </p:oleObj>
              </mc:Choice>
              <mc:Fallback>
                <p:oleObj r:id="rId3" imgW="1091565" imgH="596900" progId="Equation.DSMT4">
                  <p:embed/>
                  <p:pic>
                    <p:nvPicPr>
                      <p:cNvPr id="0" name="对象 26"/>
                      <p:cNvPicPr/>
                      <p:nvPr/>
                    </p:nvPicPr>
                    <p:blipFill>
                      <a:blip r:embed="rId4"/>
                      <a:stretch>
                        <a:fillRect/>
                      </a:stretch>
                    </p:blipFill>
                    <p:spPr>
                      <a:xfrm>
                        <a:off x="6905984" y="1225973"/>
                        <a:ext cx="1062990" cy="571500"/>
                      </a:xfrm>
                      <a:prstGeom prst="rect">
                        <a:avLst/>
                      </a:prstGeom>
                      <a:noFill/>
                    </p:spPr>
                  </p:pic>
                </p:oleObj>
              </mc:Fallback>
            </mc:AlternateContent>
          </a:graphicData>
        </a:graphic>
      </p:graphicFrame>
      <p:cxnSp>
        <p:nvCxnSpPr>
          <p:cNvPr id="26" name="直接连接符 25"/>
          <p:cNvCxnSpPr/>
          <p:nvPr/>
        </p:nvCxnSpPr>
        <p:spPr>
          <a:xfrm>
            <a:off x="171174" y="1939712"/>
            <a:ext cx="8640445"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27" name="对象 26"/>
          <p:cNvGraphicFramePr/>
          <p:nvPr/>
        </p:nvGraphicFramePr>
        <p:xfrm>
          <a:off x="3293787" y="1225973"/>
          <a:ext cx="1088390" cy="571500"/>
        </p:xfrm>
        <a:graphic>
          <a:graphicData uri="http://schemas.openxmlformats.org/presentationml/2006/ole">
            <mc:AlternateContent xmlns:mc="http://schemas.openxmlformats.org/markup-compatibility/2006">
              <mc:Choice xmlns:v="urn:schemas-microsoft-com:vml" Requires="v">
                <p:oleObj r:id="rId5" imgW="1117600" imgH="596900" progId="Equation.DSMT4">
                  <p:embed/>
                </p:oleObj>
              </mc:Choice>
              <mc:Fallback>
                <p:oleObj r:id="rId5" imgW="1117600" imgH="596900" progId="Equation.DSMT4">
                  <p:embed/>
                  <p:pic>
                    <p:nvPicPr>
                      <p:cNvPr id="0" name="对象 30"/>
                      <p:cNvPicPr/>
                      <p:nvPr/>
                    </p:nvPicPr>
                    <p:blipFill>
                      <a:blip r:embed="rId6"/>
                      <a:stretch>
                        <a:fillRect/>
                      </a:stretch>
                    </p:blipFill>
                    <p:spPr>
                      <a:xfrm>
                        <a:off x="3293787" y="1225973"/>
                        <a:ext cx="1088390" cy="571500"/>
                      </a:xfrm>
                      <a:prstGeom prst="rect">
                        <a:avLst/>
                      </a:prstGeom>
                      <a:noFill/>
                    </p:spPr>
                  </p:pic>
                </p:oleObj>
              </mc:Fallback>
            </mc:AlternateContent>
          </a:graphicData>
        </a:graphic>
      </p:graphicFrame>
      <p:graphicFrame>
        <p:nvGraphicFramePr>
          <p:cNvPr id="28" name="对象 27"/>
          <p:cNvGraphicFramePr/>
          <p:nvPr/>
        </p:nvGraphicFramePr>
        <p:xfrm>
          <a:off x="6516094" y="1939712"/>
          <a:ext cx="1842770" cy="810895"/>
        </p:xfrm>
        <a:graphic>
          <a:graphicData uri="http://schemas.openxmlformats.org/presentationml/2006/ole">
            <mc:AlternateContent xmlns:mc="http://schemas.openxmlformats.org/markup-compatibility/2006">
              <mc:Choice xmlns:v="urn:schemas-microsoft-com:vml" Requires="v">
                <p:oleObj r:id="rId7" imgW="1866900" imgH="838200" progId="Equation.DSMT4">
                  <p:embed/>
                </p:oleObj>
              </mc:Choice>
              <mc:Fallback>
                <p:oleObj r:id="rId7" imgW="1866900" imgH="838200" progId="Equation.DSMT4">
                  <p:embed/>
                  <p:pic>
                    <p:nvPicPr>
                      <p:cNvPr id="0" name="对象 32"/>
                      <p:cNvPicPr/>
                      <p:nvPr/>
                    </p:nvPicPr>
                    <p:blipFill>
                      <a:blip r:embed="rId8"/>
                      <a:stretch>
                        <a:fillRect/>
                      </a:stretch>
                    </p:blipFill>
                    <p:spPr>
                      <a:xfrm>
                        <a:off x="6516094" y="1939712"/>
                        <a:ext cx="1842770" cy="810895"/>
                      </a:xfrm>
                      <a:prstGeom prst="rect">
                        <a:avLst/>
                      </a:prstGeom>
                    </p:spPr>
                  </p:pic>
                </p:oleObj>
              </mc:Fallback>
            </mc:AlternateContent>
          </a:graphicData>
        </a:graphic>
      </p:graphicFrame>
      <p:graphicFrame>
        <p:nvGraphicFramePr>
          <p:cNvPr id="29" name="对象 28"/>
          <p:cNvGraphicFramePr/>
          <p:nvPr/>
        </p:nvGraphicFramePr>
        <p:xfrm>
          <a:off x="2954697" y="2008927"/>
          <a:ext cx="1766570" cy="753110"/>
        </p:xfrm>
        <a:graphic>
          <a:graphicData uri="http://schemas.openxmlformats.org/presentationml/2006/ole">
            <mc:AlternateContent xmlns:mc="http://schemas.openxmlformats.org/markup-compatibility/2006">
              <mc:Choice xmlns:v="urn:schemas-microsoft-com:vml" Requires="v">
                <p:oleObj r:id="rId9" imgW="1790700" imgH="787400" progId="Equation.DSMT4">
                  <p:embed/>
                </p:oleObj>
              </mc:Choice>
              <mc:Fallback>
                <p:oleObj r:id="rId9" imgW="1790700" imgH="787400" progId="Equation.DSMT4">
                  <p:embed/>
                  <p:pic>
                    <p:nvPicPr>
                      <p:cNvPr id="0" name="对象 34"/>
                      <p:cNvPicPr/>
                      <p:nvPr/>
                    </p:nvPicPr>
                    <p:blipFill>
                      <a:blip r:embed="rId10"/>
                      <a:stretch>
                        <a:fillRect/>
                      </a:stretch>
                    </p:blipFill>
                    <p:spPr>
                      <a:xfrm>
                        <a:off x="2954697" y="2008927"/>
                        <a:ext cx="1766570" cy="753110"/>
                      </a:xfrm>
                      <a:prstGeom prst="rect">
                        <a:avLst/>
                      </a:prstGeom>
                      <a:ln>
                        <a:noFill/>
                      </a:ln>
                    </p:spPr>
                  </p:pic>
                </p:oleObj>
              </mc:Fallback>
            </mc:AlternateContent>
          </a:graphicData>
        </a:graphic>
      </p:graphicFrame>
      <p:sp>
        <p:nvSpPr>
          <p:cNvPr id="30" name="文本框 29"/>
          <p:cNvSpPr txBox="1"/>
          <p:nvPr/>
        </p:nvSpPr>
        <p:spPr>
          <a:xfrm>
            <a:off x="2828332" y="2917295"/>
            <a:ext cx="2040943" cy="461665"/>
          </a:xfrm>
          <a:prstGeom prst="rect">
            <a:avLst/>
          </a:prstGeom>
          <a:noFill/>
        </p:spPr>
        <p:txBody>
          <a:bodyPr wrap="none" rtlCol="0" anchor="t">
            <a:spAutoFit/>
          </a:bodyPr>
          <a:lstStyle/>
          <a:p>
            <a:r>
              <a:rPr lang="zh-CN" altLang="en-US" sz="2400" b="1" dirty="0">
                <a:solidFill>
                  <a:srgbClr val="FF0000"/>
                </a:solidFill>
                <a:latin typeface="Arial" panose="020B0604020202020204" pitchFamily="34" charset="0"/>
                <a:ea typeface="楷体" panose="02010609060101010101" charset="-122"/>
                <a:cs typeface="+mj-cs"/>
                <a:sym typeface="+mn-ea"/>
              </a:rPr>
              <a:t>电容电压连续</a:t>
            </a:r>
          </a:p>
        </p:txBody>
      </p:sp>
      <p:sp>
        <p:nvSpPr>
          <p:cNvPr id="31" name="文本框 30"/>
          <p:cNvSpPr txBox="1"/>
          <p:nvPr/>
        </p:nvSpPr>
        <p:spPr>
          <a:xfrm>
            <a:off x="6427829" y="2917295"/>
            <a:ext cx="2040943" cy="461665"/>
          </a:xfrm>
          <a:prstGeom prst="rect">
            <a:avLst/>
          </a:prstGeom>
          <a:noFill/>
        </p:spPr>
        <p:txBody>
          <a:bodyPr wrap="none" rtlCol="0" anchor="t">
            <a:spAutoFit/>
          </a:bodyPr>
          <a:lstStyle/>
          <a:p>
            <a:r>
              <a:rPr lang="zh-CN" altLang="en-US" sz="2400" b="1" dirty="0">
                <a:solidFill>
                  <a:srgbClr val="FF0000"/>
                </a:solidFill>
                <a:latin typeface="Arial" panose="020B0604020202020204" pitchFamily="34" charset="0"/>
                <a:ea typeface="楷体" panose="02010609060101010101" charset="-122"/>
                <a:cs typeface="+mj-cs"/>
                <a:sym typeface="+mn-ea"/>
              </a:rPr>
              <a:t>电感电流连续</a:t>
            </a:r>
          </a:p>
        </p:txBody>
      </p:sp>
      <p:graphicFrame>
        <p:nvGraphicFramePr>
          <p:cNvPr id="32" name="对象 31"/>
          <p:cNvGraphicFramePr/>
          <p:nvPr/>
        </p:nvGraphicFramePr>
        <p:xfrm>
          <a:off x="2141262" y="3550072"/>
          <a:ext cx="3393440" cy="753110"/>
        </p:xfrm>
        <a:graphic>
          <a:graphicData uri="http://schemas.openxmlformats.org/presentationml/2006/ole">
            <mc:AlternateContent xmlns:mc="http://schemas.openxmlformats.org/markup-compatibility/2006">
              <mc:Choice xmlns:v="urn:schemas-microsoft-com:vml" Requires="v">
                <p:oleObj r:id="rId11" imgW="3416300" imgH="787400" progId="Equation.DSMT4">
                  <p:embed/>
                </p:oleObj>
              </mc:Choice>
              <mc:Fallback>
                <p:oleObj r:id="rId11" imgW="3416300" imgH="787400" progId="Equation.DSMT4">
                  <p:embed/>
                  <p:pic>
                    <p:nvPicPr>
                      <p:cNvPr id="0" name="对象 42"/>
                      <p:cNvPicPr/>
                      <p:nvPr/>
                    </p:nvPicPr>
                    <p:blipFill>
                      <a:blip r:embed="rId12"/>
                      <a:stretch>
                        <a:fillRect/>
                      </a:stretch>
                    </p:blipFill>
                    <p:spPr>
                      <a:xfrm>
                        <a:off x="2141262" y="3550072"/>
                        <a:ext cx="3393440" cy="753110"/>
                      </a:xfrm>
                      <a:prstGeom prst="rect">
                        <a:avLst/>
                      </a:prstGeom>
                    </p:spPr>
                  </p:pic>
                </p:oleObj>
              </mc:Fallback>
            </mc:AlternateContent>
          </a:graphicData>
        </a:graphic>
      </p:graphicFrame>
      <p:graphicFrame>
        <p:nvGraphicFramePr>
          <p:cNvPr id="33" name="对象 32"/>
          <p:cNvGraphicFramePr/>
          <p:nvPr/>
        </p:nvGraphicFramePr>
        <p:xfrm>
          <a:off x="5841407" y="3550072"/>
          <a:ext cx="3192145" cy="753110"/>
        </p:xfrm>
        <a:graphic>
          <a:graphicData uri="http://schemas.openxmlformats.org/presentationml/2006/ole">
            <mc:AlternateContent xmlns:mc="http://schemas.openxmlformats.org/markup-compatibility/2006">
              <mc:Choice xmlns:v="urn:schemas-microsoft-com:vml" Requires="v">
                <p:oleObj r:id="rId13" imgW="3213100" imgH="787400" progId="Equation.DSMT4">
                  <p:embed/>
                </p:oleObj>
              </mc:Choice>
              <mc:Fallback>
                <p:oleObj r:id="rId13" imgW="3213100" imgH="787400" progId="Equation.DSMT4">
                  <p:embed/>
                  <p:pic>
                    <p:nvPicPr>
                      <p:cNvPr id="0" name="对象 44"/>
                      <p:cNvPicPr/>
                      <p:nvPr/>
                    </p:nvPicPr>
                    <p:blipFill>
                      <a:blip r:embed="rId14"/>
                      <a:stretch>
                        <a:fillRect/>
                      </a:stretch>
                    </p:blipFill>
                    <p:spPr>
                      <a:xfrm>
                        <a:off x="5841407" y="3550072"/>
                        <a:ext cx="3192145" cy="753110"/>
                      </a:xfrm>
                      <a:prstGeom prst="rect">
                        <a:avLst/>
                      </a:prstGeom>
                    </p:spPr>
                  </p:pic>
                </p:oleObj>
              </mc:Fallback>
            </mc:AlternateContent>
          </a:graphicData>
        </a:graphic>
      </p:graphicFrame>
      <p:graphicFrame>
        <p:nvGraphicFramePr>
          <p:cNvPr id="34" name="对象 33"/>
          <p:cNvGraphicFramePr/>
          <p:nvPr/>
        </p:nvGraphicFramePr>
        <p:xfrm>
          <a:off x="3183614" y="5358235"/>
          <a:ext cx="1308735" cy="824865"/>
        </p:xfrm>
        <a:graphic>
          <a:graphicData uri="http://schemas.openxmlformats.org/presentationml/2006/ole">
            <mc:AlternateContent xmlns:mc="http://schemas.openxmlformats.org/markup-compatibility/2006">
              <mc:Choice xmlns:v="urn:schemas-microsoft-com:vml" Requires="v">
                <p:oleObj r:id="rId15" imgW="1333500" imgH="850900" progId="Equation.DSMT4">
                  <p:embed/>
                </p:oleObj>
              </mc:Choice>
              <mc:Fallback>
                <p:oleObj r:id="rId15" imgW="1333500" imgH="850900" progId="Equation.DSMT4">
                  <p:embed/>
                  <p:pic>
                    <p:nvPicPr>
                      <p:cNvPr id="0" name="对象 46"/>
                      <p:cNvPicPr/>
                      <p:nvPr/>
                    </p:nvPicPr>
                    <p:blipFill>
                      <a:blip r:embed="rId16"/>
                      <a:stretch>
                        <a:fillRect/>
                      </a:stretch>
                    </p:blipFill>
                    <p:spPr>
                      <a:xfrm>
                        <a:off x="3183614" y="5358235"/>
                        <a:ext cx="1308735" cy="824865"/>
                      </a:xfrm>
                      <a:prstGeom prst="rect">
                        <a:avLst/>
                      </a:prstGeom>
                      <a:ln w="19050">
                        <a:noFill/>
                      </a:ln>
                    </p:spPr>
                  </p:pic>
                </p:oleObj>
              </mc:Fallback>
            </mc:AlternateContent>
          </a:graphicData>
        </a:graphic>
      </p:graphicFrame>
      <p:graphicFrame>
        <p:nvGraphicFramePr>
          <p:cNvPr id="35" name="对象 34"/>
          <p:cNvGraphicFramePr/>
          <p:nvPr/>
        </p:nvGraphicFramePr>
        <p:xfrm>
          <a:off x="3132814" y="4447327"/>
          <a:ext cx="1410335" cy="862965"/>
        </p:xfrm>
        <a:graphic>
          <a:graphicData uri="http://schemas.openxmlformats.org/presentationml/2006/ole">
            <mc:AlternateContent xmlns:mc="http://schemas.openxmlformats.org/markup-compatibility/2006">
              <mc:Choice xmlns:v="urn:schemas-microsoft-com:vml" Requires="v">
                <p:oleObj r:id="rId17" imgW="1435100" imgH="889000" progId="Equation.DSMT4">
                  <p:embed/>
                </p:oleObj>
              </mc:Choice>
              <mc:Fallback>
                <p:oleObj r:id="rId17" imgW="1435100" imgH="889000" progId="Equation.DSMT4">
                  <p:embed/>
                  <p:pic>
                    <p:nvPicPr>
                      <p:cNvPr id="0" name="对象 48"/>
                      <p:cNvPicPr/>
                      <p:nvPr/>
                    </p:nvPicPr>
                    <p:blipFill>
                      <a:blip r:embed="rId18"/>
                      <a:stretch>
                        <a:fillRect/>
                      </a:stretch>
                    </p:blipFill>
                    <p:spPr>
                      <a:xfrm>
                        <a:off x="3132814" y="4447327"/>
                        <a:ext cx="1410335" cy="862965"/>
                      </a:xfrm>
                      <a:prstGeom prst="rect">
                        <a:avLst/>
                      </a:prstGeom>
                      <a:ln w="19050">
                        <a:noFill/>
                      </a:ln>
                    </p:spPr>
                  </p:pic>
                </p:oleObj>
              </mc:Fallback>
            </mc:AlternateContent>
          </a:graphicData>
        </a:graphic>
      </p:graphicFrame>
      <p:cxnSp>
        <p:nvCxnSpPr>
          <p:cNvPr id="36" name="直接连接符 35"/>
          <p:cNvCxnSpPr/>
          <p:nvPr/>
        </p:nvCxnSpPr>
        <p:spPr>
          <a:xfrm>
            <a:off x="171174" y="2831887"/>
            <a:ext cx="8640445"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71174" y="3497367"/>
            <a:ext cx="8640445"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171174" y="4412402"/>
            <a:ext cx="8640445"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71174" y="6259617"/>
            <a:ext cx="8640445"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40" name="对象 39"/>
          <p:cNvGraphicFramePr/>
          <p:nvPr/>
        </p:nvGraphicFramePr>
        <p:xfrm>
          <a:off x="6763109" y="5338868"/>
          <a:ext cx="1348740" cy="863600"/>
        </p:xfrm>
        <a:graphic>
          <a:graphicData uri="http://schemas.openxmlformats.org/presentationml/2006/ole">
            <mc:AlternateContent xmlns:mc="http://schemas.openxmlformats.org/markup-compatibility/2006">
              <mc:Choice xmlns:v="urn:schemas-microsoft-com:vml" Requires="v">
                <p:oleObj r:id="rId19" imgW="1371600" imgH="889000" progId="Equation.DSMT4">
                  <p:embed/>
                </p:oleObj>
              </mc:Choice>
              <mc:Fallback>
                <p:oleObj r:id="rId19" imgW="1371600" imgH="889000" progId="Equation.DSMT4">
                  <p:embed/>
                  <p:pic>
                    <p:nvPicPr>
                      <p:cNvPr id="0" name="对象 55"/>
                      <p:cNvPicPr/>
                      <p:nvPr/>
                    </p:nvPicPr>
                    <p:blipFill>
                      <a:blip r:embed="rId20"/>
                      <a:stretch>
                        <a:fillRect/>
                      </a:stretch>
                    </p:blipFill>
                    <p:spPr>
                      <a:xfrm>
                        <a:off x="6763109" y="5338868"/>
                        <a:ext cx="1348740" cy="863600"/>
                      </a:xfrm>
                      <a:prstGeom prst="rect">
                        <a:avLst/>
                      </a:prstGeom>
                      <a:ln w="19050">
                        <a:noFill/>
                      </a:ln>
                    </p:spPr>
                  </p:pic>
                </p:oleObj>
              </mc:Fallback>
            </mc:AlternateContent>
          </a:graphicData>
        </a:graphic>
      </p:graphicFrame>
      <p:graphicFrame>
        <p:nvGraphicFramePr>
          <p:cNvPr id="41" name="对象 40"/>
          <p:cNvGraphicFramePr/>
          <p:nvPr/>
        </p:nvGraphicFramePr>
        <p:xfrm>
          <a:off x="6814227" y="4466377"/>
          <a:ext cx="1246505" cy="824865"/>
        </p:xfrm>
        <a:graphic>
          <a:graphicData uri="http://schemas.openxmlformats.org/presentationml/2006/ole">
            <mc:AlternateContent xmlns:mc="http://schemas.openxmlformats.org/markup-compatibility/2006">
              <mc:Choice xmlns:v="urn:schemas-microsoft-com:vml" Requires="v">
                <p:oleObj r:id="rId21" imgW="1270000" imgH="850900" progId="Equation.DSMT4">
                  <p:embed/>
                </p:oleObj>
              </mc:Choice>
              <mc:Fallback>
                <p:oleObj r:id="rId21" imgW="1270000" imgH="850900" progId="Equation.DSMT4">
                  <p:embed/>
                  <p:pic>
                    <p:nvPicPr>
                      <p:cNvPr id="0" name="对象 57"/>
                      <p:cNvPicPr/>
                      <p:nvPr/>
                    </p:nvPicPr>
                    <p:blipFill>
                      <a:blip r:embed="rId22"/>
                      <a:stretch>
                        <a:fillRect/>
                      </a:stretch>
                    </p:blipFill>
                    <p:spPr>
                      <a:xfrm>
                        <a:off x="6814227" y="4466377"/>
                        <a:ext cx="1246505" cy="824865"/>
                      </a:xfrm>
                      <a:prstGeom prst="rect">
                        <a:avLst/>
                      </a:prstGeom>
                      <a:ln w="19050">
                        <a:noFill/>
                      </a:ln>
                    </p:spPr>
                  </p:pic>
                </p:oleObj>
              </mc:Fallback>
            </mc:AlternateContent>
          </a:graphicData>
        </a:graphic>
      </p:graphicFrame>
      <p:sp>
        <p:nvSpPr>
          <p:cNvPr id="42" name="文本框 41"/>
          <p:cNvSpPr txBox="1"/>
          <p:nvPr/>
        </p:nvSpPr>
        <p:spPr>
          <a:xfrm>
            <a:off x="2187299" y="4648622"/>
            <a:ext cx="795020" cy="460375"/>
          </a:xfrm>
          <a:prstGeom prst="rect">
            <a:avLst/>
          </a:prstGeom>
          <a:noFill/>
        </p:spPr>
        <p:txBody>
          <a:bodyPr wrap="none" rtlCol="0" anchor="t">
            <a:spAutoFit/>
          </a:bodyPr>
          <a:lstStyle/>
          <a:p>
            <a:r>
              <a:rPr lang="zh-CN" sz="2400" b="1" dirty="0">
                <a:latin typeface="Arial" panose="020B0604020202020204" pitchFamily="34" charset="0"/>
                <a:ea typeface="楷体" panose="02010609060101010101" charset="-122"/>
                <a:cs typeface="+mj-cs"/>
                <a:sym typeface="+mn-ea"/>
              </a:rPr>
              <a:t>串联</a:t>
            </a:r>
          </a:p>
        </p:txBody>
      </p:sp>
      <p:sp>
        <p:nvSpPr>
          <p:cNvPr id="43" name="文本框 42"/>
          <p:cNvSpPr txBox="1"/>
          <p:nvPr/>
        </p:nvSpPr>
        <p:spPr>
          <a:xfrm>
            <a:off x="2187299" y="5540480"/>
            <a:ext cx="795020" cy="460375"/>
          </a:xfrm>
          <a:prstGeom prst="rect">
            <a:avLst/>
          </a:prstGeom>
          <a:noFill/>
        </p:spPr>
        <p:txBody>
          <a:bodyPr wrap="none" rtlCol="0" anchor="t">
            <a:spAutoFit/>
          </a:bodyPr>
          <a:lstStyle/>
          <a:p>
            <a:r>
              <a:rPr lang="zh-CN" sz="2400" b="1" dirty="0">
                <a:latin typeface="Arial" panose="020B0604020202020204" pitchFamily="34" charset="0"/>
                <a:ea typeface="楷体" panose="02010609060101010101" charset="-122"/>
                <a:cs typeface="+mj-cs"/>
                <a:sym typeface="+mn-ea"/>
              </a:rPr>
              <a:t>并联</a:t>
            </a:r>
          </a:p>
        </p:txBody>
      </p:sp>
      <p:sp>
        <p:nvSpPr>
          <p:cNvPr id="44" name="文本框 43"/>
          <p:cNvSpPr txBox="1"/>
          <p:nvPr/>
        </p:nvSpPr>
        <p:spPr>
          <a:xfrm>
            <a:off x="5859504" y="4585757"/>
            <a:ext cx="795020" cy="460375"/>
          </a:xfrm>
          <a:prstGeom prst="rect">
            <a:avLst/>
          </a:prstGeom>
          <a:noFill/>
        </p:spPr>
        <p:txBody>
          <a:bodyPr wrap="none" rtlCol="0" anchor="t">
            <a:spAutoFit/>
          </a:bodyPr>
          <a:lstStyle/>
          <a:p>
            <a:r>
              <a:rPr lang="zh-CN" sz="2400" b="1" dirty="0">
                <a:latin typeface="Arial" panose="020B0604020202020204" pitchFamily="34" charset="0"/>
                <a:ea typeface="楷体" panose="02010609060101010101" charset="-122"/>
                <a:cs typeface="+mj-cs"/>
                <a:sym typeface="+mn-ea"/>
              </a:rPr>
              <a:t>串联</a:t>
            </a:r>
          </a:p>
        </p:txBody>
      </p:sp>
      <p:sp>
        <p:nvSpPr>
          <p:cNvPr id="45" name="文本框 44"/>
          <p:cNvSpPr txBox="1"/>
          <p:nvPr/>
        </p:nvSpPr>
        <p:spPr>
          <a:xfrm>
            <a:off x="5859504" y="5477615"/>
            <a:ext cx="795020" cy="460375"/>
          </a:xfrm>
          <a:prstGeom prst="rect">
            <a:avLst/>
          </a:prstGeom>
          <a:noFill/>
        </p:spPr>
        <p:txBody>
          <a:bodyPr wrap="none" rtlCol="0" anchor="t">
            <a:spAutoFit/>
          </a:bodyPr>
          <a:lstStyle/>
          <a:p>
            <a:r>
              <a:rPr lang="zh-CN" sz="2400" b="1" dirty="0">
                <a:latin typeface="Arial" panose="020B0604020202020204" pitchFamily="34" charset="0"/>
                <a:ea typeface="楷体" panose="02010609060101010101" charset="-122"/>
                <a:cs typeface="+mj-cs"/>
                <a:sym typeface="+mn-ea"/>
              </a:rPr>
              <a:t>并联</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spcBef>
                <a:spcPct val="0"/>
              </a:spcBef>
              <a:buFontTx/>
              <a:buNone/>
              <a:defRPr/>
            </a:pPr>
            <a:fld id="{8367AB18-34C9-4D5A-875D-BD1CAECB51F7}" type="datetime1">
              <a:rPr lang="zh-CN" altLang="en-US" smtClean="0"/>
              <a:pPr>
                <a:spcBef>
                  <a:spcPct val="0"/>
                </a:spcBef>
                <a:buFontTx/>
                <a:buNone/>
                <a:defRPr/>
              </a:pPr>
              <a:t>2024/8/17</a:t>
            </a:fld>
            <a:endParaRPr lang="en-US" altLang="zh-CN" sz="1400">
              <a:solidFill>
                <a:srgbClr val="FF6600"/>
              </a:solidFill>
              <a:ea typeface="宋体" panose="02010600030101010101" pitchFamily="2" charset="-122"/>
            </a:endParaRPr>
          </a:p>
        </p:txBody>
      </p:sp>
      <p:sp>
        <p:nvSpPr>
          <p:cNvPr id="4099"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spcBef>
                <a:spcPct val="0"/>
              </a:spcBef>
              <a:buFontTx/>
              <a:buNone/>
            </a:pPr>
            <a:r>
              <a:rPr lang="zh-CN" altLang="en-US"/>
              <a:t>电路理论</a:t>
            </a:r>
            <a:endParaRPr lang="en-US" altLang="zh-CN" sz="1400">
              <a:solidFill>
                <a:srgbClr val="FF6600"/>
              </a:solidFill>
              <a:ea typeface="宋体" panose="02010600030101010101" pitchFamily="2" charset="-122"/>
            </a:endParaRPr>
          </a:p>
        </p:txBody>
      </p:sp>
      <p:sp>
        <p:nvSpPr>
          <p:cNvPr id="4100"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spcBef>
                <a:spcPct val="0"/>
              </a:spcBef>
              <a:buFontTx/>
              <a:buNone/>
              <a:defRPr/>
            </a:pPr>
            <a:fld id="{B9461F96-7CCE-4CED-9590-79D24BD4E88E}" type="slidenum">
              <a:rPr lang="en-US" altLang="zh-CN" smtClean="0"/>
              <a:pPr>
                <a:spcBef>
                  <a:spcPct val="0"/>
                </a:spcBef>
                <a:buFontTx/>
                <a:buNone/>
                <a:defRPr/>
              </a:pPr>
              <a:t>121</a:t>
            </a:fld>
            <a:endParaRPr lang="en-US" altLang="zh-CN" sz="1400">
              <a:solidFill>
                <a:srgbClr val="FF6600"/>
              </a:solidFill>
              <a:ea typeface="宋体" panose="02010600030101010101" pitchFamily="2" charset="-122"/>
            </a:endParaRPr>
          </a:p>
        </p:txBody>
      </p:sp>
      <p:grpSp>
        <p:nvGrpSpPr>
          <p:cNvPr id="4101" name="Group 1026"/>
          <p:cNvGrpSpPr>
            <a:grpSpLocks/>
          </p:cNvGrpSpPr>
          <p:nvPr/>
        </p:nvGrpSpPr>
        <p:grpSpPr bwMode="auto">
          <a:xfrm>
            <a:off x="0" y="0"/>
            <a:ext cx="9144000" cy="6858000"/>
            <a:chOff x="0" y="0"/>
            <a:chExt cx="5970" cy="4956"/>
          </a:xfrm>
        </p:grpSpPr>
        <p:pic>
          <p:nvPicPr>
            <p:cNvPr id="4109"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60" name="Text Box 1060"/>
          <p:cNvSpPr txBox="1">
            <a:spLocks noChangeArrowheads="1"/>
          </p:cNvSpPr>
          <p:nvPr/>
        </p:nvSpPr>
        <p:spPr bwMode="auto">
          <a:xfrm>
            <a:off x="1873250" y="-111125"/>
            <a:ext cx="58674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zh-CN" altLang="en-US" sz="4800" dirty="0">
                <a:solidFill>
                  <a:srgbClr val="FF0000"/>
                </a:solidFill>
                <a:effectLst>
                  <a:outerShdw blurRad="38100" dist="38100" dir="2700000" algn="tl">
                    <a:srgbClr val="C0C0C0"/>
                  </a:outerShdw>
                </a:effectLst>
              </a:rPr>
              <a:t>第</a:t>
            </a:r>
            <a:r>
              <a:rPr lang="en-US" altLang="zh-CN" sz="4800" dirty="0">
                <a:solidFill>
                  <a:srgbClr val="FF0000"/>
                </a:solidFill>
                <a:effectLst>
                  <a:outerShdw blurRad="38100" dist="38100" dir="2700000" algn="tl">
                    <a:srgbClr val="C0C0C0"/>
                  </a:outerShdw>
                </a:effectLst>
              </a:rPr>
              <a:t>8</a:t>
            </a:r>
            <a:r>
              <a:rPr lang="zh-CN" altLang="en-US" sz="4800" dirty="0">
                <a:solidFill>
                  <a:srgbClr val="FF0000"/>
                </a:solidFill>
                <a:effectLst>
                  <a:outerShdw blurRad="38100" dist="38100" dir="2700000" algn="tl">
                    <a:srgbClr val="C0C0C0"/>
                  </a:outerShdw>
                </a:effectLst>
              </a:rPr>
              <a:t>章</a:t>
            </a:r>
          </a:p>
          <a:p>
            <a:pPr algn="ctr" eaLnBrk="1" hangingPunct="1">
              <a:defRPr/>
            </a:pPr>
            <a:r>
              <a:rPr lang="zh-CN" altLang="en-US" sz="4800" dirty="0">
                <a:solidFill>
                  <a:srgbClr val="FF0000"/>
                </a:solidFill>
                <a:effectLst>
                  <a:outerShdw blurRad="38100" dist="38100" dir="2700000" algn="tl">
                    <a:srgbClr val="C0C0C0"/>
                  </a:outerShdw>
                </a:effectLst>
              </a:rPr>
              <a:t>一阶电路的暂态分析</a:t>
            </a:r>
          </a:p>
        </p:txBody>
      </p:sp>
      <p:sp>
        <p:nvSpPr>
          <p:cNvPr id="77862" name="Text Box 1062"/>
          <p:cNvSpPr txBox="1">
            <a:spLocks noChangeArrowheads="1"/>
          </p:cNvSpPr>
          <p:nvPr/>
        </p:nvSpPr>
        <p:spPr bwMode="auto">
          <a:xfrm>
            <a:off x="1331913" y="1619250"/>
            <a:ext cx="49609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400" dirty="0">
                <a:effectLst>
                  <a:outerShdw blurRad="38100" dist="38100" dir="2700000" algn="tl">
                    <a:srgbClr val="C0C0C0"/>
                  </a:outerShdw>
                </a:effectLst>
              </a:rPr>
              <a:t>8.2 </a:t>
            </a:r>
            <a:r>
              <a:rPr lang="zh-CN" altLang="en-US" sz="2400" dirty="0">
                <a:effectLst>
                  <a:outerShdw blurRad="38100" dist="38100" dir="2700000" algn="tl">
                    <a:srgbClr val="C0C0C0"/>
                  </a:outerShdw>
                </a:effectLst>
              </a:rPr>
              <a:t>零输入响应　</a:t>
            </a:r>
            <a:r>
              <a:rPr lang="en-US" altLang="zh-CN" sz="2400" dirty="0">
                <a:effectLst>
                  <a:outerShdw blurRad="38100" dist="38100" dir="2700000" algn="tl">
                    <a:srgbClr val="C0C0C0"/>
                  </a:outerShdw>
                </a:effectLst>
              </a:rPr>
              <a:t>Zero-input response</a:t>
            </a:r>
          </a:p>
        </p:txBody>
      </p:sp>
      <p:sp>
        <p:nvSpPr>
          <p:cNvPr id="77880" name="Text Box 1080"/>
          <p:cNvSpPr txBox="1">
            <a:spLocks noChangeArrowheads="1"/>
          </p:cNvSpPr>
          <p:nvPr/>
        </p:nvSpPr>
        <p:spPr bwMode="auto">
          <a:xfrm>
            <a:off x="1325563" y="2205038"/>
            <a:ext cx="6472237" cy="1865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defRPr/>
            </a:pPr>
            <a:r>
              <a:rPr lang="en-US" altLang="zh-CN" sz="2400" dirty="0">
                <a:effectLst>
                  <a:outerShdw blurRad="38100" dist="38100" dir="2700000" algn="tl">
                    <a:srgbClr val="C0C0C0"/>
                  </a:outerShdw>
                </a:effectLst>
              </a:rPr>
              <a:t>8.3 </a:t>
            </a:r>
            <a:r>
              <a:rPr lang="zh-CN" altLang="en-US" sz="2400" dirty="0">
                <a:effectLst>
                  <a:outerShdw blurRad="38100" dist="38100" dir="2700000" algn="tl">
                    <a:srgbClr val="C0C0C0"/>
                  </a:outerShdw>
                </a:effectLst>
              </a:rPr>
              <a:t>直流电源激励下的响应</a:t>
            </a:r>
            <a:endParaRPr lang="en-US" altLang="zh-CN" sz="3200" dirty="0">
              <a:effectLst>
                <a:outerShdw blurRad="38100" dist="38100" dir="2700000" algn="tl">
                  <a:srgbClr val="C0C0C0"/>
                </a:outerShdw>
              </a:effectLst>
            </a:endParaRPr>
          </a:p>
          <a:p>
            <a:pPr eaLnBrk="1" hangingPunct="1">
              <a:lnSpc>
                <a:spcPct val="90000"/>
              </a:lnSpc>
              <a:defRPr/>
            </a:pPr>
            <a:r>
              <a:rPr lang="en-US" altLang="zh-CN" sz="3200" dirty="0">
                <a:effectLst>
                  <a:outerShdw blurRad="38100" dist="38100" dir="2700000" algn="tl">
                    <a:srgbClr val="C0C0C0"/>
                  </a:outerShdw>
                </a:effectLst>
              </a:rPr>
              <a:t>     </a:t>
            </a:r>
            <a:r>
              <a:rPr lang="en-US" altLang="zh-CN" sz="2400" dirty="0">
                <a:effectLst>
                  <a:outerShdw blurRad="38100" dist="38100" dir="2700000" algn="tl">
                    <a:srgbClr val="C0C0C0"/>
                  </a:outerShdw>
                </a:effectLst>
              </a:rPr>
              <a:t>8.3.1 </a:t>
            </a:r>
            <a:r>
              <a:rPr lang="zh-CN" altLang="en-US" sz="2400" dirty="0">
                <a:effectLst>
                  <a:outerShdw blurRad="38100" dist="38100" dir="2700000" algn="tl">
                    <a:srgbClr val="C0C0C0"/>
                  </a:outerShdw>
                </a:effectLst>
              </a:rPr>
              <a:t>直流电源激励的</a:t>
            </a:r>
            <a:r>
              <a:rPr lang="en-US" altLang="zh-CN" sz="2400" dirty="0">
                <a:effectLst>
                  <a:outerShdw blurRad="38100" dist="38100" dir="2700000" algn="tl">
                    <a:srgbClr val="C0C0C0"/>
                  </a:outerShdw>
                </a:effectLst>
              </a:rPr>
              <a:t>RC</a:t>
            </a:r>
            <a:r>
              <a:rPr lang="zh-CN" altLang="en-US" sz="2400" dirty="0">
                <a:effectLst>
                  <a:outerShdw blurRad="38100" dist="38100" dir="2700000" algn="tl">
                    <a:srgbClr val="C0C0C0"/>
                  </a:outerShdw>
                </a:effectLst>
              </a:rPr>
              <a:t>电路</a:t>
            </a:r>
            <a:endParaRPr lang="en-US" altLang="zh-CN" sz="2400" dirty="0">
              <a:effectLst>
                <a:outerShdw blurRad="38100" dist="38100" dir="2700000" algn="tl">
                  <a:srgbClr val="C0C0C0"/>
                </a:outerShdw>
              </a:effectLst>
            </a:endParaRPr>
          </a:p>
          <a:p>
            <a:pPr eaLnBrk="1" hangingPunct="1">
              <a:lnSpc>
                <a:spcPct val="90000"/>
              </a:lnSpc>
              <a:defRPr/>
            </a:pPr>
            <a:r>
              <a:rPr lang="en-US" altLang="zh-CN" sz="2400" dirty="0">
                <a:effectLst>
                  <a:outerShdw blurRad="38100" dist="38100" dir="2700000" algn="tl">
                    <a:srgbClr val="C0C0C0"/>
                  </a:outerShdw>
                </a:effectLst>
              </a:rPr>
              <a:t>       8.3.2 </a:t>
            </a:r>
            <a:r>
              <a:rPr lang="zh-CN" altLang="en-US" sz="2400" dirty="0">
                <a:effectLst>
                  <a:outerShdw blurRad="38100" dist="38100" dir="2700000" algn="tl">
                    <a:srgbClr val="C0C0C0"/>
                  </a:outerShdw>
                </a:effectLst>
              </a:rPr>
              <a:t>直流电源激励的</a:t>
            </a:r>
            <a:r>
              <a:rPr lang="en-US" altLang="zh-CN" sz="2400" dirty="0">
                <a:effectLst>
                  <a:outerShdw blurRad="38100" dist="38100" dir="2700000" algn="tl">
                    <a:srgbClr val="C0C0C0"/>
                  </a:outerShdw>
                </a:effectLst>
              </a:rPr>
              <a:t>RL</a:t>
            </a:r>
            <a:r>
              <a:rPr lang="zh-CN" altLang="en-US" sz="2400" dirty="0">
                <a:effectLst>
                  <a:outerShdw blurRad="38100" dist="38100" dir="2700000" algn="tl">
                    <a:srgbClr val="C0C0C0"/>
                  </a:outerShdw>
                </a:effectLst>
              </a:rPr>
              <a:t>电路</a:t>
            </a:r>
            <a:endParaRPr lang="en-US" altLang="zh-CN" sz="2400" dirty="0">
              <a:effectLst>
                <a:outerShdw blurRad="38100" dist="38100" dir="2700000" algn="tl">
                  <a:srgbClr val="C0C0C0"/>
                </a:outerShdw>
              </a:effectLst>
            </a:endParaRPr>
          </a:p>
          <a:p>
            <a:pPr eaLnBrk="1" hangingPunct="1">
              <a:lnSpc>
                <a:spcPct val="90000"/>
              </a:lnSpc>
              <a:defRPr/>
            </a:pPr>
            <a:endParaRPr lang="en-US" altLang="zh-CN" sz="2400" dirty="0">
              <a:effectLst>
                <a:outerShdw blurRad="38100" dist="38100" dir="2700000" algn="tl">
                  <a:srgbClr val="C0C0C0"/>
                </a:outerShdw>
              </a:effectLst>
            </a:endParaRPr>
          </a:p>
          <a:p>
            <a:pPr eaLnBrk="1" hangingPunct="1">
              <a:lnSpc>
                <a:spcPct val="90000"/>
              </a:lnSpc>
              <a:defRPr/>
            </a:pPr>
            <a:r>
              <a:rPr lang="zh-CN" altLang="en-US" sz="2400" dirty="0">
                <a:solidFill>
                  <a:srgbClr val="FF0000"/>
                </a:solidFill>
                <a:effectLst>
                  <a:outerShdw blurRad="38100" dist="38100" dir="2700000" algn="tl">
                    <a:srgbClr val="C0C0C0"/>
                  </a:outerShdw>
                </a:effectLst>
              </a:rPr>
              <a:t>三要素法秒了★★★★★</a:t>
            </a:r>
            <a:endParaRPr lang="en-US" altLang="zh-CN" sz="2400" dirty="0">
              <a:solidFill>
                <a:srgbClr val="FF0000"/>
              </a:solidFill>
              <a:effectLst>
                <a:outerShdw blurRad="38100" dist="38100" dir="2700000" algn="tl">
                  <a:srgbClr val="C0C0C0"/>
                </a:outerShdw>
              </a:effectLst>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fld id="{8367AB18-34C9-4D5A-875D-BD1CAECB51F7}" type="datetime1">
              <a:rPr lang="zh-CN" altLang="en-US" smtClean="0"/>
              <a:pPr>
                <a:defRPr/>
              </a:pPr>
              <a:t>2024/8/17</a:t>
            </a:fld>
            <a:endParaRPr lang="en-US" altLang="zh-CN"/>
          </a:p>
        </p:txBody>
      </p:sp>
      <p:sp>
        <p:nvSpPr>
          <p:cNvPr id="3"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r>
              <a:rPr lang="zh-CN" altLang="en-US"/>
              <a:t>电路理论</a:t>
            </a:r>
            <a:endParaRPr lang="en-US" altLang="zh-CN" dirty="0"/>
          </a:p>
        </p:txBody>
      </p:sp>
      <p:sp>
        <p:nvSpPr>
          <p:cNvPr id="4"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fld id="{B9461F96-7CCE-4CED-9590-79D24BD4E88E}" type="slidenum">
              <a:rPr lang="en-US" altLang="zh-CN" smtClean="0"/>
              <a:pPr>
                <a:defRPr/>
              </a:pPr>
              <a:t>122</a:t>
            </a:fld>
            <a:endParaRPr lang="en-US" altLang="zh-CN"/>
          </a:p>
        </p:txBody>
      </p:sp>
      <p:sp>
        <p:nvSpPr>
          <p:cNvPr id="6" name="Text Box 4"/>
          <p:cNvSpPr txBox="1">
            <a:spLocks noChangeArrowheads="1"/>
          </p:cNvSpPr>
          <p:nvPr/>
        </p:nvSpPr>
        <p:spPr bwMode="auto">
          <a:xfrm>
            <a:off x="3563888" y="3742698"/>
            <a:ext cx="540060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1" hangingPunct="1">
              <a:lnSpc>
                <a:spcPct val="120000"/>
              </a:lnSpc>
            </a:pPr>
            <a:r>
              <a:rPr kumimoji="1" lang="zh-CN" altLang="en-US" dirty="0">
                <a:solidFill>
                  <a:schemeClr val="tx1"/>
                </a:solidFill>
                <a:latin typeface="楷体_GB2312" pitchFamily="49" charset="-122"/>
              </a:rPr>
              <a:t>动态元件初始能量为零，由</a:t>
            </a:r>
            <a:r>
              <a:rPr kumimoji="1" lang="en-US" altLang="zh-CN" b="0" i="1" dirty="0">
                <a:solidFill>
                  <a:schemeClr val="tx1"/>
                </a:solidFill>
                <a:latin typeface="Times New Roman" panose="02020603050405020304" pitchFamily="18" charset="0"/>
              </a:rPr>
              <a:t>t </a:t>
            </a:r>
            <a:r>
              <a:rPr kumimoji="1" lang="en-US" altLang="zh-CN" b="0" dirty="0">
                <a:solidFill>
                  <a:schemeClr val="tx1"/>
                </a:solidFill>
                <a:latin typeface="Times New Roman" panose="02020603050405020304" pitchFamily="18" charset="0"/>
              </a:rPr>
              <a:t>&gt;0</a:t>
            </a:r>
            <a:r>
              <a:rPr kumimoji="1" lang="zh-CN" altLang="en-US" dirty="0">
                <a:solidFill>
                  <a:schemeClr val="tx1"/>
                </a:solidFill>
                <a:latin typeface="楷体_GB2312" pitchFamily="49" charset="-122"/>
              </a:rPr>
              <a:t>电路中外加激励作用所产生的响应。</a:t>
            </a:r>
          </a:p>
        </p:txBody>
      </p:sp>
      <p:sp>
        <p:nvSpPr>
          <p:cNvPr id="7" name="Text Box 57"/>
          <p:cNvSpPr txBox="1">
            <a:spLocks noChangeArrowheads="1"/>
          </p:cNvSpPr>
          <p:nvPr/>
        </p:nvSpPr>
        <p:spPr bwMode="auto">
          <a:xfrm>
            <a:off x="251791" y="3887161"/>
            <a:ext cx="2303463" cy="52322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1" hangingPunct="1">
              <a:spcBef>
                <a:spcPct val="50000"/>
              </a:spcBef>
            </a:pPr>
            <a:r>
              <a:rPr lang="zh-CN" altLang="en-US" dirty="0">
                <a:solidFill>
                  <a:srgbClr val="FF0000"/>
                </a:solidFill>
              </a:rPr>
              <a:t>零状态响应</a:t>
            </a:r>
          </a:p>
        </p:txBody>
      </p:sp>
      <p:sp>
        <p:nvSpPr>
          <p:cNvPr id="8" name="AutoShape 58"/>
          <p:cNvSpPr>
            <a:spLocks noChangeArrowheads="1"/>
          </p:cNvSpPr>
          <p:nvPr/>
        </p:nvSpPr>
        <p:spPr bwMode="auto">
          <a:xfrm>
            <a:off x="2822702" y="4073148"/>
            <a:ext cx="576263" cy="144462"/>
          </a:xfrm>
          <a:prstGeom prst="rightArrow">
            <a:avLst>
              <a:gd name="adj1" fmla="val 50000"/>
              <a:gd name="adj2" fmla="val 99726"/>
            </a:avLst>
          </a:prstGeom>
          <a:solidFill>
            <a:srgbClr val="00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1" hangingPunct="1"/>
            <a:endParaRPr lang="zh-CN" altLang="en-US"/>
          </a:p>
        </p:txBody>
      </p:sp>
      <p:sp>
        <p:nvSpPr>
          <p:cNvPr id="9" name="Text Box 5"/>
          <p:cNvSpPr txBox="1">
            <a:spLocks noChangeArrowheads="1"/>
          </p:cNvSpPr>
          <p:nvPr/>
        </p:nvSpPr>
        <p:spPr bwMode="auto">
          <a:xfrm>
            <a:off x="3491880" y="2446554"/>
            <a:ext cx="534732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1" hangingPunct="1">
              <a:lnSpc>
                <a:spcPct val="120000"/>
              </a:lnSpc>
              <a:spcBef>
                <a:spcPct val="50000"/>
              </a:spcBef>
            </a:pPr>
            <a:r>
              <a:rPr kumimoji="1" lang="zh-CN" altLang="en-US" dirty="0">
                <a:solidFill>
                  <a:schemeClr val="tx1"/>
                </a:solidFill>
                <a:latin typeface="楷体_GB2312" pitchFamily="49" charset="-122"/>
              </a:rPr>
              <a:t>换路后外加激励为零，仅由动态元件初始储能产生的电压和电流。</a:t>
            </a:r>
          </a:p>
        </p:txBody>
      </p:sp>
      <p:sp>
        <p:nvSpPr>
          <p:cNvPr id="10" name="Text Box 60"/>
          <p:cNvSpPr txBox="1">
            <a:spLocks noChangeArrowheads="1"/>
          </p:cNvSpPr>
          <p:nvPr/>
        </p:nvSpPr>
        <p:spPr bwMode="auto">
          <a:xfrm>
            <a:off x="251792" y="2662454"/>
            <a:ext cx="2303463" cy="52322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98000" rIns="198000">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1" hangingPunct="1">
              <a:spcBef>
                <a:spcPct val="50000"/>
              </a:spcBef>
            </a:pPr>
            <a:r>
              <a:rPr lang="zh-CN" altLang="en-US" dirty="0">
                <a:solidFill>
                  <a:srgbClr val="FF0000"/>
                </a:solidFill>
              </a:rPr>
              <a:t>零输入响应</a:t>
            </a:r>
          </a:p>
        </p:txBody>
      </p:sp>
      <p:sp>
        <p:nvSpPr>
          <p:cNvPr id="11" name="AutoShape 61"/>
          <p:cNvSpPr>
            <a:spLocks noChangeArrowheads="1"/>
          </p:cNvSpPr>
          <p:nvPr/>
        </p:nvSpPr>
        <p:spPr bwMode="auto">
          <a:xfrm>
            <a:off x="2793095" y="2856097"/>
            <a:ext cx="576262" cy="144463"/>
          </a:xfrm>
          <a:prstGeom prst="rightArrow">
            <a:avLst>
              <a:gd name="adj1" fmla="val 50000"/>
              <a:gd name="adj2" fmla="val 99725"/>
            </a:avLst>
          </a:prstGeom>
          <a:solidFill>
            <a:srgbClr val="00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1" hangingPunct="1"/>
            <a:endParaRPr lang="zh-CN" altLang="en-US">
              <a:solidFill>
                <a:srgbClr val="FF0000"/>
              </a:solidFill>
            </a:endParaRPr>
          </a:p>
        </p:txBody>
      </p:sp>
      <p:sp>
        <p:nvSpPr>
          <p:cNvPr id="12" name="Text Box 5"/>
          <p:cNvSpPr txBox="1">
            <a:spLocks noChangeArrowheads="1"/>
          </p:cNvSpPr>
          <p:nvPr/>
        </p:nvSpPr>
        <p:spPr bwMode="auto">
          <a:xfrm>
            <a:off x="3635896" y="4953825"/>
            <a:ext cx="5508104"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1" hangingPunct="1">
              <a:lnSpc>
                <a:spcPct val="120000"/>
              </a:lnSpc>
            </a:pPr>
            <a:r>
              <a:rPr kumimoji="1" lang="zh-CN" altLang="en-US" dirty="0">
                <a:solidFill>
                  <a:schemeClr val="tx1"/>
                </a:solidFill>
                <a:latin typeface="Times New Roman" panose="02020603050405020304" pitchFamily="18" charset="0"/>
              </a:rPr>
              <a:t>电路的初始状态不为零，同时又有外加激励源作用时电路中产生的响应。</a:t>
            </a:r>
          </a:p>
        </p:txBody>
      </p:sp>
      <p:sp>
        <p:nvSpPr>
          <p:cNvPr id="13" name="Text Box 66"/>
          <p:cNvSpPr txBox="1">
            <a:spLocks noChangeArrowheads="1"/>
          </p:cNvSpPr>
          <p:nvPr/>
        </p:nvSpPr>
        <p:spPr bwMode="auto">
          <a:xfrm>
            <a:off x="256547" y="5241162"/>
            <a:ext cx="2298707" cy="52322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1" hangingPunct="1">
              <a:spcBef>
                <a:spcPct val="50000"/>
              </a:spcBef>
            </a:pPr>
            <a:r>
              <a:rPr lang="zh-CN" altLang="en-US">
                <a:solidFill>
                  <a:srgbClr val="FF0000"/>
                </a:solidFill>
              </a:rPr>
              <a:t>全响应</a:t>
            </a:r>
          </a:p>
        </p:txBody>
      </p:sp>
      <p:sp>
        <p:nvSpPr>
          <p:cNvPr id="14" name="AutoShape 67"/>
          <p:cNvSpPr>
            <a:spLocks noChangeArrowheads="1"/>
          </p:cNvSpPr>
          <p:nvPr/>
        </p:nvSpPr>
        <p:spPr bwMode="auto">
          <a:xfrm>
            <a:off x="2844180" y="5527251"/>
            <a:ext cx="576263" cy="173981"/>
          </a:xfrm>
          <a:prstGeom prst="rightArrow">
            <a:avLst>
              <a:gd name="adj1" fmla="val 50000"/>
              <a:gd name="adj2" fmla="val 66728"/>
            </a:avLst>
          </a:prstGeom>
          <a:solidFill>
            <a:srgbClr val="00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1" hangingPunct="1"/>
            <a:endParaRPr lang="zh-CN" altLang="en-US">
              <a:solidFill>
                <a:srgbClr val="FF0000"/>
              </a:solidFill>
            </a:endParaRPr>
          </a:p>
        </p:txBody>
      </p:sp>
      <p:pic>
        <p:nvPicPr>
          <p:cNvPr id="15" name="图片 14"/>
          <p:cNvPicPr>
            <a:picLocks noChangeAspect="1"/>
          </p:cNvPicPr>
          <p:nvPr/>
        </p:nvPicPr>
        <p:blipFill rotWithShape="1">
          <a:blip r:embed="rId2"/>
          <a:srcRect b="45046"/>
          <a:stretch/>
        </p:blipFill>
        <p:spPr>
          <a:xfrm>
            <a:off x="251791" y="391066"/>
            <a:ext cx="7706164" cy="949702"/>
          </a:xfrm>
          <a:prstGeom prst="rect">
            <a:avLst/>
          </a:prstGeom>
        </p:spPr>
      </p:pic>
      <p:pic>
        <p:nvPicPr>
          <p:cNvPr id="16" name="图片 15"/>
          <p:cNvPicPr>
            <a:picLocks noChangeAspect="1"/>
          </p:cNvPicPr>
          <p:nvPr/>
        </p:nvPicPr>
        <p:blipFill rotWithShape="1">
          <a:blip r:embed="rId2"/>
          <a:srcRect t="62138"/>
          <a:stretch/>
        </p:blipFill>
        <p:spPr>
          <a:xfrm>
            <a:off x="251791" y="1325577"/>
            <a:ext cx="7706164" cy="654329"/>
          </a:xfrm>
          <a:prstGeom prst="rect">
            <a:avLst/>
          </a:prstGeom>
        </p:spPr>
      </p:pic>
    </p:spTree>
    <p:extLst>
      <p:ext uri="{BB962C8B-B14F-4D97-AF65-F5344CB8AC3E}">
        <p14:creationId xmlns:p14="http://schemas.microsoft.com/office/powerpoint/2010/main" val="128292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p:bldP spid="10" grpId="0" animBg="1"/>
      <p:bldP spid="11" grpId="0" animBg="1"/>
      <p:bldP spid="12" grpId="0"/>
      <p:bldP spid="13" grpId="0" animBg="1"/>
      <p:bldP spid="14"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58B52EAC-F32A-41E3-AA42-767AFD0E1305}" type="datetime1">
              <a:rPr lang="zh-CN" altLang="en-US" smtClean="0"/>
              <a:pPr>
                <a:defRPr/>
              </a:pPr>
              <a:t>2024/8/17</a:t>
            </a:fld>
            <a:endParaRPr lang="en-US" altLang="zh-CN"/>
          </a:p>
        </p:txBody>
      </p:sp>
      <p:sp>
        <p:nvSpPr>
          <p:cNvPr id="5" name="页脚占位符 4"/>
          <p:cNvSpPr>
            <a:spLocks noGrp="1"/>
          </p:cNvSpPr>
          <p:nvPr>
            <p:ph type="ftr" sz="quarter" idx="11"/>
          </p:nvPr>
        </p:nvSpPr>
        <p:spPr/>
        <p:txBody>
          <a:bodyPr/>
          <a:lstStyle/>
          <a:p>
            <a:pPr>
              <a:defRPr/>
            </a:pPr>
            <a:r>
              <a:rPr lang="zh-CN" altLang="en-US"/>
              <a:t>电路理论</a:t>
            </a:r>
            <a:endParaRPr lang="en-US" altLang="zh-CN" dirty="0"/>
          </a:p>
        </p:txBody>
      </p:sp>
      <p:sp>
        <p:nvSpPr>
          <p:cNvPr id="6" name="灯片编号占位符 5"/>
          <p:cNvSpPr>
            <a:spLocks noGrp="1"/>
          </p:cNvSpPr>
          <p:nvPr>
            <p:ph type="sldNum" sz="quarter" idx="12"/>
          </p:nvPr>
        </p:nvSpPr>
        <p:spPr/>
        <p:txBody>
          <a:bodyPr/>
          <a:lstStyle/>
          <a:p>
            <a:pPr>
              <a:defRPr/>
            </a:pPr>
            <a:fld id="{777B57A5-A3A8-4322-83D4-7F78BCCCB6EA}" type="slidenum">
              <a:rPr lang="en-US" altLang="zh-CN" smtClean="0"/>
              <a:pPr>
                <a:defRPr/>
              </a:pPr>
              <a:t>123</a:t>
            </a:fld>
            <a:endParaRPr lang="en-US" altLang="zh-CN"/>
          </a:p>
        </p:txBody>
      </p:sp>
      <p:graphicFrame>
        <p:nvGraphicFramePr>
          <p:cNvPr id="7" name="Object 50"/>
          <p:cNvGraphicFramePr>
            <a:graphicFrameLocks noChangeAspect="1"/>
          </p:cNvGraphicFramePr>
          <p:nvPr/>
        </p:nvGraphicFramePr>
        <p:xfrm>
          <a:off x="1907704" y="1152003"/>
          <a:ext cx="5004075" cy="980853"/>
        </p:xfrm>
        <a:graphic>
          <a:graphicData uri="http://schemas.openxmlformats.org/presentationml/2006/ole">
            <mc:AlternateContent xmlns:mc="http://schemas.openxmlformats.org/markup-compatibility/2006">
              <mc:Choice xmlns:v="urn:schemas-microsoft-com:vml" Requires="v">
                <p:oleObj name="公式" r:id="rId2" imgW="2070100" imgH="406400" progId="Equation.3">
                  <p:embed/>
                </p:oleObj>
              </mc:Choice>
              <mc:Fallback>
                <p:oleObj name="公式" r:id="rId2" imgW="2070100" imgH="406400" progId="Equation.3">
                  <p:embed/>
                  <p:pic>
                    <p:nvPicPr>
                      <p:cNvPr id="7"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1152003"/>
                        <a:ext cx="5004075" cy="980853"/>
                      </a:xfrm>
                      <a:prstGeom prst="rect">
                        <a:avLst/>
                      </a:prstGeom>
                      <a:noFill/>
                      <a:ln>
                        <a:noFill/>
                      </a:ln>
                      <a:effectLst/>
                    </p:spPr>
                  </p:pic>
                </p:oleObj>
              </mc:Fallback>
            </mc:AlternateContent>
          </a:graphicData>
        </a:graphic>
      </p:graphicFrame>
      <p:sp>
        <p:nvSpPr>
          <p:cNvPr id="8" name="Rectangle 2"/>
          <p:cNvSpPr>
            <a:spLocks noGrp="1" noChangeArrowheads="1"/>
          </p:cNvSpPr>
          <p:nvPr>
            <p:ph type="title"/>
          </p:nvPr>
        </p:nvSpPr>
        <p:spPr>
          <a:xfrm>
            <a:off x="223837" y="244897"/>
            <a:ext cx="8515350" cy="469900"/>
          </a:xfrm>
        </p:spPr>
        <p:txBody>
          <a:bodyPr>
            <a:normAutofit fontScale="90000"/>
          </a:bodyPr>
          <a:lstStyle/>
          <a:p>
            <a:pPr algn="l" eaLnBrk="1" hangingPunct="1">
              <a:defRPr/>
            </a:pPr>
            <a:r>
              <a:rPr lang="en-US" altLang="zh-CN" sz="2800" dirty="0">
                <a:solidFill>
                  <a:schemeClr val="tx1"/>
                </a:solidFill>
                <a:effectLst>
                  <a:outerShdw blurRad="38100" dist="38100" dir="2700000" algn="tl">
                    <a:srgbClr val="C0C0C0"/>
                  </a:outerShdw>
                </a:effectLst>
                <a:ea typeface="隶书" panose="02010509060101010101" pitchFamily="49" charset="-122"/>
              </a:rPr>
              <a:t>8.3</a:t>
            </a:r>
            <a:r>
              <a:rPr lang="zh-CN" altLang="en-US" sz="2800" dirty="0">
                <a:solidFill>
                  <a:schemeClr val="tx1"/>
                </a:solidFill>
                <a:effectLst>
                  <a:outerShdw blurRad="38100" dist="38100" dir="2700000" algn="tl">
                    <a:srgbClr val="C0C0C0"/>
                  </a:outerShdw>
                </a:effectLst>
                <a:ea typeface="隶书" panose="02010509060101010101" pitchFamily="49" charset="-122"/>
              </a:rPr>
              <a:t>直流电源激励下的响应</a:t>
            </a:r>
            <a:endParaRPr lang="en-US" altLang="zh-CN" sz="2400" dirty="0">
              <a:solidFill>
                <a:srgbClr val="CC3300"/>
              </a:solidFill>
              <a:effectLst>
                <a:outerShdw blurRad="38100" dist="38100" dir="2700000" algn="tl">
                  <a:srgbClr val="C0C0C0"/>
                </a:outerShdw>
              </a:effectLst>
              <a:ea typeface="隶书" panose="02010509060101010101" pitchFamily="49" charset="-122"/>
            </a:endParaRPr>
          </a:p>
        </p:txBody>
      </p:sp>
      <p:sp>
        <p:nvSpPr>
          <p:cNvPr id="9" name="Rectangle 2"/>
          <p:cNvSpPr txBox="1">
            <a:spLocks noChangeArrowheads="1"/>
          </p:cNvSpPr>
          <p:nvPr/>
        </p:nvSpPr>
        <p:spPr bwMode="auto">
          <a:xfrm>
            <a:off x="223837" y="752897"/>
            <a:ext cx="851535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fontAlgn="base">
              <a:spcBef>
                <a:spcPct val="0"/>
              </a:spcBef>
              <a:spcAft>
                <a:spcPct val="0"/>
              </a:spcAft>
              <a:defRPr kumimoji="1" sz="3200" kern="1200">
                <a:solidFill>
                  <a:schemeClr val="tx2"/>
                </a:solidFill>
                <a:latin typeface="+mj-lt"/>
                <a:ea typeface="+mj-ea"/>
                <a:cs typeface="+mj-cs"/>
              </a:defRPr>
            </a:lvl1pPr>
            <a:lvl2pPr algn="ctr" rtl="0"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2pPr>
            <a:lvl3pPr algn="ctr" rtl="0"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3pPr>
            <a:lvl4pPr algn="ctr" rtl="0"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4pPr>
            <a:lvl5pPr algn="ctr" rtl="0"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新魏" panose="02010800040101010101" pitchFamily="2" charset="-122"/>
              </a:defRPr>
            </a:lvl9pPr>
          </a:lstStyle>
          <a:p>
            <a:pPr algn="l" eaLnBrk="1" hangingPunct="1">
              <a:defRPr/>
            </a:pPr>
            <a:r>
              <a:rPr lang="zh-CN" altLang="en-US" sz="2400" dirty="0">
                <a:solidFill>
                  <a:srgbClr val="CC3300"/>
                </a:solidFill>
                <a:effectLst>
                  <a:outerShdw blurRad="38100" dist="38100" dir="2700000" algn="tl">
                    <a:srgbClr val="C0C0C0"/>
                  </a:outerShdw>
                </a:effectLst>
                <a:ea typeface="隶书" panose="02010509060101010101" pitchFamily="49" charset="-122"/>
              </a:rPr>
              <a:t>直流电源激励下的一阶电路通解：</a:t>
            </a:r>
            <a:endParaRPr lang="en-US" altLang="zh-CN" sz="2400" dirty="0">
              <a:solidFill>
                <a:srgbClr val="CC3300"/>
              </a:solidFill>
              <a:effectLst>
                <a:outerShdw blurRad="38100" dist="38100" dir="2700000" algn="tl">
                  <a:srgbClr val="C0C0C0"/>
                </a:outerShdw>
              </a:effectLst>
              <a:ea typeface="隶书" panose="02010509060101010101" pitchFamily="49" charset="-122"/>
            </a:endParaRPr>
          </a:p>
        </p:txBody>
      </p:sp>
      <p:graphicFrame>
        <p:nvGraphicFramePr>
          <p:cNvPr id="10" name="Object 4"/>
          <p:cNvGraphicFramePr>
            <a:graphicFrameLocks noChangeAspect="1"/>
          </p:cNvGraphicFramePr>
          <p:nvPr/>
        </p:nvGraphicFramePr>
        <p:xfrm>
          <a:off x="740544" y="3849216"/>
          <a:ext cx="3629025" cy="1524000"/>
        </p:xfrm>
        <a:graphic>
          <a:graphicData uri="http://schemas.openxmlformats.org/presentationml/2006/ole">
            <mc:AlternateContent xmlns:mc="http://schemas.openxmlformats.org/markup-compatibility/2006">
              <mc:Choice xmlns:v="urn:schemas-microsoft-com:vml" Requires="v">
                <p:oleObj name="Equation" r:id="rId4" imgW="1752480" imgH="736560" progId="Equation.DSMT4">
                  <p:embed/>
                </p:oleObj>
              </mc:Choice>
              <mc:Fallback>
                <p:oleObj name="Equation" r:id="rId4" imgW="1752480" imgH="736560" progId="Equation.DSMT4">
                  <p:embed/>
                  <p:pic>
                    <p:nvPicPr>
                      <p:cNvPr id="10" name="Object 4"/>
                      <p:cNvPicPr>
                        <a:picLocks noChangeAspect="1" noChangeArrowheads="1"/>
                      </p:cNvPicPr>
                      <p:nvPr/>
                    </p:nvPicPr>
                    <p:blipFill>
                      <a:blip r:embed="rId5"/>
                      <a:srcRect/>
                      <a:stretch>
                        <a:fillRect/>
                      </a:stretch>
                    </p:blipFill>
                    <p:spPr bwMode="auto">
                      <a:xfrm>
                        <a:off x="740544" y="3849216"/>
                        <a:ext cx="3629025" cy="152400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Text Box 13" descr="绿色大理石"/>
          <p:cNvSpPr txBox="1">
            <a:spLocks noChangeArrowheads="1"/>
          </p:cNvSpPr>
          <p:nvPr/>
        </p:nvSpPr>
        <p:spPr bwMode="auto">
          <a:xfrm>
            <a:off x="301117" y="2909293"/>
            <a:ext cx="8136904"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lnSpc>
                <a:spcPct val="120000"/>
              </a:lnSpc>
              <a:spcBef>
                <a:spcPct val="50000"/>
              </a:spcBef>
            </a:pPr>
            <a:r>
              <a:rPr lang="zh-CN" altLang="en-US" dirty="0">
                <a:solidFill>
                  <a:schemeClr val="tx1"/>
                </a:solidFill>
              </a:rPr>
              <a:t>分析一阶电路问题转为求解电路的三个要素的问题。</a:t>
            </a:r>
          </a:p>
        </p:txBody>
      </p:sp>
      <p:sp>
        <p:nvSpPr>
          <p:cNvPr id="12" name="Text Box 14"/>
          <p:cNvSpPr txBox="1">
            <a:spLocks noChangeArrowheads="1"/>
          </p:cNvSpPr>
          <p:nvPr/>
        </p:nvSpPr>
        <p:spPr bwMode="auto">
          <a:xfrm>
            <a:off x="4896619" y="4398491"/>
            <a:ext cx="3455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spcBef>
                <a:spcPct val="50000"/>
              </a:spcBef>
            </a:pPr>
            <a:r>
              <a:rPr lang="zh-CN" altLang="en-US" dirty="0">
                <a:solidFill>
                  <a:schemeClr val="tx1"/>
                </a:solidFill>
                <a:latin typeface="楷体_GB2312" pitchFamily="49" charset="-122"/>
              </a:rPr>
              <a:t>用</a:t>
            </a:r>
            <a:r>
              <a:rPr lang="en-US" altLang="zh-CN" b="0" dirty="0">
                <a:solidFill>
                  <a:schemeClr val="tx1"/>
                </a:solidFill>
                <a:latin typeface="Times New Roman" panose="02020603050405020304" pitchFamily="18" charset="0"/>
              </a:rPr>
              <a:t>0</a:t>
            </a:r>
            <a:r>
              <a:rPr lang="en-US" altLang="zh-CN" b="0" baseline="-25000" dirty="0">
                <a:solidFill>
                  <a:schemeClr val="tx1"/>
                </a:solidFill>
                <a:latin typeface="Times New Roman" panose="02020603050405020304" pitchFamily="18" charset="0"/>
              </a:rPr>
              <a:t>+</a:t>
            </a:r>
            <a:r>
              <a:rPr lang="zh-CN" altLang="en-US" dirty="0">
                <a:solidFill>
                  <a:schemeClr val="tx1"/>
                </a:solidFill>
                <a:latin typeface="楷体_GB2312" pitchFamily="49" charset="-122"/>
              </a:rPr>
              <a:t>等效电路求解</a:t>
            </a:r>
          </a:p>
        </p:txBody>
      </p:sp>
      <p:sp>
        <p:nvSpPr>
          <p:cNvPr id="13" name="Text Box 15"/>
          <p:cNvSpPr txBox="1">
            <a:spLocks noChangeArrowheads="1"/>
          </p:cNvSpPr>
          <p:nvPr/>
        </p:nvSpPr>
        <p:spPr bwMode="auto">
          <a:xfrm>
            <a:off x="4896619" y="3822229"/>
            <a:ext cx="37798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spcBef>
                <a:spcPct val="50000"/>
              </a:spcBef>
            </a:pPr>
            <a:r>
              <a:rPr lang="zh-CN" altLang="en-US">
                <a:solidFill>
                  <a:schemeClr val="tx1"/>
                </a:solidFill>
                <a:latin typeface="楷体_GB2312" pitchFamily="49" charset="-122"/>
              </a:rPr>
              <a:t>用</a:t>
            </a:r>
            <a:r>
              <a:rPr lang="en-US" altLang="zh-CN" b="0" i="1">
                <a:solidFill>
                  <a:schemeClr val="tx1"/>
                </a:solidFill>
                <a:latin typeface="Times New Roman" panose="02020603050405020304" pitchFamily="18" charset="0"/>
              </a:rPr>
              <a:t>t</a:t>
            </a:r>
            <a:r>
              <a:rPr lang="en-US" altLang="zh-CN" b="0">
                <a:solidFill>
                  <a:schemeClr val="tx1"/>
                </a:solidFill>
                <a:latin typeface="Times New Roman" panose="02020603050405020304" pitchFamily="18" charset="0"/>
                <a:cs typeface="Times New Roman" panose="02020603050405020304" pitchFamily="18" charset="0"/>
              </a:rPr>
              <a:t>→</a:t>
            </a:r>
            <a:r>
              <a:rPr lang="en-US" altLang="zh-CN" b="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a:solidFill>
                  <a:schemeClr val="tx1"/>
                </a:solidFill>
                <a:latin typeface="楷体_GB2312" pitchFamily="49" charset="-122"/>
                <a:cs typeface="Times New Roman" panose="02020603050405020304" pitchFamily="18" charset="0"/>
                <a:sym typeface="Symbol" panose="05050102010706020507" pitchFamily="18" charset="2"/>
              </a:rPr>
              <a:t>的稳态</a:t>
            </a:r>
            <a:r>
              <a:rPr lang="zh-CN" altLang="en-US">
                <a:solidFill>
                  <a:schemeClr val="tx1"/>
                </a:solidFill>
                <a:latin typeface="楷体_GB2312" pitchFamily="49" charset="-122"/>
              </a:rPr>
              <a:t>电路求解</a:t>
            </a:r>
          </a:p>
        </p:txBody>
      </p:sp>
      <p:sp>
        <p:nvSpPr>
          <p:cNvPr id="14" name="Line 16"/>
          <p:cNvSpPr>
            <a:spLocks noChangeShapeType="1"/>
          </p:cNvSpPr>
          <p:nvPr/>
        </p:nvSpPr>
        <p:spPr bwMode="auto">
          <a:xfrm>
            <a:off x="4248919" y="4109566"/>
            <a:ext cx="576262" cy="0"/>
          </a:xfrm>
          <a:prstGeom prst="line">
            <a:avLst/>
          </a:prstGeom>
          <a:noFill/>
          <a:ln w="76200">
            <a:solidFill>
              <a:srgbClr val="00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17"/>
          <p:cNvSpPr>
            <a:spLocks noChangeShapeType="1"/>
          </p:cNvSpPr>
          <p:nvPr/>
        </p:nvSpPr>
        <p:spPr bwMode="auto">
          <a:xfrm>
            <a:off x="4320356" y="4614391"/>
            <a:ext cx="576263" cy="0"/>
          </a:xfrm>
          <a:prstGeom prst="line">
            <a:avLst/>
          </a:prstGeom>
          <a:noFill/>
          <a:ln w="76200">
            <a:solidFill>
              <a:srgbClr val="0099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88276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lide(fromLeft)">
                                      <p:cBhvr>
                                        <p:cTn id="22" dur="500"/>
                                        <p:tgtEl>
                                          <p:spTgt spid="14"/>
                                        </p:tgtEl>
                                      </p:cBhvr>
                                    </p:animEffect>
                                  </p:childTnLst>
                                </p:cTn>
                              </p:par>
                            </p:childTnLst>
                          </p:cTn>
                        </p:par>
                        <p:par>
                          <p:cTn id="23" fill="hold">
                            <p:stCondLst>
                              <p:cond delay="500"/>
                            </p:stCondLst>
                            <p:childTnLst>
                              <p:par>
                                <p:cTn id="24" presetID="2" presetClass="entr" presetSubtype="2"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slide(fromLeft)">
                                      <p:cBhvr>
                                        <p:cTn id="32" dur="500"/>
                                        <p:tgtEl>
                                          <p:spTgt spid="15"/>
                                        </p:tgtEl>
                                      </p:cBhvr>
                                    </p:animEffect>
                                  </p:childTnLst>
                                </p:cTn>
                              </p:par>
                            </p:childTnLst>
                          </p:cTn>
                        </p:par>
                        <p:par>
                          <p:cTn id="33" fill="hold">
                            <p:stCondLst>
                              <p:cond delay="500"/>
                            </p:stCondLst>
                            <p:childTnLst>
                              <p:par>
                                <p:cTn id="34" presetID="2" presetClass="entr" presetSubtype="2"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1+#ppt_w/2"/>
                                          </p:val>
                                        </p:tav>
                                        <p:tav tm="100000">
                                          <p:val>
                                            <p:strVal val="#ppt_x"/>
                                          </p:val>
                                        </p:tav>
                                      </p:tavLst>
                                    </p:anim>
                                    <p:anim calcmode="lin" valueType="num">
                                      <p:cBhvr additive="base">
                                        <p:cTn id="37"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4"/>
          <p:cNvSpPr/>
          <p:nvPr/>
        </p:nvSpPr>
        <p:spPr bwMode="auto">
          <a:xfrm>
            <a:off x="1713865" y="2150533"/>
            <a:ext cx="197485" cy="2078567"/>
          </a:xfrm>
          <a:prstGeom prst="leftBrace">
            <a:avLst>
              <a:gd name="adj1" fmla="val 48333"/>
              <a:gd name="adj2" fmla="val 50065"/>
            </a:avLst>
          </a:prstGeom>
          <a:noFill/>
          <a:ln w="19050">
            <a:solidFill>
              <a:sysClr val="windowText" lastClr="000000"/>
            </a:solidFill>
            <a:roun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kumimoji="1" sz="2400">
                <a:solidFill>
                  <a:srgbClr val="000000"/>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rgbClr val="000000"/>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rgbClr val="000000"/>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rgbClr val="000000"/>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rgbClr val="000000"/>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rgbClr val="000000"/>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rgbClr val="000000"/>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rgbClr val="000000"/>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rgbClr val="000000"/>
                </a:solidFill>
                <a:latin typeface="Times New Roman" panose="02020603050405020304" pitchFamily="18" charset="0"/>
                <a:ea typeface="华文中宋" panose="020106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defRPr/>
            </a:pPr>
            <a:endParaRPr kumimoji="1"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endParaRPr>
          </a:p>
        </p:txBody>
      </p:sp>
      <p:sp>
        <p:nvSpPr>
          <p:cNvPr id="8" name="文本框 7"/>
          <p:cNvSpPr txBox="1"/>
          <p:nvPr/>
        </p:nvSpPr>
        <p:spPr>
          <a:xfrm>
            <a:off x="1911350" y="1843747"/>
            <a:ext cx="7055027" cy="2628155"/>
          </a:xfrm>
          <a:prstGeom prst="rect">
            <a:avLst/>
          </a:prstGeom>
          <a:noFill/>
        </p:spPr>
        <p:txBody>
          <a:bodyPr wrap="square" rtlCol="0" anchor="t">
            <a:spAutoFit/>
          </a:bodyPr>
          <a:lstStyle/>
          <a:p>
            <a:pPr marL="457200" indent="-457200" defTabSz="914400" eaLnBrk="0" fontAlgn="base" hangingPunct="0">
              <a:lnSpc>
                <a:spcPct val="120000"/>
              </a:lnSpc>
              <a:spcBef>
                <a:spcPct val="0"/>
              </a:spcBef>
              <a:spcAft>
                <a:spcPct val="0"/>
              </a:spcAft>
              <a:buFont typeface="+mj-lt"/>
              <a:buAutoNum type="arabicPeriod"/>
            </a:pPr>
            <a:r>
              <a:rPr kumimoji="1" lang="zh-CN" altLang="en-US" sz="2800" dirty="0">
                <a:solidFill>
                  <a:srgbClr val="000000"/>
                </a:solidFill>
                <a:latin typeface="Times New Roman" panose="02020603050405020304" pitchFamily="18" charset="0"/>
                <a:ea typeface="楷体" panose="02010609060101010101" charset="-122"/>
                <a:cs typeface="+mn-ea"/>
                <a:sym typeface="+mn-ea"/>
              </a:rPr>
              <a:t>计算时间常数（独立源置零，等效为</a:t>
            </a:r>
            <a:r>
              <a:rPr kumimoji="1" lang="en-US" altLang="zh-CN" sz="2800" i="1" dirty="0">
                <a:solidFill>
                  <a:srgbClr val="000000"/>
                </a:solidFill>
                <a:latin typeface="Times New Roman" panose="02020603050405020304" pitchFamily="18" charset="0"/>
                <a:ea typeface="楷体" panose="02010609060101010101" charset="-122"/>
                <a:cs typeface="+mn-ea"/>
                <a:sym typeface="+mn-ea"/>
              </a:rPr>
              <a:t>RC</a:t>
            </a:r>
            <a:r>
              <a:rPr kumimoji="1" lang="zh-CN" altLang="en-US" sz="2800" dirty="0">
                <a:solidFill>
                  <a:srgbClr val="000000"/>
                </a:solidFill>
                <a:latin typeface="Times New Roman" panose="02020603050405020304" pitchFamily="18" charset="0"/>
                <a:ea typeface="楷体" panose="02010609060101010101" charset="-122"/>
                <a:cs typeface="+mn-ea"/>
                <a:sym typeface="+mn-ea"/>
              </a:rPr>
              <a:t>电路或</a:t>
            </a:r>
            <a:r>
              <a:rPr kumimoji="1" lang="en-US" altLang="zh-CN" sz="2800" i="1" dirty="0">
                <a:solidFill>
                  <a:srgbClr val="000000"/>
                </a:solidFill>
                <a:latin typeface="Times New Roman" panose="02020603050405020304" pitchFamily="18" charset="0"/>
                <a:ea typeface="楷体" panose="02010609060101010101" charset="-122"/>
                <a:cs typeface="+mn-ea"/>
                <a:sym typeface="+mn-ea"/>
              </a:rPr>
              <a:t>RL</a:t>
            </a:r>
            <a:r>
              <a:rPr kumimoji="1" lang="zh-CN" altLang="en-US" sz="2800" dirty="0">
                <a:solidFill>
                  <a:srgbClr val="000000"/>
                </a:solidFill>
                <a:latin typeface="Times New Roman" panose="02020603050405020304" pitchFamily="18" charset="0"/>
                <a:ea typeface="楷体" panose="02010609060101010101" charset="-122"/>
                <a:cs typeface="+mn-ea"/>
                <a:sym typeface="+mn-ea"/>
              </a:rPr>
              <a:t>电路）</a:t>
            </a:r>
          </a:p>
          <a:p>
            <a:pPr marL="457200" indent="-457200" defTabSz="914400" eaLnBrk="0" fontAlgn="base" hangingPunct="0">
              <a:lnSpc>
                <a:spcPct val="120000"/>
              </a:lnSpc>
              <a:spcBef>
                <a:spcPct val="0"/>
              </a:spcBef>
              <a:spcAft>
                <a:spcPct val="0"/>
              </a:spcAft>
              <a:buFont typeface="+mj-lt"/>
              <a:buAutoNum type="arabicPeriod"/>
            </a:pPr>
            <a:r>
              <a:rPr kumimoji="1" lang="zh-CN" altLang="en-US" sz="2800" dirty="0">
                <a:solidFill>
                  <a:srgbClr val="000000"/>
                </a:solidFill>
                <a:latin typeface="Times New Roman" panose="02020603050405020304" pitchFamily="18" charset="0"/>
                <a:ea typeface="楷体" panose="02010609060101010101" charset="-122"/>
                <a:cs typeface="+mn-ea"/>
                <a:sym typeface="+mn-ea"/>
              </a:rPr>
              <a:t>计算待求变量的初始值（</a:t>
            </a:r>
            <a:r>
              <a:rPr kumimoji="1" lang="en-US" altLang="zh-CN" sz="2800" dirty="0">
                <a:solidFill>
                  <a:prstClr val="black"/>
                </a:solidFill>
                <a:latin typeface="Times New Roman" panose="02020603050405020304" pitchFamily="18" charset="0"/>
                <a:ea typeface="楷体" panose="02010609060101010101" charset="-122"/>
                <a:sym typeface="+mn-ea"/>
              </a:rPr>
              <a:t>0</a:t>
            </a:r>
            <a:r>
              <a:rPr kumimoji="1" lang="en-US" altLang="zh-CN" sz="2800" baseline="-25000" dirty="0">
                <a:solidFill>
                  <a:prstClr val="black"/>
                </a:solidFill>
                <a:latin typeface="Times New Roman" panose="02020603050405020304" pitchFamily="18" charset="0"/>
                <a:ea typeface="楷体" panose="02010609060101010101" charset="-122"/>
                <a:sym typeface="+mn-ea"/>
              </a:rPr>
              <a:t>+</a:t>
            </a:r>
            <a:r>
              <a:rPr kumimoji="1" lang="zh-CN" altLang="en-US" sz="2800" dirty="0">
                <a:solidFill>
                  <a:prstClr val="black"/>
                </a:solidFill>
                <a:latin typeface="Times New Roman" panose="02020603050405020304" pitchFamily="18" charset="0"/>
                <a:ea typeface="楷体" panose="02010609060101010101" charset="-122"/>
                <a:sym typeface="+mn-ea"/>
              </a:rPr>
              <a:t>等效电路</a:t>
            </a:r>
            <a:r>
              <a:rPr kumimoji="1" lang="zh-CN" altLang="en-US" sz="2800" dirty="0">
                <a:solidFill>
                  <a:srgbClr val="000000"/>
                </a:solidFill>
                <a:latin typeface="Times New Roman" panose="02020603050405020304" pitchFamily="18" charset="0"/>
                <a:ea typeface="楷体" panose="02010609060101010101" charset="-122"/>
                <a:cs typeface="+mn-ea"/>
                <a:sym typeface="+mn-ea"/>
              </a:rPr>
              <a:t>）</a:t>
            </a:r>
          </a:p>
          <a:p>
            <a:pPr marL="457200" indent="-457200" defTabSz="914400" eaLnBrk="0" fontAlgn="base" hangingPunct="0">
              <a:lnSpc>
                <a:spcPct val="120000"/>
              </a:lnSpc>
              <a:spcBef>
                <a:spcPct val="0"/>
              </a:spcBef>
              <a:spcAft>
                <a:spcPct val="0"/>
              </a:spcAft>
              <a:buFont typeface="+mj-lt"/>
              <a:buAutoNum type="arabicPeriod"/>
            </a:pPr>
            <a:r>
              <a:rPr kumimoji="1" lang="zh-CN" altLang="en-US" sz="2800" dirty="0">
                <a:solidFill>
                  <a:srgbClr val="000000"/>
                </a:solidFill>
                <a:latin typeface="Times New Roman" panose="02020603050405020304" pitchFamily="18" charset="0"/>
                <a:ea typeface="楷体" panose="02010609060101010101" charset="-122"/>
                <a:cs typeface="+mn-ea"/>
                <a:sym typeface="+mn-ea"/>
              </a:rPr>
              <a:t>计算待求变量的直流稳态值（稳态电路）</a:t>
            </a:r>
          </a:p>
          <a:p>
            <a:pPr marL="457200" indent="-457200" defTabSz="914400" eaLnBrk="0" fontAlgn="base" hangingPunct="0">
              <a:lnSpc>
                <a:spcPct val="120000"/>
              </a:lnSpc>
              <a:spcBef>
                <a:spcPct val="0"/>
              </a:spcBef>
              <a:spcAft>
                <a:spcPct val="0"/>
              </a:spcAft>
              <a:buFont typeface="+mj-lt"/>
              <a:buAutoNum type="arabicPeriod"/>
            </a:pPr>
            <a:r>
              <a:rPr kumimoji="1" lang="zh-CN" altLang="en-US" sz="2800" dirty="0">
                <a:solidFill>
                  <a:srgbClr val="000000"/>
                </a:solidFill>
                <a:latin typeface="Times New Roman" panose="02020603050405020304" pitchFamily="18" charset="0"/>
                <a:ea typeface="楷体" panose="02010609060101010101" charset="-122"/>
                <a:cs typeface="+mn-ea"/>
                <a:sym typeface="+mn-ea"/>
              </a:rPr>
              <a:t>写出响应表达式</a:t>
            </a:r>
          </a:p>
        </p:txBody>
      </p:sp>
      <p:sp>
        <p:nvSpPr>
          <p:cNvPr id="9" name="文本框 8"/>
          <p:cNvSpPr txBox="1"/>
          <p:nvPr/>
        </p:nvSpPr>
        <p:spPr>
          <a:xfrm>
            <a:off x="136195" y="2928206"/>
            <a:ext cx="1627369" cy="523220"/>
          </a:xfrm>
          <a:prstGeom prst="rect">
            <a:avLst/>
          </a:prstGeom>
          <a:noFill/>
        </p:spPr>
        <p:txBody>
          <a:bodyPr wrap="none" rtlCol="0" anchor="t">
            <a:spAutoFit/>
          </a:bodyPr>
          <a:lstStyle/>
          <a:p>
            <a:pPr defTabSz="914400" eaLnBrk="0" fontAlgn="base" hangingPunct="0">
              <a:spcBef>
                <a:spcPct val="0"/>
              </a:spcBef>
              <a:spcAft>
                <a:spcPct val="0"/>
              </a:spcAft>
            </a:pPr>
            <a:r>
              <a:rPr kumimoji="1" lang="zh-CN" altLang="en-US" sz="2800" b="1" dirty="0">
                <a:solidFill>
                  <a:prstClr val="black"/>
                </a:solidFill>
                <a:latin typeface="Times New Roman" panose="02020603050405020304" pitchFamily="18" charset="0"/>
                <a:ea typeface="楷体" panose="02010609060101010101" charset="-122"/>
                <a:sym typeface="+mn-ea"/>
              </a:rPr>
              <a:t>解题步骤</a:t>
            </a:r>
          </a:p>
        </p:txBody>
      </p:sp>
      <p:sp>
        <p:nvSpPr>
          <p:cNvPr id="26" name="文本框 25"/>
          <p:cNvSpPr txBox="1"/>
          <p:nvPr/>
        </p:nvSpPr>
        <p:spPr>
          <a:xfrm>
            <a:off x="136195" y="1221113"/>
            <a:ext cx="1775155" cy="523220"/>
          </a:xfrm>
          <a:prstGeom prst="rect">
            <a:avLst/>
          </a:prstGeom>
          <a:noFill/>
        </p:spPr>
        <p:txBody>
          <a:bodyPr wrap="square" rtlCol="0" anchor="t">
            <a:spAutoFit/>
          </a:bodyPr>
          <a:lstStyle/>
          <a:p>
            <a:r>
              <a:rPr lang="zh-CN" altLang="en-US" sz="2800" b="1" dirty="0">
                <a:solidFill>
                  <a:srgbClr val="0000FF"/>
                </a:solidFill>
                <a:effectLst/>
                <a:uFillTx/>
                <a:ea typeface="楷体" panose="02010609060101010101" charset="-122"/>
                <a:cs typeface="+mj-cs"/>
                <a:sym typeface="+mn-ea"/>
              </a:rPr>
              <a:t>三要素法：</a:t>
            </a:r>
          </a:p>
        </p:txBody>
      </p:sp>
      <p:sp>
        <p:nvSpPr>
          <p:cNvPr id="27" name="文本框 26"/>
          <p:cNvSpPr txBox="1"/>
          <p:nvPr/>
        </p:nvSpPr>
        <p:spPr>
          <a:xfrm>
            <a:off x="136195" y="4458027"/>
            <a:ext cx="1160481" cy="523220"/>
          </a:xfrm>
          <a:prstGeom prst="rect">
            <a:avLst/>
          </a:prstGeom>
          <a:noFill/>
        </p:spPr>
        <p:txBody>
          <a:bodyPr wrap="square" rtlCol="0" anchor="t">
            <a:spAutoFit/>
          </a:bodyPr>
          <a:lstStyle/>
          <a:p>
            <a:r>
              <a:rPr lang="zh-CN" altLang="en-US" sz="2800" b="1" dirty="0">
                <a:solidFill>
                  <a:srgbClr val="FF0000"/>
                </a:solidFill>
                <a:ea typeface="楷体" panose="02010609060101010101" charset="-122"/>
                <a:cs typeface="+mj-cs"/>
                <a:sym typeface="+mn-ea"/>
              </a:rPr>
              <a:t>注意：</a:t>
            </a:r>
            <a:endParaRPr lang="zh-CN" altLang="en-US" sz="2800" b="1" dirty="0">
              <a:solidFill>
                <a:srgbClr val="FF0000"/>
              </a:solidFill>
              <a:effectLst/>
              <a:uFillTx/>
              <a:ea typeface="楷体" panose="02010609060101010101" charset="-122"/>
              <a:cs typeface="+mj-cs"/>
              <a:sym typeface="+mn-ea"/>
            </a:endParaRPr>
          </a:p>
        </p:txBody>
      </p:sp>
      <p:sp>
        <p:nvSpPr>
          <p:cNvPr id="31" name="文本框 30"/>
          <p:cNvSpPr txBox="1"/>
          <p:nvPr/>
        </p:nvSpPr>
        <p:spPr>
          <a:xfrm>
            <a:off x="1270449" y="4471902"/>
            <a:ext cx="7503463" cy="1815882"/>
          </a:xfrm>
          <a:prstGeom prst="rect">
            <a:avLst/>
          </a:prstGeom>
          <a:noFill/>
        </p:spPr>
        <p:txBody>
          <a:bodyPr wrap="square" rtlCol="0" anchor="t">
            <a:spAutoFit/>
          </a:bodyPr>
          <a:lstStyle/>
          <a:p>
            <a:pPr marL="514350" indent="-514350">
              <a:buAutoNum type="arabicPeriod"/>
            </a:pPr>
            <a:r>
              <a:rPr lang="zh-CN" altLang="en-US" sz="2800" b="1" dirty="0">
                <a:solidFill>
                  <a:srgbClr val="FF0000"/>
                </a:solidFill>
                <a:ea typeface="楷体" panose="02010609060101010101" charset="-122"/>
                <a:cs typeface="+mj-cs"/>
                <a:sym typeface="+mn-ea"/>
              </a:rPr>
              <a:t>时间常数计算需用等效电阻、等效电容、等效电感。</a:t>
            </a:r>
            <a:endParaRPr lang="en-US" altLang="zh-CN" sz="2800" b="1" dirty="0">
              <a:solidFill>
                <a:srgbClr val="FF0000"/>
              </a:solidFill>
              <a:ea typeface="楷体" panose="02010609060101010101" charset="-122"/>
              <a:cs typeface="+mj-cs"/>
              <a:sym typeface="+mn-ea"/>
            </a:endParaRPr>
          </a:p>
          <a:p>
            <a:pPr marL="514350" indent="-514350">
              <a:buAutoNum type="arabicPeriod"/>
            </a:pPr>
            <a:r>
              <a:rPr lang="zh-CN" altLang="en-US" sz="2800" b="1" dirty="0">
                <a:solidFill>
                  <a:srgbClr val="FF0000"/>
                </a:solidFill>
                <a:ea typeface="楷体" panose="02010609060101010101" charset="-122"/>
                <a:cs typeface="+mj-cs"/>
                <a:sym typeface="+mn-ea"/>
              </a:rPr>
              <a:t>仅电容电压、电感电流连续，其余电量通常不连续</a:t>
            </a:r>
            <a:endParaRPr lang="zh-CN" altLang="en-US" sz="2800" b="1" dirty="0">
              <a:solidFill>
                <a:srgbClr val="FF0000"/>
              </a:solidFill>
              <a:effectLst/>
              <a:uFillTx/>
              <a:ea typeface="楷体" panose="02010609060101010101" charset="-122"/>
              <a:cs typeface="+mj-cs"/>
              <a:sym typeface="+mn-ea"/>
            </a:endParaRPr>
          </a:p>
        </p:txBody>
      </p:sp>
      <p:sp>
        <p:nvSpPr>
          <p:cNvPr id="10" name="文本框 9"/>
          <p:cNvSpPr txBox="1"/>
          <p:nvPr/>
        </p:nvSpPr>
        <p:spPr>
          <a:xfrm>
            <a:off x="75751" y="234197"/>
            <a:ext cx="1996330" cy="523220"/>
          </a:xfrm>
          <a:prstGeom prst="rect">
            <a:avLst/>
          </a:prstGeom>
          <a:noFill/>
        </p:spPr>
        <p:txBody>
          <a:bodyPr wrap="square" rtlCol="0" anchor="t">
            <a:spAutoFit/>
          </a:bodyPr>
          <a:lstStyle/>
          <a:p>
            <a:pPr defTabSz="914400" eaLnBrk="0" fontAlgn="base" hangingPunct="0">
              <a:spcBef>
                <a:spcPct val="0"/>
              </a:spcBef>
              <a:spcAft>
                <a:spcPct val="0"/>
              </a:spcAft>
            </a:pPr>
            <a:r>
              <a:rPr kumimoji="1" lang="zh-CN" altLang="en-US" sz="2800" b="1" dirty="0">
                <a:solidFill>
                  <a:prstClr val="black"/>
                </a:solidFill>
                <a:latin typeface="Times New Roman" panose="02020603050405020304" pitchFamily="18" charset="0"/>
                <a:ea typeface="楷体" panose="02010609060101010101" charset="-122"/>
                <a:sym typeface="+mn-ea"/>
              </a:rPr>
              <a:t>暂态分析：</a:t>
            </a:r>
          </a:p>
        </p:txBody>
      </p:sp>
      <p:graphicFrame>
        <p:nvGraphicFramePr>
          <p:cNvPr id="2" name="对象 1"/>
          <p:cNvGraphicFramePr>
            <a:graphicFrameLocks noChangeAspect="1"/>
          </p:cNvGraphicFramePr>
          <p:nvPr/>
        </p:nvGraphicFramePr>
        <p:xfrm>
          <a:off x="2072081" y="1260473"/>
          <a:ext cx="4254500" cy="444500"/>
        </p:xfrm>
        <a:graphic>
          <a:graphicData uri="http://schemas.openxmlformats.org/presentationml/2006/ole">
            <mc:AlternateContent xmlns:mc="http://schemas.openxmlformats.org/markup-compatibility/2006">
              <mc:Choice xmlns:v="urn:schemas-microsoft-com:vml" Requires="v">
                <p:oleObj name="Equation" r:id="rId2" imgW="102108000" imgH="10668000" progId="Equation.DSMT4">
                  <p:embed/>
                </p:oleObj>
              </mc:Choice>
              <mc:Fallback>
                <p:oleObj name="Equation" r:id="rId2" imgW="102108000" imgH="10668000" progId="Equation.DSMT4">
                  <p:embed/>
                  <p:pic>
                    <p:nvPicPr>
                      <p:cNvPr id="0" name="图片 63689"/>
                      <p:cNvPicPr/>
                      <p:nvPr/>
                    </p:nvPicPr>
                    <p:blipFill>
                      <a:blip r:embed="rId3"/>
                      <a:stretch>
                        <a:fillRect/>
                      </a:stretch>
                    </p:blipFill>
                    <p:spPr>
                      <a:xfrm>
                        <a:off x="2072081" y="1260473"/>
                        <a:ext cx="4254500" cy="444500"/>
                      </a:xfrm>
                      <a:prstGeom prst="rect">
                        <a:avLst/>
                      </a:prstGeom>
                    </p:spPr>
                  </p:pic>
                </p:oleObj>
              </mc:Fallback>
            </mc:AlternateContent>
          </a:graphicData>
        </a:graphic>
      </p:graphicFrame>
      <p:sp>
        <p:nvSpPr>
          <p:cNvPr id="12" name="文本框 11"/>
          <p:cNvSpPr txBox="1"/>
          <p:nvPr/>
        </p:nvSpPr>
        <p:spPr>
          <a:xfrm>
            <a:off x="1752756" y="197558"/>
            <a:ext cx="7055027" cy="954107"/>
          </a:xfrm>
          <a:prstGeom prst="rect">
            <a:avLst/>
          </a:prstGeom>
          <a:noFill/>
        </p:spPr>
        <p:txBody>
          <a:bodyPr wrap="square">
            <a:spAutoFit/>
          </a:bodyPr>
          <a:lstStyle/>
          <a:p>
            <a:r>
              <a:rPr kumimoji="1"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charset="-122"/>
                <a:cs typeface="+mn-cs"/>
                <a:sym typeface="+mn-ea"/>
              </a:rPr>
              <a:t>电路状态发生变化瞬间</a:t>
            </a:r>
            <a:r>
              <a:rPr kumimoji="1" lang="zh-CN" altLang="en-US" sz="2800" b="1" noProof="0" dirty="0">
                <a:solidFill>
                  <a:prstClr val="black"/>
                </a:solidFill>
                <a:latin typeface="Times New Roman" panose="02020603050405020304" pitchFamily="18" charset="0"/>
                <a:ea typeface="楷体" panose="02010609060101010101" charset="-122"/>
                <a:sym typeface="+mn-ea"/>
              </a:rPr>
              <a:t>的物理过程</a:t>
            </a:r>
            <a:r>
              <a:rPr kumimoji="1"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charset="-122"/>
                <a:cs typeface="+mn-cs"/>
                <a:sym typeface="+mn-ea"/>
              </a:rPr>
              <a:t>，分析理解电路因不合理操作引起的过流</a:t>
            </a:r>
            <a:r>
              <a:rPr kumimoji="1"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charset="-122"/>
                <a:cs typeface="+mn-cs"/>
                <a:sym typeface="+mn-ea"/>
              </a:rPr>
              <a:t>/</a:t>
            </a:r>
            <a:r>
              <a:rPr kumimoji="1"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charset="-122"/>
                <a:cs typeface="+mn-cs"/>
                <a:sym typeface="+mn-ea"/>
              </a:rPr>
              <a:t>过压现象</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6">
                                            <p:txEl>
                                              <p:pRg st="0" end="0"/>
                                            </p:txEl>
                                          </p:spTgt>
                                        </p:tgtEl>
                                        <p:attrNameLst>
                                          <p:attrName>style.visibility</p:attrName>
                                        </p:attrNameLst>
                                      </p:cBhvr>
                                      <p:to>
                                        <p:strVal val="visible"/>
                                      </p:to>
                                    </p:set>
                                    <p:animEffect transition="in" filter="fade">
                                      <p:cBhvr>
                                        <p:cTn id="17" dur="500"/>
                                        <p:tgtEl>
                                          <p:spTgt spid="26">
                                            <p:txEl>
                                              <p:pRg st="0" end="0"/>
                                            </p:txEl>
                                          </p:spTgt>
                                        </p:tgtEl>
                                      </p:cBhvr>
                                    </p:animEffect>
                                    <p:anim calcmode="lin" valueType="num">
                                      <p:cBhvr>
                                        <p:cTn id="18"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19" dur="5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anim calcmode="lin" valueType="num">
                                      <p:cBhvr>
                                        <p:cTn id="41" dur="500" fill="hold"/>
                                        <p:tgtEl>
                                          <p:spTgt spid="27"/>
                                        </p:tgtEl>
                                        <p:attrNameLst>
                                          <p:attrName>ppt_x</p:attrName>
                                        </p:attrNameLst>
                                      </p:cBhvr>
                                      <p:tavLst>
                                        <p:tav tm="0">
                                          <p:val>
                                            <p:strVal val="#ppt_x"/>
                                          </p:val>
                                        </p:tav>
                                        <p:tav tm="100000">
                                          <p:val>
                                            <p:strVal val="#ppt_x"/>
                                          </p:val>
                                        </p:tav>
                                      </p:tavLst>
                                    </p:anim>
                                    <p:anim calcmode="lin" valueType="num">
                                      <p:cBhvr>
                                        <p:cTn id="42" dur="500" fill="hold"/>
                                        <p:tgtEl>
                                          <p:spTgt spid="27"/>
                                        </p:tgtEl>
                                        <p:attrNameLst>
                                          <p:attrName>ppt_y</p:attrName>
                                        </p:attrNameLst>
                                      </p:cBhvr>
                                      <p:tavLst>
                                        <p:tav tm="0">
                                          <p:val>
                                            <p:strVal val="#ppt_y+.1"/>
                                          </p:val>
                                        </p:tav>
                                        <p:tav tm="100000">
                                          <p:val>
                                            <p:strVal val="#ppt_y"/>
                                          </p:val>
                                        </p:tav>
                                      </p:tavLst>
                                    </p:anim>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31">
                                            <p:txEl>
                                              <p:pRg st="0" end="0"/>
                                            </p:txEl>
                                          </p:spTgt>
                                        </p:tgtEl>
                                        <p:attrNameLst>
                                          <p:attrName>style.visibility</p:attrName>
                                        </p:attrNameLst>
                                      </p:cBhvr>
                                      <p:to>
                                        <p:strVal val="visible"/>
                                      </p:to>
                                    </p:set>
                                    <p:animEffect transition="in" filter="wipe(left)">
                                      <p:cBhvr>
                                        <p:cTn id="46" dur="500"/>
                                        <p:tgtEl>
                                          <p:spTgt spid="31">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1">
                                            <p:txEl>
                                              <p:pRg st="1" end="1"/>
                                            </p:txEl>
                                          </p:spTgt>
                                        </p:tgtEl>
                                        <p:attrNameLst>
                                          <p:attrName>style.visibility</p:attrName>
                                        </p:attrNameLst>
                                      </p:cBhvr>
                                      <p:to>
                                        <p:strVal val="visible"/>
                                      </p:to>
                                    </p:set>
                                    <p:animEffect transition="in" filter="wipe(left)">
                                      <p:cBhvr>
                                        <p:cTn id="51" dur="500"/>
                                        <p:tgtEl>
                                          <p:spTgt spid="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9" grpId="0"/>
      <p:bldP spid="26" grpId="0" build="p"/>
      <p:bldP spid="27" grpId="0"/>
      <p:bldP spid="31" grpId="0" uiExpand="1" build="p"/>
      <p:bldP spid="10" grpId="0"/>
      <p:bldP spid="1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572536" y="1627219"/>
            <a:ext cx="809418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r>
              <a:rPr kumimoji="1" lang="zh-CN" altLang="en-US" dirty="0">
                <a:solidFill>
                  <a:schemeClr val="tx1"/>
                </a:solidFill>
                <a:latin typeface="楷体_GB2312" pitchFamily="49" charset="-122"/>
                <a:sym typeface="Symbol" panose="05050102010706020507" pitchFamily="18" charset="2"/>
              </a:rPr>
              <a:t>时间常数</a:t>
            </a:r>
            <a:r>
              <a:rPr kumimoji="1" lang="zh-CN" altLang="en-US" i="1" dirty="0">
                <a:solidFill>
                  <a:schemeClr val="tx1"/>
                </a:solidFill>
                <a:latin typeface="Times New Roman" panose="02020603050405020304" pitchFamily="18" charset="0"/>
                <a:sym typeface="Symbol" panose="05050102010706020507" pitchFamily="18" charset="2"/>
              </a:rPr>
              <a:t></a:t>
            </a:r>
            <a:r>
              <a:rPr kumimoji="1" lang="zh-CN" altLang="en-US" dirty="0">
                <a:solidFill>
                  <a:schemeClr val="tx1"/>
                </a:solidFill>
                <a:latin typeface="楷体_GB2312" pitchFamily="49" charset="-122"/>
                <a:sym typeface="Symbol" panose="05050102010706020507" pitchFamily="18" charset="2"/>
              </a:rPr>
              <a:t> 的大小反映了电路过渡过程时间的长短</a:t>
            </a:r>
          </a:p>
        </p:txBody>
      </p:sp>
      <p:sp>
        <p:nvSpPr>
          <p:cNvPr id="77827" name="Rectangle 3"/>
          <p:cNvSpPr>
            <a:spLocks noChangeArrowheads="1"/>
          </p:cNvSpPr>
          <p:nvPr/>
        </p:nvSpPr>
        <p:spPr bwMode="auto">
          <a:xfrm>
            <a:off x="900113" y="620713"/>
            <a:ext cx="1728787" cy="641350"/>
          </a:xfrm>
          <a:prstGeom prst="rect">
            <a:avLst/>
          </a:prstGeom>
          <a:noFill/>
          <a:ln>
            <a:solidFill>
              <a:schemeClr val="tx1"/>
            </a:solidFill>
          </a:ln>
        </p:spPr>
        <p:txBody>
          <a:bodyPr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r>
              <a:rPr kumimoji="1" lang="en-US" altLang="zh-CN" sz="3600" b="0" i="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600" b="0">
                <a:solidFill>
                  <a:schemeClr val="tx1"/>
                </a:solidFill>
                <a:latin typeface="Times New Roman" panose="02020603050405020304" pitchFamily="18" charset="0"/>
                <a:ea typeface="宋体" panose="02010600030101010101" pitchFamily="2" charset="-122"/>
                <a:sym typeface="Symbol" panose="05050102010706020507" pitchFamily="18" charset="2"/>
              </a:rPr>
              <a:t>  = </a:t>
            </a:r>
            <a:r>
              <a:rPr kumimoji="1" lang="en-US" altLang="zh-CN" sz="3600" b="0" i="1">
                <a:solidFill>
                  <a:schemeClr val="tx1"/>
                </a:solidFill>
                <a:latin typeface="Times New Roman" panose="02020603050405020304" pitchFamily="18" charset="0"/>
                <a:ea typeface="宋体" panose="02010600030101010101" pitchFamily="2" charset="-122"/>
                <a:sym typeface="Symbol" panose="05050102010706020507" pitchFamily="18" charset="2"/>
              </a:rPr>
              <a:t>RC</a:t>
            </a:r>
          </a:p>
        </p:txBody>
      </p:sp>
      <p:sp>
        <p:nvSpPr>
          <p:cNvPr id="77829" name="Text Box 5"/>
          <p:cNvSpPr txBox="1">
            <a:spLocks noChangeArrowheads="1"/>
          </p:cNvSpPr>
          <p:nvPr/>
        </p:nvSpPr>
        <p:spPr bwMode="auto">
          <a:xfrm>
            <a:off x="827088" y="2317781"/>
            <a:ext cx="3674702"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r>
              <a:rPr kumimoji="1" lang="en-US" altLang="zh-CN" i="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a:solidFill>
                  <a:schemeClr val="tx1"/>
                </a:solidFill>
                <a:latin typeface="楷体_GB2312" pitchFamily="49" charset="-122"/>
                <a:sym typeface="Symbol" panose="05050102010706020507" pitchFamily="18" charset="2"/>
              </a:rPr>
              <a:t>大</a:t>
            </a:r>
            <a:r>
              <a:rPr kumimoji="1" lang="zh-CN" altLang="en-US">
                <a:solidFill>
                  <a:schemeClr val="tx1"/>
                </a:solidFill>
                <a:latin typeface="楷体_GB2312" pitchFamily="49" charset="-122"/>
                <a:cs typeface="Times New Roman" panose="02020603050405020304" pitchFamily="18" charset="0"/>
                <a:sym typeface="Symbol" panose="05050102010706020507" pitchFamily="18" charset="2"/>
              </a:rPr>
              <a:t>→</a:t>
            </a:r>
            <a:r>
              <a:rPr kumimoji="1" lang="zh-CN" altLang="en-US">
                <a:solidFill>
                  <a:schemeClr val="tx1"/>
                </a:solidFill>
                <a:latin typeface="楷体_GB2312" pitchFamily="49" charset="-122"/>
                <a:sym typeface="Symbol" panose="05050102010706020507" pitchFamily="18" charset="2"/>
              </a:rPr>
              <a:t>过渡过程时间长</a:t>
            </a:r>
          </a:p>
        </p:txBody>
      </p:sp>
      <p:sp>
        <p:nvSpPr>
          <p:cNvPr id="77830" name="Text Box 6"/>
          <p:cNvSpPr txBox="1">
            <a:spLocks noChangeArrowheads="1"/>
          </p:cNvSpPr>
          <p:nvPr/>
        </p:nvSpPr>
        <p:spPr bwMode="auto">
          <a:xfrm>
            <a:off x="827088" y="2922619"/>
            <a:ext cx="3766072"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r>
              <a:rPr kumimoji="1" lang="en-US" altLang="zh-CN" i="1">
                <a:solidFill>
                  <a:schemeClr val="tx1"/>
                </a:solidFill>
                <a:latin typeface="楷体_GB2312" pitchFamily="49" charset="-122"/>
                <a:sym typeface="Symbol" panose="05050102010706020507" pitchFamily="18" charset="2"/>
              </a:rPr>
              <a:t> </a:t>
            </a:r>
            <a:r>
              <a:rPr kumimoji="1" lang="zh-CN" altLang="en-US">
                <a:solidFill>
                  <a:schemeClr val="tx1"/>
                </a:solidFill>
                <a:latin typeface="楷体_GB2312" pitchFamily="49" charset="-122"/>
                <a:sym typeface="Symbol" panose="05050102010706020507" pitchFamily="18" charset="2"/>
              </a:rPr>
              <a:t>小</a:t>
            </a:r>
            <a:r>
              <a:rPr kumimoji="1" lang="zh-CN" altLang="en-US">
                <a:solidFill>
                  <a:schemeClr val="tx1"/>
                </a:solidFill>
                <a:latin typeface="楷体_GB2312" pitchFamily="49" charset="-122"/>
                <a:cs typeface="Times New Roman" panose="02020603050405020304" pitchFamily="18" charset="0"/>
                <a:sym typeface="Symbol" panose="05050102010706020507" pitchFamily="18" charset="2"/>
              </a:rPr>
              <a:t>→</a:t>
            </a:r>
            <a:r>
              <a:rPr kumimoji="1" lang="zh-CN" altLang="en-US">
                <a:solidFill>
                  <a:schemeClr val="tx1"/>
                </a:solidFill>
                <a:latin typeface="楷体_GB2312" pitchFamily="49" charset="-122"/>
                <a:sym typeface="Symbol" panose="05050102010706020507" pitchFamily="18" charset="2"/>
              </a:rPr>
              <a:t>过渡过程时间短</a:t>
            </a:r>
          </a:p>
        </p:txBody>
      </p:sp>
      <p:sp>
        <p:nvSpPr>
          <p:cNvPr id="77833" name="Text Box 9"/>
          <p:cNvSpPr txBox="1">
            <a:spLocks noChangeArrowheads="1"/>
          </p:cNvSpPr>
          <p:nvPr/>
        </p:nvSpPr>
        <p:spPr bwMode="auto">
          <a:xfrm>
            <a:off x="3203575" y="3643344"/>
            <a:ext cx="3024188"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r>
              <a:rPr kumimoji="1" lang="zh-CN" altLang="en-US" dirty="0">
                <a:solidFill>
                  <a:schemeClr val="tx1"/>
                </a:solidFill>
                <a:latin typeface="Times New Roman" panose="02020603050405020304" pitchFamily="18" charset="0"/>
              </a:rPr>
              <a:t>电压初值一定：</a:t>
            </a:r>
          </a:p>
        </p:txBody>
      </p:sp>
      <p:sp>
        <p:nvSpPr>
          <p:cNvPr id="77834" name="Text Box 10"/>
          <p:cNvSpPr txBox="1">
            <a:spLocks noChangeArrowheads="1"/>
          </p:cNvSpPr>
          <p:nvPr/>
        </p:nvSpPr>
        <p:spPr bwMode="auto">
          <a:xfrm>
            <a:off x="490538" y="5154028"/>
            <a:ext cx="637415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r>
              <a:rPr kumimoji="1" lang="en-US" altLang="zh-CN" b="0" i="1">
                <a:solidFill>
                  <a:schemeClr val="tx1"/>
                </a:solidFill>
                <a:latin typeface="Times New Roman" panose="02020603050405020304" pitchFamily="18" charset="0"/>
                <a:ea typeface="宋体" panose="02010600030101010101" pitchFamily="2" charset="-122"/>
                <a:sym typeface="Symbol" panose="05050102010706020507" pitchFamily="18" charset="2"/>
              </a:rPr>
              <a:t>R</a:t>
            </a:r>
            <a:r>
              <a:rPr kumimoji="1" lang="en-US" altLang="zh-CN" i="1">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a:solidFill>
                  <a:schemeClr val="tx1"/>
                </a:solidFill>
                <a:latin typeface="Times New Roman" panose="02020603050405020304" pitchFamily="18" charset="0"/>
                <a:sym typeface="Symbol" panose="05050102010706020507" pitchFamily="18" charset="2"/>
              </a:rPr>
              <a:t>大</a:t>
            </a:r>
            <a:r>
              <a:rPr kumimoji="1" lang="zh-CN" altLang="en-US">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b="0" i="1">
                <a:solidFill>
                  <a:schemeClr val="tx1"/>
                </a:solidFill>
                <a:latin typeface="Times New Roman" panose="02020603050405020304" pitchFamily="18" charset="0"/>
                <a:ea typeface="宋体" panose="02010600030101010101" pitchFamily="2" charset="-122"/>
                <a:sym typeface="Symbol" panose="05050102010706020507" pitchFamily="18" charset="2"/>
              </a:rPr>
              <a:t>C</a:t>
            </a:r>
            <a:r>
              <a:rPr kumimoji="1" lang="zh-CN" altLang="en-US">
                <a:solidFill>
                  <a:schemeClr val="tx1"/>
                </a:solidFill>
                <a:latin typeface="Times New Roman" panose="02020603050405020304" pitchFamily="18" charset="0"/>
                <a:sym typeface="Symbol" panose="05050102010706020507" pitchFamily="18" charset="2"/>
              </a:rPr>
              <a:t>一定</a:t>
            </a:r>
            <a:r>
              <a:rPr kumimoji="1" lang="zh-CN" altLang="en-US">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b="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3200" b="0" i="1">
                <a:solidFill>
                  <a:schemeClr val="tx1"/>
                </a:solidFill>
                <a:latin typeface="Times New Roman" panose="02020603050405020304" pitchFamily="18" charset="0"/>
                <a:ea typeface="宋体" panose="02010600030101010101" pitchFamily="2" charset="-122"/>
                <a:sym typeface="Symbol" panose="05050102010706020507" pitchFamily="18" charset="2"/>
              </a:rPr>
              <a:t>i=u/R</a:t>
            </a:r>
            <a:r>
              <a:rPr kumimoji="1" lang="en-US" altLang="zh-CN" i="1">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a:solidFill>
                  <a:schemeClr val="tx1"/>
                </a:solidFill>
                <a:latin typeface="Times New Roman" panose="02020603050405020304" pitchFamily="18" charset="0"/>
                <a:sym typeface="Symbol" panose="05050102010706020507" pitchFamily="18" charset="2"/>
              </a:rPr>
              <a:t>放电电流小</a:t>
            </a:r>
          </a:p>
        </p:txBody>
      </p:sp>
      <p:grpSp>
        <p:nvGrpSpPr>
          <p:cNvPr id="2" name="Group 11"/>
          <p:cNvGrpSpPr>
            <a:grpSpLocks/>
          </p:cNvGrpSpPr>
          <p:nvPr/>
        </p:nvGrpSpPr>
        <p:grpSpPr bwMode="auto">
          <a:xfrm>
            <a:off x="6711401" y="4766996"/>
            <a:ext cx="2138139" cy="612668"/>
            <a:chOff x="4259" y="2829"/>
            <a:chExt cx="1312" cy="306"/>
          </a:xfrm>
        </p:grpSpPr>
        <p:sp>
          <p:nvSpPr>
            <p:cNvPr id="25634" name="AutoShape 12"/>
            <p:cNvSpPr>
              <a:spLocks/>
            </p:cNvSpPr>
            <p:nvPr/>
          </p:nvSpPr>
          <p:spPr bwMode="auto">
            <a:xfrm>
              <a:off x="4259" y="2829"/>
              <a:ext cx="101" cy="306"/>
            </a:xfrm>
            <a:prstGeom prst="rightBrace">
              <a:avLst>
                <a:gd name="adj1" fmla="val 10833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endParaRPr lang="zh-CN" altLang="en-US">
                <a:solidFill>
                  <a:schemeClr val="tx1"/>
                </a:solidFill>
              </a:endParaRPr>
            </a:p>
          </p:txBody>
        </p:sp>
        <p:sp>
          <p:nvSpPr>
            <p:cNvPr id="25635" name="Text Box 13"/>
            <p:cNvSpPr txBox="1">
              <a:spLocks noChangeArrowheads="1"/>
            </p:cNvSpPr>
            <p:nvPr/>
          </p:nvSpPr>
          <p:spPr bwMode="auto">
            <a:xfrm>
              <a:off x="4353" y="2845"/>
              <a:ext cx="1218"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r>
                <a:rPr kumimoji="1" lang="zh-CN" altLang="en-US" dirty="0">
                  <a:solidFill>
                    <a:schemeClr val="tx1"/>
                  </a:solidFill>
                  <a:latin typeface="Times New Roman" panose="02020603050405020304" pitchFamily="18" charset="0"/>
                  <a:sym typeface="Symbol" panose="05050102010706020507" pitchFamily="18" charset="2"/>
                </a:rPr>
                <a:t>放电时间长</a:t>
              </a:r>
            </a:p>
          </p:txBody>
        </p:sp>
      </p:grpSp>
      <p:grpSp>
        <p:nvGrpSpPr>
          <p:cNvPr id="3" name="Group 14"/>
          <p:cNvGrpSpPr>
            <a:grpSpLocks/>
          </p:cNvGrpSpPr>
          <p:nvPr/>
        </p:nvGrpSpPr>
        <p:grpSpPr bwMode="auto">
          <a:xfrm>
            <a:off x="5578048" y="2062163"/>
            <a:ext cx="2913488" cy="2216150"/>
            <a:chOff x="3667" y="1123"/>
            <a:chExt cx="1447" cy="1066"/>
          </a:xfrm>
        </p:grpSpPr>
        <p:sp>
          <p:nvSpPr>
            <p:cNvPr id="25623" name="Line 15"/>
            <p:cNvSpPr>
              <a:spLocks noChangeShapeType="1"/>
            </p:cNvSpPr>
            <p:nvPr/>
          </p:nvSpPr>
          <p:spPr bwMode="auto">
            <a:xfrm>
              <a:off x="3759" y="1920"/>
              <a:ext cx="134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4" name="Line 16"/>
            <p:cNvSpPr>
              <a:spLocks noChangeShapeType="1"/>
            </p:cNvSpPr>
            <p:nvPr/>
          </p:nvSpPr>
          <p:spPr bwMode="auto">
            <a:xfrm flipV="1">
              <a:off x="3951" y="1200"/>
              <a:ext cx="0" cy="96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5" name="Freeform 17"/>
            <p:cNvSpPr>
              <a:spLocks/>
            </p:cNvSpPr>
            <p:nvPr/>
          </p:nvSpPr>
          <p:spPr bwMode="auto">
            <a:xfrm>
              <a:off x="3936" y="1440"/>
              <a:ext cx="1041" cy="288"/>
            </a:xfrm>
            <a:custGeom>
              <a:avLst/>
              <a:gdLst>
                <a:gd name="T0" fmla="*/ 0 w 1008"/>
                <a:gd name="T1" fmla="*/ 0 h 432"/>
                <a:gd name="T2" fmla="*/ 240 w 1008"/>
                <a:gd name="T3" fmla="*/ 240 h 432"/>
                <a:gd name="T4" fmla="*/ 672 w 1008"/>
                <a:gd name="T5" fmla="*/ 384 h 432"/>
                <a:gd name="T6" fmla="*/ 1008 w 1008"/>
                <a:gd name="T7" fmla="*/ 432 h 432"/>
                <a:gd name="T8" fmla="*/ 0 60000 65536"/>
                <a:gd name="T9" fmla="*/ 0 60000 65536"/>
                <a:gd name="T10" fmla="*/ 0 60000 65536"/>
                <a:gd name="T11" fmla="*/ 0 60000 65536"/>
                <a:gd name="T12" fmla="*/ 0 w 1008"/>
                <a:gd name="T13" fmla="*/ 0 h 432"/>
                <a:gd name="T14" fmla="*/ 1008 w 1008"/>
                <a:gd name="T15" fmla="*/ 432 h 432"/>
              </a:gdLst>
              <a:ahLst/>
              <a:cxnLst>
                <a:cxn ang="T8">
                  <a:pos x="T0" y="T1"/>
                </a:cxn>
                <a:cxn ang="T9">
                  <a:pos x="T2" y="T3"/>
                </a:cxn>
                <a:cxn ang="T10">
                  <a:pos x="T4" y="T5"/>
                </a:cxn>
                <a:cxn ang="T11">
                  <a:pos x="T6" y="T7"/>
                </a:cxn>
              </a:cxnLst>
              <a:rect l="T12" t="T13" r="T14" b="T15"/>
              <a:pathLst>
                <a:path w="1008" h="432">
                  <a:moveTo>
                    <a:pt x="0" y="0"/>
                  </a:moveTo>
                  <a:cubicBezTo>
                    <a:pt x="64" y="88"/>
                    <a:pt x="128" y="176"/>
                    <a:pt x="240" y="240"/>
                  </a:cubicBezTo>
                  <a:cubicBezTo>
                    <a:pt x="352" y="304"/>
                    <a:pt x="544" y="352"/>
                    <a:pt x="672" y="384"/>
                  </a:cubicBezTo>
                  <a:cubicBezTo>
                    <a:pt x="800" y="416"/>
                    <a:pt x="952" y="424"/>
                    <a:pt x="1008" y="432"/>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endParaRPr lang="zh-CN" altLang="en-US"/>
            </a:p>
          </p:txBody>
        </p:sp>
        <p:sp>
          <p:nvSpPr>
            <p:cNvPr id="25626" name="Text Box 18"/>
            <p:cNvSpPr txBox="1">
              <a:spLocks noChangeArrowheads="1"/>
            </p:cNvSpPr>
            <p:nvPr/>
          </p:nvSpPr>
          <p:spPr bwMode="auto">
            <a:xfrm>
              <a:off x="3667" y="1363"/>
              <a:ext cx="28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r>
                <a:rPr kumimoji="1" lang="en-US" altLang="zh-CN" b="0" i="1">
                  <a:solidFill>
                    <a:schemeClr val="tx1"/>
                  </a:solidFill>
                  <a:latin typeface="Times New Roman" panose="02020603050405020304" pitchFamily="18" charset="0"/>
                  <a:ea typeface="宋体" panose="02010600030101010101" pitchFamily="2" charset="-122"/>
                </a:rPr>
                <a:t>U</a:t>
              </a:r>
              <a:r>
                <a:rPr kumimoji="1" lang="en-US" altLang="zh-CN" b="0" baseline="-25000">
                  <a:solidFill>
                    <a:schemeClr val="tx1"/>
                  </a:solidFill>
                  <a:latin typeface="Times New Roman" panose="02020603050405020304" pitchFamily="18" charset="0"/>
                  <a:ea typeface="宋体" panose="02010600030101010101" pitchFamily="2" charset="-122"/>
                </a:rPr>
                <a:t>0</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25627" name="Text Box 19"/>
            <p:cNvSpPr txBox="1">
              <a:spLocks noChangeArrowheads="1"/>
            </p:cNvSpPr>
            <p:nvPr/>
          </p:nvSpPr>
          <p:spPr bwMode="auto">
            <a:xfrm>
              <a:off x="4974" y="1939"/>
              <a:ext cx="1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r>
                <a:rPr kumimoji="1" lang="en-US" altLang="zh-CN" b="0" i="1">
                  <a:solidFill>
                    <a:schemeClr val="tx1"/>
                  </a:solidFill>
                  <a:latin typeface="Times New Roman" panose="02020603050405020304" pitchFamily="18" charset="0"/>
                  <a:ea typeface="宋体" panose="02010600030101010101" pitchFamily="2" charset="-122"/>
                </a:rPr>
                <a:t>t</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25628" name="Text Box 20"/>
            <p:cNvSpPr txBox="1">
              <a:spLocks noChangeArrowheads="1"/>
            </p:cNvSpPr>
            <p:nvPr/>
          </p:nvSpPr>
          <p:spPr bwMode="auto">
            <a:xfrm>
              <a:off x="4018" y="1123"/>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spcBef>
                  <a:spcPct val="50000"/>
                </a:spcBef>
              </a:pPr>
              <a:r>
                <a:rPr kumimoji="1" lang="en-US" altLang="zh-CN" b="0" i="1">
                  <a:solidFill>
                    <a:schemeClr val="tx1"/>
                  </a:solidFill>
                  <a:latin typeface="Times New Roman" panose="02020603050405020304" pitchFamily="18" charset="0"/>
                  <a:ea typeface="宋体" panose="02010600030101010101" pitchFamily="2" charset="-122"/>
                </a:rPr>
                <a:t>u</a:t>
              </a:r>
              <a:r>
                <a:rPr kumimoji="1" lang="en-US" altLang="zh-CN" b="0" i="1" baseline="-25000">
                  <a:solidFill>
                    <a:schemeClr val="tx1"/>
                  </a:solidFill>
                  <a:latin typeface="Times New Roman" panose="02020603050405020304" pitchFamily="18" charset="0"/>
                  <a:ea typeface="宋体" panose="02010600030101010101" pitchFamily="2" charset="-122"/>
                </a:rPr>
                <a:t>c</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25629" name="Text Box 21"/>
            <p:cNvSpPr txBox="1">
              <a:spLocks noChangeArrowheads="1"/>
            </p:cNvSpPr>
            <p:nvPr/>
          </p:nvSpPr>
          <p:spPr bwMode="auto">
            <a:xfrm>
              <a:off x="3774" y="1891"/>
              <a:ext cx="1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r>
                <a:rPr kumimoji="1" lang="en-US" altLang="zh-CN" b="0">
                  <a:solidFill>
                    <a:schemeClr val="tx1"/>
                  </a:solidFill>
                  <a:latin typeface="Times New Roman" panose="02020603050405020304" pitchFamily="18" charset="0"/>
                  <a:ea typeface="宋体" panose="02010600030101010101" pitchFamily="2" charset="-122"/>
                </a:rPr>
                <a:t>0</a:t>
              </a:r>
            </a:p>
          </p:txBody>
        </p:sp>
        <p:sp>
          <p:nvSpPr>
            <p:cNvPr id="25630" name="Line 22"/>
            <p:cNvSpPr>
              <a:spLocks noChangeShapeType="1"/>
            </p:cNvSpPr>
            <p:nvPr/>
          </p:nvSpPr>
          <p:spPr bwMode="auto">
            <a:xfrm>
              <a:off x="3888" y="1440"/>
              <a:ext cx="96" cy="0"/>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1" name="Freeform 23"/>
            <p:cNvSpPr>
              <a:spLocks/>
            </p:cNvSpPr>
            <p:nvPr/>
          </p:nvSpPr>
          <p:spPr bwMode="auto">
            <a:xfrm>
              <a:off x="3936" y="1440"/>
              <a:ext cx="768" cy="432"/>
            </a:xfrm>
            <a:custGeom>
              <a:avLst/>
              <a:gdLst>
                <a:gd name="T0" fmla="*/ 0 w 1008"/>
                <a:gd name="T1" fmla="*/ 0 h 432"/>
                <a:gd name="T2" fmla="*/ 240 w 1008"/>
                <a:gd name="T3" fmla="*/ 240 h 432"/>
                <a:gd name="T4" fmla="*/ 672 w 1008"/>
                <a:gd name="T5" fmla="*/ 384 h 432"/>
                <a:gd name="T6" fmla="*/ 1008 w 1008"/>
                <a:gd name="T7" fmla="*/ 432 h 432"/>
                <a:gd name="T8" fmla="*/ 0 60000 65536"/>
                <a:gd name="T9" fmla="*/ 0 60000 65536"/>
                <a:gd name="T10" fmla="*/ 0 60000 65536"/>
                <a:gd name="T11" fmla="*/ 0 60000 65536"/>
                <a:gd name="T12" fmla="*/ 0 w 1008"/>
                <a:gd name="T13" fmla="*/ 0 h 432"/>
                <a:gd name="T14" fmla="*/ 1008 w 1008"/>
                <a:gd name="T15" fmla="*/ 432 h 432"/>
              </a:gdLst>
              <a:ahLst/>
              <a:cxnLst>
                <a:cxn ang="T8">
                  <a:pos x="T0" y="T1"/>
                </a:cxn>
                <a:cxn ang="T9">
                  <a:pos x="T2" y="T3"/>
                </a:cxn>
                <a:cxn ang="T10">
                  <a:pos x="T4" y="T5"/>
                </a:cxn>
                <a:cxn ang="T11">
                  <a:pos x="T6" y="T7"/>
                </a:cxn>
              </a:cxnLst>
              <a:rect l="T12" t="T13" r="T14" b="T15"/>
              <a:pathLst>
                <a:path w="1008" h="432">
                  <a:moveTo>
                    <a:pt x="0" y="0"/>
                  </a:moveTo>
                  <a:cubicBezTo>
                    <a:pt x="64" y="88"/>
                    <a:pt x="128" y="176"/>
                    <a:pt x="240" y="240"/>
                  </a:cubicBezTo>
                  <a:cubicBezTo>
                    <a:pt x="352" y="304"/>
                    <a:pt x="544" y="352"/>
                    <a:pt x="672" y="384"/>
                  </a:cubicBezTo>
                  <a:cubicBezTo>
                    <a:pt x="800" y="416"/>
                    <a:pt x="952" y="424"/>
                    <a:pt x="1008" y="432"/>
                  </a:cubicBezTo>
                </a:path>
              </a:pathLst>
            </a:custGeom>
            <a:noFill/>
            <a:ln w="28575">
              <a:solidFill>
                <a:srgbClr val="00FF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endParaRPr lang="zh-CN" altLang="en-US"/>
            </a:p>
          </p:txBody>
        </p:sp>
        <p:sp>
          <p:nvSpPr>
            <p:cNvPr id="25632" name="Text Box 24"/>
            <p:cNvSpPr txBox="1">
              <a:spLocks noChangeArrowheads="1"/>
            </p:cNvSpPr>
            <p:nvPr/>
          </p:nvSpPr>
          <p:spPr bwMode="auto">
            <a:xfrm>
              <a:off x="4249" y="1890"/>
              <a:ext cx="391"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r>
                <a:rPr kumimoji="1" lang="en-US" altLang="zh-CN" b="0" i="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b="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b="0">
                  <a:solidFill>
                    <a:schemeClr val="tx1"/>
                  </a:solidFill>
                  <a:latin typeface="Times New Roman" panose="02020603050405020304" pitchFamily="18" charset="0"/>
                  <a:ea typeface="宋体" panose="02010600030101010101" pitchFamily="2" charset="-122"/>
                  <a:sym typeface="Symbol" panose="05050102010706020507" pitchFamily="18" charset="2"/>
                </a:rPr>
                <a:t>小</a:t>
              </a:r>
            </a:p>
          </p:txBody>
        </p:sp>
        <p:sp>
          <p:nvSpPr>
            <p:cNvPr id="25633" name="Text Box 25"/>
            <p:cNvSpPr txBox="1">
              <a:spLocks noChangeArrowheads="1"/>
            </p:cNvSpPr>
            <p:nvPr/>
          </p:nvSpPr>
          <p:spPr bwMode="auto">
            <a:xfrm>
              <a:off x="4633" y="1410"/>
              <a:ext cx="391"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r>
                <a:rPr kumimoji="1" lang="en-US" altLang="zh-CN" b="0" i="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b="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b="0">
                  <a:solidFill>
                    <a:schemeClr val="tx1"/>
                  </a:solidFill>
                  <a:latin typeface="Times New Roman" panose="02020603050405020304" pitchFamily="18" charset="0"/>
                  <a:ea typeface="宋体" panose="02010600030101010101" pitchFamily="2" charset="-122"/>
                  <a:sym typeface="Symbol" panose="05050102010706020507" pitchFamily="18" charset="2"/>
                </a:rPr>
                <a:t>大</a:t>
              </a:r>
            </a:p>
          </p:txBody>
        </p:sp>
      </p:grpSp>
      <p:sp>
        <p:nvSpPr>
          <p:cNvPr id="77850" name="Text Box 26"/>
          <p:cNvSpPr txBox="1">
            <a:spLocks noChangeArrowheads="1"/>
          </p:cNvSpPr>
          <p:nvPr/>
        </p:nvSpPr>
        <p:spPr bwMode="auto">
          <a:xfrm>
            <a:off x="450444" y="4433303"/>
            <a:ext cx="5930126"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spcBef>
                <a:spcPct val="50000"/>
              </a:spcBef>
            </a:pPr>
            <a:r>
              <a:rPr kumimoji="1" lang="en-US" altLang="zh-CN" b="0" i="1">
                <a:solidFill>
                  <a:schemeClr val="tx1"/>
                </a:solidFill>
                <a:latin typeface="Times New Roman" panose="02020603050405020304" pitchFamily="18" charset="0"/>
                <a:ea typeface="宋体" panose="02010600030101010101" pitchFamily="2" charset="-122"/>
                <a:sym typeface="Symbol" panose="05050102010706020507" pitchFamily="18" charset="2"/>
              </a:rPr>
              <a:t>C</a:t>
            </a:r>
            <a:r>
              <a:rPr kumimoji="1" lang="en-US" altLang="zh-CN" i="1">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a:solidFill>
                  <a:schemeClr val="tx1"/>
                </a:solidFill>
                <a:latin typeface="Times New Roman" panose="02020603050405020304" pitchFamily="18" charset="0"/>
                <a:sym typeface="Symbol" panose="05050102010706020507" pitchFamily="18" charset="2"/>
              </a:rPr>
              <a:t>大</a:t>
            </a:r>
            <a:r>
              <a:rPr kumimoji="1" lang="zh-CN" altLang="en-US">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b="0" i="1">
                <a:solidFill>
                  <a:schemeClr val="tx1"/>
                </a:solidFill>
                <a:latin typeface="Times New Roman" panose="02020603050405020304" pitchFamily="18" charset="0"/>
                <a:ea typeface="宋体" panose="02010600030101010101" pitchFamily="2" charset="-122"/>
                <a:sym typeface="Symbol" panose="05050102010706020507" pitchFamily="18" charset="2"/>
              </a:rPr>
              <a:t>R</a:t>
            </a:r>
            <a:r>
              <a:rPr kumimoji="1" lang="zh-CN" altLang="en-US">
                <a:solidFill>
                  <a:schemeClr val="tx1"/>
                </a:solidFill>
                <a:latin typeface="Times New Roman" panose="02020603050405020304" pitchFamily="18" charset="0"/>
                <a:sym typeface="Symbol" panose="05050102010706020507" pitchFamily="18" charset="2"/>
              </a:rPr>
              <a:t>一定</a:t>
            </a:r>
            <a:r>
              <a:rPr kumimoji="1" lang="zh-CN" altLang="en-US">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3200" b="0" i="1">
                <a:solidFill>
                  <a:schemeClr val="tx1"/>
                </a:solidFill>
                <a:latin typeface="Times New Roman" panose="02020603050405020304" pitchFamily="18" charset="0"/>
                <a:ea typeface="宋体" panose="02010600030101010101" pitchFamily="2" charset="-122"/>
                <a:sym typeface="Symbol" panose="05050102010706020507" pitchFamily="18" charset="2"/>
              </a:rPr>
              <a:t>W</a:t>
            </a:r>
            <a:r>
              <a:rPr kumimoji="1" lang="en-US" altLang="zh-CN" sz="3200" b="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0" i="1">
                <a:solidFill>
                  <a:schemeClr val="tx1"/>
                </a:solidFill>
                <a:latin typeface="Times New Roman" panose="02020603050405020304" pitchFamily="18" charset="0"/>
                <a:ea typeface="宋体" panose="02010600030101010101" pitchFamily="2" charset="-122"/>
                <a:sym typeface="Symbol" panose="05050102010706020507" pitchFamily="18" charset="2"/>
              </a:rPr>
              <a:t>Cu</a:t>
            </a:r>
            <a:r>
              <a:rPr kumimoji="1" lang="en-US" altLang="zh-CN" sz="3200" b="0" baseline="30000">
                <a:solidFill>
                  <a:schemeClr val="tx1"/>
                </a:solidFill>
                <a:latin typeface="Times New Roman" panose="02020603050405020304" pitchFamily="18" charset="0"/>
                <a:ea typeface="宋体" panose="02010600030101010101" pitchFamily="2" charset="-122"/>
                <a:sym typeface="Symbol" panose="05050102010706020507" pitchFamily="18" charset="2"/>
              </a:rPr>
              <a:t>2</a:t>
            </a:r>
            <a:r>
              <a:rPr kumimoji="1" lang="en-US" altLang="zh-CN" sz="3200" b="0">
                <a:solidFill>
                  <a:schemeClr val="tx1"/>
                </a:solidFill>
                <a:latin typeface="Times New Roman" panose="02020603050405020304" pitchFamily="18" charset="0"/>
                <a:ea typeface="宋体" panose="02010600030101010101" pitchFamily="2" charset="-122"/>
                <a:sym typeface="Symbol" panose="05050102010706020507" pitchFamily="18" charset="2"/>
              </a:rPr>
              <a:t>/2</a:t>
            </a:r>
            <a:r>
              <a:rPr kumimoji="1" lang="en-US" altLang="zh-CN">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a:solidFill>
                  <a:schemeClr val="tx1"/>
                </a:solidFill>
                <a:latin typeface="Times New Roman" panose="02020603050405020304" pitchFamily="18" charset="0"/>
                <a:sym typeface="Symbol" panose="05050102010706020507" pitchFamily="18" charset="2"/>
              </a:rPr>
              <a:t>储能大</a:t>
            </a:r>
          </a:p>
        </p:txBody>
      </p:sp>
      <p:graphicFrame>
        <p:nvGraphicFramePr>
          <p:cNvPr id="77851" name="Object 27"/>
          <p:cNvGraphicFramePr>
            <a:graphicFrameLocks noChangeAspect="1"/>
          </p:cNvGraphicFramePr>
          <p:nvPr/>
        </p:nvGraphicFramePr>
        <p:xfrm>
          <a:off x="3276600" y="476250"/>
          <a:ext cx="2576513" cy="998538"/>
        </p:xfrm>
        <a:graphic>
          <a:graphicData uri="http://schemas.openxmlformats.org/presentationml/2006/ole">
            <mc:AlternateContent xmlns:mc="http://schemas.openxmlformats.org/markup-compatibility/2006">
              <mc:Choice xmlns:v="urn:schemas-microsoft-com:vml" Requires="v">
                <p:oleObj name="公式" r:id="rId2" imgW="1143000" imgH="444240" progId="Equation.3">
                  <p:embed/>
                </p:oleObj>
              </mc:Choice>
              <mc:Fallback>
                <p:oleObj name="公式" r:id="rId2" imgW="1143000" imgH="444240" progId="Equation.3">
                  <p:embed/>
                  <p:pic>
                    <p:nvPicPr>
                      <p:cNvPr id="77851"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476250"/>
                        <a:ext cx="2576513" cy="998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52" name="Text Box 28"/>
          <p:cNvSpPr txBox="1">
            <a:spLocks noChangeArrowheads="1"/>
          </p:cNvSpPr>
          <p:nvPr/>
        </p:nvSpPr>
        <p:spPr bwMode="auto">
          <a:xfrm>
            <a:off x="611188" y="3717925"/>
            <a:ext cx="1871662" cy="51911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spcBef>
                <a:spcPct val="50000"/>
              </a:spcBef>
            </a:pPr>
            <a:r>
              <a:rPr lang="zh-CN" altLang="en-US">
                <a:solidFill>
                  <a:schemeClr val="bg1"/>
                </a:solidFill>
              </a:rPr>
              <a:t>物理含义</a:t>
            </a:r>
          </a:p>
        </p:txBody>
      </p:sp>
      <p:sp>
        <p:nvSpPr>
          <p:cNvPr id="77853" name="AutoShape 29"/>
          <p:cNvSpPr>
            <a:spLocks noChangeArrowheads="1"/>
          </p:cNvSpPr>
          <p:nvPr/>
        </p:nvSpPr>
        <p:spPr bwMode="auto">
          <a:xfrm>
            <a:off x="2627313" y="3862388"/>
            <a:ext cx="647700" cy="215900"/>
          </a:xfrm>
          <a:prstGeom prst="rightArrow">
            <a:avLst>
              <a:gd name="adj1" fmla="val 50000"/>
              <a:gd name="adj2" fmla="val 75000"/>
            </a:avLst>
          </a:prstGeom>
          <a:solidFill>
            <a:srgbClr val="00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endParaRPr lang="zh-CN" altLang="en-US"/>
          </a:p>
        </p:txBody>
      </p:sp>
    </p:spTree>
    <p:extLst>
      <p:ext uri="{BB962C8B-B14F-4D97-AF65-F5344CB8AC3E}">
        <p14:creationId xmlns:p14="http://schemas.microsoft.com/office/powerpoint/2010/main" val="42456589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77827"/>
                                        </p:tgtEl>
                                        <p:attrNameLst>
                                          <p:attrName>style.visibility</p:attrName>
                                        </p:attrNameLst>
                                      </p:cBhvr>
                                      <p:to>
                                        <p:strVal val="visible"/>
                                      </p:to>
                                    </p:set>
                                    <p:anim calcmode="lin" valueType="num">
                                      <p:cBhvr additive="base">
                                        <p:cTn id="7" dur="500" fill="hold"/>
                                        <p:tgtEl>
                                          <p:spTgt spid="77827"/>
                                        </p:tgtEl>
                                        <p:attrNameLst>
                                          <p:attrName>ppt_x</p:attrName>
                                        </p:attrNameLst>
                                      </p:cBhvr>
                                      <p:tavLst>
                                        <p:tav tm="0">
                                          <p:val>
                                            <p:strVal val="0-#ppt_w/2"/>
                                          </p:val>
                                        </p:tav>
                                        <p:tav tm="100000">
                                          <p:val>
                                            <p:strVal val="#ppt_x"/>
                                          </p:val>
                                        </p:tav>
                                      </p:tavLst>
                                    </p:anim>
                                    <p:anim calcmode="lin" valueType="num">
                                      <p:cBhvr additive="base">
                                        <p:cTn id="8" dur="500" fill="hold"/>
                                        <p:tgtEl>
                                          <p:spTgt spid="778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77851"/>
                                        </p:tgtEl>
                                        <p:attrNameLst>
                                          <p:attrName>style.visibility</p:attrName>
                                        </p:attrNameLst>
                                      </p:cBhvr>
                                      <p:to>
                                        <p:strVal val="visible"/>
                                      </p:to>
                                    </p:set>
                                    <p:anim calcmode="lin" valueType="num">
                                      <p:cBhvr additive="base">
                                        <p:cTn id="13" dur="500" fill="hold"/>
                                        <p:tgtEl>
                                          <p:spTgt spid="77851"/>
                                        </p:tgtEl>
                                        <p:attrNameLst>
                                          <p:attrName>ppt_x</p:attrName>
                                        </p:attrNameLst>
                                      </p:cBhvr>
                                      <p:tavLst>
                                        <p:tav tm="0">
                                          <p:val>
                                            <p:strVal val="1+#ppt_w/2"/>
                                          </p:val>
                                        </p:tav>
                                        <p:tav tm="100000">
                                          <p:val>
                                            <p:strVal val="#ppt_x"/>
                                          </p:val>
                                        </p:tav>
                                      </p:tavLst>
                                    </p:anim>
                                    <p:anim calcmode="lin" valueType="num">
                                      <p:cBhvr additive="base">
                                        <p:cTn id="14" dur="500" fill="hold"/>
                                        <p:tgtEl>
                                          <p:spTgt spid="7785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77826">
                                            <p:txEl>
                                              <p:pRg st="0" end="0"/>
                                            </p:txEl>
                                          </p:spTgt>
                                        </p:tgtEl>
                                        <p:attrNameLst>
                                          <p:attrName>style.visibility</p:attrName>
                                        </p:attrNameLst>
                                      </p:cBhvr>
                                      <p:to>
                                        <p:strVal val="visible"/>
                                      </p:to>
                                    </p:set>
                                    <p:animEffect transition="in" filter="wipe(left)">
                                      <p:cBhvr>
                                        <p:cTn id="19" dur="2000"/>
                                        <p:tgtEl>
                                          <p:spTgt spid="77826">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77829"/>
                                        </p:tgtEl>
                                        <p:attrNameLst>
                                          <p:attrName>style.visibility</p:attrName>
                                        </p:attrNameLst>
                                      </p:cBhvr>
                                      <p:to>
                                        <p:strVal val="visible"/>
                                      </p:to>
                                    </p:set>
                                    <p:anim calcmode="lin" valueType="num">
                                      <p:cBhvr additive="base">
                                        <p:cTn id="24" dur="500" fill="hold"/>
                                        <p:tgtEl>
                                          <p:spTgt spid="77829"/>
                                        </p:tgtEl>
                                        <p:attrNameLst>
                                          <p:attrName>ppt_x</p:attrName>
                                        </p:attrNameLst>
                                      </p:cBhvr>
                                      <p:tavLst>
                                        <p:tav tm="0">
                                          <p:val>
                                            <p:strVal val="0-#ppt_w/2"/>
                                          </p:val>
                                        </p:tav>
                                        <p:tav tm="100000">
                                          <p:val>
                                            <p:strVal val="#ppt_x"/>
                                          </p:val>
                                        </p:tav>
                                      </p:tavLst>
                                    </p:anim>
                                    <p:anim calcmode="lin" valueType="num">
                                      <p:cBhvr additive="base">
                                        <p:cTn id="25" dur="500" fill="hold"/>
                                        <p:tgtEl>
                                          <p:spTgt spid="77829"/>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77830"/>
                                        </p:tgtEl>
                                        <p:attrNameLst>
                                          <p:attrName>style.visibility</p:attrName>
                                        </p:attrNameLst>
                                      </p:cBhvr>
                                      <p:to>
                                        <p:strVal val="visible"/>
                                      </p:to>
                                    </p:set>
                                    <p:anim calcmode="lin" valueType="num">
                                      <p:cBhvr additive="base">
                                        <p:cTn id="30" dur="500" fill="hold"/>
                                        <p:tgtEl>
                                          <p:spTgt spid="77830"/>
                                        </p:tgtEl>
                                        <p:attrNameLst>
                                          <p:attrName>ppt_x</p:attrName>
                                        </p:attrNameLst>
                                      </p:cBhvr>
                                      <p:tavLst>
                                        <p:tav tm="0">
                                          <p:val>
                                            <p:strVal val="0-#ppt_w/2"/>
                                          </p:val>
                                        </p:tav>
                                        <p:tav tm="100000">
                                          <p:val>
                                            <p:strVal val="#ppt_x"/>
                                          </p:val>
                                        </p:tav>
                                      </p:tavLst>
                                    </p:anim>
                                    <p:anim calcmode="lin" valueType="num">
                                      <p:cBhvr additive="base">
                                        <p:cTn id="31" dur="500" fill="hold"/>
                                        <p:tgtEl>
                                          <p:spTgt spid="77830"/>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0" presetClass="entr" presetSubtype="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edge">
                                      <p:cBhvr>
                                        <p:cTn id="36" dur="2000"/>
                                        <p:tgtEl>
                                          <p:spTgt spid="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77852"/>
                                        </p:tgtEl>
                                        <p:attrNameLst>
                                          <p:attrName>style.visibility</p:attrName>
                                        </p:attrNameLst>
                                      </p:cBhvr>
                                      <p:to>
                                        <p:strVal val="visible"/>
                                      </p:to>
                                    </p:set>
                                    <p:anim calcmode="lin" valueType="num">
                                      <p:cBhvr>
                                        <p:cTn id="41" dur="500" fill="hold"/>
                                        <p:tgtEl>
                                          <p:spTgt spid="77852"/>
                                        </p:tgtEl>
                                        <p:attrNameLst>
                                          <p:attrName>ppt_w</p:attrName>
                                        </p:attrNameLst>
                                      </p:cBhvr>
                                      <p:tavLst>
                                        <p:tav tm="0">
                                          <p:val>
                                            <p:fltVal val="0"/>
                                          </p:val>
                                        </p:tav>
                                        <p:tav tm="100000">
                                          <p:val>
                                            <p:strVal val="#ppt_w"/>
                                          </p:val>
                                        </p:tav>
                                      </p:tavLst>
                                    </p:anim>
                                    <p:anim calcmode="lin" valueType="num">
                                      <p:cBhvr>
                                        <p:cTn id="42" dur="500" fill="hold"/>
                                        <p:tgtEl>
                                          <p:spTgt spid="77852"/>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77853"/>
                                        </p:tgtEl>
                                        <p:attrNameLst>
                                          <p:attrName>style.visibility</p:attrName>
                                        </p:attrNameLst>
                                      </p:cBhvr>
                                      <p:to>
                                        <p:strVal val="visible"/>
                                      </p:to>
                                    </p:set>
                                    <p:animEffect transition="in" filter="slide(fromLeft)">
                                      <p:cBhvr>
                                        <p:cTn id="47" dur="500"/>
                                        <p:tgtEl>
                                          <p:spTgt spid="77853"/>
                                        </p:tgtEl>
                                      </p:cBhvr>
                                    </p:animEffect>
                                  </p:childTnLst>
                                </p:cTn>
                              </p:par>
                            </p:childTnLst>
                          </p:cTn>
                        </p:par>
                        <p:par>
                          <p:cTn id="48" fill="hold" nodeType="afterGroup">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77833">
                                            <p:txEl>
                                              <p:pRg st="0" end="0"/>
                                            </p:txEl>
                                          </p:spTgt>
                                        </p:tgtEl>
                                        <p:attrNameLst>
                                          <p:attrName>style.visibility</p:attrName>
                                        </p:attrNameLst>
                                      </p:cBhvr>
                                      <p:to>
                                        <p:strVal val="visible"/>
                                      </p:to>
                                    </p:set>
                                    <p:animEffect transition="in" filter="wipe(left)">
                                      <p:cBhvr>
                                        <p:cTn id="51" dur="2000"/>
                                        <p:tgtEl>
                                          <p:spTgt spid="77833">
                                            <p:txEl>
                                              <p:pRg st="0" end="0"/>
                                            </p:txEl>
                                          </p:spTgt>
                                        </p:tgtEl>
                                      </p:cBhvr>
                                    </p:animEffect>
                                  </p:childTnLst>
                                </p:cTn>
                              </p:par>
                            </p:childTnLst>
                          </p:cTn>
                        </p:par>
                        <p:par>
                          <p:cTn id="52" fill="hold" nodeType="afterGroup">
                            <p:stCondLst>
                              <p:cond delay="2500"/>
                            </p:stCondLst>
                            <p:childTnLst>
                              <p:par>
                                <p:cTn id="53" presetID="22" presetClass="entr" presetSubtype="8" fill="hold" grpId="0" nodeType="afterEffect">
                                  <p:stCondLst>
                                    <p:cond delay="0"/>
                                  </p:stCondLst>
                                  <p:childTnLst>
                                    <p:set>
                                      <p:cBhvr>
                                        <p:cTn id="54" dur="1" fill="hold">
                                          <p:stCondLst>
                                            <p:cond delay="0"/>
                                          </p:stCondLst>
                                        </p:cTn>
                                        <p:tgtEl>
                                          <p:spTgt spid="77850">
                                            <p:txEl>
                                              <p:pRg st="0" end="0"/>
                                            </p:txEl>
                                          </p:spTgt>
                                        </p:tgtEl>
                                        <p:attrNameLst>
                                          <p:attrName>style.visibility</p:attrName>
                                        </p:attrNameLst>
                                      </p:cBhvr>
                                      <p:to>
                                        <p:strVal val="visible"/>
                                      </p:to>
                                    </p:set>
                                    <p:animEffect transition="in" filter="wipe(left)">
                                      <p:cBhvr>
                                        <p:cTn id="55" dur="2000"/>
                                        <p:tgtEl>
                                          <p:spTgt spid="77850">
                                            <p:txEl>
                                              <p:pRg st="0" end="0"/>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7834">
                                            <p:txEl>
                                              <p:pRg st="0" end="0"/>
                                            </p:txEl>
                                          </p:spTgt>
                                        </p:tgtEl>
                                        <p:attrNameLst>
                                          <p:attrName>style.visibility</p:attrName>
                                        </p:attrNameLst>
                                      </p:cBhvr>
                                      <p:to>
                                        <p:strVal val="visible"/>
                                      </p:to>
                                    </p:set>
                                    <p:animEffect transition="in" filter="wipe(left)">
                                      <p:cBhvr>
                                        <p:cTn id="60" dur="2000"/>
                                        <p:tgtEl>
                                          <p:spTgt spid="77834">
                                            <p:txEl>
                                              <p:pRg st="0" end="0"/>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wipe(left)">
                                      <p:cBhvr>
                                        <p:cTn id="6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build="p" autoUpdateAnimBg="0"/>
      <p:bldP spid="77827" grpId="0" animBg="1"/>
      <p:bldP spid="77829" grpId="0"/>
      <p:bldP spid="77830" grpId="0"/>
      <p:bldP spid="77833" grpId="0" build="p" autoUpdateAnimBg="0"/>
      <p:bldP spid="77834" grpId="0" build="p" autoUpdateAnimBg="0"/>
      <p:bldP spid="77850" grpId="0" build="p" autoUpdateAnimBg="0"/>
      <p:bldP spid="77852" grpId="0" animBg="1"/>
      <p:bldP spid="77853"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61" name="Text Box 57"/>
          <p:cNvSpPr txBox="1">
            <a:spLocks noChangeArrowheads="1"/>
          </p:cNvSpPr>
          <p:nvPr/>
        </p:nvSpPr>
        <p:spPr bwMode="auto">
          <a:xfrm>
            <a:off x="250825" y="549275"/>
            <a:ext cx="8893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buFontTx/>
              <a:buAutoNum type="circleNumDbPlain" startAt="2"/>
            </a:pPr>
            <a:r>
              <a:rPr lang="zh-CN" altLang="en-US" dirty="0">
                <a:solidFill>
                  <a:schemeClr val="tx1"/>
                </a:solidFill>
                <a:latin typeface="楷体_GB2312" pitchFamily="49" charset="-122"/>
              </a:rPr>
              <a:t>响应与初始状态成线性关系，其衰减快慢与</a:t>
            </a:r>
            <a:r>
              <a:rPr lang="en-US" altLang="zh-CN" b="0" i="1" dirty="0">
                <a:solidFill>
                  <a:schemeClr val="tx1"/>
                </a:solidFill>
                <a:latin typeface="Times New Roman" panose="02020603050405020304" pitchFamily="18" charset="0"/>
              </a:rPr>
              <a:t>L/</a:t>
            </a:r>
            <a:r>
              <a:rPr lang="en-US" altLang="zh-CN" b="0" dirty="0">
                <a:solidFill>
                  <a:schemeClr val="tx1"/>
                </a:solidFill>
                <a:latin typeface="Times New Roman" panose="02020603050405020304" pitchFamily="18" charset="0"/>
              </a:rPr>
              <a:t>R</a:t>
            </a:r>
            <a:r>
              <a:rPr lang="zh-CN" altLang="en-US" dirty="0">
                <a:solidFill>
                  <a:schemeClr val="tx1"/>
                </a:solidFill>
                <a:latin typeface="楷体_GB2312" pitchFamily="49" charset="-122"/>
              </a:rPr>
              <a:t>有关</a:t>
            </a:r>
            <a:r>
              <a:rPr lang="en-US" altLang="zh-CN" dirty="0">
                <a:solidFill>
                  <a:schemeClr val="tx1"/>
                </a:solidFill>
                <a:latin typeface="楷体_GB2312" pitchFamily="49" charset="-122"/>
              </a:rPr>
              <a:t>;</a:t>
            </a:r>
          </a:p>
        </p:txBody>
      </p:sp>
      <p:graphicFrame>
        <p:nvGraphicFramePr>
          <p:cNvPr id="72778" name="Object 74"/>
          <p:cNvGraphicFramePr>
            <a:graphicFrameLocks noChangeAspect="1"/>
          </p:cNvGraphicFramePr>
          <p:nvPr/>
        </p:nvGraphicFramePr>
        <p:xfrm>
          <a:off x="1296988" y="1992313"/>
          <a:ext cx="6188075" cy="966787"/>
        </p:xfrm>
        <a:graphic>
          <a:graphicData uri="http://schemas.openxmlformats.org/presentationml/2006/ole">
            <mc:AlternateContent xmlns:mc="http://schemas.openxmlformats.org/markup-compatibility/2006">
              <mc:Choice xmlns:v="urn:schemas-microsoft-com:vml" Requires="v">
                <p:oleObj name="Equation" r:id="rId2" imgW="2679480" imgH="419040" progId="Equation.DSMT4">
                  <p:embed/>
                </p:oleObj>
              </mc:Choice>
              <mc:Fallback>
                <p:oleObj name="Equation" r:id="rId2" imgW="2679480" imgH="419040" progId="Equation.DSMT4">
                  <p:embed/>
                  <p:pic>
                    <p:nvPicPr>
                      <p:cNvPr id="72778" name="Object 74"/>
                      <p:cNvPicPr>
                        <a:picLocks noChangeAspect="1" noChangeArrowheads="1"/>
                      </p:cNvPicPr>
                      <p:nvPr/>
                    </p:nvPicPr>
                    <p:blipFill>
                      <a:blip r:embed="rId3"/>
                      <a:srcRect/>
                      <a:stretch>
                        <a:fillRect/>
                      </a:stretch>
                    </p:blipFill>
                    <p:spPr bwMode="auto">
                      <a:xfrm>
                        <a:off x="1296988" y="1992313"/>
                        <a:ext cx="6188075"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88"/>
          <p:cNvGrpSpPr>
            <a:grpSpLocks/>
          </p:cNvGrpSpPr>
          <p:nvPr/>
        </p:nvGrpSpPr>
        <p:grpSpPr bwMode="auto">
          <a:xfrm>
            <a:off x="846138" y="1108076"/>
            <a:ext cx="7399337" cy="709613"/>
            <a:chOff x="533" y="569"/>
            <a:chExt cx="4661" cy="447"/>
          </a:xfrm>
        </p:grpSpPr>
        <p:sp>
          <p:nvSpPr>
            <p:cNvPr id="36884" name="Text Box 73"/>
            <p:cNvSpPr txBox="1">
              <a:spLocks noChangeArrowheads="1"/>
            </p:cNvSpPr>
            <p:nvPr/>
          </p:nvSpPr>
          <p:spPr bwMode="auto">
            <a:xfrm>
              <a:off x="533" y="618"/>
              <a:ext cx="466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spcBef>
                  <a:spcPct val="50000"/>
                </a:spcBef>
              </a:pPr>
              <a:r>
                <a:rPr kumimoji="1" lang="zh-CN" altLang="en-US">
                  <a:solidFill>
                    <a:schemeClr val="tx1"/>
                  </a:solidFill>
                  <a:latin typeface="楷体_GB2312" pitchFamily="49" charset="-122"/>
                </a:rPr>
                <a:t>令        </a:t>
              </a:r>
              <a:r>
                <a:rPr kumimoji="1" lang="zh-CN" altLang="en-US">
                  <a:solidFill>
                    <a:schemeClr val="tx1"/>
                  </a:solidFill>
                  <a:latin typeface="仿宋_GB2312" pitchFamily="49" charset="-122"/>
                  <a:ea typeface="仿宋_GB2312" pitchFamily="49" charset="-122"/>
                </a:rPr>
                <a:t>        </a:t>
              </a:r>
              <a:r>
                <a:rPr kumimoji="1" lang="zh-CN" altLang="en-US">
                  <a:solidFill>
                    <a:schemeClr val="tx1"/>
                  </a:solidFill>
                  <a:latin typeface="楷体_GB2312" pitchFamily="49" charset="-122"/>
                </a:rPr>
                <a:t>称为一阶</a:t>
              </a:r>
              <a:r>
                <a:rPr kumimoji="1" lang="en-US" altLang="zh-CN" b="0" i="1">
                  <a:solidFill>
                    <a:schemeClr val="tx1"/>
                  </a:solidFill>
                  <a:latin typeface="Times New Roman" panose="02020603050405020304" pitchFamily="18" charset="0"/>
                </a:rPr>
                <a:t>RL</a:t>
              </a:r>
              <a:r>
                <a:rPr kumimoji="1" lang="zh-CN" altLang="en-US">
                  <a:solidFill>
                    <a:schemeClr val="tx1"/>
                  </a:solidFill>
                  <a:latin typeface="楷体_GB2312" pitchFamily="49" charset="-122"/>
                </a:rPr>
                <a:t>电路时间常数</a:t>
              </a:r>
            </a:p>
          </p:txBody>
        </p:sp>
        <p:sp>
          <p:nvSpPr>
            <p:cNvPr id="36885" name="Rectangle 75"/>
            <p:cNvSpPr>
              <a:spLocks noChangeArrowheads="1"/>
            </p:cNvSpPr>
            <p:nvPr/>
          </p:nvSpPr>
          <p:spPr bwMode="auto">
            <a:xfrm>
              <a:off x="930" y="569"/>
              <a:ext cx="1587" cy="447"/>
            </a:xfrm>
            <a:prstGeom prst="rect">
              <a:avLst/>
            </a:prstGeom>
            <a:gradFill rotWithShape="1">
              <a:gsLst>
                <a:gs pos="0">
                  <a:srgbClr val="FFCC00"/>
                </a:gs>
                <a:gs pos="100000">
                  <a:schemeClr val="bg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algn="ctr" eaLnBrk="1" hangingPunct="1"/>
              <a:r>
                <a:rPr kumimoji="1" lang="en-US" altLang="zh-CN" sz="4000" b="0" i="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4000" b="0">
                  <a:solidFill>
                    <a:schemeClr val="tx1"/>
                  </a:solidFill>
                  <a:latin typeface="Times New Roman" panose="02020603050405020304" pitchFamily="18" charset="0"/>
                  <a:ea typeface="宋体" panose="02010600030101010101" pitchFamily="2" charset="-122"/>
                  <a:sym typeface="Symbol" panose="05050102010706020507" pitchFamily="18" charset="2"/>
                </a:rPr>
                <a:t>  = </a:t>
              </a:r>
              <a:r>
                <a:rPr kumimoji="1" lang="en-US" altLang="zh-CN" sz="4000" b="0" i="1">
                  <a:solidFill>
                    <a:schemeClr val="tx1"/>
                  </a:solidFill>
                  <a:latin typeface="Times New Roman" panose="02020603050405020304" pitchFamily="18" charset="0"/>
                  <a:ea typeface="宋体" panose="02010600030101010101" pitchFamily="2" charset="-122"/>
                  <a:sym typeface="Symbol" panose="05050102010706020507" pitchFamily="18" charset="2"/>
                </a:rPr>
                <a:t>L/R</a:t>
              </a:r>
            </a:p>
          </p:txBody>
        </p:sp>
      </p:grpSp>
      <p:sp>
        <p:nvSpPr>
          <p:cNvPr id="72781" name="Rectangle 77"/>
          <p:cNvSpPr>
            <a:spLocks noChangeArrowheads="1"/>
          </p:cNvSpPr>
          <p:nvPr/>
        </p:nvSpPr>
        <p:spPr bwMode="auto">
          <a:xfrm>
            <a:off x="468313" y="3125819"/>
            <a:ext cx="8281987"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r>
              <a:rPr kumimoji="1" lang="zh-CN" altLang="en-US">
                <a:solidFill>
                  <a:schemeClr val="tx1"/>
                </a:solidFill>
                <a:latin typeface="楷体_GB2312" pitchFamily="49" charset="-122"/>
                <a:sym typeface="Symbol" panose="05050102010706020507" pitchFamily="18" charset="2"/>
              </a:rPr>
              <a:t>时间常数</a:t>
            </a:r>
            <a:r>
              <a:rPr kumimoji="1" lang="zh-CN" altLang="en-US" b="0" i="1">
                <a:solidFill>
                  <a:schemeClr val="tx1"/>
                </a:solidFill>
                <a:latin typeface="Times New Roman" panose="02020603050405020304" pitchFamily="18" charset="0"/>
                <a:sym typeface="Symbol" panose="05050102010706020507" pitchFamily="18" charset="2"/>
              </a:rPr>
              <a:t></a:t>
            </a:r>
            <a:r>
              <a:rPr kumimoji="1" lang="zh-CN" altLang="en-US" b="0">
                <a:solidFill>
                  <a:schemeClr val="tx1"/>
                </a:solidFill>
                <a:latin typeface="楷体_GB2312" pitchFamily="49" charset="-122"/>
                <a:sym typeface="Symbol" panose="05050102010706020507" pitchFamily="18" charset="2"/>
              </a:rPr>
              <a:t> </a:t>
            </a:r>
            <a:r>
              <a:rPr kumimoji="1" lang="zh-CN" altLang="en-US">
                <a:solidFill>
                  <a:schemeClr val="tx1"/>
                </a:solidFill>
                <a:latin typeface="楷体_GB2312" pitchFamily="49" charset="-122"/>
                <a:sym typeface="Symbol" panose="05050102010706020507" pitchFamily="18" charset="2"/>
              </a:rPr>
              <a:t>的大小反映了电路过渡过程时间的长短</a:t>
            </a:r>
          </a:p>
        </p:txBody>
      </p:sp>
      <p:sp>
        <p:nvSpPr>
          <p:cNvPr id="72782" name="Text Box 78"/>
          <p:cNvSpPr txBox="1">
            <a:spLocks noChangeArrowheads="1"/>
          </p:cNvSpPr>
          <p:nvPr/>
        </p:nvSpPr>
        <p:spPr bwMode="auto">
          <a:xfrm>
            <a:off x="611188" y="5022318"/>
            <a:ext cx="6048375" cy="1042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lnSpc>
                <a:spcPct val="110000"/>
              </a:lnSpc>
            </a:pPr>
            <a:r>
              <a:rPr kumimoji="1" lang="en-US" altLang="zh-CN" b="0" i="1">
                <a:solidFill>
                  <a:schemeClr val="tx1"/>
                </a:solidFill>
                <a:latin typeface="Times New Roman" panose="02020603050405020304" pitchFamily="18" charset="0"/>
                <a:ea typeface="仿宋_GB2312" pitchFamily="49" charset="-122"/>
              </a:rPr>
              <a:t>L</a:t>
            </a:r>
            <a:r>
              <a:rPr kumimoji="1" lang="zh-CN" altLang="en-US">
                <a:solidFill>
                  <a:schemeClr val="tx1"/>
                </a:solidFill>
                <a:latin typeface="楷体_GB2312" pitchFamily="49" charset="-122"/>
              </a:rPr>
              <a:t>大</a:t>
            </a:r>
            <a:r>
              <a:rPr kumimoji="1" lang="zh-CN" altLang="en-US">
                <a:solidFill>
                  <a:schemeClr val="tx1"/>
                </a:solidFill>
                <a:latin typeface="仿宋_GB2312" pitchFamily="49" charset="-122"/>
                <a:ea typeface="仿宋_GB2312" pitchFamily="49" charset="-122"/>
              </a:rPr>
              <a:t>  </a:t>
            </a:r>
            <a:r>
              <a:rPr kumimoji="1" lang="en-US" altLang="zh-CN" b="0" i="1">
                <a:solidFill>
                  <a:schemeClr val="tx1"/>
                </a:solidFill>
                <a:latin typeface="Times New Roman" panose="02020603050405020304" pitchFamily="18" charset="0"/>
                <a:ea typeface="仿宋_GB2312" pitchFamily="49" charset="-122"/>
              </a:rPr>
              <a:t>W=Li</a:t>
            </a:r>
            <a:r>
              <a:rPr kumimoji="1" lang="en-US" altLang="zh-CN" b="0" baseline="-25000">
                <a:solidFill>
                  <a:schemeClr val="tx1"/>
                </a:solidFill>
                <a:latin typeface="Times New Roman" panose="02020603050405020304" pitchFamily="18" charset="0"/>
                <a:ea typeface="仿宋_GB2312" pitchFamily="49" charset="-122"/>
              </a:rPr>
              <a:t>L</a:t>
            </a:r>
            <a:r>
              <a:rPr kumimoji="1" lang="en-US" altLang="zh-CN" b="0" baseline="30000">
                <a:solidFill>
                  <a:schemeClr val="tx1"/>
                </a:solidFill>
                <a:latin typeface="Times New Roman" panose="02020603050405020304" pitchFamily="18" charset="0"/>
                <a:ea typeface="仿宋_GB2312" pitchFamily="49" charset="-122"/>
              </a:rPr>
              <a:t>2</a:t>
            </a:r>
            <a:r>
              <a:rPr kumimoji="1" lang="en-US" altLang="zh-CN" b="0">
                <a:solidFill>
                  <a:schemeClr val="tx1"/>
                </a:solidFill>
                <a:latin typeface="Times New Roman" panose="02020603050405020304" pitchFamily="18" charset="0"/>
                <a:ea typeface="仿宋_GB2312" pitchFamily="49" charset="-122"/>
              </a:rPr>
              <a:t>/2</a:t>
            </a:r>
            <a:r>
              <a:rPr kumimoji="1" lang="en-US" altLang="zh-CN">
                <a:solidFill>
                  <a:schemeClr val="tx1"/>
                </a:solidFill>
                <a:latin typeface="Times New Roman" panose="02020603050405020304" pitchFamily="18" charset="0"/>
                <a:ea typeface="仿宋_GB2312" pitchFamily="49" charset="-122"/>
              </a:rPr>
              <a:t>    </a:t>
            </a:r>
            <a:r>
              <a:rPr kumimoji="1" lang="zh-CN" altLang="en-US">
                <a:solidFill>
                  <a:schemeClr val="tx1"/>
                </a:solidFill>
                <a:latin typeface="楷体_GB2312" pitchFamily="49" charset="-122"/>
              </a:rPr>
              <a:t>起始能量大</a:t>
            </a:r>
          </a:p>
          <a:p>
            <a:pPr eaLnBrk="1" hangingPunct="1">
              <a:lnSpc>
                <a:spcPct val="110000"/>
              </a:lnSpc>
            </a:pPr>
            <a:r>
              <a:rPr kumimoji="1" lang="en-US" altLang="zh-CN" b="0" i="1">
                <a:solidFill>
                  <a:schemeClr val="tx1"/>
                </a:solidFill>
                <a:latin typeface="Times New Roman" panose="02020603050405020304" pitchFamily="18" charset="0"/>
                <a:ea typeface="仿宋_GB2312" pitchFamily="49" charset="-122"/>
              </a:rPr>
              <a:t>R</a:t>
            </a:r>
            <a:r>
              <a:rPr kumimoji="1" lang="zh-CN" altLang="en-US">
                <a:solidFill>
                  <a:schemeClr val="tx1"/>
                </a:solidFill>
                <a:latin typeface="楷体_GB2312" pitchFamily="49" charset="-122"/>
              </a:rPr>
              <a:t>小</a:t>
            </a:r>
            <a:r>
              <a:rPr kumimoji="1" lang="zh-CN" altLang="en-US">
                <a:solidFill>
                  <a:schemeClr val="tx1"/>
                </a:solidFill>
                <a:latin typeface="仿宋_GB2312" pitchFamily="49" charset="-122"/>
                <a:ea typeface="仿宋_GB2312" pitchFamily="49" charset="-122"/>
              </a:rPr>
              <a:t>  </a:t>
            </a:r>
            <a:r>
              <a:rPr kumimoji="1" lang="en-US" altLang="zh-CN" b="0" i="1">
                <a:solidFill>
                  <a:schemeClr val="tx1"/>
                </a:solidFill>
                <a:latin typeface="Times New Roman" panose="02020603050405020304" pitchFamily="18" charset="0"/>
                <a:ea typeface="仿宋_GB2312" pitchFamily="49" charset="-122"/>
              </a:rPr>
              <a:t>P=Ri</a:t>
            </a:r>
            <a:r>
              <a:rPr kumimoji="1" lang="en-US" altLang="zh-CN" b="0" baseline="30000">
                <a:solidFill>
                  <a:schemeClr val="tx1"/>
                </a:solidFill>
                <a:latin typeface="仿宋_GB2312" pitchFamily="49" charset="-122"/>
                <a:ea typeface="仿宋_GB2312" pitchFamily="49" charset="-122"/>
              </a:rPr>
              <a:t>2</a:t>
            </a:r>
            <a:r>
              <a:rPr kumimoji="1" lang="en-US" altLang="zh-CN" baseline="30000">
                <a:solidFill>
                  <a:schemeClr val="tx1"/>
                </a:solidFill>
                <a:latin typeface="仿宋_GB2312" pitchFamily="49" charset="-122"/>
                <a:ea typeface="仿宋_GB2312" pitchFamily="49" charset="-122"/>
              </a:rPr>
              <a:t>     </a:t>
            </a:r>
            <a:r>
              <a:rPr kumimoji="1" lang="zh-CN" altLang="en-US">
                <a:solidFill>
                  <a:schemeClr val="tx1"/>
                </a:solidFill>
                <a:latin typeface="楷体_GB2312" pitchFamily="49" charset="-122"/>
              </a:rPr>
              <a:t>放电过程消耗能量小</a:t>
            </a:r>
            <a:endParaRPr kumimoji="1" lang="zh-CN" altLang="en-US" i="1">
              <a:solidFill>
                <a:schemeClr val="tx1"/>
              </a:solidFill>
              <a:latin typeface="楷体_GB2312" pitchFamily="49" charset="-122"/>
            </a:endParaRPr>
          </a:p>
        </p:txBody>
      </p:sp>
      <p:grpSp>
        <p:nvGrpSpPr>
          <p:cNvPr id="5" name="Group 87"/>
          <p:cNvGrpSpPr>
            <a:grpSpLocks/>
          </p:cNvGrpSpPr>
          <p:nvPr/>
        </p:nvGrpSpPr>
        <p:grpSpPr bwMode="auto">
          <a:xfrm>
            <a:off x="6444208" y="5156362"/>
            <a:ext cx="2493962" cy="560388"/>
            <a:chOff x="3833" y="3226"/>
            <a:chExt cx="1571" cy="353"/>
          </a:xfrm>
        </p:grpSpPr>
        <p:sp>
          <p:nvSpPr>
            <p:cNvPr id="36882" name="AutoShape 80"/>
            <p:cNvSpPr>
              <a:spLocks/>
            </p:cNvSpPr>
            <p:nvPr/>
          </p:nvSpPr>
          <p:spPr bwMode="auto">
            <a:xfrm>
              <a:off x="3833" y="3226"/>
              <a:ext cx="82" cy="353"/>
            </a:xfrm>
            <a:prstGeom prst="rightBrace">
              <a:avLst>
                <a:gd name="adj1" fmla="val 49797"/>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endParaRPr lang="zh-CN" altLang="en-US">
                <a:solidFill>
                  <a:schemeClr val="tx1"/>
                </a:solidFill>
              </a:endParaRPr>
            </a:p>
          </p:txBody>
        </p:sp>
        <p:sp>
          <p:nvSpPr>
            <p:cNvPr id="36883" name="Text Box 81"/>
            <p:cNvSpPr txBox="1">
              <a:spLocks noChangeArrowheads="1"/>
            </p:cNvSpPr>
            <p:nvPr/>
          </p:nvSpPr>
          <p:spPr bwMode="auto">
            <a:xfrm>
              <a:off x="3923" y="3247"/>
              <a:ext cx="1481"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r>
                <a:rPr kumimoji="1" lang="zh-CN" altLang="en-US" dirty="0">
                  <a:solidFill>
                    <a:schemeClr val="tx1"/>
                  </a:solidFill>
                  <a:latin typeface="楷体_GB2312" pitchFamily="49" charset="-122"/>
                </a:rPr>
                <a:t>放电慢，</a:t>
              </a:r>
              <a:r>
                <a:rPr kumimoji="1" lang="zh-CN" altLang="en-US" b="0" i="1" dirty="0">
                  <a:solidFill>
                    <a:schemeClr val="tx1"/>
                  </a:solidFill>
                  <a:latin typeface="楷体_GB2312" pitchFamily="49" charset="-122"/>
                  <a:sym typeface="Symbol" panose="05050102010706020507" pitchFamily="18" charset="2"/>
                </a:rPr>
                <a:t></a:t>
              </a:r>
              <a:r>
                <a:rPr kumimoji="1" lang="zh-CN" altLang="en-US" i="1" dirty="0">
                  <a:solidFill>
                    <a:schemeClr val="tx1"/>
                  </a:solidFill>
                  <a:latin typeface="楷体_GB2312" pitchFamily="49" charset="-122"/>
                  <a:sym typeface="Symbol" panose="05050102010706020507" pitchFamily="18" charset="2"/>
                </a:rPr>
                <a:t> </a:t>
              </a:r>
              <a:r>
                <a:rPr kumimoji="1" lang="zh-CN" altLang="en-US" dirty="0">
                  <a:solidFill>
                    <a:schemeClr val="tx1"/>
                  </a:solidFill>
                  <a:latin typeface="楷体_GB2312" pitchFamily="49" charset="-122"/>
                  <a:sym typeface="Symbol" panose="05050102010706020507" pitchFamily="18" charset="2"/>
                </a:rPr>
                <a:t>大</a:t>
              </a:r>
            </a:p>
          </p:txBody>
        </p:sp>
      </p:grpSp>
      <p:sp>
        <p:nvSpPr>
          <p:cNvPr id="72786" name="Text Box 82"/>
          <p:cNvSpPr txBox="1">
            <a:spLocks noChangeArrowheads="1"/>
          </p:cNvSpPr>
          <p:nvPr/>
        </p:nvSpPr>
        <p:spPr bwMode="auto">
          <a:xfrm>
            <a:off x="468313" y="3702081"/>
            <a:ext cx="3744912"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r>
              <a:rPr kumimoji="1" lang="en-US" altLang="zh-CN" b="0" i="1">
                <a:solidFill>
                  <a:schemeClr val="tx1"/>
                </a:solidFill>
                <a:latin typeface="楷体_GB2312" pitchFamily="49" charset="-122"/>
                <a:sym typeface="Symbol" panose="05050102010706020507" pitchFamily="18" charset="2"/>
              </a:rPr>
              <a:t></a:t>
            </a:r>
            <a:r>
              <a:rPr kumimoji="1" lang="en-US" altLang="zh-CN">
                <a:solidFill>
                  <a:schemeClr val="tx1"/>
                </a:solidFill>
                <a:latin typeface="楷体_GB2312" pitchFamily="49" charset="-122"/>
                <a:sym typeface="Symbol" panose="05050102010706020507" pitchFamily="18" charset="2"/>
              </a:rPr>
              <a:t> </a:t>
            </a:r>
            <a:r>
              <a:rPr kumimoji="1" lang="zh-CN" altLang="en-US">
                <a:solidFill>
                  <a:schemeClr val="tx1"/>
                </a:solidFill>
                <a:latin typeface="楷体_GB2312" pitchFamily="49" charset="-122"/>
                <a:sym typeface="Symbol" panose="05050102010706020507" pitchFamily="18" charset="2"/>
              </a:rPr>
              <a:t>大</a:t>
            </a:r>
            <a:r>
              <a:rPr kumimoji="1" lang="zh-CN" altLang="en-US">
                <a:solidFill>
                  <a:schemeClr val="tx1"/>
                </a:solidFill>
                <a:latin typeface="楷体_GB2312" pitchFamily="49" charset="-122"/>
                <a:cs typeface="Times New Roman" panose="02020603050405020304" pitchFamily="18" charset="0"/>
                <a:sym typeface="Symbol" panose="05050102010706020507" pitchFamily="18" charset="2"/>
              </a:rPr>
              <a:t>→</a:t>
            </a:r>
            <a:r>
              <a:rPr kumimoji="1" lang="zh-CN" altLang="en-US">
                <a:solidFill>
                  <a:schemeClr val="tx1"/>
                </a:solidFill>
                <a:latin typeface="楷体_GB2312" pitchFamily="49" charset="-122"/>
                <a:sym typeface="Symbol" panose="05050102010706020507" pitchFamily="18" charset="2"/>
              </a:rPr>
              <a:t>过渡过程时间长</a:t>
            </a:r>
          </a:p>
        </p:txBody>
      </p:sp>
      <p:sp>
        <p:nvSpPr>
          <p:cNvPr id="72787" name="Text Box 83"/>
          <p:cNvSpPr txBox="1">
            <a:spLocks noChangeArrowheads="1"/>
          </p:cNvSpPr>
          <p:nvPr/>
        </p:nvSpPr>
        <p:spPr bwMode="auto">
          <a:xfrm>
            <a:off x="4572000" y="3702081"/>
            <a:ext cx="4176713"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r>
              <a:rPr kumimoji="1" lang="en-US" altLang="zh-CN" b="0" i="1">
                <a:solidFill>
                  <a:schemeClr val="tx1"/>
                </a:solidFill>
                <a:latin typeface="楷体_GB2312" pitchFamily="49" charset="-122"/>
                <a:sym typeface="Symbol" panose="05050102010706020507" pitchFamily="18" charset="2"/>
              </a:rPr>
              <a:t></a:t>
            </a:r>
            <a:r>
              <a:rPr kumimoji="1" lang="en-US" altLang="zh-CN">
                <a:solidFill>
                  <a:schemeClr val="tx1"/>
                </a:solidFill>
                <a:latin typeface="楷体_GB2312" pitchFamily="49" charset="-122"/>
                <a:sym typeface="Symbol" panose="05050102010706020507" pitchFamily="18" charset="2"/>
              </a:rPr>
              <a:t> </a:t>
            </a:r>
            <a:r>
              <a:rPr kumimoji="1" lang="zh-CN" altLang="en-US">
                <a:solidFill>
                  <a:schemeClr val="tx1"/>
                </a:solidFill>
                <a:latin typeface="楷体_GB2312" pitchFamily="49" charset="-122"/>
                <a:sym typeface="Symbol" panose="05050102010706020507" pitchFamily="18" charset="2"/>
              </a:rPr>
              <a:t>小</a:t>
            </a:r>
            <a:r>
              <a:rPr kumimoji="1" lang="zh-CN" altLang="en-US">
                <a:solidFill>
                  <a:schemeClr val="tx1"/>
                </a:solidFill>
                <a:latin typeface="楷体_GB2312" pitchFamily="49" charset="-122"/>
                <a:cs typeface="Times New Roman" panose="02020603050405020304" pitchFamily="18" charset="0"/>
                <a:sym typeface="Symbol" panose="05050102010706020507" pitchFamily="18" charset="2"/>
              </a:rPr>
              <a:t>→</a:t>
            </a:r>
            <a:r>
              <a:rPr kumimoji="1" lang="zh-CN" altLang="en-US">
                <a:solidFill>
                  <a:schemeClr val="tx1"/>
                </a:solidFill>
                <a:latin typeface="楷体_GB2312" pitchFamily="49" charset="-122"/>
                <a:sym typeface="Symbol" panose="05050102010706020507" pitchFamily="18" charset="2"/>
              </a:rPr>
              <a:t>过渡过程时间短</a:t>
            </a:r>
          </a:p>
        </p:txBody>
      </p:sp>
      <p:sp>
        <p:nvSpPr>
          <p:cNvPr id="72788" name="Text Box 84"/>
          <p:cNvSpPr txBox="1">
            <a:spLocks noChangeArrowheads="1"/>
          </p:cNvSpPr>
          <p:nvPr/>
        </p:nvSpPr>
        <p:spPr bwMode="auto">
          <a:xfrm>
            <a:off x="539750" y="4354513"/>
            <a:ext cx="1871663" cy="51911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spcBef>
                <a:spcPct val="50000"/>
              </a:spcBef>
            </a:pPr>
            <a:r>
              <a:rPr lang="zh-CN" altLang="en-US">
                <a:solidFill>
                  <a:schemeClr val="bg1"/>
                </a:solidFill>
                <a:ea typeface="宋体" panose="02010600030101010101" pitchFamily="2" charset="-122"/>
              </a:rPr>
              <a:t>物理含义</a:t>
            </a:r>
          </a:p>
        </p:txBody>
      </p:sp>
      <p:sp>
        <p:nvSpPr>
          <p:cNvPr id="72789" name="AutoShape 85"/>
          <p:cNvSpPr>
            <a:spLocks noChangeArrowheads="1"/>
          </p:cNvSpPr>
          <p:nvPr/>
        </p:nvSpPr>
        <p:spPr bwMode="auto">
          <a:xfrm>
            <a:off x="2627313" y="4570413"/>
            <a:ext cx="647700" cy="153987"/>
          </a:xfrm>
          <a:prstGeom prst="rightArrow">
            <a:avLst>
              <a:gd name="adj1" fmla="val 50000"/>
              <a:gd name="adj2" fmla="val 105155"/>
            </a:avLst>
          </a:prstGeom>
          <a:solidFill>
            <a:srgbClr val="00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endParaRPr lang="zh-CN" altLang="en-US"/>
          </a:p>
        </p:txBody>
      </p:sp>
      <p:sp>
        <p:nvSpPr>
          <p:cNvPr id="72790" name="Rectangle 86"/>
          <p:cNvSpPr>
            <a:spLocks noChangeArrowheads="1"/>
          </p:cNvSpPr>
          <p:nvPr/>
        </p:nvSpPr>
        <p:spPr bwMode="auto">
          <a:xfrm>
            <a:off x="3419475" y="4425950"/>
            <a:ext cx="3346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FFFF00"/>
                </a:solidFill>
                <a:latin typeface="Arial" panose="020B0604020202020204" pitchFamily="34" charset="0"/>
                <a:ea typeface="楷体_GB2312" pitchFamily="49" charset="-122"/>
              </a:defRPr>
            </a:lvl1pPr>
            <a:lvl2pPr marL="742950" indent="-285750" eaLnBrk="0" hangingPunct="0">
              <a:defRPr sz="2800" b="1">
                <a:solidFill>
                  <a:srgbClr val="FFFF00"/>
                </a:solidFill>
                <a:latin typeface="Arial" panose="020B0604020202020204" pitchFamily="34" charset="0"/>
                <a:ea typeface="楷体_GB2312" pitchFamily="49" charset="-122"/>
              </a:defRPr>
            </a:lvl2pPr>
            <a:lvl3pPr marL="1143000" indent="-228600" eaLnBrk="0" hangingPunct="0">
              <a:defRPr sz="2800" b="1">
                <a:solidFill>
                  <a:srgbClr val="FFFF00"/>
                </a:solidFill>
                <a:latin typeface="Arial" panose="020B0604020202020204" pitchFamily="34" charset="0"/>
                <a:ea typeface="楷体_GB2312" pitchFamily="49" charset="-122"/>
              </a:defRPr>
            </a:lvl3pPr>
            <a:lvl4pPr marL="1600200" indent="-228600" eaLnBrk="0" hangingPunct="0">
              <a:defRPr sz="2800" b="1">
                <a:solidFill>
                  <a:srgbClr val="FFFF00"/>
                </a:solidFill>
                <a:latin typeface="Arial" panose="020B0604020202020204" pitchFamily="34" charset="0"/>
                <a:ea typeface="楷体_GB2312" pitchFamily="49" charset="-122"/>
              </a:defRPr>
            </a:lvl4pPr>
            <a:lvl5pPr marL="2057400" indent="-228600" eaLnBrk="0" hangingPunct="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eaLnBrk="1" hangingPunct="1"/>
            <a:r>
              <a:rPr kumimoji="1" lang="zh-CN" altLang="en-US">
                <a:solidFill>
                  <a:schemeClr val="tx1"/>
                </a:solidFill>
                <a:latin typeface="楷体_GB2312" pitchFamily="49" charset="-122"/>
              </a:rPr>
              <a:t>电流初值</a:t>
            </a:r>
            <a:r>
              <a:rPr kumimoji="1" lang="en-US" altLang="zh-CN" b="0" i="1">
                <a:solidFill>
                  <a:schemeClr val="tx1"/>
                </a:solidFill>
                <a:latin typeface="Times New Roman" panose="02020603050405020304" pitchFamily="18" charset="0"/>
              </a:rPr>
              <a:t>i</a:t>
            </a:r>
            <a:r>
              <a:rPr kumimoji="1" lang="en-US" altLang="zh-CN" b="0" baseline="-25000">
                <a:solidFill>
                  <a:schemeClr val="tx1"/>
                </a:solidFill>
                <a:latin typeface="Times New Roman" panose="02020603050405020304" pitchFamily="18" charset="0"/>
              </a:rPr>
              <a:t>L</a:t>
            </a:r>
            <a:r>
              <a:rPr kumimoji="1" lang="en-US" altLang="zh-CN" b="0">
                <a:solidFill>
                  <a:schemeClr val="tx1"/>
                </a:solidFill>
                <a:latin typeface="Times New Roman" panose="02020603050405020304" pitchFamily="18" charset="0"/>
              </a:rPr>
              <a:t>(0)</a:t>
            </a:r>
            <a:r>
              <a:rPr kumimoji="1" lang="zh-CN" altLang="zh-CN">
                <a:solidFill>
                  <a:schemeClr val="tx1"/>
                </a:solidFill>
                <a:latin typeface="楷体_GB2312" pitchFamily="49" charset="-122"/>
              </a:rPr>
              <a:t>一定：</a:t>
            </a:r>
            <a:endParaRPr kumimoji="1" lang="zh-CN" altLang="en-US">
              <a:solidFill>
                <a:schemeClr val="tx1"/>
              </a:solidFill>
              <a:latin typeface="楷体_GB2312" pitchFamily="49" charset="-122"/>
            </a:endParaRPr>
          </a:p>
        </p:txBody>
      </p:sp>
    </p:spTree>
    <p:extLst>
      <p:ext uri="{BB962C8B-B14F-4D97-AF65-F5344CB8AC3E}">
        <p14:creationId xmlns:p14="http://schemas.microsoft.com/office/powerpoint/2010/main" val="8751618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2761"/>
                                        </p:tgtEl>
                                        <p:attrNameLst>
                                          <p:attrName>style.visibility</p:attrName>
                                        </p:attrNameLst>
                                      </p:cBhvr>
                                      <p:to>
                                        <p:strVal val="visible"/>
                                      </p:to>
                                    </p:set>
                                    <p:animEffect transition="in" filter="wipe(left)">
                                      <p:cBhvr>
                                        <p:cTn id="7" dur="2000"/>
                                        <p:tgtEl>
                                          <p:spTgt spid="727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778"/>
                                        </p:tgtEl>
                                        <p:attrNameLst>
                                          <p:attrName>style.visibility</p:attrName>
                                        </p:attrNameLst>
                                      </p:cBhvr>
                                      <p:to>
                                        <p:strVal val="visible"/>
                                      </p:to>
                                    </p:set>
                                    <p:animEffect transition="in" filter="wipe(left)">
                                      <p:cBhvr>
                                        <p:cTn id="17" dur="3000"/>
                                        <p:tgtEl>
                                          <p:spTgt spid="727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2781">
                                            <p:txEl>
                                              <p:pRg st="0" end="0"/>
                                            </p:txEl>
                                          </p:spTgt>
                                        </p:tgtEl>
                                        <p:attrNameLst>
                                          <p:attrName>style.visibility</p:attrName>
                                        </p:attrNameLst>
                                      </p:cBhvr>
                                      <p:to>
                                        <p:strVal val="visible"/>
                                      </p:to>
                                    </p:set>
                                    <p:animEffect transition="in" filter="wipe(left)">
                                      <p:cBhvr>
                                        <p:cTn id="22" dur="2000"/>
                                        <p:tgtEl>
                                          <p:spTgt spid="7278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72786"/>
                                        </p:tgtEl>
                                        <p:attrNameLst>
                                          <p:attrName>style.visibility</p:attrName>
                                        </p:attrNameLst>
                                      </p:cBhvr>
                                      <p:to>
                                        <p:strVal val="visible"/>
                                      </p:to>
                                    </p:set>
                                    <p:anim calcmode="lin" valueType="num">
                                      <p:cBhvr additive="base">
                                        <p:cTn id="27" dur="500" fill="hold"/>
                                        <p:tgtEl>
                                          <p:spTgt spid="72786"/>
                                        </p:tgtEl>
                                        <p:attrNameLst>
                                          <p:attrName>ppt_x</p:attrName>
                                        </p:attrNameLst>
                                      </p:cBhvr>
                                      <p:tavLst>
                                        <p:tav tm="0">
                                          <p:val>
                                            <p:strVal val="0-#ppt_w/2"/>
                                          </p:val>
                                        </p:tav>
                                        <p:tav tm="100000">
                                          <p:val>
                                            <p:strVal val="#ppt_x"/>
                                          </p:val>
                                        </p:tav>
                                      </p:tavLst>
                                    </p:anim>
                                    <p:anim calcmode="lin" valueType="num">
                                      <p:cBhvr additive="base">
                                        <p:cTn id="28" dur="500" fill="hold"/>
                                        <p:tgtEl>
                                          <p:spTgt spid="72786"/>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72787"/>
                                        </p:tgtEl>
                                        <p:attrNameLst>
                                          <p:attrName>style.visibility</p:attrName>
                                        </p:attrNameLst>
                                      </p:cBhvr>
                                      <p:to>
                                        <p:strVal val="visible"/>
                                      </p:to>
                                    </p:set>
                                    <p:animEffect transition="in" filter="slide(fromLeft)">
                                      <p:cBhvr>
                                        <p:cTn id="33" dur="500"/>
                                        <p:tgtEl>
                                          <p:spTgt spid="7278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72788"/>
                                        </p:tgtEl>
                                        <p:attrNameLst>
                                          <p:attrName>style.visibility</p:attrName>
                                        </p:attrNameLst>
                                      </p:cBhvr>
                                      <p:to>
                                        <p:strVal val="visible"/>
                                      </p:to>
                                    </p:set>
                                    <p:anim calcmode="lin" valueType="num">
                                      <p:cBhvr>
                                        <p:cTn id="38" dur="500" fill="hold"/>
                                        <p:tgtEl>
                                          <p:spTgt spid="72788"/>
                                        </p:tgtEl>
                                        <p:attrNameLst>
                                          <p:attrName>ppt_w</p:attrName>
                                        </p:attrNameLst>
                                      </p:cBhvr>
                                      <p:tavLst>
                                        <p:tav tm="0">
                                          <p:val>
                                            <p:fltVal val="0"/>
                                          </p:val>
                                        </p:tav>
                                        <p:tav tm="100000">
                                          <p:val>
                                            <p:strVal val="#ppt_w"/>
                                          </p:val>
                                        </p:tav>
                                      </p:tavLst>
                                    </p:anim>
                                    <p:anim calcmode="lin" valueType="num">
                                      <p:cBhvr>
                                        <p:cTn id="39" dur="500" fill="hold"/>
                                        <p:tgtEl>
                                          <p:spTgt spid="72788"/>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8" fill="hold" grpId="0" nodeType="clickEffect">
                                  <p:stCondLst>
                                    <p:cond delay="0"/>
                                  </p:stCondLst>
                                  <p:childTnLst>
                                    <p:set>
                                      <p:cBhvr>
                                        <p:cTn id="43" dur="1" fill="hold">
                                          <p:stCondLst>
                                            <p:cond delay="0"/>
                                          </p:stCondLst>
                                        </p:cTn>
                                        <p:tgtEl>
                                          <p:spTgt spid="72789"/>
                                        </p:tgtEl>
                                        <p:attrNameLst>
                                          <p:attrName>style.visibility</p:attrName>
                                        </p:attrNameLst>
                                      </p:cBhvr>
                                      <p:to>
                                        <p:strVal val="visible"/>
                                      </p:to>
                                    </p:set>
                                    <p:animEffect transition="in" filter="slide(fromLeft)">
                                      <p:cBhvr>
                                        <p:cTn id="44" dur="500"/>
                                        <p:tgtEl>
                                          <p:spTgt spid="72789"/>
                                        </p:tgtEl>
                                      </p:cBhvr>
                                    </p:animEffect>
                                  </p:childTnLst>
                                </p:cTn>
                              </p:par>
                            </p:childTnLst>
                          </p:cTn>
                        </p:par>
                        <p:par>
                          <p:cTn id="45" fill="hold" nodeType="afterGroup">
                            <p:stCondLst>
                              <p:cond delay="500"/>
                            </p:stCondLst>
                            <p:childTnLst>
                              <p:par>
                                <p:cTn id="46" presetID="55" presetClass="entr" presetSubtype="0" fill="hold" grpId="0" nodeType="afterEffect">
                                  <p:stCondLst>
                                    <p:cond delay="0"/>
                                  </p:stCondLst>
                                  <p:childTnLst>
                                    <p:set>
                                      <p:cBhvr>
                                        <p:cTn id="47" dur="1" fill="hold">
                                          <p:stCondLst>
                                            <p:cond delay="0"/>
                                          </p:stCondLst>
                                        </p:cTn>
                                        <p:tgtEl>
                                          <p:spTgt spid="72790"/>
                                        </p:tgtEl>
                                        <p:attrNameLst>
                                          <p:attrName>style.visibility</p:attrName>
                                        </p:attrNameLst>
                                      </p:cBhvr>
                                      <p:to>
                                        <p:strVal val="visible"/>
                                      </p:to>
                                    </p:set>
                                    <p:anim calcmode="lin" valueType="num">
                                      <p:cBhvr>
                                        <p:cTn id="48" dur="1000" fill="hold"/>
                                        <p:tgtEl>
                                          <p:spTgt spid="72790"/>
                                        </p:tgtEl>
                                        <p:attrNameLst>
                                          <p:attrName>ppt_w</p:attrName>
                                        </p:attrNameLst>
                                      </p:cBhvr>
                                      <p:tavLst>
                                        <p:tav tm="0">
                                          <p:val>
                                            <p:strVal val="#ppt_w*0.70"/>
                                          </p:val>
                                        </p:tav>
                                        <p:tav tm="100000">
                                          <p:val>
                                            <p:strVal val="#ppt_w"/>
                                          </p:val>
                                        </p:tav>
                                      </p:tavLst>
                                    </p:anim>
                                    <p:anim calcmode="lin" valueType="num">
                                      <p:cBhvr>
                                        <p:cTn id="49" dur="1000" fill="hold"/>
                                        <p:tgtEl>
                                          <p:spTgt spid="72790"/>
                                        </p:tgtEl>
                                        <p:attrNameLst>
                                          <p:attrName>ppt_h</p:attrName>
                                        </p:attrNameLst>
                                      </p:cBhvr>
                                      <p:tavLst>
                                        <p:tav tm="0">
                                          <p:val>
                                            <p:strVal val="#ppt_h"/>
                                          </p:val>
                                        </p:tav>
                                        <p:tav tm="100000">
                                          <p:val>
                                            <p:strVal val="#ppt_h"/>
                                          </p:val>
                                        </p:tav>
                                      </p:tavLst>
                                    </p:anim>
                                    <p:animEffect transition="in" filter="fade">
                                      <p:cBhvr>
                                        <p:cTn id="50" dur="1000"/>
                                        <p:tgtEl>
                                          <p:spTgt spid="7279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72782">
                                            <p:txEl>
                                              <p:pRg st="0" end="0"/>
                                            </p:txEl>
                                          </p:spTgt>
                                        </p:tgtEl>
                                        <p:attrNameLst>
                                          <p:attrName>style.visibility</p:attrName>
                                        </p:attrNameLst>
                                      </p:cBhvr>
                                      <p:to>
                                        <p:strVal val="visible"/>
                                      </p:to>
                                    </p:set>
                                    <p:animEffect transition="in" filter="wipe(left)">
                                      <p:cBhvr>
                                        <p:cTn id="55" dur="500"/>
                                        <p:tgtEl>
                                          <p:spTgt spid="72782">
                                            <p:txEl>
                                              <p:pRg st="0" end="0"/>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2782">
                                            <p:txEl>
                                              <p:pRg st="1" end="1"/>
                                            </p:txEl>
                                          </p:spTgt>
                                        </p:tgtEl>
                                        <p:attrNameLst>
                                          <p:attrName>style.visibility</p:attrName>
                                        </p:attrNameLst>
                                      </p:cBhvr>
                                      <p:to>
                                        <p:strVal val="visible"/>
                                      </p:to>
                                    </p:set>
                                    <p:animEffect transition="in" filter="wipe(left)">
                                      <p:cBhvr>
                                        <p:cTn id="60" dur="500"/>
                                        <p:tgtEl>
                                          <p:spTgt spid="72782">
                                            <p:txEl>
                                              <p:pRg st="1" end="1"/>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wipe(left)">
                                      <p:cBhvr>
                                        <p:cTn id="6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61" grpId="0" autoUpdateAnimBg="0"/>
      <p:bldP spid="72781" grpId="0" build="p" autoUpdateAnimBg="0"/>
      <p:bldP spid="72782" grpId="0" build="p" autoUpdateAnimBg="0"/>
      <p:bldP spid="72786" grpId="0"/>
      <p:bldP spid="72787" grpId="0"/>
      <p:bldP spid="72788" grpId="0" animBg="1"/>
      <p:bldP spid="72789" grpId="0" animBg="1"/>
      <p:bldP spid="72790"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684213" y="620713"/>
            <a:ext cx="4451350" cy="5191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zh-CN" altLang="en-US" sz="2800" b="1">
                <a:solidFill>
                  <a:srgbClr val="0000FF"/>
                </a:solidFill>
                <a:latin typeface="Times New Roman" panose="02020603050405020304" pitchFamily="18" charset="0"/>
                <a:ea typeface="华文行楷" panose="02010800040101010101" pitchFamily="2" charset="-122"/>
              </a:rPr>
              <a:t>小结</a:t>
            </a:r>
            <a:r>
              <a:rPr kumimoji="1" lang="en-US" altLang="zh-CN" sz="2800" b="1">
                <a:solidFill>
                  <a:srgbClr val="0000FF"/>
                </a:solidFill>
                <a:latin typeface="Times New Roman" panose="02020603050405020304" pitchFamily="18" charset="0"/>
                <a:ea typeface="华文行楷" panose="02010800040101010101" pitchFamily="2" charset="-122"/>
              </a:rPr>
              <a:t>——</a:t>
            </a:r>
            <a:r>
              <a:rPr kumimoji="1" lang="zh-CN" altLang="en-US" sz="2800" b="1">
                <a:solidFill>
                  <a:srgbClr val="0000FF"/>
                </a:solidFill>
                <a:latin typeface="Times New Roman" panose="02020603050405020304" pitchFamily="18" charset="0"/>
                <a:ea typeface="华文行楷" panose="02010800040101010101" pitchFamily="2" charset="-122"/>
              </a:rPr>
              <a:t>求初始值的步骤：</a:t>
            </a:r>
          </a:p>
        </p:txBody>
      </p:sp>
      <p:sp>
        <p:nvSpPr>
          <p:cNvPr id="67587" name="Text Box 3"/>
          <p:cNvSpPr txBox="1">
            <a:spLocks noChangeArrowheads="1"/>
          </p:cNvSpPr>
          <p:nvPr/>
        </p:nvSpPr>
        <p:spPr bwMode="auto">
          <a:xfrm>
            <a:off x="1428750" y="1527175"/>
            <a:ext cx="6831013"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latin typeface="Times New Roman" panose="02020603050405020304" pitchFamily="18" charset="0"/>
              </a:rPr>
              <a:t>1. </a:t>
            </a:r>
            <a:r>
              <a:rPr kumimoji="1" lang="zh-CN" altLang="en-US" sz="2400" b="1">
                <a:latin typeface="Times New Roman" panose="02020603050405020304" pitchFamily="18" charset="0"/>
              </a:rPr>
              <a:t>由</a:t>
            </a:r>
            <a:r>
              <a:rPr kumimoji="1" lang="zh-CN" altLang="en-US" sz="2400" b="1">
                <a:solidFill>
                  <a:srgbClr val="FF0000"/>
                </a:solidFill>
                <a:latin typeface="Times New Roman" panose="02020603050405020304" pitchFamily="18" charset="0"/>
              </a:rPr>
              <a:t>换路前电路</a:t>
            </a:r>
            <a:r>
              <a:rPr kumimoji="1" lang="zh-CN" altLang="en-US" sz="2400" b="1">
                <a:latin typeface="Times New Roman" panose="02020603050405020304" pitchFamily="18" charset="0"/>
              </a:rPr>
              <a:t>（稳定状态）求 </a:t>
            </a:r>
            <a:r>
              <a:rPr kumimoji="1" lang="en-US" altLang="zh-CN" sz="2400" b="1" i="1">
                <a:solidFill>
                  <a:srgbClr val="FF0000"/>
                </a:solidFill>
                <a:latin typeface="Times New Roman" panose="02020603050405020304" pitchFamily="18" charset="0"/>
              </a:rPr>
              <a:t>u</a:t>
            </a:r>
            <a:r>
              <a:rPr kumimoji="1" lang="en-US" altLang="zh-CN" sz="2400" b="1" i="1" baseline="-25000">
                <a:solidFill>
                  <a:srgbClr val="FF0000"/>
                </a:solidFill>
                <a:latin typeface="Times New Roman" panose="02020603050405020304" pitchFamily="18" charset="0"/>
              </a:rPr>
              <a:t>C</a:t>
            </a:r>
            <a:r>
              <a:rPr kumimoji="1" lang="en-US" altLang="zh-CN" sz="2400" b="1">
                <a:solidFill>
                  <a:srgbClr val="FF0000"/>
                </a:solidFill>
                <a:latin typeface="Times New Roman" panose="02020603050405020304" pitchFamily="18" charset="0"/>
              </a:rPr>
              <a:t>(0</a:t>
            </a:r>
            <a:r>
              <a:rPr kumimoji="1" lang="en-US" altLang="zh-CN" sz="2400" b="1" baseline="30000">
                <a:solidFill>
                  <a:srgbClr val="FF0000"/>
                </a:solidFill>
                <a:latin typeface="黑体" panose="02010609060101010101" pitchFamily="49" charset="-122"/>
                <a:ea typeface="黑体" panose="02010609060101010101" pitchFamily="49" charset="-122"/>
              </a:rPr>
              <a:t>-</a:t>
            </a:r>
            <a:r>
              <a:rPr kumimoji="1" lang="en-US" altLang="zh-CN" sz="2400" b="1">
                <a:solidFill>
                  <a:srgbClr val="FF0000"/>
                </a:solidFill>
                <a:latin typeface="Times New Roman" panose="02020603050405020304" pitchFamily="18" charset="0"/>
              </a:rPr>
              <a:t>)</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和 </a:t>
            </a:r>
            <a:r>
              <a:rPr kumimoji="1" lang="en-US" altLang="zh-CN" sz="2400" b="1" i="1">
                <a:solidFill>
                  <a:srgbClr val="FF0000"/>
                </a:solidFill>
                <a:latin typeface="Times New Roman" panose="02020603050405020304" pitchFamily="18" charset="0"/>
              </a:rPr>
              <a:t>i</a:t>
            </a:r>
            <a:r>
              <a:rPr kumimoji="1" lang="en-US" altLang="zh-CN" sz="2400" b="1" i="1" baseline="-25000">
                <a:solidFill>
                  <a:srgbClr val="FF0000"/>
                </a:solidFill>
                <a:latin typeface="Times New Roman" panose="02020603050405020304" pitchFamily="18" charset="0"/>
              </a:rPr>
              <a:t>L</a:t>
            </a:r>
            <a:r>
              <a:rPr kumimoji="1" lang="en-US" altLang="zh-CN" sz="2400" b="1">
                <a:solidFill>
                  <a:srgbClr val="FF0000"/>
                </a:solidFill>
                <a:latin typeface="Times New Roman" panose="02020603050405020304" pitchFamily="18" charset="0"/>
              </a:rPr>
              <a:t>(0</a:t>
            </a:r>
            <a:r>
              <a:rPr kumimoji="1" lang="en-US" altLang="zh-CN" sz="2400" b="1" baseline="30000">
                <a:solidFill>
                  <a:srgbClr val="FF0000"/>
                </a:solidFill>
                <a:latin typeface="黑体" panose="02010609060101010101" pitchFamily="49" charset="-122"/>
                <a:ea typeface="黑体" panose="02010609060101010101" pitchFamily="49" charset="-122"/>
              </a:rPr>
              <a:t>-</a:t>
            </a:r>
            <a:r>
              <a:rPr kumimoji="1" lang="en-US" altLang="zh-CN" sz="2400" b="1">
                <a:solidFill>
                  <a:srgbClr val="FF0000"/>
                </a:solidFill>
                <a:latin typeface="Times New Roman" panose="02020603050405020304" pitchFamily="18" charset="0"/>
              </a:rPr>
              <a:t>)</a:t>
            </a:r>
            <a:r>
              <a:rPr kumimoji="1" lang="zh-CN" altLang="en-US" sz="2400" b="1">
                <a:latin typeface="Times New Roman" panose="02020603050405020304" pitchFamily="18" charset="0"/>
              </a:rPr>
              <a:t>。</a:t>
            </a:r>
          </a:p>
        </p:txBody>
      </p:sp>
      <p:sp>
        <p:nvSpPr>
          <p:cNvPr id="67588" name="Text Box 4"/>
          <p:cNvSpPr txBox="1">
            <a:spLocks noChangeArrowheads="1"/>
          </p:cNvSpPr>
          <p:nvPr/>
        </p:nvSpPr>
        <p:spPr bwMode="auto">
          <a:xfrm>
            <a:off x="1357313" y="2524125"/>
            <a:ext cx="4843462"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a:latin typeface="Times New Roman" panose="02020603050405020304" pitchFamily="18" charset="0"/>
              </a:rPr>
              <a:t>2. </a:t>
            </a:r>
            <a:r>
              <a:rPr kumimoji="1" lang="zh-CN" altLang="en-US" sz="2400" b="1">
                <a:latin typeface="Times New Roman" panose="02020603050405020304" pitchFamily="18" charset="0"/>
              </a:rPr>
              <a:t>由</a:t>
            </a:r>
            <a:r>
              <a:rPr kumimoji="1" lang="zh-CN" altLang="en-US" sz="2400" b="1">
                <a:solidFill>
                  <a:srgbClr val="FF0000"/>
                </a:solidFill>
                <a:latin typeface="Times New Roman" panose="02020603050405020304" pitchFamily="18" charset="0"/>
              </a:rPr>
              <a:t>换路定律</a:t>
            </a:r>
            <a:r>
              <a:rPr kumimoji="1" lang="zh-CN" altLang="en-US" sz="2400" b="1">
                <a:latin typeface="Times New Roman" panose="02020603050405020304" pitchFamily="18" charset="0"/>
              </a:rPr>
              <a:t>得 </a:t>
            </a:r>
            <a:r>
              <a:rPr kumimoji="1" lang="en-US" altLang="zh-CN" sz="2400" b="1" i="1">
                <a:solidFill>
                  <a:srgbClr val="FF0000"/>
                </a:solidFill>
                <a:latin typeface="Times New Roman" panose="02020603050405020304" pitchFamily="18" charset="0"/>
              </a:rPr>
              <a:t>u</a:t>
            </a:r>
            <a:r>
              <a:rPr kumimoji="1" lang="en-US" altLang="zh-CN" sz="2400" b="1" i="1" baseline="-25000">
                <a:solidFill>
                  <a:srgbClr val="FF0000"/>
                </a:solidFill>
                <a:latin typeface="Times New Roman" panose="02020603050405020304" pitchFamily="18" charset="0"/>
              </a:rPr>
              <a:t>C</a:t>
            </a:r>
            <a:r>
              <a:rPr kumimoji="1" lang="en-US" altLang="zh-CN" sz="2400" b="1">
                <a:solidFill>
                  <a:srgbClr val="FF0000"/>
                </a:solidFill>
                <a:latin typeface="Times New Roman" panose="02020603050405020304" pitchFamily="18" charset="0"/>
              </a:rPr>
              <a:t>(0</a:t>
            </a:r>
            <a:r>
              <a:rPr kumimoji="1" lang="en-US" altLang="zh-CN" sz="2400" b="1" baseline="30000">
                <a:solidFill>
                  <a:srgbClr val="FF0000"/>
                </a:solidFill>
                <a:latin typeface="Times New Roman" panose="02020603050405020304" pitchFamily="18" charset="0"/>
              </a:rPr>
              <a:t>+</a:t>
            </a:r>
            <a:r>
              <a:rPr kumimoji="1" lang="en-US" altLang="zh-CN" sz="2400" b="1">
                <a:solidFill>
                  <a:srgbClr val="FF0000"/>
                </a:solidFill>
                <a:latin typeface="Times New Roman" panose="02020603050405020304" pitchFamily="18" charset="0"/>
              </a:rPr>
              <a:t>)</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和 </a:t>
            </a:r>
            <a:r>
              <a:rPr kumimoji="1" lang="en-US" altLang="zh-CN" sz="2400" b="1" i="1">
                <a:solidFill>
                  <a:srgbClr val="FF0000"/>
                </a:solidFill>
                <a:latin typeface="Times New Roman" panose="02020603050405020304" pitchFamily="18" charset="0"/>
              </a:rPr>
              <a:t>i</a:t>
            </a:r>
            <a:r>
              <a:rPr kumimoji="1" lang="en-US" altLang="zh-CN" sz="2400" b="1" i="1" baseline="-25000">
                <a:solidFill>
                  <a:srgbClr val="FF0000"/>
                </a:solidFill>
                <a:latin typeface="Times New Roman" panose="02020603050405020304" pitchFamily="18" charset="0"/>
              </a:rPr>
              <a:t>L</a:t>
            </a:r>
            <a:r>
              <a:rPr kumimoji="1" lang="en-US" altLang="zh-CN" sz="2400" b="1">
                <a:solidFill>
                  <a:srgbClr val="FF0000"/>
                </a:solidFill>
                <a:latin typeface="Times New Roman" panose="02020603050405020304" pitchFamily="18" charset="0"/>
              </a:rPr>
              <a:t>(0</a:t>
            </a:r>
            <a:r>
              <a:rPr kumimoji="1" lang="en-US" altLang="zh-CN" sz="2400" b="1" baseline="30000">
                <a:solidFill>
                  <a:srgbClr val="FF0000"/>
                </a:solidFill>
                <a:latin typeface="Times New Roman" panose="02020603050405020304" pitchFamily="18" charset="0"/>
              </a:rPr>
              <a:t>+</a:t>
            </a:r>
            <a:r>
              <a:rPr kumimoji="1" lang="en-US" altLang="zh-CN" sz="2400" b="1">
                <a:solidFill>
                  <a:srgbClr val="FF0000"/>
                </a:solidFill>
                <a:latin typeface="Times New Roman" panose="02020603050405020304" pitchFamily="18" charset="0"/>
              </a:rPr>
              <a:t>)</a:t>
            </a:r>
            <a:r>
              <a:rPr kumimoji="1" lang="zh-CN" altLang="en-US" sz="2400" b="1">
                <a:latin typeface="Times New Roman" panose="02020603050405020304" pitchFamily="18" charset="0"/>
              </a:rPr>
              <a:t>。</a:t>
            </a:r>
          </a:p>
        </p:txBody>
      </p:sp>
      <p:sp>
        <p:nvSpPr>
          <p:cNvPr id="67589" name="Text Box 5"/>
          <p:cNvSpPr txBox="1">
            <a:spLocks noChangeArrowheads="1"/>
          </p:cNvSpPr>
          <p:nvPr/>
        </p:nvSpPr>
        <p:spPr bwMode="auto">
          <a:xfrm>
            <a:off x="1476375" y="3141663"/>
            <a:ext cx="6845300" cy="22098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just" eaLnBrk="0" hangingPunct="0">
              <a:spcBef>
                <a:spcPct val="20000"/>
              </a:spcBef>
            </a:pPr>
            <a:r>
              <a:rPr kumimoji="1" lang="en-US" altLang="zh-CN" sz="2400" b="1">
                <a:latin typeface="Times New Roman" panose="02020603050405020304" pitchFamily="18" charset="0"/>
              </a:rPr>
              <a:t>3. </a:t>
            </a:r>
            <a:r>
              <a:rPr kumimoji="1" lang="zh-CN" altLang="en-US" sz="2400" b="1">
                <a:latin typeface="Times New Roman" panose="02020603050405020304" pitchFamily="18" charset="0"/>
              </a:rPr>
              <a:t>画出</a:t>
            </a:r>
            <a:r>
              <a:rPr kumimoji="1" lang="en-US" altLang="zh-CN" sz="2400" b="1">
                <a:solidFill>
                  <a:srgbClr val="FF0000"/>
                </a:solidFill>
                <a:latin typeface="Times New Roman" panose="02020603050405020304" pitchFamily="18" charset="0"/>
              </a:rPr>
              <a:t>0</a:t>
            </a:r>
            <a:r>
              <a:rPr kumimoji="1" lang="en-US" altLang="zh-CN" sz="2400" b="1" baseline="30000">
                <a:solidFill>
                  <a:srgbClr val="FF0000"/>
                </a:solidFill>
                <a:latin typeface="Times New Roman" panose="02020603050405020304" pitchFamily="18" charset="0"/>
              </a:rPr>
              <a:t>+</a:t>
            </a:r>
            <a:r>
              <a:rPr kumimoji="1" lang="zh-CN" altLang="en-US" sz="2400" b="1">
                <a:solidFill>
                  <a:srgbClr val="FF0000"/>
                </a:solidFill>
                <a:latin typeface="Times New Roman" panose="02020603050405020304" pitchFamily="18" charset="0"/>
              </a:rPr>
              <a:t>时刻的等效电路</a:t>
            </a:r>
            <a:r>
              <a:rPr kumimoji="1" lang="zh-CN" altLang="en-US" sz="2400" b="1">
                <a:latin typeface="Times New Roman" panose="02020603050405020304" pitchFamily="18" charset="0"/>
              </a:rPr>
              <a:t>。</a:t>
            </a:r>
          </a:p>
          <a:p>
            <a:pPr algn="just" eaLnBrk="0" hangingPunct="0">
              <a:spcBef>
                <a:spcPct val="20000"/>
              </a:spcBef>
            </a:pPr>
            <a:r>
              <a:rPr kumimoji="1" lang="zh-CN" altLang="en-US" sz="2400" b="1">
                <a:latin typeface="Times New Roman" panose="02020603050405020304" pitchFamily="18" charset="0"/>
              </a:rPr>
              <a:t>    （</a:t>
            </a:r>
            <a:r>
              <a:rPr kumimoji="1" lang="en-US" altLang="zh-CN" sz="2400" b="1">
                <a:latin typeface="Times New Roman" panose="02020603050405020304" pitchFamily="18" charset="0"/>
              </a:rPr>
              <a:t>1</a:t>
            </a:r>
            <a:r>
              <a:rPr kumimoji="1" lang="zh-CN" altLang="en-US" sz="2400" b="1">
                <a:latin typeface="Times New Roman" panose="02020603050405020304" pitchFamily="18" charset="0"/>
              </a:rPr>
              <a:t>） 画换路后电路的拓扑结构；</a:t>
            </a:r>
          </a:p>
          <a:p>
            <a:pPr algn="just" eaLnBrk="0" hangingPunct="0">
              <a:spcBef>
                <a:spcPct val="20000"/>
              </a:spcBef>
            </a:pPr>
            <a:r>
              <a:rPr kumimoji="1" lang="zh-CN" altLang="en-US" sz="2400" b="1">
                <a:solidFill>
                  <a:schemeClr val="accent2"/>
                </a:solidFill>
                <a:latin typeface="Times New Roman" panose="02020603050405020304" pitchFamily="18" charset="0"/>
              </a:rPr>
              <a:t>    （</a:t>
            </a:r>
            <a:r>
              <a:rPr kumimoji="1" lang="en-US" altLang="zh-CN" sz="2400" b="1">
                <a:solidFill>
                  <a:schemeClr val="accent2"/>
                </a:solidFill>
                <a:latin typeface="Times New Roman" panose="02020603050405020304" pitchFamily="18" charset="0"/>
              </a:rPr>
              <a:t>2</a:t>
            </a:r>
            <a:r>
              <a:rPr kumimoji="1" lang="zh-CN" altLang="en-US" sz="2400" b="1">
                <a:solidFill>
                  <a:schemeClr val="accent2"/>
                </a:solidFill>
                <a:latin typeface="Times New Roman" panose="02020603050405020304" pitchFamily="18" charset="0"/>
              </a:rPr>
              <a:t>） 电容</a:t>
            </a:r>
            <a:r>
              <a:rPr kumimoji="1" lang="zh-CN" altLang="en-US" sz="2400" b="1">
                <a:latin typeface="Times New Roman" panose="02020603050405020304" pitchFamily="18" charset="0"/>
              </a:rPr>
              <a:t>（</a:t>
            </a:r>
            <a:r>
              <a:rPr kumimoji="1" lang="zh-CN" altLang="en-US" sz="2400" b="1">
                <a:solidFill>
                  <a:srgbClr val="FF0066"/>
                </a:solidFill>
                <a:latin typeface="Times New Roman" panose="02020603050405020304" pitchFamily="18" charset="0"/>
              </a:rPr>
              <a:t>电感</a:t>
            </a:r>
            <a:r>
              <a:rPr kumimoji="1" lang="zh-CN" altLang="en-US" sz="2400" b="1">
                <a:latin typeface="Times New Roman" panose="02020603050405020304" pitchFamily="18" charset="0"/>
              </a:rPr>
              <a:t>）用</a:t>
            </a:r>
            <a:r>
              <a:rPr kumimoji="1" lang="zh-CN" altLang="en-US" sz="2400" b="1">
                <a:solidFill>
                  <a:schemeClr val="accent2"/>
                </a:solidFill>
                <a:latin typeface="Times New Roman" panose="02020603050405020304" pitchFamily="18" charset="0"/>
              </a:rPr>
              <a:t>电压源</a:t>
            </a:r>
            <a:r>
              <a:rPr kumimoji="1" lang="zh-CN" altLang="en-US" sz="2400" b="1">
                <a:latin typeface="Times New Roman" panose="02020603050405020304" pitchFamily="18" charset="0"/>
              </a:rPr>
              <a:t>（</a:t>
            </a:r>
            <a:r>
              <a:rPr kumimoji="1" lang="zh-CN" altLang="en-US" sz="2400" b="1">
                <a:solidFill>
                  <a:srgbClr val="FF0066"/>
                </a:solidFill>
                <a:latin typeface="Times New Roman" panose="02020603050405020304" pitchFamily="18" charset="0"/>
              </a:rPr>
              <a:t>电流源</a:t>
            </a:r>
            <a:r>
              <a:rPr kumimoji="1" lang="zh-CN" altLang="en-US" sz="2400" b="1">
                <a:latin typeface="Times New Roman" panose="02020603050405020304" pitchFamily="18" charset="0"/>
              </a:rPr>
              <a:t>）替代。</a:t>
            </a:r>
          </a:p>
          <a:p>
            <a:pPr algn="just" eaLnBrk="0" hangingPunct="0">
              <a:spcBef>
                <a:spcPct val="20000"/>
              </a:spcBef>
            </a:pPr>
            <a:r>
              <a:rPr kumimoji="1" lang="zh-CN" altLang="en-US" sz="2400" b="1">
                <a:latin typeface="Times New Roman" panose="02020603050405020304" pitchFamily="18" charset="0"/>
              </a:rPr>
              <a:t>          取</a:t>
            </a:r>
            <a:r>
              <a:rPr kumimoji="1" lang="en-US" altLang="zh-CN" sz="2400" b="1">
                <a:latin typeface="Times New Roman" panose="02020603050405020304" pitchFamily="18" charset="0"/>
              </a:rPr>
              <a:t>0</a:t>
            </a:r>
            <a:r>
              <a:rPr kumimoji="1" lang="en-US" altLang="zh-CN" sz="2400" b="1" baseline="30000">
                <a:latin typeface="Times New Roman" panose="02020603050405020304" pitchFamily="18" charset="0"/>
              </a:rPr>
              <a:t>+</a:t>
            </a:r>
            <a:r>
              <a:rPr kumimoji="1" lang="zh-CN" altLang="en-US" sz="2400" b="1">
                <a:latin typeface="Times New Roman" panose="02020603050405020304" pitchFamily="18" charset="0"/>
              </a:rPr>
              <a:t>时刻值，方向同原假定的电容电压、</a:t>
            </a:r>
          </a:p>
          <a:p>
            <a:pPr algn="just" eaLnBrk="0" hangingPunct="0">
              <a:spcBef>
                <a:spcPct val="20000"/>
              </a:spcBef>
            </a:pPr>
            <a:r>
              <a:rPr kumimoji="1" lang="zh-CN" altLang="en-US" sz="2400" b="1">
                <a:latin typeface="Times New Roman" panose="02020603050405020304" pitchFamily="18" charset="0"/>
              </a:rPr>
              <a:t>          电感电流方向。</a:t>
            </a:r>
          </a:p>
        </p:txBody>
      </p:sp>
      <p:sp>
        <p:nvSpPr>
          <p:cNvPr id="67590" name="Text Box 6"/>
          <p:cNvSpPr txBox="1">
            <a:spLocks noChangeArrowheads="1"/>
          </p:cNvSpPr>
          <p:nvPr/>
        </p:nvSpPr>
        <p:spPr bwMode="auto">
          <a:xfrm>
            <a:off x="1381125" y="5591175"/>
            <a:ext cx="488315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kumimoji="1" lang="en-US" altLang="zh-CN" sz="2400" b="1">
                <a:latin typeface="Times New Roman" panose="02020603050405020304" pitchFamily="18" charset="0"/>
              </a:rPr>
              <a:t>4. </a:t>
            </a:r>
            <a:r>
              <a:rPr kumimoji="1" lang="zh-CN" altLang="en-US" sz="2400" b="1">
                <a:latin typeface="Times New Roman" panose="02020603050405020304" pitchFamily="18" charset="0"/>
              </a:rPr>
              <a:t>由</a:t>
            </a:r>
            <a:r>
              <a:rPr kumimoji="1" lang="en-US" altLang="zh-CN" sz="2400" b="1">
                <a:latin typeface="Times New Roman" panose="02020603050405020304" pitchFamily="18" charset="0"/>
              </a:rPr>
              <a:t>0</a:t>
            </a:r>
            <a:r>
              <a:rPr kumimoji="1" lang="en-US" altLang="zh-CN" sz="2400" b="1" baseline="30000">
                <a:latin typeface="Times New Roman" panose="02020603050405020304" pitchFamily="18" charset="0"/>
              </a:rPr>
              <a:t>+</a:t>
            </a:r>
            <a:r>
              <a:rPr kumimoji="1" lang="zh-CN" altLang="en-US" sz="2400" b="1">
                <a:latin typeface="Times New Roman" panose="02020603050405020304" pitchFamily="18" charset="0"/>
              </a:rPr>
              <a:t>电路求其它各变量的</a:t>
            </a:r>
            <a:r>
              <a:rPr kumimoji="1" lang="en-US" altLang="zh-CN" sz="2400" b="1">
                <a:latin typeface="Times New Roman" panose="02020603050405020304" pitchFamily="18" charset="0"/>
              </a:rPr>
              <a:t>0</a:t>
            </a:r>
            <a:r>
              <a:rPr kumimoji="1" lang="en-US" altLang="zh-CN" sz="2400" b="1" baseline="30000">
                <a:latin typeface="Times New Roman" panose="02020603050405020304" pitchFamily="18" charset="0"/>
              </a:rPr>
              <a:t>+</a:t>
            </a:r>
            <a:r>
              <a:rPr kumimoji="1" lang="zh-CN" altLang="en-US" sz="2400" b="1">
                <a:latin typeface="Times New Roman" panose="02020603050405020304" pitchFamily="18" charset="0"/>
              </a:rPr>
              <a:t>值。</a:t>
            </a:r>
          </a:p>
        </p:txBody>
      </p:sp>
      <p:sp>
        <p:nvSpPr>
          <p:cNvPr id="67591" name="Text Box 7"/>
          <p:cNvSpPr txBox="1">
            <a:spLocks noChangeArrowheads="1"/>
          </p:cNvSpPr>
          <p:nvPr/>
        </p:nvSpPr>
        <p:spPr bwMode="auto">
          <a:xfrm>
            <a:off x="6102350" y="2166938"/>
            <a:ext cx="1911350" cy="401637"/>
          </a:xfrm>
          <a:prstGeom prst="rect">
            <a:avLst/>
          </a:prstGeom>
          <a:noFill/>
          <a:ln w="349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t>电阻电路</a:t>
            </a:r>
            <a:r>
              <a:rPr lang="en-US" altLang="zh-CN" b="1"/>
              <a:t>( </a:t>
            </a:r>
            <a:r>
              <a:rPr lang="zh-CN" altLang="en-US" b="1"/>
              <a:t>直流 </a:t>
            </a:r>
            <a:r>
              <a:rPr lang="en-US" altLang="zh-CN" b="1"/>
              <a:t>)</a:t>
            </a:r>
          </a:p>
        </p:txBody>
      </p:sp>
      <p:sp>
        <p:nvSpPr>
          <p:cNvPr id="67592" name="Text Box 8"/>
          <p:cNvSpPr txBox="1">
            <a:spLocks noChangeArrowheads="1"/>
          </p:cNvSpPr>
          <p:nvPr/>
        </p:nvSpPr>
        <p:spPr bwMode="auto">
          <a:xfrm>
            <a:off x="6483350" y="4968875"/>
            <a:ext cx="1214438" cy="401638"/>
          </a:xfrm>
          <a:prstGeom prst="rect">
            <a:avLst/>
          </a:prstGeom>
          <a:noFill/>
          <a:ln w="349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t>电阻电路</a:t>
            </a:r>
          </a:p>
        </p:txBody>
      </p:sp>
    </p:spTree>
    <p:extLst>
      <p:ext uri="{BB962C8B-B14F-4D97-AF65-F5344CB8AC3E}">
        <p14:creationId xmlns:p14="http://schemas.microsoft.com/office/powerpoint/2010/main" val="31656433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wipe(left)">
                                      <p:cBhvr>
                                        <p:cTn id="7" dur="500"/>
                                        <p:tgtEl>
                                          <p:spTgt spid="67587">
                                            <p:txEl>
                                              <p:pRg st="0" end="0"/>
                                            </p:txEl>
                                          </p:spTgt>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7591"/>
                                        </p:tgtEl>
                                        <p:attrNameLst>
                                          <p:attrName>style.visibility</p:attrName>
                                        </p:attrNameLst>
                                      </p:cBhvr>
                                      <p:to>
                                        <p:strVal val="visible"/>
                                      </p:to>
                                    </p:set>
                                    <p:animEffect transition="in" filter="dissolve">
                                      <p:cBhvr>
                                        <p:cTn id="11" dur="500"/>
                                        <p:tgtEl>
                                          <p:spTgt spid="675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7588">
                                            <p:txEl>
                                              <p:pRg st="0" end="0"/>
                                            </p:txEl>
                                          </p:spTgt>
                                        </p:tgtEl>
                                        <p:attrNameLst>
                                          <p:attrName>style.visibility</p:attrName>
                                        </p:attrNameLst>
                                      </p:cBhvr>
                                      <p:to>
                                        <p:strVal val="visible"/>
                                      </p:to>
                                    </p:set>
                                    <p:animEffect transition="in" filter="wipe(left)">
                                      <p:cBhvr>
                                        <p:cTn id="16" dur="500"/>
                                        <p:tgtEl>
                                          <p:spTgt spid="67588">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67589"/>
                                        </p:tgtEl>
                                        <p:attrNameLst>
                                          <p:attrName>style.visibility</p:attrName>
                                        </p:attrNameLst>
                                      </p:cBhvr>
                                      <p:to>
                                        <p:strVal val="visible"/>
                                      </p:to>
                                    </p:set>
                                    <p:animEffect transition="in" filter="box(out)">
                                      <p:cBhvr>
                                        <p:cTn id="21" dur="500"/>
                                        <p:tgtEl>
                                          <p:spTgt spid="67589"/>
                                        </p:tgtEl>
                                      </p:cBhvr>
                                    </p:animEffect>
                                  </p:childTnLst>
                                </p:cTn>
                              </p:par>
                            </p:childTnLst>
                          </p:cTn>
                        </p:par>
                        <p:par>
                          <p:cTn id="22" fill="hold" nodeType="afterGroup">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67592"/>
                                        </p:tgtEl>
                                        <p:attrNameLst>
                                          <p:attrName>style.visibility</p:attrName>
                                        </p:attrNameLst>
                                      </p:cBhvr>
                                      <p:to>
                                        <p:strVal val="visible"/>
                                      </p:to>
                                    </p:set>
                                    <p:animEffect transition="in" filter="dissolve">
                                      <p:cBhvr>
                                        <p:cTn id="25" dur="500"/>
                                        <p:tgtEl>
                                          <p:spTgt spid="6759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7590">
                                            <p:txEl>
                                              <p:pRg st="0" end="0"/>
                                            </p:txEl>
                                          </p:spTgt>
                                        </p:tgtEl>
                                        <p:attrNameLst>
                                          <p:attrName>style.visibility</p:attrName>
                                        </p:attrNameLst>
                                      </p:cBhvr>
                                      <p:to>
                                        <p:strVal val="visible"/>
                                      </p:to>
                                    </p:set>
                                    <p:animEffect transition="in" filter="wipe(left)">
                                      <p:cBhvr>
                                        <p:cTn id="30" dur="500"/>
                                        <p:tgtEl>
                                          <p:spTgt spid="6759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autoUpdateAnimBg="0"/>
      <p:bldP spid="67588" grpId="0" build="p" autoUpdateAnimBg="0"/>
      <p:bldP spid="67589" grpId="0" autoUpdateAnimBg="0"/>
      <p:bldP spid="67590" grpId="0" build="p" autoUpdateAnimBg="0"/>
      <p:bldP spid="67591" grpId="0" animBg="1" autoUpdateAnimBg="0"/>
      <p:bldP spid="67592" grpId="0" animBg="1"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fld id="{8367AB18-34C9-4D5A-875D-BD1CAECB51F7}" type="datetime1">
              <a:rPr lang="zh-CN" altLang="en-US" smtClean="0"/>
              <a:pPr>
                <a:defRPr/>
              </a:pPr>
              <a:t>2024/8/17</a:t>
            </a:fld>
            <a:endParaRPr lang="en-US" altLang="zh-CN"/>
          </a:p>
        </p:txBody>
      </p:sp>
      <p:sp>
        <p:nvSpPr>
          <p:cNvPr id="3"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r>
              <a:rPr lang="zh-CN" altLang="en-US"/>
              <a:t>电路理论</a:t>
            </a:r>
            <a:endParaRPr lang="en-US" altLang="zh-CN" dirty="0"/>
          </a:p>
        </p:txBody>
      </p:sp>
      <p:sp>
        <p:nvSpPr>
          <p:cNvPr id="4"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rgbClr val="FF66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kern="1200">
                <a:solidFill>
                  <a:schemeClr val="tx1"/>
                </a:solidFill>
                <a:latin typeface="Times New Roman" panose="02020603050405020304" pitchFamily="18" charset="0"/>
                <a:ea typeface="隶书" panose="02010509060101010101" pitchFamily="49" charset="-122"/>
                <a:cs typeface="+mn-cs"/>
              </a:defRPr>
            </a:lvl9pPr>
          </a:lstStyle>
          <a:p>
            <a:pPr>
              <a:defRPr/>
            </a:pPr>
            <a:fld id="{B9461F96-7CCE-4CED-9590-79D24BD4E88E}" type="slidenum">
              <a:rPr lang="en-US" altLang="zh-CN" smtClean="0"/>
              <a:pPr>
                <a:defRPr/>
              </a:pPr>
              <a:t>128</a:t>
            </a:fld>
            <a:endParaRPr lang="en-US" altLang="zh-CN"/>
          </a:p>
        </p:txBody>
      </p:sp>
      <p:pic>
        <p:nvPicPr>
          <p:cNvPr id="5" name="图片 4"/>
          <p:cNvPicPr>
            <a:picLocks noChangeAspect="1"/>
          </p:cNvPicPr>
          <p:nvPr/>
        </p:nvPicPr>
        <p:blipFill>
          <a:blip r:embed="rId2"/>
          <a:stretch>
            <a:fillRect/>
          </a:stretch>
        </p:blipFill>
        <p:spPr>
          <a:xfrm>
            <a:off x="611560" y="980728"/>
            <a:ext cx="7761511" cy="4779914"/>
          </a:xfrm>
          <a:prstGeom prst="rect">
            <a:avLst/>
          </a:prstGeom>
        </p:spPr>
      </p:pic>
    </p:spTree>
    <p:extLst>
      <p:ext uri="{BB962C8B-B14F-4D97-AF65-F5344CB8AC3E}">
        <p14:creationId xmlns:p14="http://schemas.microsoft.com/office/powerpoint/2010/main" val="269451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3"/>
          <p:cNvSpPr>
            <a:spLocks noGrp="1"/>
          </p:cNvSpPr>
          <p:nvPr>
            <p:ph type="dt" sz="quarter" idx="10"/>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a:spcBef>
                <a:spcPct val="0"/>
              </a:spcBef>
              <a:buFontTx/>
              <a:buNone/>
            </a:pPr>
            <a:fld id="{1A55340E-6AFA-4689-9F7B-03B2F2E81630}" type="datetime1">
              <a:rPr lang="zh-CN" altLang="en-US" sz="1400" smtClean="0">
                <a:solidFill>
                  <a:srgbClr val="FF6600"/>
                </a:solidFill>
                <a:ea typeface="宋体" panose="02010600030101010101" pitchFamily="2" charset="-122"/>
              </a:rPr>
              <a:pPr>
                <a:spcBef>
                  <a:spcPct val="0"/>
                </a:spcBef>
                <a:buFontTx/>
                <a:buNone/>
              </a:pPr>
              <a:t>2024/8/17</a:t>
            </a:fld>
            <a:endParaRPr lang="en-US" altLang="zh-CN" sz="1400">
              <a:solidFill>
                <a:srgbClr val="FF6600"/>
              </a:solidFill>
              <a:ea typeface="宋体" panose="02010600030101010101" pitchFamily="2" charset="-122"/>
            </a:endParaRPr>
          </a:p>
        </p:txBody>
      </p:sp>
      <p:sp>
        <p:nvSpPr>
          <p:cNvPr id="11267" name="页脚占位符 4"/>
          <p:cNvSpPr>
            <a:spLocks noGrp="1"/>
          </p:cNvSpPr>
          <p:nvPr>
            <p:ph type="ftr" sz="quarter" idx="11"/>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sz="1400">
                <a:solidFill>
                  <a:srgbClr val="FF6600"/>
                </a:solidFill>
                <a:ea typeface="宋体" panose="02010600030101010101" pitchFamily="2" charset="-122"/>
              </a:rPr>
              <a:t>电路理论</a:t>
            </a:r>
            <a:endParaRPr lang="en-US" altLang="zh-CN" sz="1400">
              <a:solidFill>
                <a:srgbClr val="FF6600"/>
              </a:solidFill>
              <a:ea typeface="宋体" panose="02010600030101010101" pitchFamily="2" charset="-122"/>
            </a:endParaRPr>
          </a:p>
        </p:txBody>
      </p:sp>
      <p:sp>
        <p:nvSpPr>
          <p:cNvPr id="11268" name="灯片编号占位符 5"/>
          <p:cNvSpPr>
            <a:spLocks noGrp="1"/>
          </p:cNvSpPr>
          <p:nvPr>
            <p:ph type="sldNum" sz="quarter" idx="12"/>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中宋"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中宋" panose="02010600040101010101" pitchFamily="2" charset="-122"/>
              </a:defRPr>
            </a:lvl9pPr>
          </a:lstStyle>
          <a:p>
            <a:pPr>
              <a:spcBef>
                <a:spcPct val="0"/>
              </a:spcBef>
              <a:buFontTx/>
              <a:buNone/>
            </a:pPr>
            <a:fld id="{E71F52D6-98A5-40C0-88DF-E4B31B78EAE6}" type="slidenum">
              <a:rPr lang="en-US" altLang="zh-CN" sz="1400" smtClean="0">
                <a:solidFill>
                  <a:srgbClr val="FF6600"/>
                </a:solidFill>
                <a:ea typeface="宋体" panose="02010600030101010101" pitchFamily="2" charset="-122"/>
              </a:rPr>
              <a:pPr>
                <a:spcBef>
                  <a:spcPct val="0"/>
                </a:spcBef>
                <a:buFontTx/>
                <a:buNone/>
              </a:pPr>
              <a:t>129</a:t>
            </a:fld>
            <a:endParaRPr lang="en-US" altLang="zh-CN" sz="1400">
              <a:solidFill>
                <a:srgbClr val="FF6600"/>
              </a:solidFill>
              <a:ea typeface="宋体" panose="02010600030101010101" pitchFamily="2" charset="-122"/>
            </a:endParaRPr>
          </a:p>
        </p:txBody>
      </p:sp>
      <p:sp>
        <p:nvSpPr>
          <p:cNvPr id="230402" name="Rectangle 2"/>
          <p:cNvSpPr>
            <a:spLocks noGrp="1" noChangeArrowheads="1"/>
          </p:cNvSpPr>
          <p:nvPr>
            <p:ph type="title"/>
          </p:nvPr>
        </p:nvSpPr>
        <p:spPr>
          <a:xfrm>
            <a:off x="342900" y="152400"/>
            <a:ext cx="8458200" cy="533400"/>
          </a:xfrm>
        </p:spPr>
        <p:txBody>
          <a:bodyPr/>
          <a:lstStyle/>
          <a:p>
            <a:pPr algn="l" eaLnBrk="1" hangingPunct="1">
              <a:defRPr/>
            </a:pPr>
            <a:r>
              <a:rPr lang="en-US" altLang="zh-CN" sz="2800" dirty="0">
                <a:solidFill>
                  <a:srgbClr val="CC3300"/>
                </a:solidFill>
                <a:effectLst>
                  <a:outerShdw blurRad="38100" dist="38100" dir="2700000" algn="tl">
                    <a:srgbClr val="C0C0C0"/>
                  </a:outerShdw>
                </a:effectLst>
                <a:ea typeface="隶书" panose="02010509060101010101" pitchFamily="49" charset="-122"/>
              </a:rPr>
              <a:t>Practice</a:t>
            </a:r>
          </a:p>
        </p:txBody>
      </p:sp>
      <p:sp>
        <p:nvSpPr>
          <p:cNvPr id="230407" name="Rectangle 7"/>
          <p:cNvSpPr>
            <a:spLocks noChangeArrowheads="1"/>
          </p:cNvSpPr>
          <p:nvPr/>
        </p:nvSpPr>
        <p:spPr bwMode="auto">
          <a:xfrm>
            <a:off x="2133600" y="228600"/>
            <a:ext cx="3721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2400">
                <a:effectLst>
                  <a:outerShdw blurRad="38100" dist="38100" dir="2700000" algn="tl">
                    <a:srgbClr val="C0C0C0"/>
                  </a:outerShdw>
                </a:effectLst>
              </a:rPr>
              <a:t>Find </a:t>
            </a:r>
            <a:r>
              <a:rPr lang="en-US" altLang="zh-CN" sz="2400" i="1">
                <a:effectLst>
                  <a:outerShdw blurRad="38100" dist="38100" dir="2700000" algn="tl">
                    <a:srgbClr val="C0C0C0"/>
                  </a:outerShdw>
                </a:effectLst>
              </a:rPr>
              <a:t>u</a:t>
            </a:r>
            <a:r>
              <a:rPr lang="en-US" altLang="zh-CN" sz="2400" baseline="-25000">
                <a:effectLst>
                  <a:outerShdw blurRad="38100" dist="38100" dir="2700000" algn="tl">
                    <a:srgbClr val="C0C0C0"/>
                  </a:outerShdw>
                </a:effectLst>
              </a:rPr>
              <a:t>c</a:t>
            </a:r>
            <a:r>
              <a:rPr lang="en-US" altLang="zh-CN" sz="2400">
                <a:effectLst>
                  <a:outerShdw blurRad="38100" dist="38100" dir="2700000" algn="tl">
                    <a:srgbClr val="C0C0C0"/>
                  </a:outerShdw>
                </a:effectLst>
              </a:rPr>
              <a:t> for </a:t>
            </a:r>
            <a:r>
              <a:rPr lang="en-US" altLang="zh-CN" sz="2400" i="1">
                <a:effectLst>
                  <a:outerShdw blurRad="38100" dist="38100" dir="2700000" algn="tl">
                    <a:srgbClr val="C0C0C0"/>
                  </a:outerShdw>
                </a:effectLst>
              </a:rPr>
              <a:t>t</a:t>
            </a:r>
            <a:r>
              <a:rPr lang="en-US" altLang="zh-CN" sz="2400">
                <a:effectLst>
                  <a:outerShdw blurRad="38100" dist="38100" dir="2700000" algn="tl">
                    <a:srgbClr val="C0C0C0"/>
                  </a:outerShdw>
                </a:effectLst>
              </a:rPr>
              <a:t>&gt;0.</a:t>
            </a:r>
          </a:p>
        </p:txBody>
      </p:sp>
      <p:graphicFrame>
        <p:nvGraphicFramePr>
          <p:cNvPr id="11271" name="Object 22"/>
          <p:cNvGraphicFramePr>
            <a:graphicFrameLocks noChangeAspect="1"/>
          </p:cNvGraphicFramePr>
          <p:nvPr/>
        </p:nvGraphicFramePr>
        <p:xfrm>
          <a:off x="4572000" y="381000"/>
          <a:ext cx="4340225" cy="1938338"/>
        </p:xfrm>
        <a:graphic>
          <a:graphicData uri="http://schemas.openxmlformats.org/presentationml/2006/ole">
            <mc:AlternateContent xmlns:mc="http://schemas.openxmlformats.org/markup-compatibility/2006">
              <mc:Choice xmlns:v="urn:schemas-microsoft-com:vml" Requires="v">
                <p:oleObj name="VISIO" r:id="rId2" imgW="2190939" imgH="941560" progId="Visio.Drawing.5">
                  <p:embed/>
                </p:oleObj>
              </mc:Choice>
              <mc:Fallback>
                <p:oleObj name="VISIO" r:id="rId2" imgW="2190939" imgH="941560" progId="Visio.Drawing.5">
                  <p:embed/>
                  <p:pic>
                    <p:nvPicPr>
                      <p:cNvPr id="11271"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81000"/>
                        <a:ext cx="4340225"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0425" name="Rectangle 25"/>
          <p:cNvSpPr>
            <a:spLocks noChangeArrowheads="1"/>
          </p:cNvSpPr>
          <p:nvPr/>
        </p:nvSpPr>
        <p:spPr bwMode="auto">
          <a:xfrm>
            <a:off x="457200" y="1341438"/>
            <a:ext cx="2746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zh-CN" altLang="en-US" sz="2400">
                <a:solidFill>
                  <a:srgbClr val="CC3300"/>
                </a:solidFill>
                <a:effectLst>
                  <a:outerShdw blurRad="38100" dist="38100" dir="2700000" algn="tl">
                    <a:srgbClr val="C0C0C0"/>
                  </a:outerShdw>
                </a:effectLst>
              </a:rPr>
              <a:t>三要素法：</a:t>
            </a:r>
          </a:p>
        </p:txBody>
      </p:sp>
      <p:graphicFrame>
        <p:nvGraphicFramePr>
          <p:cNvPr id="230432" name="Object 32"/>
          <p:cNvGraphicFramePr>
            <a:graphicFrameLocks noChangeAspect="1"/>
          </p:cNvGraphicFramePr>
          <p:nvPr/>
        </p:nvGraphicFramePr>
        <p:xfrm>
          <a:off x="347663" y="1951038"/>
          <a:ext cx="1724025" cy="457200"/>
        </p:xfrm>
        <a:graphic>
          <a:graphicData uri="http://schemas.openxmlformats.org/presentationml/2006/ole">
            <mc:AlternateContent xmlns:mc="http://schemas.openxmlformats.org/markup-compatibility/2006">
              <mc:Choice xmlns:v="urn:schemas-microsoft-com:vml" Requires="v">
                <p:oleObj name="Equation" r:id="rId4" imgW="863225" imgH="228501" progId="Equation.3">
                  <p:embed/>
                </p:oleObj>
              </mc:Choice>
              <mc:Fallback>
                <p:oleObj name="Equation" r:id="rId4" imgW="863225" imgH="228501" progId="Equation.3">
                  <p:embed/>
                  <p:pic>
                    <p:nvPicPr>
                      <p:cNvPr id="230432" name="Object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663" y="1951038"/>
                        <a:ext cx="172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0433" name="Object 33"/>
          <p:cNvGraphicFramePr>
            <a:graphicFrameLocks noChangeAspect="1"/>
          </p:cNvGraphicFramePr>
          <p:nvPr/>
        </p:nvGraphicFramePr>
        <p:xfrm>
          <a:off x="2501900" y="1917700"/>
          <a:ext cx="1622425" cy="457200"/>
        </p:xfrm>
        <a:graphic>
          <a:graphicData uri="http://schemas.openxmlformats.org/presentationml/2006/ole">
            <mc:AlternateContent xmlns:mc="http://schemas.openxmlformats.org/markup-compatibility/2006">
              <mc:Choice xmlns:v="urn:schemas-microsoft-com:vml" Requires="v">
                <p:oleObj name="Equation" r:id="rId6" imgW="812447" imgH="228501" progId="Equation.3">
                  <p:embed/>
                </p:oleObj>
              </mc:Choice>
              <mc:Fallback>
                <p:oleObj name="Equation" r:id="rId6" imgW="812447" imgH="228501" progId="Equation.3">
                  <p:embed/>
                  <p:pic>
                    <p:nvPicPr>
                      <p:cNvPr id="230433" name="Object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1900" y="1917700"/>
                        <a:ext cx="1622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0434" name="Object 34"/>
          <p:cNvGraphicFramePr>
            <a:graphicFrameLocks noChangeAspect="1"/>
          </p:cNvGraphicFramePr>
          <p:nvPr/>
        </p:nvGraphicFramePr>
        <p:xfrm>
          <a:off x="395288" y="2493963"/>
          <a:ext cx="1495425" cy="355600"/>
        </p:xfrm>
        <a:graphic>
          <a:graphicData uri="http://schemas.openxmlformats.org/presentationml/2006/ole">
            <mc:AlternateContent xmlns:mc="http://schemas.openxmlformats.org/markup-compatibility/2006">
              <mc:Choice xmlns:v="urn:schemas-microsoft-com:vml" Requires="v">
                <p:oleObj name="Equation" r:id="rId8" imgW="748975" imgH="177723" progId="Equation.3">
                  <p:embed/>
                </p:oleObj>
              </mc:Choice>
              <mc:Fallback>
                <p:oleObj name="Equation" r:id="rId8" imgW="748975" imgH="177723" progId="Equation.3">
                  <p:embed/>
                  <p:pic>
                    <p:nvPicPr>
                      <p:cNvPr id="230434" name="Object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288" y="2493963"/>
                        <a:ext cx="1495425"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0436" name="Object 36"/>
          <p:cNvGraphicFramePr>
            <a:graphicFrameLocks noChangeAspect="1"/>
          </p:cNvGraphicFramePr>
          <p:nvPr/>
        </p:nvGraphicFramePr>
        <p:xfrm>
          <a:off x="323850" y="2782888"/>
          <a:ext cx="4316413" cy="684212"/>
        </p:xfrm>
        <a:graphic>
          <a:graphicData uri="http://schemas.openxmlformats.org/presentationml/2006/ole">
            <mc:AlternateContent xmlns:mc="http://schemas.openxmlformats.org/markup-compatibility/2006">
              <mc:Choice xmlns:v="urn:schemas-microsoft-com:vml" Requires="v">
                <p:oleObj name="公式" r:id="rId10" imgW="2159000" imgH="342900" progId="Equation.3">
                  <p:embed/>
                </p:oleObj>
              </mc:Choice>
              <mc:Fallback>
                <p:oleObj name="公式" r:id="rId10" imgW="2159000" imgH="342900" progId="Equation.3">
                  <p:embed/>
                  <p:pic>
                    <p:nvPicPr>
                      <p:cNvPr id="230436" name="Object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850" y="2782888"/>
                        <a:ext cx="4316413"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0437" name="Object 37"/>
          <p:cNvGraphicFramePr>
            <a:graphicFrameLocks noChangeAspect="1"/>
          </p:cNvGraphicFramePr>
          <p:nvPr/>
        </p:nvGraphicFramePr>
        <p:xfrm>
          <a:off x="4572000" y="4652963"/>
          <a:ext cx="4340225" cy="1938337"/>
        </p:xfrm>
        <a:graphic>
          <a:graphicData uri="http://schemas.openxmlformats.org/presentationml/2006/ole">
            <mc:AlternateContent xmlns:mc="http://schemas.openxmlformats.org/markup-compatibility/2006">
              <mc:Choice xmlns:v="urn:schemas-microsoft-com:vml" Requires="v">
                <p:oleObj name="Visio" r:id="rId12" imgW="2197560" imgH="997839" progId="Visio.Drawing.11">
                  <p:embed/>
                </p:oleObj>
              </mc:Choice>
              <mc:Fallback>
                <p:oleObj name="Visio" r:id="rId12" imgW="2197560" imgH="997839" progId="Visio.Drawing.11">
                  <p:embed/>
                  <p:pic>
                    <p:nvPicPr>
                      <p:cNvPr id="230437" name="Object 3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72000" y="4652963"/>
                        <a:ext cx="4340225" cy="193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0439" name="Object 39"/>
          <p:cNvGraphicFramePr>
            <a:graphicFrameLocks noChangeAspect="1"/>
          </p:cNvGraphicFramePr>
          <p:nvPr/>
        </p:nvGraphicFramePr>
        <p:xfrm>
          <a:off x="4572000" y="2492375"/>
          <a:ext cx="4340225" cy="1938338"/>
        </p:xfrm>
        <a:graphic>
          <a:graphicData uri="http://schemas.openxmlformats.org/presentationml/2006/ole">
            <mc:AlternateContent xmlns:mc="http://schemas.openxmlformats.org/markup-compatibility/2006">
              <mc:Choice xmlns:v="urn:schemas-microsoft-com:vml" Requires="v">
                <p:oleObj name="Visio" r:id="rId14" imgW="2197560" imgH="997839" progId="Visio.Drawing.11">
                  <p:embed/>
                </p:oleObj>
              </mc:Choice>
              <mc:Fallback>
                <p:oleObj name="Visio" r:id="rId14" imgW="2197560" imgH="997839" progId="Visio.Drawing.11">
                  <p:embed/>
                  <p:pic>
                    <p:nvPicPr>
                      <p:cNvPr id="230439" name="Object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2000" y="2492375"/>
                        <a:ext cx="4340225"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0425"/>
                                        </p:tgtEl>
                                        <p:attrNameLst>
                                          <p:attrName>style.visibility</p:attrName>
                                        </p:attrNameLst>
                                      </p:cBhvr>
                                      <p:to>
                                        <p:strVal val="visible"/>
                                      </p:to>
                                    </p:set>
                                    <p:animEffect transition="in" filter="box(in)">
                                      <p:cBhvr>
                                        <p:cTn id="7" dur="500"/>
                                        <p:tgtEl>
                                          <p:spTgt spid="2304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30432"/>
                                        </p:tgtEl>
                                        <p:attrNameLst>
                                          <p:attrName>style.visibility</p:attrName>
                                        </p:attrNameLst>
                                      </p:cBhvr>
                                      <p:to>
                                        <p:strVal val="visible"/>
                                      </p:to>
                                    </p:set>
                                    <p:animEffect transition="in" filter="box(in)">
                                      <p:cBhvr>
                                        <p:cTn id="12" dur="500"/>
                                        <p:tgtEl>
                                          <p:spTgt spid="2304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0439"/>
                                        </p:tgtEl>
                                        <p:attrNameLst>
                                          <p:attrName>style.visibility</p:attrName>
                                        </p:attrNameLst>
                                      </p:cBhvr>
                                      <p:to>
                                        <p:strVal val="visible"/>
                                      </p:to>
                                    </p:set>
                                    <p:animEffect transition="in" filter="wipe(left)">
                                      <p:cBhvr>
                                        <p:cTn id="17" dur="500"/>
                                        <p:tgtEl>
                                          <p:spTgt spid="2304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30433"/>
                                        </p:tgtEl>
                                        <p:attrNameLst>
                                          <p:attrName>style.visibility</p:attrName>
                                        </p:attrNameLst>
                                      </p:cBhvr>
                                      <p:to>
                                        <p:strVal val="visible"/>
                                      </p:to>
                                    </p:set>
                                    <p:animEffect transition="in" filter="box(in)">
                                      <p:cBhvr>
                                        <p:cTn id="22" dur="500"/>
                                        <p:tgtEl>
                                          <p:spTgt spid="2304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30437"/>
                                        </p:tgtEl>
                                        <p:attrNameLst>
                                          <p:attrName>style.visibility</p:attrName>
                                        </p:attrNameLst>
                                      </p:cBhvr>
                                      <p:to>
                                        <p:strVal val="visible"/>
                                      </p:to>
                                    </p:set>
                                    <p:animEffect transition="in" filter="wipe(left)">
                                      <p:cBhvr>
                                        <p:cTn id="27" dur="500"/>
                                        <p:tgtEl>
                                          <p:spTgt spid="2304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30434"/>
                                        </p:tgtEl>
                                        <p:attrNameLst>
                                          <p:attrName>style.visibility</p:attrName>
                                        </p:attrNameLst>
                                      </p:cBhvr>
                                      <p:to>
                                        <p:strVal val="visible"/>
                                      </p:to>
                                    </p:set>
                                    <p:animEffect transition="in" filter="box(in)">
                                      <p:cBhvr>
                                        <p:cTn id="32" dur="500"/>
                                        <p:tgtEl>
                                          <p:spTgt spid="2304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30436"/>
                                        </p:tgtEl>
                                        <p:attrNameLst>
                                          <p:attrName>style.visibility</p:attrName>
                                        </p:attrNameLst>
                                      </p:cBhvr>
                                      <p:to>
                                        <p:strVal val="visible"/>
                                      </p:to>
                                    </p:set>
                                    <p:animEffect transition="in" filter="box(in)">
                                      <p:cBhvr>
                                        <p:cTn id="37" dur="500"/>
                                        <p:tgtEl>
                                          <p:spTgt spid="230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25" grpId="0"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1088020" y="3568978"/>
          <a:ext cx="7119938" cy="2360613"/>
        </p:xfrm>
        <a:graphic>
          <a:graphicData uri="http://schemas.openxmlformats.org/presentationml/2006/ole">
            <mc:AlternateContent xmlns:mc="http://schemas.openxmlformats.org/markup-compatibility/2006">
              <mc:Choice xmlns:v="urn:schemas-microsoft-com:vml" Requires="v">
                <p:oleObj name="Visio" r:id="rId2" imgW="4739640" imgH="1568450" progId="Visio.Drawing.15">
                  <p:embed/>
                </p:oleObj>
              </mc:Choice>
              <mc:Fallback>
                <p:oleObj name="Visio" r:id="rId2" imgW="4739640" imgH="1568450" progId="Visio.Drawing.15">
                  <p:embed/>
                  <p:pic>
                    <p:nvPicPr>
                      <p:cNvPr id="0" name="对象 5"/>
                      <p:cNvPicPr/>
                      <p:nvPr/>
                    </p:nvPicPr>
                    <p:blipFill>
                      <a:blip r:embed="rId3"/>
                      <a:stretch>
                        <a:fillRect/>
                      </a:stretch>
                    </p:blipFill>
                    <p:spPr>
                      <a:xfrm>
                        <a:off x="1088020" y="3568978"/>
                        <a:ext cx="7119938" cy="2360613"/>
                      </a:xfrm>
                      <a:prstGeom prst="rect">
                        <a:avLst/>
                      </a:prstGeom>
                    </p:spPr>
                  </p:pic>
                </p:oleObj>
              </mc:Fallback>
            </mc:AlternateContent>
          </a:graphicData>
        </a:graphic>
      </p:graphicFrame>
      <p:sp>
        <p:nvSpPr>
          <p:cNvPr id="10" name="文本框 9"/>
          <p:cNvSpPr txBox="1"/>
          <p:nvPr/>
        </p:nvSpPr>
        <p:spPr>
          <a:xfrm>
            <a:off x="204003" y="3076429"/>
            <a:ext cx="504056" cy="523220"/>
          </a:xfrm>
          <a:prstGeom prst="rect">
            <a:avLst/>
          </a:prstGeom>
          <a:solidFill>
            <a:schemeClr val="bg1">
              <a:lumMod val="85000"/>
            </a:schemeClr>
          </a:solidFill>
        </p:spPr>
        <p:txBody>
          <a:bodyPr wrap="square">
            <a:spAutoFit/>
          </a:bodyPr>
          <a:lstStyle/>
          <a:p>
            <a:r>
              <a:rPr lang="zh-CN" altLang="en-US" sz="2800" b="1" dirty="0">
                <a:solidFill>
                  <a:srgbClr val="0000FF"/>
                </a:solidFill>
                <a:latin typeface="Times New Roman" panose="02020603050405020304" pitchFamily="18" charset="0"/>
                <a:ea typeface="楷体" panose="02010609060101010101" charset="-122"/>
              </a:rPr>
              <a:t>解</a:t>
            </a:r>
            <a:endParaRPr lang="zh-CN" altLang="en-US" sz="2800" b="1" dirty="0">
              <a:solidFill>
                <a:srgbClr val="0000FF"/>
              </a:solidFill>
            </a:endParaRPr>
          </a:p>
        </p:txBody>
      </p:sp>
      <p:sp>
        <p:nvSpPr>
          <p:cNvPr id="12" name="文本框 11"/>
          <p:cNvSpPr txBox="1"/>
          <p:nvPr/>
        </p:nvSpPr>
        <p:spPr>
          <a:xfrm>
            <a:off x="789725" y="3063619"/>
            <a:ext cx="4668950" cy="523220"/>
          </a:xfrm>
          <a:prstGeom prst="rect">
            <a:avLst/>
          </a:prstGeom>
          <a:noFill/>
        </p:spPr>
        <p:txBody>
          <a:bodyPr wrap="square">
            <a:spAutoFit/>
          </a:bodyPr>
          <a:lstStyle/>
          <a:p>
            <a:r>
              <a:rPr lang="zh-CN" altLang="en-US" sz="2800" dirty="0">
                <a:solidFill>
                  <a:srgbClr val="0000FF"/>
                </a:solidFill>
                <a:latin typeface="楷体" panose="02010609060101010101" charset="-122"/>
                <a:ea typeface="楷体" panose="02010609060101010101" charset="-122"/>
                <a:cs typeface="Times New Roman" panose="02020603050405020304" pitchFamily="18" charset="0"/>
              </a:rPr>
              <a:t>开关打开前：直流电阻电路</a:t>
            </a:r>
          </a:p>
        </p:txBody>
      </p:sp>
      <p:graphicFrame>
        <p:nvGraphicFramePr>
          <p:cNvPr id="4" name="对象 3"/>
          <p:cNvGraphicFramePr>
            <a:graphicFrameLocks noChangeAspect="1"/>
          </p:cNvGraphicFramePr>
          <p:nvPr/>
        </p:nvGraphicFramePr>
        <p:xfrm>
          <a:off x="708059" y="5856763"/>
          <a:ext cx="1447800" cy="469900"/>
        </p:xfrm>
        <a:graphic>
          <a:graphicData uri="http://schemas.openxmlformats.org/presentationml/2006/ole">
            <mc:AlternateContent xmlns:mc="http://schemas.openxmlformats.org/markup-compatibility/2006">
              <mc:Choice xmlns:v="urn:schemas-microsoft-com:vml" Requires="v">
                <p:oleObj name="Equation" r:id="rId4" imgW="34747200" imgH="11277600" progId="Equation.DSMT4">
                  <p:embed/>
                </p:oleObj>
              </mc:Choice>
              <mc:Fallback>
                <p:oleObj name="Equation" r:id="rId4" imgW="34747200" imgH="11277600" progId="Equation.DSMT4">
                  <p:embed/>
                  <p:pic>
                    <p:nvPicPr>
                      <p:cNvPr id="0" name="对象 3"/>
                      <p:cNvPicPr/>
                      <p:nvPr/>
                    </p:nvPicPr>
                    <p:blipFill>
                      <a:blip r:embed="rId5"/>
                      <a:stretch>
                        <a:fillRect/>
                      </a:stretch>
                    </p:blipFill>
                    <p:spPr>
                      <a:xfrm>
                        <a:off x="708059" y="5856763"/>
                        <a:ext cx="1447800" cy="469900"/>
                      </a:xfrm>
                      <a:prstGeom prst="rect">
                        <a:avLst/>
                      </a:prstGeom>
                    </p:spPr>
                  </p:pic>
                </p:oleObj>
              </mc:Fallback>
            </mc:AlternateContent>
          </a:graphicData>
        </a:graphic>
      </p:graphicFrame>
      <p:sp>
        <p:nvSpPr>
          <p:cNvPr id="13" name="文本框 12"/>
          <p:cNvSpPr txBox="1"/>
          <p:nvPr/>
        </p:nvSpPr>
        <p:spPr>
          <a:xfrm>
            <a:off x="86942" y="4272230"/>
            <a:ext cx="1218984" cy="954107"/>
          </a:xfrm>
          <a:prstGeom prst="rect">
            <a:avLst/>
          </a:prstGeom>
          <a:noFill/>
        </p:spPr>
        <p:txBody>
          <a:bodyPr wrap="square">
            <a:spAutoFit/>
          </a:bodyPr>
          <a:lstStyle/>
          <a:p>
            <a:r>
              <a:rPr lang="en-US" altLang="zh-CN" sz="2800" i="1" dirty="0">
                <a:solidFill>
                  <a:srgbClr val="0000FF"/>
                </a:solidFill>
                <a:latin typeface="Times New Roman" panose="02020603050405020304" pitchFamily="18" charset="0"/>
                <a:ea typeface="楷体" panose="02010609060101010101" charset="-122"/>
                <a:cs typeface="Times New Roman" panose="02020603050405020304" pitchFamily="18" charset="0"/>
              </a:rPr>
              <a:t>C</a:t>
            </a:r>
            <a:r>
              <a:rPr lang="zh-CN" altLang="en-US" sz="2800" dirty="0">
                <a:solidFill>
                  <a:srgbClr val="0000FF"/>
                </a:solidFill>
                <a:latin typeface="Times New Roman" panose="02020603050405020304" pitchFamily="18" charset="0"/>
                <a:ea typeface="楷体" panose="02010609060101010101" charset="-122"/>
                <a:cs typeface="Times New Roman" panose="02020603050405020304" pitchFamily="18" charset="0"/>
              </a:rPr>
              <a:t>开路</a:t>
            </a:r>
            <a:r>
              <a:rPr lang="en-US" altLang="zh-CN" sz="2800" i="1" dirty="0">
                <a:solidFill>
                  <a:srgbClr val="0000FF"/>
                </a:solidFill>
                <a:latin typeface="Times New Roman" panose="02020603050405020304" pitchFamily="18" charset="0"/>
                <a:ea typeface="楷体" panose="02010609060101010101" charset="-122"/>
                <a:cs typeface="Times New Roman" panose="02020603050405020304" pitchFamily="18" charset="0"/>
              </a:rPr>
              <a:t>L</a:t>
            </a:r>
            <a:r>
              <a:rPr lang="zh-CN" altLang="en-US" sz="2800" dirty="0">
                <a:solidFill>
                  <a:srgbClr val="0000FF"/>
                </a:solidFill>
                <a:latin typeface="Times New Roman" panose="02020603050405020304" pitchFamily="18" charset="0"/>
                <a:ea typeface="楷体" panose="02010609060101010101" charset="-122"/>
                <a:cs typeface="Times New Roman" panose="02020603050405020304" pitchFamily="18" charset="0"/>
              </a:rPr>
              <a:t>短路</a:t>
            </a:r>
          </a:p>
        </p:txBody>
      </p:sp>
      <p:graphicFrame>
        <p:nvGraphicFramePr>
          <p:cNvPr id="2" name="对象 1"/>
          <p:cNvGraphicFramePr>
            <a:graphicFrameLocks noChangeAspect="1"/>
          </p:cNvGraphicFramePr>
          <p:nvPr/>
        </p:nvGraphicFramePr>
        <p:xfrm>
          <a:off x="2655000" y="5698013"/>
          <a:ext cx="3581400" cy="787400"/>
        </p:xfrm>
        <a:graphic>
          <a:graphicData uri="http://schemas.openxmlformats.org/presentationml/2006/ole">
            <mc:AlternateContent xmlns:mc="http://schemas.openxmlformats.org/markup-compatibility/2006">
              <mc:Choice xmlns:v="urn:schemas-microsoft-com:vml" Requires="v">
                <p:oleObj name="Equation" r:id="rId6" imgW="85953600" imgH="18897600" progId="Equation.DSMT4">
                  <p:embed/>
                </p:oleObj>
              </mc:Choice>
              <mc:Fallback>
                <p:oleObj name="Equation" r:id="rId6" imgW="85953600" imgH="18897600" progId="Equation.DSMT4">
                  <p:embed/>
                  <p:pic>
                    <p:nvPicPr>
                      <p:cNvPr id="0" name="对象 1"/>
                      <p:cNvPicPr/>
                      <p:nvPr/>
                    </p:nvPicPr>
                    <p:blipFill>
                      <a:blip r:embed="rId7"/>
                      <a:stretch>
                        <a:fillRect/>
                      </a:stretch>
                    </p:blipFill>
                    <p:spPr>
                      <a:xfrm>
                        <a:off x="2655000" y="5698013"/>
                        <a:ext cx="3581400" cy="787400"/>
                      </a:xfrm>
                      <a:prstGeom prst="rect">
                        <a:avLst/>
                      </a:prstGeom>
                    </p:spPr>
                  </p:pic>
                </p:oleObj>
              </mc:Fallback>
            </mc:AlternateContent>
          </a:graphicData>
        </a:graphic>
      </p:graphicFrame>
      <p:sp>
        <p:nvSpPr>
          <p:cNvPr id="14" name="Text Box 2"/>
          <p:cNvSpPr txBox="1">
            <a:spLocks noChangeArrowheads="1"/>
          </p:cNvSpPr>
          <p:nvPr/>
        </p:nvSpPr>
        <p:spPr bwMode="auto">
          <a:xfrm>
            <a:off x="936042" y="66229"/>
            <a:ext cx="7823802" cy="954107"/>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spcBef>
                <a:spcPct val="0"/>
              </a:spcBef>
            </a:pPr>
            <a:r>
              <a:rPr kumimoji="1" lang="zh-CN" altLang="en-US" sz="2800" b="1" dirty="0">
                <a:latin typeface="Times New Roman" panose="02020603050405020304" pitchFamily="18" charset="0"/>
                <a:ea typeface="楷体" panose="02010609060101010101" charset="-122"/>
              </a:rPr>
              <a:t>图示电路中各参数已给定，开关</a:t>
            </a:r>
            <a:r>
              <a:rPr kumimoji="1" lang="en-US" altLang="zh-CN" sz="2800" b="1" dirty="0">
                <a:latin typeface="Times New Roman" panose="02020603050405020304" pitchFamily="18" charset="0"/>
                <a:ea typeface="楷体" panose="02010609060101010101" charset="-122"/>
              </a:rPr>
              <a:t>S</a:t>
            </a:r>
            <a:r>
              <a:rPr kumimoji="1" lang="zh-CN" altLang="en-US" sz="2800" b="1" dirty="0">
                <a:latin typeface="Times New Roman" panose="02020603050405020304" pitchFamily="18" charset="0"/>
                <a:ea typeface="楷体" panose="02010609060101010101" charset="-122"/>
              </a:rPr>
              <a:t>打开前电路为稳态，</a:t>
            </a:r>
            <a:r>
              <a:rPr kumimoji="1" lang="en-US" altLang="zh-CN" sz="2800" b="1" i="1" dirty="0">
                <a:latin typeface="Times New Roman" panose="02020603050405020304" pitchFamily="18" charset="0"/>
                <a:ea typeface="楷体" panose="02010609060101010101" charset="-122"/>
              </a:rPr>
              <a:t>t</a:t>
            </a:r>
            <a:r>
              <a:rPr kumimoji="1" lang="en-US" altLang="zh-CN" sz="2800" b="1" dirty="0">
                <a:latin typeface="Times New Roman" panose="02020603050405020304" pitchFamily="18" charset="0"/>
                <a:ea typeface="楷体" panose="02010609060101010101" charset="-122"/>
              </a:rPr>
              <a:t>=0</a:t>
            </a:r>
            <a:r>
              <a:rPr kumimoji="1" lang="zh-CN" altLang="en-US" sz="2800" b="1" dirty="0">
                <a:latin typeface="Times New Roman" panose="02020603050405020304" pitchFamily="18" charset="0"/>
                <a:ea typeface="楷体" panose="02010609060101010101" charset="-122"/>
              </a:rPr>
              <a:t>时开关</a:t>
            </a:r>
            <a:r>
              <a:rPr kumimoji="1" lang="en-US" altLang="zh-CN" sz="2800" b="1" dirty="0">
                <a:latin typeface="Times New Roman" panose="02020603050405020304" pitchFamily="18" charset="0"/>
                <a:ea typeface="楷体" panose="02010609060101010101" charset="-122"/>
              </a:rPr>
              <a:t>S</a:t>
            </a:r>
            <a:r>
              <a:rPr kumimoji="1" lang="zh-CN" altLang="en-US" sz="2800" b="1" dirty="0">
                <a:latin typeface="Times New Roman" panose="02020603050405020304" pitchFamily="18" charset="0"/>
                <a:ea typeface="楷体" panose="02010609060101010101" charset="-122"/>
              </a:rPr>
              <a:t>打开，求开关打开后电压</a:t>
            </a:r>
            <a:r>
              <a:rPr kumimoji="1" lang="en-US" altLang="zh-CN" sz="2800" b="1" i="1" dirty="0">
                <a:latin typeface="Times New Roman" panose="02020603050405020304" pitchFamily="18" charset="0"/>
                <a:ea typeface="楷体" panose="02010609060101010101" charset="-122"/>
              </a:rPr>
              <a:t>u</a:t>
            </a:r>
            <a:r>
              <a:rPr kumimoji="1" lang="en-US" altLang="zh-CN" sz="2800" b="1" dirty="0">
                <a:latin typeface="Times New Roman" panose="02020603050405020304" pitchFamily="18" charset="0"/>
                <a:ea typeface="楷体" panose="02010609060101010101" charset="-122"/>
              </a:rPr>
              <a:t>(t)</a:t>
            </a:r>
            <a:r>
              <a:rPr kumimoji="1" lang="zh-CN" altLang="en-US" sz="2800" b="1" dirty="0">
                <a:latin typeface="Times New Roman" panose="02020603050405020304" pitchFamily="18" charset="0"/>
                <a:ea typeface="楷体" panose="02010609060101010101" charset="-122"/>
              </a:rPr>
              <a:t>。</a:t>
            </a:r>
          </a:p>
        </p:txBody>
      </p:sp>
      <p:sp>
        <p:nvSpPr>
          <p:cNvPr id="15" name="文本框 14"/>
          <p:cNvSpPr txBox="1"/>
          <p:nvPr/>
        </p:nvSpPr>
        <p:spPr>
          <a:xfrm>
            <a:off x="204003" y="101670"/>
            <a:ext cx="732039"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6</a:t>
            </a:r>
            <a:endParaRPr lang="zh-CN" altLang="en-US" sz="2800" b="1" dirty="0">
              <a:solidFill>
                <a:srgbClr val="FF0000"/>
              </a:solidFill>
            </a:endParaRPr>
          </a:p>
        </p:txBody>
      </p:sp>
      <p:graphicFrame>
        <p:nvGraphicFramePr>
          <p:cNvPr id="16" name="对象 15"/>
          <p:cNvGraphicFramePr>
            <a:graphicFrameLocks noChangeAspect="1"/>
          </p:cNvGraphicFramePr>
          <p:nvPr/>
        </p:nvGraphicFramePr>
        <p:xfrm>
          <a:off x="1088020" y="928409"/>
          <a:ext cx="7119938" cy="2360613"/>
        </p:xfrm>
        <a:graphic>
          <a:graphicData uri="http://schemas.openxmlformats.org/presentationml/2006/ole">
            <mc:AlternateContent xmlns:mc="http://schemas.openxmlformats.org/markup-compatibility/2006">
              <mc:Choice xmlns:v="urn:schemas-microsoft-com:vml" Requires="v">
                <p:oleObj name="Visio" r:id="rId8" imgW="3667125" imgH="1216025" progId="Visio.Drawing.15">
                  <p:embed/>
                </p:oleObj>
              </mc:Choice>
              <mc:Fallback>
                <p:oleObj name="Visio" r:id="rId8" imgW="3667125" imgH="1216025" progId="Visio.Drawing.15">
                  <p:embed/>
                  <p:pic>
                    <p:nvPicPr>
                      <p:cNvPr id="0" name="对象 5"/>
                      <p:cNvPicPr/>
                      <p:nvPr/>
                    </p:nvPicPr>
                    <p:blipFill>
                      <a:blip r:embed="rId9"/>
                      <a:stretch>
                        <a:fillRect/>
                      </a:stretch>
                    </p:blipFill>
                    <p:spPr>
                      <a:xfrm>
                        <a:off x="1088020" y="928409"/>
                        <a:ext cx="7119938" cy="2360613"/>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6602904" y="5856763"/>
          <a:ext cx="1295400" cy="469900"/>
        </p:xfrm>
        <a:graphic>
          <a:graphicData uri="http://schemas.openxmlformats.org/presentationml/2006/ole">
            <mc:AlternateContent xmlns:mc="http://schemas.openxmlformats.org/markup-compatibility/2006">
              <mc:Choice xmlns:v="urn:schemas-microsoft-com:vml" Requires="v">
                <p:oleObj name="Equation" r:id="rId10" imgW="31089600" imgH="11277600" progId="Equation.DSMT4">
                  <p:embed/>
                </p:oleObj>
              </mc:Choice>
              <mc:Fallback>
                <p:oleObj name="Equation" r:id="rId10" imgW="31089600" imgH="11277600" progId="Equation.DSMT4">
                  <p:embed/>
                  <p:pic>
                    <p:nvPicPr>
                      <p:cNvPr id="0" name="图片 35129"/>
                      <p:cNvPicPr/>
                      <p:nvPr/>
                    </p:nvPicPr>
                    <p:blipFill>
                      <a:blip r:embed="rId11"/>
                      <a:stretch>
                        <a:fillRect/>
                      </a:stretch>
                    </p:blipFill>
                    <p:spPr>
                      <a:xfrm>
                        <a:off x="6602904" y="5856763"/>
                        <a:ext cx="1295400" cy="469900"/>
                      </a:xfrm>
                      <a:prstGeom prst="rect">
                        <a:avLst/>
                      </a:prstGeom>
                    </p:spPr>
                  </p:pic>
                </p:oleObj>
              </mc:Fallback>
            </mc:AlternateContent>
          </a:graphicData>
        </a:graphic>
      </p:graphicFrame>
      <p:cxnSp>
        <p:nvCxnSpPr>
          <p:cNvPr id="7" name="直接连接符 6"/>
          <p:cNvCxnSpPr/>
          <p:nvPr/>
        </p:nvCxnSpPr>
        <p:spPr>
          <a:xfrm>
            <a:off x="6538365" y="6091713"/>
            <a:ext cx="135993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8" name="对象 7"/>
          <p:cNvGraphicFramePr>
            <a:graphicFrameLocks noChangeAspect="1"/>
          </p:cNvGraphicFramePr>
          <p:nvPr/>
        </p:nvGraphicFramePr>
        <p:xfrm>
          <a:off x="5108119" y="3406856"/>
          <a:ext cx="3479800" cy="520700"/>
        </p:xfrm>
        <a:graphic>
          <a:graphicData uri="http://schemas.openxmlformats.org/presentationml/2006/ole">
            <mc:AlternateContent xmlns:mc="http://schemas.openxmlformats.org/markup-compatibility/2006">
              <mc:Choice xmlns:v="urn:schemas-microsoft-com:vml" Requires="v">
                <p:oleObj name="Equation" r:id="rId12" imgW="83515200" imgH="12496800" progId="Equation.DSMT4">
                  <p:embed/>
                </p:oleObj>
              </mc:Choice>
              <mc:Fallback>
                <p:oleObj name="Equation" r:id="rId12" imgW="83515200" imgH="12496800" progId="Equation.DSMT4">
                  <p:embed/>
                  <p:pic>
                    <p:nvPicPr>
                      <p:cNvPr id="0" name="图片 35130"/>
                      <p:cNvPicPr/>
                      <p:nvPr/>
                    </p:nvPicPr>
                    <p:blipFill>
                      <a:blip r:embed="rId13"/>
                      <a:stretch>
                        <a:fillRect/>
                      </a:stretch>
                    </p:blipFill>
                    <p:spPr>
                      <a:xfrm>
                        <a:off x="5108119" y="3406856"/>
                        <a:ext cx="3479800" cy="5207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arn(inVertical)">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left)">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963321" y="115302"/>
          <a:ext cx="7119938" cy="2360613"/>
        </p:xfrm>
        <a:graphic>
          <a:graphicData uri="http://schemas.openxmlformats.org/presentationml/2006/ole">
            <mc:AlternateContent xmlns:mc="http://schemas.openxmlformats.org/markup-compatibility/2006">
              <mc:Choice xmlns:v="urn:schemas-microsoft-com:vml" Requires="v">
                <p:oleObj name="Visio" r:id="rId3" imgW="3667125" imgH="1216025" progId="Visio.Drawing.15">
                  <p:embed/>
                </p:oleObj>
              </mc:Choice>
              <mc:Fallback>
                <p:oleObj name="Visio" r:id="rId3" imgW="3667125" imgH="1216025" progId="Visio.Drawing.15">
                  <p:embed/>
                  <p:pic>
                    <p:nvPicPr>
                      <p:cNvPr id="0" name="对象 5"/>
                      <p:cNvPicPr/>
                      <p:nvPr/>
                    </p:nvPicPr>
                    <p:blipFill>
                      <a:blip r:embed="rId4"/>
                      <a:stretch>
                        <a:fillRect/>
                      </a:stretch>
                    </p:blipFill>
                    <p:spPr>
                      <a:xfrm>
                        <a:off x="963321" y="115302"/>
                        <a:ext cx="7119938" cy="2360613"/>
                      </a:xfrm>
                      <a:prstGeom prst="rect">
                        <a:avLst/>
                      </a:prstGeom>
                    </p:spPr>
                  </p:pic>
                </p:oleObj>
              </mc:Fallback>
            </mc:AlternateContent>
          </a:graphicData>
        </a:graphic>
      </p:graphicFrame>
      <p:sp>
        <p:nvSpPr>
          <p:cNvPr id="4" name="文本框 3"/>
          <p:cNvSpPr txBox="1"/>
          <p:nvPr/>
        </p:nvSpPr>
        <p:spPr>
          <a:xfrm>
            <a:off x="288809" y="2891900"/>
            <a:ext cx="4920865" cy="523220"/>
          </a:xfrm>
          <a:prstGeom prst="rect">
            <a:avLst/>
          </a:prstGeom>
          <a:noFill/>
        </p:spPr>
        <p:txBody>
          <a:bodyPr wrap="square">
            <a:spAutoFit/>
          </a:bodyPr>
          <a:lstStyle/>
          <a:p>
            <a:r>
              <a:rPr lang="zh-CN" altLang="en-US" sz="2800" dirty="0">
                <a:solidFill>
                  <a:srgbClr val="3333CC"/>
                </a:solidFill>
                <a:latin typeface="楷体" panose="02010609060101010101" charset="-122"/>
                <a:ea typeface="楷体" panose="02010609060101010101" charset="-122"/>
                <a:cs typeface="Times New Roman" panose="02020603050405020304" pitchFamily="18" charset="0"/>
              </a:rPr>
              <a:t>开关打开后：暂态电路</a:t>
            </a:r>
          </a:p>
        </p:txBody>
      </p:sp>
      <p:sp>
        <p:nvSpPr>
          <p:cNvPr id="8" name="矩形 7"/>
          <p:cNvSpPr/>
          <p:nvPr/>
        </p:nvSpPr>
        <p:spPr>
          <a:xfrm>
            <a:off x="963321" y="436136"/>
            <a:ext cx="3368300" cy="2039779"/>
          </a:xfrm>
          <a:prstGeom prst="rect">
            <a:avLst/>
          </a:prstGeom>
          <a:solidFill>
            <a:srgbClr val="4472C4">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714959" y="436135"/>
            <a:ext cx="3368300" cy="2039779"/>
          </a:xfrm>
          <a:prstGeom prst="rect">
            <a:avLst/>
          </a:prstGeom>
          <a:solidFill>
            <a:srgbClr val="F4B183">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548572" y="2443451"/>
            <a:ext cx="2197797" cy="523220"/>
          </a:xfrm>
          <a:prstGeom prst="rect">
            <a:avLst/>
          </a:prstGeom>
          <a:noFill/>
        </p:spPr>
        <p:txBody>
          <a:bodyPr wrap="square">
            <a:spAutoFit/>
          </a:bodyPr>
          <a:lstStyle/>
          <a:p>
            <a:pPr algn="ctr"/>
            <a:r>
              <a:rPr lang="zh-CN" altLang="en-US" sz="2800" b="1" dirty="0">
                <a:solidFill>
                  <a:srgbClr val="FF0000"/>
                </a:solidFill>
                <a:latin typeface="楷体" panose="02010609060101010101" charset="-122"/>
                <a:ea typeface="楷体" panose="02010609060101010101" charset="-122"/>
                <a:cs typeface="Times New Roman" panose="02020603050405020304" pitchFamily="18" charset="0"/>
              </a:rPr>
              <a:t>零状态响应</a:t>
            </a:r>
          </a:p>
        </p:txBody>
      </p:sp>
      <p:sp>
        <p:nvSpPr>
          <p:cNvPr id="11" name="文本框 10"/>
          <p:cNvSpPr txBox="1"/>
          <p:nvPr/>
        </p:nvSpPr>
        <p:spPr>
          <a:xfrm>
            <a:off x="5270859" y="2443451"/>
            <a:ext cx="2197797" cy="523220"/>
          </a:xfrm>
          <a:prstGeom prst="rect">
            <a:avLst/>
          </a:prstGeom>
          <a:noFill/>
        </p:spPr>
        <p:txBody>
          <a:bodyPr wrap="square">
            <a:spAutoFit/>
          </a:bodyPr>
          <a:lstStyle/>
          <a:p>
            <a:pPr algn="ctr"/>
            <a:r>
              <a:rPr lang="zh-CN" altLang="en-US" sz="2800" b="1" dirty="0">
                <a:solidFill>
                  <a:srgbClr val="FF0000"/>
                </a:solidFill>
                <a:latin typeface="楷体" panose="02010609060101010101" charset="-122"/>
                <a:ea typeface="楷体" panose="02010609060101010101" charset="-122"/>
                <a:cs typeface="Times New Roman" panose="02020603050405020304" pitchFamily="18" charset="0"/>
              </a:rPr>
              <a:t>全响应</a:t>
            </a:r>
          </a:p>
        </p:txBody>
      </p:sp>
      <p:graphicFrame>
        <p:nvGraphicFramePr>
          <p:cNvPr id="12" name="对象 11"/>
          <p:cNvGraphicFramePr>
            <a:graphicFrameLocks noChangeAspect="1"/>
          </p:cNvGraphicFramePr>
          <p:nvPr/>
        </p:nvGraphicFramePr>
        <p:xfrm>
          <a:off x="560297" y="3513627"/>
          <a:ext cx="2705100" cy="469900"/>
        </p:xfrm>
        <a:graphic>
          <a:graphicData uri="http://schemas.openxmlformats.org/presentationml/2006/ole">
            <mc:AlternateContent xmlns:mc="http://schemas.openxmlformats.org/markup-compatibility/2006">
              <mc:Choice xmlns:v="urn:schemas-microsoft-com:vml" Requires="v">
                <p:oleObj name="Equation" r:id="rId5" imgW="64922400" imgH="11277600" progId="Equation.DSMT4">
                  <p:embed/>
                </p:oleObj>
              </mc:Choice>
              <mc:Fallback>
                <p:oleObj name="Equation" r:id="rId5" imgW="64922400" imgH="11277600" progId="Equation.DSMT4">
                  <p:embed/>
                  <p:pic>
                    <p:nvPicPr>
                      <p:cNvPr id="0" name="对象 5"/>
                      <p:cNvPicPr/>
                      <p:nvPr/>
                    </p:nvPicPr>
                    <p:blipFill>
                      <a:blip r:embed="rId6"/>
                      <a:stretch>
                        <a:fillRect/>
                      </a:stretch>
                    </p:blipFill>
                    <p:spPr>
                      <a:xfrm>
                        <a:off x="560297" y="3513627"/>
                        <a:ext cx="2705100" cy="4699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4702772" y="3513627"/>
          <a:ext cx="2832100" cy="469900"/>
        </p:xfrm>
        <a:graphic>
          <a:graphicData uri="http://schemas.openxmlformats.org/presentationml/2006/ole">
            <mc:AlternateContent xmlns:mc="http://schemas.openxmlformats.org/markup-compatibility/2006">
              <mc:Choice xmlns:v="urn:schemas-microsoft-com:vml" Requires="v">
                <p:oleObj name="Equation" r:id="rId7" imgW="67970400" imgH="11277600" progId="Equation.DSMT4">
                  <p:embed/>
                </p:oleObj>
              </mc:Choice>
              <mc:Fallback>
                <p:oleObj name="Equation" r:id="rId7" imgW="67970400" imgH="11277600" progId="Equation.DSMT4">
                  <p:embed/>
                  <p:pic>
                    <p:nvPicPr>
                      <p:cNvPr id="0" name="对象 6"/>
                      <p:cNvPicPr/>
                      <p:nvPr/>
                    </p:nvPicPr>
                    <p:blipFill>
                      <a:blip r:embed="rId8"/>
                      <a:stretch>
                        <a:fillRect/>
                      </a:stretch>
                    </p:blipFill>
                    <p:spPr>
                      <a:xfrm>
                        <a:off x="4702772" y="3513627"/>
                        <a:ext cx="2832100" cy="4699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560297" y="4015895"/>
          <a:ext cx="3086100" cy="787400"/>
        </p:xfrm>
        <a:graphic>
          <a:graphicData uri="http://schemas.openxmlformats.org/presentationml/2006/ole">
            <mc:AlternateContent xmlns:mc="http://schemas.openxmlformats.org/markup-compatibility/2006">
              <mc:Choice xmlns:v="urn:schemas-microsoft-com:vml" Requires="v">
                <p:oleObj name="Equation" r:id="rId9" imgW="74066400" imgH="18897600" progId="Equation.DSMT4">
                  <p:embed/>
                </p:oleObj>
              </mc:Choice>
              <mc:Fallback>
                <p:oleObj name="Equation" r:id="rId9" imgW="74066400" imgH="18897600" progId="Equation.DSMT4">
                  <p:embed/>
                  <p:pic>
                    <p:nvPicPr>
                      <p:cNvPr id="0" name="图片 29882"/>
                      <p:cNvPicPr/>
                      <p:nvPr/>
                    </p:nvPicPr>
                    <p:blipFill>
                      <a:blip r:embed="rId10"/>
                      <a:stretch>
                        <a:fillRect/>
                      </a:stretch>
                    </p:blipFill>
                    <p:spPr>
                      <a:xfrm>
                        <a:off x="560297" y="4015895"/>
                        <a:ext cx="3086100" cy="7874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560297" y="4942030"/>
          <a:ext cx="3314700" cy="787400"/>
        </p:xfrm>
        <a:graphic>
          <a:graphicData uri="http://schemas.openxmlformats.org/presentationml/2006/ole">
            <mc:AlternateContent xmlns:mc="http://schemas.openxmlformats.org/markup-compatibility/2006">
              <mc:Choice xmlns:v="urn:schemas-microsoft-com:vml" Requires="v">
                <p:oleObj name="Equation" r:id="rId11" imgW="79552800" imgH="18897600" progId="Equation.DSMT4">
                  <p:embed/>
                </p:oleObj>
              </mc:Choice>
              <mc:Fallback>
                <p:oleObj name="Equation" r:id="rId11" imgW="79552800" imgH="18897600" progId="Equation.DSMT4">
                  <p:embed/>
                  <p:pic>
                    <p:nvPicPr>
                      <p:cNvPr id="0" name="图片 29883"/>
                      <p:cNvPicPr/>
                      <p:nvPr/>
                    </p:nvPicPr>
                    <p:blipFill>
                      <a:blip r:embed="rId12"/>
                      <a:stretch>
                        <a:fillRect/>
                      </a:stretch>
                    </p:blipFill>
                    <p:spPr>
                      <a:xfrm>
                        <a:off x="560297" y="4942030"/>
                        <a:ext cx="3314700" cy="78740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551625" y="5905500"/>
          <a:ext cx="3149600" cy="546100"/>
        </p:xfrm>
        <a:graphic>
          <a:graphicData uri="http://schemas.openxmlformats.org/presentationml/2006/ole">
            <mc:AlternateContent xmlns:mc="http://schemas.openxmlformats.org/markup-compatibility/2006">
              <mc:Choice xmlns:v="urn:schemas-microsoft-com:vml" Requires="v">
                <p:oleObj name="Equation" r:id="rId13" imgW="75590400" imgH="13106400" progId="Equation.DSMT4">
                  <p:embed/>
                </p:oleObj>
              </mc:Choice>
              <mc:Fallback>
                <p:oleObj name="Equation" r:id="rId13" imgW="75590400" imgH="13106400" progId="Equation.DSMT4">
                  <p:embed/>
                  <p:pic>
                    <p:nvPicPr>
                      <p:cNvPr id="0" name="图片 29884"/>
                      <p:cNvPicPr/>
                      <p:nvPr/>
                    </p:nvPicPr>
                    <p:blipFill>
                      <a:blip r:embed="rId14"/>
                      <a:stretch>
                        <a:fillRect/>
                      </a:stretch>
                    </p:blipFill>
                    <p:spPr>
                      <a:xfrm>
                        <a:off x="551625" y="5905500"/>
                        <a:ext cx="3149600" cy="54610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4702772" y="4015895"/>
          <a:ext cx="2997200" cy="787400"/>
        </p:xfrm>
        <a:graphic>
          <a:graphicData uri="http://schemas.openxmlformats.org/presentationml/2006/ole">
            <mc:AlternateContent xmlns:mc="http://schemas.openxmlformats.org/markup-compatibility/2006">
              <mc:Choice xmlns:v="urn:schemas-microsoft-com:vml" Requires="v">
                <p:oleObj name="Equation" r:id="rId15" imgW="71932800" imgH="18897600" progId="Equation.DSMT4">
                  <p:embed/>
                </p:oleObj>
              </mc:Choice>
              <mc:Fallback>
                <p:oleObj name="Equation" r:id="rId15" imgW="71932800" imgH="18897600" progId="Equation.DSMT4">
                  <p:embed/>
                  <p:pic>
                    <p:nvPicPr>
                      <p:cNvPr id="0" name="对象 14"/>
                      <p:cNvPicPr/>
                      <p:nvPr/>
                    </p:nvPicPr>
                    <p:blipFill>
                      <a:blip r:embed="rId16"/>
                      <a:stretch>
                        <a:fillRect/>
                      </a:stretch>
                    </p:blipFill>
                    <p:spPr>
                      <a:xfrm>
                        <a:off x="4702772" y="4015895"/>
                        <a:ext cx="2997200" cy="787400"/>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4700056" y="4878530"/>
          <a:ext cx="2768600" cy="914400"/>
        </p:xfrm>
        <a:graphic>
          <a:graphicData uri="http://schemas.openxmlformats.org/presentationml/2006/ole">
            <mc:AlternateContent xmlns:mc="http://schemas.openxmlformats.org/markup-compatibility/2006">
              <mc:Choice xmlns:v="urn:schemas-microsoft-com:vml" Requires="v">
                <p:oleObj name="Equation" r:id="rId17" imgW="66446400" imgH="21945600" progId="Equation.DSMT4">
                  <p:embed/>
                </p:oleObj>
              </mc:Choice>
              <mc:Fallback>
                <p:oleObj name="Equation" r:id="rId17" imgW="66446400" imgH="21945600" progId="Equation.DSMT4">
                  <p:embed/>
                  <p:pic>
                    <p:nvPicPr>
                      <p:cNvPr id="0" name="对象 15"/>
                      <p:cNvPicPr/>
                      <p:nvPr/>
                    </p:nvPicPr>
                    <p:blipFill>
                      <a:blip r:embed="rId18"/>
                      <a:stretch>
                        <a:fillRect/>
                      </a:stretch>
                    </p:blipFill>
                    <p:spPr>
                      <a:xfrm>
                        <a:off x="4700056" y="4878530"/>
                        <a:ext cx="2768600" cy="914400"/>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4560888" y="5905500"/>
          <a:ext cx="3835400" cy="546100"/>
        </p:xfrm>
        <a:graphic>
          <a:graphicData uri="http://schemas.openxmlformats.org/presentationml/2006/ole">
            <mc:AlternateContent xmlns:mc="http://schemas.openxmlformats.org/markup-compatibility/2006">
              <mc:Choice xmlns:v="urn:schemas-microsoft-com:vml" Requires="v">
                <p:oleObj name="Equation" r:id="rId19" imgW="92049600" imgH="13106400" progId="Equation.DSMT4">
                  <p:embed/>
                </p:oleObj>
              </mc:Choice>
              <mc:Fallback>
                <p:oleObj name="Equation" r:id="rId19" imgW="92049600" imgH="13106400" progId="Equation.DSMT4">
                  <p:embed/>
                  <p:pic>
                    <p:nvPicPr>
                      <p:cNvPr id="0" name="图片 29887"/>
                      <p:cNvPicPr/>
                      <p:nvPr/>
                    </p:nvPicPr>
                    <p:blipFill>
                      <a:blip r:embed="rId20"/>
                      <a:stretch>
                        <a:fillRect/>
                      </a:stretch>
                    </p:blipFill>
                    <p:spPr>
                      <a:xfrm>
                        <a:off x="4560888" y="5905500"/>
                        <a:ext cx="3835400" cy="5461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arn(inVertic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left)">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P spid="9" grpId="0" animBg="1"/>
      <p:bldP spid="10" grpId="0"/>
      <p:bldP spid="11"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963321" y="115302"/>
          <a:ext cx="7119938" cy="2360613"/>
        </p:xfrm>
        <a:graphic>
          <a:graphicData uri="http://schemas.openxmlformats.org/presentationml/2006/ole">
            <mc:AlternateContent xmlns:mc="http://schemas.openxmlformats.org/markup-compatibility/2006">
              <mc:Choice xmlns:v="urn:schemas-microsoft-com:vml" Requires="v">
                <p:oleObj name="Visio" r:id="rId2" imgW="3667125" imgH="1216025" progId="Visio.Drawing.15">
                  <p:embed/>
                </p:oleObj>
              </mc:Choice>
              <mc:Fallback>
                <p:oleObj name="Visio" r:id="rId2" imgW="3667125" imgH="1216025" progId="Visio.Drawing.15">
                  <p:embed/>
                  <p:pic>
                    <p:nvPicPr>
                      <p:cNvPr id="0" name="对象 2"/>
                      <p:cNvPicPr/>
                      <p:nvPr/>
                    </p:nvPicPr>
                    <p:blipFill>
                      <a:blip r:embed="rId3"/>
                      <a:stretch>
                        <a:fillRect/>
                      </a:stretch>
                    </p:blipFill>
                    <p:spPr>
                      <a:xfrm>
                        <a:off x="963321" y="115302"/>
                        <a:ext cx="7119938" cy="2360613"/>
                      </a:xfrm>
                      <a:prstGeom prst="rect">
                        <a:avLst/>
                      </a:prstGeom>
                    </p:spPr>
                  </p:pic>
                </p:oleObj>
              </mc:Fallback>
            </mc:AlternateContent>
          </a:graphicData>
        </a:graphic>
      </p:graphicFrame>
      <p:sp>
        <p:nvSpPr>
          <p:cNvPr id="8" name="矩形 7"/>
          <p:cNvSpPr/>
          <p:nvPr/>
        </p:nvSpPr>
        <p:spPr>
          <a:xfrm>
            <a:off x="963321" y="436136"/>
            <a:ext cx="3368300" cy="2039779"/>
          </a:xfrm>
          <a:prstGeom prst="rect">
            <a:avLst/>
          </a:prstGeom>
          <a:solidFill>
            <a:srgbClr val="4472C4">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714959" y="436135"/>
            <a:ext cx="3368300" cy="2039779"/>
          </a:xfrm>
          <a:prstGeom prst="rect">
            <a:avLst/>
          </a:prstGeom>
          <a:solidFill>
            <a:srgbClr val="F4B183">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548572" y="2443451"/>
            <a:ext cx="2197797" cy="523220"/>
          </a:xfrm>
          <a:prstGeom prst="rect">
            <a:avLst/>
          </a:prstGeom>
          <a:noFill/>
        </p:spPr>
        <p:txBody>
          <a:bodyPr wrap="square">
            <a:spAutoFit/>
          </a:bodyPr>
          <a:lstStyle/>
          <a:p>
            <a:pPr algn="ctr"/>
            <a:r>
              <a:rPr lang="zh-CN" altLang="en-US" sz="2800" b="1" dirty="0">
                <a:solidFill>
                  <a:srgbClr val="FF0000"/>
                </a:solidFill>
                <a:latin typeface="楷体" panose="02010609060101010101" charset="-122"/>
                <a:ea typeface="楷体" panose="02010609060101010101" charset="-122"/>
                <a:cs typeface="Times New Roman" panose="02020603050405020304" pitchFamily="18" charset="0"/>
              </a:rPr>
              <a:t>零状态响应</a:t>
            </a:r>
          </a:p>
        </p:txBody>
      </p:sp>
      <p:sp>
        <p:nvSpPr>
          <p:cNvPr id="11" name="文本框 10"/>
          <p:cNvSpPr txBox="1"/>
          <p:nvPr/>
        </p:nvSpPr>
        <p:spPr>
          <a:xfrm>
            <a:off x="5270859" y="2443451"/>
            <a:ext cx="2197797" cy="523220"/>
          </a:xfrm>
          <a:prstGeom prst="rect">
            <a:avLst/>
          </a:prstGeom>
          <a:noFill/>
        </p:spPr>
        <p:txBody>
          <a:bodyPr wrap="square">
            <a:spAutoFit/>
          </a:bodyPr>
          <a:lstStyle/>
          <a:p>
            <a:pPr algn="ctr"/>
            <a:r>
              <a:rPr lang="zh-CN" altLang="en-US" sz="2800" b="1" dirty="0">
                <a:solidFill>
                  <a:srgbClr val="FF0000"/>
                </a:solidFill>
                <a:latin typeface="楷体" panose="02010609060101010101" charset="-122"/>
                <a:ea typeface="楷体" panose="02010609060101010101" charset="-122"/>
                <a:cs typeface="Times New Roman" panose="02020603050405020304" pitchFamily="18" charset="0"/>
              </a:rPr>
              <a:t>全响应</a:t>
            </a:r>
          </a:p>
        </p:txBody>
      </p:sp>
      <p:graphicFrame>
        <p:nvGraphicFramePr>
          <p:cNvPr id="18" name="对象 17"/>
          <p:cNvGraphicFramePr>
            <a:graphicFrameLocks noChangeAspect="1"/>
          </p:cNvGraphicFramePr>
          <p:nvPr/>
        </p:nvGraphicFramePr>
        <p:xfrm>
          <a:off x="600335" y="3017471"/>
          <a:ext cx="3149600" cy="546100"/>
        </p:xfrm>
        <a:graphic>
          <a:graphicData uri="http://schemas.openxmlformats.org/presentationml/2006/ole">
            <mc:AlternateContent xmlns:mc="http://schemas.openxmlformats.org/markup-compatibility/2006">
              <mc:Choice xmlns:v="urn:schemas-microsoft-com:vml" Requires="v">
                <p:oleObj name="Equation" r:id="rId4" imgW="75590400" imgH="13106400" progId="Equation.DSMT4">
                  <p:embed/>
                </p:oleObj>
              </mc:Choice>
              <mc:Fallback>
                <p:oleObj name="Equation" r:id="rId4" imgW="75590400" imgH="13106400" progId="Equation.DSMT4">
                  <p:embed/>
                  <p:pic>
                    <p:nvPicPr>
                      <p:cNvPr id="0" name="对象 17"/>
                      <p:cNvPicPr/>
                      <p:nvPr/>
                    </p:nvPicPr>
                    <p:blipFill>
                      <a:blip r:embed="rId5"/>
                      <a:stretch>
                        <a:fillRect/>
                      </a:stretch>
                    </p:blipFill>
                    <p:spPr>
                      <a:xfrm>
                        <a:off x="600335" y="3017471"/>
                        <a:ext cx="3149600" cy="546100"/>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4610100" y="3017838"/>
          <a:ext cx="3835400" cy="546100"/>
        </p:xfrm>
        <a:graphic>
          <a:graphicData uri="http://schemas.openxmlformats.org/presentationml/2006/ole">
            <mc:AlternateContent xmlns:mc="http://schemas.openxmlformats.org/markup-compatibility/2006">
              <mc:Choice xmlns:v="urn:schemas-microsoft-com:vml" Requires="v">
                <p:oleObj name="Equation" r:id="rId6" imgW="92049600" imgH="13106400" progId="Equation.DSMT4">
                  <p:embed/>
                </p:oleObj>
              </mc:Choice>
              <mc:Fallback>
                <p:oleObj name="Equation" r:id="rId6" imgW="92049600" imgH="13106400" progId="Equation.DSMT4">
                  <p:embed/>
                  <p:pic>
                    <p:nvPicPr>
                      <p:cNvPr id="0" name="对象 23"/>
                      <p:cNvPicPr/>
                      <p:nvPr/>
                    </p:nvPicPr>
                    <p:blipFill>
                      <a:blip r:embed="rId7"/>
                      <a:stretch>
                        <a:fillRect/>
                      </a:stretch>
                    </p:blipFill>
                    <p:spPr>
                      <a:xfrm>
                        <a:off x="4610100" y="3017838"/>
                        <a:ext cx="3835400" cy="5461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2396490" y="3758565"/>
          <a:ext cx="3035300" cy="469900"/>
        </p:xfrm>
        <a:graphic>
          <a:graphicData uri="http://schemas.openxmlformats.org/presentationml/2006/ole">
            <mc:AlternateContent xmlns:mc="http://schemas.openxmlformats.org/markup-compatibility/2006">
              <mc:Choice xmlns:v="urn:schemas-microsoft-com:vml" Requires="v">
                <p:oleObj name="Equation" r:id="rId8" imgW="72847200" imgH="11277600" progId="Equation.DSMT4">
                  <p:embed/>
                </p:oleObj>
              </mc:Choice>
              <mc:Fallback>
                <p:oleObj name="Equation" r:id="rId8" imgW="72847200" imgH="11277600" progId="Equation.DSMT4">
                  <p:embed/>
                  <p:pic>
                    <p:nvPicPr>
                      <p:cNvPr id="0" name="图片 33865"/>
                      <p:cNvPicPr/>
                      <p:nvPr/>
                    </p:nvPicPr>
                    <p:blipFill>
                      <a:blip r:embed="rId9"/>
                      <a:stretch>
                        <a:fillRect/>
                      </a:stretch>
                    </p:blipFill>
                    <p:spPr>
                      <a:xfrm>
                        <a:off x="2396490" y="3758565"/>
                        <a:ext cx="3035300" cy="4699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416300" y="4427121"/>
          <a:ext cx="2387600" cy="838200"/>
        </p:xfrm>
        <a:graphic>
          <a:graphicData uri="http://schemas.openxmlformats.org/presentationml/2006/ole">
            <mc:AlternateContent xmlns:mc="http://schemas.openxmlformats.org/markup-compatibility/2006">
              <mc:Choice xmlns:v="urn:schemas-microsoft-com:vml" Requires="v">
                <p:oleObj name="Equation" r:id="rId10" imgW="57302400" imgH="20116800" progId="Equation.DSMT4">
                  <p:embed/>
                </p:oleObj>
              </mc:Choice>
              <mc:Fallback>
                <p:oleObj name="Equation" r:id="rId10" imgW="57302400" imgH="20116800" progId="Equation.DSMT4">
                  <p:embed/>
                  <p:pic>
                    <p:nvPicPr>
                      <p:cNvPr id="0" name="图片 33866"/>
                      <p:cNvPicPr/>
                      <p:nvPr/>
                    </p:nvPicPr>
                    <p:blipFill>
                      <a:blip r:embed="rId11"/>
                      <a:stretch>
                        <a:fillRect/>
                      </a:stretch>
                    </p:blipFill>
                    <p:spPr>
                      <a:xfrm>
                        <a:off x="3416300" y="4427121"/>
                        <a:ext cx="2387600" cy="8382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416300" y="5463977"/>
          <a:ext cx="3048000" cy="546100"/>
        </p:xfrm>
        <a:graphic>
          <a:graphicData uri="http://schemas.openxmlformats.org/presentationml/2006/ole">
            <mc:AlternateContent xmlns:mc="http://schemas.openxmlformats.org/markup-compatibility/2006">
              <mc:Choice xmlns:v="urn:schemas-microsoft-com:vml" Requires="v">
                <p:oleObj name="Equation" r:id="rId12" imgW="73152000" imgH="13106400" progId="Equation.DSMT4">
                  <p:embed/>
                </p:oleObj>
              </mc:Choice>
              <mc:Fallback>
                <p:oleObj name="Equation" r:id="rId12" imgW="73152000" imgH="13106400" progId="Equation.DSMT4">
                  <p:embed/>
                  <p:pic>
                    <p:nvPicPr>
                      <p:cNvPr id="0" name="图片 33867"/>
                      <p:cNvPicPr/>
                      <p:nvPr/>
                    </p:nvPicPr>
                    <p:blipFill>
                      <a:blip r:embed="rId13"/>
                      <a:stretch>
                        <a:fillRect/>
                      </a:stretch>
                    </p:blipFill>
                    <p:spPr>
                      <a:xfrm>
                        <a:off x="3416300" y="5463977"/>
                        <a:ext cx="3048000" cy="5461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6313" y="2002195"/>
            <a:ext cx="7767687" cy="1938992"/>
          </a:xfrm>
          <a:prstGeom prst="rect">
            <a:avLst/>
          </a:prstGeom>
          <a:noFill/>
        </p:spPr>
        <p:txBody>
          <a:bodyPr wrap="square" rtlCol="0">
            <a:spAutoFit/>
          </a:bodyPr>
          <a:lstStyle/>
          <a:p>
            <a:r>
              <a:rPr lang="zh-CN" altLang="en-US" sz="6000" dirty="0">
                <a:latin typeface="华文行楷" panose="02010800040101010101" charset="-122"/>
                <a:ea typeface="华文行楷" panose="02010800040101010101" charset="-122"/>
              </a:rPr>
              <a:t>三、第</a:t>
            </a:r>
            <a:r>
              <a:rPr lang="en-US" altLang="zh-CN" sz="6000" dirty="0">
                <a:latin typeface="华文行楷" panose="02010800040101010101" charset="-122"/>
                <a:ea typeface="华文行楷" panose="02010800040101010101" charset="-122"/>
              </a:rPr>
              <a:t>10</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11</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12</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13</a:t>
            </a:r>
            <a:r>
              <a:rPr lang="zh-CN" altLang="en-US" sz="6000" dirty="0">
                <a:latin typeface="华文行楷" panose="02010800040101010101" charset="-122"/>
                <a:ea typeface="华文行楷" panose="02010800040101010101" charset="-122"/>
              </a:rPr>
              <a:t>章     </a:t>
            </a:r>
            <a:endParaRPr lang="en-US" altLang="zh-CN" sz="6000" dirty="0">
              <a:latin typeface="华文行楷" panose="02010800040101010101" charset="-122"/>
              <a:ea typeface="华文行楷" panose="02010800040101010101" charset="-122"/>
            </a:endParaRPr>
          </a:p>
          <a:p>
            <a:r>
              <a:rPr lang="en-US" altLang="zh-CN" sz="6000" dirty="0">
                <a:latin typeface="华文行楷" panose="02010800040101010101" charset="-122"/>
                <a:ea typeface="华文行楷" panose="02010800040101010101" charset="-122"/>
              </a:rPr>
              <a:t>           </a:t>
            </a:r>
            <a:r>
              <a:rPr lang="zh-CN" altLang="en-US" sz="6000" dirty="0">
                <a:latin typeface="华文行楷" panose="02010800040101010101" charset="-122"/>
                <a:ea typeface="华文行楷" panose="02010800040101010101" charset="-122"/>
              </a:rPr>
              <a:t>基础知识</a:t>
            </a:r>
          </a:p>
        </p:txBody>
      </p:sp>
    </p:spTree>
    <p:extLst>
      <p:ext uri="{BB962C8B-B14F-4D97-AF65-F5344CB8AC3E}">
        <p14:creationId xmlns:p14="http://schemas.microsoft.com/office/powerpoint/2010/main" val="4952471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kumimoji="1" sz="1400" b="0" kern="1200">
                <a:solidFill>
                  <a:srgbClr val="FF99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9pPr>
          </a:lstStyle>
          <a:p>
            <a:pPr>
              <a:spcBef>
                <a:spcPct val="0"/>
              </a:spcBef>
              <a:buFontTx/>
              <a:buNone/>
              <a:defRPr/>
            </a:pPr>
            <a:fld id="{02E2F683-F0EA-440B-9756-C6D927D99C99}" type="datetime1">
              <a:rPr lang="zh-CN" altLang="en-US" smtClean="0"/>
              <a:pPr>
                <a:spcBef>
                  <a:spcPct val="0"/>
                </a:spcBef>
                <a:buFontTx/>
                <a:buNone/>
                <a:defRPr/>
              </a:pPr>
              <a:t>2024/8/17</a:t>
            </a:fld>
            <a:endParaRPr lang="en-US" altLang="zh-CN" sz="1400">
              <a:solidFill>
                <a:srgbClr val="FF9900"/>
              </a:solidFill>
              <a:ea typeface="宋体" panose="02010600030101010101" pitchFamily="2" charset="-122"/>
            </a:endParaRPr>
          </a:p>
        </p:txBody>
      </p:sp>
      <p:sp>
        <p:nvSpPr>
          <p:cNvPr id="4099"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b="0" kern="1200">
                <a:solidFill>
                  <a:srgbClr val="FF99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9pPr>
          </a:lstStyle>
          <a:p>
            <a:pPr>
              <a:spcBef>
                <a:spcPct val="0"/>
              </a:spcBef>
              <a:buFontTx/>
              <a:buNone/>
            </a:pPr>
            <a:r>
              <a:rPr lang="zh-CN" altLang="en-US"/>
              <a:t>电路理论</a:t>
            </a:r>
            <a:endParaRPr lang="en-US" altLang="zh-CN" sz="1400">
              <a:solidFill>
                <a:srgbClr val="FF9900"/>
              </a:solidFill>
              <a:ea typeface="宋体" panose="02010600030101010101" pitchFamily="2" charset="-122"/>
            </a:endParaRPr>
          </a:p>
        </p:txBody>
      </p:sp>
      <p:sp>
        <p:nvSpPr>
          <p:cNvPr id="4100"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b="0" kern="1200">
                <a:solidFill>
                  <a:srgbClr val="FF9900"/>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9pPr>
          </a:lstStyle>
          <a:p>
            <a:pPr>
              <a:spcBef>
                <a:spcPct val="0"/>
              </a:spcBef>
              <a:buFontTx/>
              <a:buNone/>
              <a:defRPr/>
            </a:pPr>
            <a:fld id="{49E63585-3FB3-479E-B9AB-FAD04C82F1F6}" type="slidenum">
              <a:rPr lang="en-US" altLang="zh-CN" smtClean="0"/>
              <a:pPr>
                <a:spcBef>
                  <a:spcPct val="0"/>
                </a:spcBef>
                <a:buFontTx/>
                <a:buNone/>
                <a:defRPr/>
              </a:pPr>
              <a:t>134</a:t>
            </a:fld>
            <a:endParaRPr lang="en-US" altLang="zh-CN" sz="1400">
              <a:solidFill>
                <a:srgbClr val="FF9900"/>
              </a:solidFill>
              <a:ea typeface="宋体" panose="02010600030101010101" pitchFamily="2" charset="-122"/>
            </a:endParaRPr>
          </a:p>
        </p:txBody>
      </p:sp>
      <p:grpSp>
        <p:nvGrpSpPr>
          <p:cNvPr id="4101" name="Group 1026"/>
          <p:cNvGrpSpPr>
            <a:grpSpLocks/>
          </p:cNvGrpSpPr>
          <p:nvPr/>
        </p:nvGrpSpPr>
        <p:grpSpPr bwMode="auto">
          <a:xfrm>
            <a:off x="0" y="0"/>
            <a:ext cx="9144000" cy="6858000"/>
            <a:chOff x="0" y="0"/>
            <a:chExt cx="5970" cy="4956"/>
          </a:xfrm>
        </p:grpSpPr>
        <p:pic>
          <p:nvPicPr>
            <p:cNvPr id="4109"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60" name="Text Box 1060"/>
          <p:cNvSpPr txBox="1">
            <a:spLocks noChangeArrowheads="1"/>
          </p:cNvSpPr>
          <p:nvPr/>
        </p:nvSpPr>
        <p:spPr bwMode="auto">
          <a:xfrm>
            <a:off x="2879725" y="-119063"/>
            <a:ext cx="3876675"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zh-CN" altLang="en-US" sz="4800" b="0" dirty="0">
                <a:solidFill>
                  <a:srgbClr val="FF0000"/>
                </a:solidFill>
                <a:effectLst>
                  <a:outerShdw blurRad="38100" dist="38100" dir="2700000" algn="tl">
                    <a:srgbClr val="C0C0C0"/>
                  </a:outerShdw>
                </a:effectLst>
              </a:rPr>
              <a:t>第</a:t>
            </a:r>
            <a:r>
              <a:rPr lang="en-US" altLang="zh-CN" sz="4800" b="0" dirty="0">
                <a:solidFill>
                  <a:srgbClr val="FF0000"/>
                </a:solidFill>
                <a:effectLst>
                  <a:outerShdw blurRad="38100" dist="38100" dir="2700000" algn="tl">
                    <a:srgbClr val="C0C0C0"/>
                  </a:outerShdw>
                </a:effectLst>
              </a:rPr>
              <a:t>10</a:t>
            </a:r>
            <a:r>
              <a:rPr lang="zh-CN" altLang="en-US" sz="4800" b="0" dirty="0">
                <a:solidFill>
                  <a:srgbClr val="FF0000"/>
                </a:solidFill>
                <a:effectLst>
                  <a:outerShdw blurRad="38100" dist="38100" dir="2700000" algn="tl">
                    <a:srgbClr val="C0C0C0"/>
                  </a:outerShdw>
                </a:effectLst>
              </a:rPr>
              <a:t>章</a:t>
            </a:r>
          </a:p>
          <a:p>
            <a:pPr algn="ctr" eaLnBrk="1" hangingPunct="1">
              <a:defRPr/>
            </a:pPr>
            <a:r>
              <a:rPr lang="zh-CN" altLang="en-US" sz="4800" b="0" dirty="0">
                <a:solidFill>
                  <a:srgbClr val="FF0000"/>
                </a:solidFill>
                <a:effectLst>
                  <a:outerShdw blurRad="38100" dist="38100" dir="2700000" algn="tl">
                    <a:srgbClr val="C0C0C0"/>
                  </a:outerShdw>
                </a:effectLst>
              </a:rPr>
              <a:t>正弦稳态分析</a:t>
            </a:r>
          </a:p>
        </p:txBody>
      </p:sp>
      <p:sp>
        <p:nvSpPr>
          <p:cNvPr id="77861" name="Text Box 1061"/>
          <p:cNvSpPr txBox="1">
            <a:spLocks noChangeArrowheads="1"/>
          </p:cNvSpPr>
          <p:nvPr/>
        </p:nvSpPr>
        <p:spPr bwMode="auto">
          <a:xfrm>
            <a:off x="1409700" y="2925142"/>
            <a:ext cx="37785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b="0" dirty="0">
                <a:solidFill>
                  <a:srgbClr val="FF0000"/>
                </a:solidFill>
                <a:effectLst>
                  <a:outerShdw blurRad="38100" dist="38100" dir="2700000" algn="tl">
                    <a:srgbClr val="C0C0C0"/>
                  </a:outerShdw>
                </a:effectLst>
              </a:rPr>
              <a:t>10.3 </a:t>
            </a:r>
            <a:r>
              <a:rPr lang="zh-CN" altLang="en-US" sz="2800" b="0" dirty="0">
                <a:solidFill>
                  <a:srgbClr val="FF0000"/>
                </a:solidFill>
                <a:effectLst>
                  <a:outerShdw blurRad="38100" dist="38100" dir="2700000" algn="tl">
                    <a:srgbClr val="C0C0C0"/>
                  </a:outerShdw>
                </a:effectLst>
              </a:rPr>
              <a:t>相量法★★★★★</a:t>
            </a:r>
          </a:p>
        </p:txBody>
      </p:sp>
      <p:sp>
        <p:nvSpPr>
          <p:cNvPr id="77862" name="Text Box 1062"/>
          <p:cNvSpPr txBox="1">
            <a:spLocks noChangeArrowheads="1"/>
          </p:cNvSpPr>
          <p:nvPr/>
        </p:nvSpPr>
        <p:spPr bwMode="auto">
          <a:xfrm>
            <a:off x="1358900" y="3487117"/>
            <a:ext cx="26987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b="0" dirty="0">
                <a:effectLst>
                  <a:outerShdw blurRad="38100" dist="38100" dir="2700000" algn="tl">
                    <a:srgbClr val="C0C0C0"/>
                  </a:outerShdw>
                </a:effectLst>
              </a:rPr>
              <a:t>10.4 </a:t>
            </a:r>
            <a:r>
              <a:rPr lang="zh-CN" altLang="en-US" sz="2800" b="0" dirty="0">
                <a:effectLst>
                  <a:outerShdw blurRad="38100" dist="38100" dir="2700000" algn="tl">
                    <a:srgbClr val="C0C0C0"/>
                  </a:outerShdw>
                </a:effectLst>
              </a:rPr>
              <a:t>阻抗与导纳</a:t>
            </a:r>
          </a:p>
        </p:txBody>
      </p:sp>
      <p:sp>
        <p:nvSpPr>
          <p:cNvPr id="77891" name="Text Box 1091"/>
          <p:cNvSpPr txBox="1">
            <a:spLocks noChangeArrowheads="1"/>
          </p:cNvSpPr>
          <p:nvPr/>
        </p:nvSpPr>
        <p:spPr bwMode="auto">
          <a:xfrm>
            <a:off x="1387475" y="4068142"/>
            <a:ext cx="6156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2800" b="0" dirty="0">
                <a:effectLst>
                  <a:outerShdw blurRad="38100" dist="38100" dir="2700000" algn="tl">
                    <a:srgbClr val="C0C0C0"/>
                  </a:outerShdw>
                </a:effectLst>
              </a:rPr>
              <a:t>10.5 </a:t>
            </a:r>
            <a:r>
              <a:rPr lang="zh-CN" altLang="en-US" sz="2800" b="0" dirty="0">
                <a:effectLst>
                  <a:outerShdw blurRad="38100" dist="38100" dir="2700000" algn="tl">
                    <a:srgbClr val="C0C0C0"/>
                  </a:outerShdw>
                </a:effectLst>
              </a:rPr>
              <a:t>正弦稳态电路分析方法</a:t>
            </a:r>
          </a:p>
        </p:txBody>
      </p:sp>
      <p:sp>
        <p:nvSpPr>
          <p:cNvPr id="77893" name="Text Box 1093"/>
          <p:cNvSpPr txBox="1">
            <a:spLocks noChangeArrowheads="1"/>
          </p:cNvSpPr>
          <p:nvPr/>
        </p:nvSpPr>
        <p:spPr bwMode="auto">
          <a:xfrm>
            <a:off x="1409700" y="2348880"/>
            <a:ext cx="23391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b="0" dirty="0">
                <a:effectLst>
                  <a:outerShdw blurRad="38100" dist="38100" dir="2700000" algn="tl">
                    <a:srgbClr val="C0C0C0"/>
                  </a:outerShdw>
                </a:effectLst>
              </a:rPr>
              <a:t>10.2 </a:t>
            </a:r>
            <a:r>
              <a:rPr lang="zh-CN" altLang="en-US" sz="2800" b="0" dirty="0">
                <a:effectLst>
                  <a:outerShdw blurRad="38100" dist="38100" dir="2700000" algn="tl">
                    <a:srgbClr val="C0C0C0"/>
                  </a:outerShdw>
                </a:effectLst>
              </a:rPr>
              <a:t>正弦电量</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395288" y="620713"/>
            <a:ext cx="5976937" cy="523220"/>
          </a:xfrm>
          <a:prstGeom prst="rect">
            <a:avLst/>
          </a:prstGeom>
          <a:noFill/>
          <a:ln>
            <a:noFill/>
          </a:ln>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Lst>
        </p:spPr>
        <p:txBody>
          <a:bodyPr lIns="198000" rIns="198000">
            <a:spAutoFit/>
          </a:bodyPr>
          <a:lstStyle/>
          <a:p>
            <a:r>
              <a:rPr kumimoji="1" lang="en-US" altLang="zh-CN" sz="2800" dirty="0">
                <a:latin typeface="楷体_GB2312" pitchFamily="49" charset="-122"/>
              </a:rPr>
              <a:t>3. </a:t>
            </a:r>
            <a:r>
              <a:rPr kumimoji="1" lang="zh-CN" altLang="en-US" sz="2800" dirty="0">
                <a:latin typeface="楷体_GB2312" pitchFamily="49" charset="-122"/>
              </a:rPr>
              <a:t>同频率正弦量的相位差</a:t>
            </a:r>
            <a:endParaRPr kumimoji="1" lang="zh-CN" altLang="en-US" sz="2800" b="0" dirty="0"/>
          </a:p>
        </p:txBody>
      </p:sp>
      <p:sp>
        <p:nvSpPr>
          <p:cNvPr id="30723" name="Text Box 3"/>
          <p:cNvSpPr txBox="1">
            <a:spLocks noChangeArrowheads="1"/>
          </p:cNvSpPr>
          <p:nvPr/>
        </p:nvSpPr>
        <p:spPr bwMode="auto">
          <a:xfrm>
            <a:off x="684213" y="1341438"/>
            <a:ext cx="5751896"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400"/>
              <a:t>设</a:t>
            </a:r>
            <a:r>
              <a:rPr kumimoji="1" lang="zh-CN" altLang="en-US" sz="2400" b="0">
                <a:ea typeface="宋体" panose="02010600030101010101" pitchFamily="2" charset="-122"/>
              </a:rPr>
              <a:t>  </a:t>
            </a:r>
            <a:r>
              <a:rPr kumimoji="1" lang="en-US" altLang="zh-CN" sz="2400" b="0" i="1">
                <a:ea typeface="宋体" panose="02010600030101010101" pitchFamily="2" charset="-122"/>
              </a:rPr>
              <a:t>u</a:t>
            </a:r>
            <a:r>
              <a:rPr kumimoji="1" lang="en-US" altLang="zh-CN" sz="2400" b="0">
                <a:ea typeface="宋体" panose="02010600030101010101" pitchFamily="2" charset="-122"/>
              </a:rPr>
              <a:t>(</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ea typeface="宋体" panose="02010600030101010101" pitchFamily="2" charset="-122"/>
              </a:rPr>
              <a:t>U</a:t>
            </a:r>
            <a:r>
              <a:rPr kumimoji="1" lang="en-US" altLang="zh-CN" sz="2400" b="0" baseline="-25000">
                <a:ea typeface="宋体" panose="02010600030101010101" pitchFamily="2" charset="-122"/>
              </a:rPr>
              <a:t>m</a:t>
            </a:r>
            <a:r>
              <a:rPr kumimoji="1" lang="en-US" altLang="zh-CN" sz="2400" b="0">
                <a:ea typeface="宋体" panose="02010600030101010101" pitchFamily="2" charset="-122"/>
              </a:rPr>
              <a:t>cos(</a:t>
            </a:r>
            <a:r>
              <a:rPr kumimoji="1" lang="en-US" altLang="zh-CN" sz="2400" b="0" i="1">
                <a:latin typeface="Symbol" panose="05050102010706020507" pitchFamily="18" charset="2"/>
                <a:ea typeface="宋体" panose="02010600030101010101" pitchFamily="2" charset="-122"/>
              </a:rPr>
              <a:t>w </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u</a:t>
            </a:r>
            <a:r>
              <a:rPr kumimoji="1" lang="en-US" altLang="zh-CN" sz="2400" b="0">
                <a:ea typeface="宋体" panose="02010600030101010101" pitchFamily="2" charset="-122"/>
              </a:rPr>
              <a:t>),  </a:t>
            </a:r>
            <a:r>
              <a:rPr kumimoji="1" lang="en-US" altLang="zh-CN" sz="2400" b="0" i="1">
                <a:ea typeface="宋体" panose="02010600030101010101" pitchFamily="2" charset="-122"/>
              </a:rPr>
              <a:t>i</a:t>
            </a:r>
            <a:r>
              <a:rPr kumimoji="1" lang="en-US" altLang="zh-CN" sz="2400" b="0">
                <a:ea typeface="宋体" panose="02010600030101010101" pitchFamily="2" charset="-122"/>
              </a:rPr>
              <a:t>(</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ea typeface="宋体" panose="02010600030101010101" pitchFamily="2" charset="-122"/>
              </a:rPr>
              <a:t>I</a:t>
            </a:r>
            <a:r>
              <a:rPr kumimoji="1" lang="en-US" altLang="zh-CN" sz="2400" b="0" baseline="-25000">
                <a:ea typeface="宋体" panose="02010600030101010101" pitchFamily="2" charset="-122"/>
              </a:rPr>
              <a:t>m</a:t>
            </a:r>
            <a:r>
              <a:rPr kumimoji="1" lang="en-US" altLang="zh-CN" sz="2400" b="0">
                <a:ea typeface="宋体" panose="02010600030101010101" pitchFamily="2" charset="-122"/>
              </a:rPr>
              <a:t>cos(</a:t>
            </a:r>
            <a:r>
              <a:rPr kumimoji="1" lang="en-US" altLang="zh-CN" sz="2400" b="0" i="1">
                <a:latin typeface="Symbol" panose="05050102010706020507" pitchFamily="18" charset="2"/>
                <a:ea typeface="宋体" panose="02010600030101010101" pitchFamily="2" charset="-122"/>
              </a:rPr>
              <a:t>w </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i</a:t>
            </a:r>
            <a:r>
              <a:rPr kumimoji="1" lang="en-US" altLang="zh-CN" sz="2400" b="0">
                <a:ea typeface="宋体" panose="02010600030101010101" pitchFamily="2" charset="-122"/>
              </a:rPr>
              <a:t>)</a:t>
            </a:r>
          </a:p>
        </p:txBody>
      </p:sp>
      <p:sp>
        <p:nvSpPr>
          <p:cNvPr id="30724" name="Text Box 4"/>
          <p:cNvSpPr txBox="1">
            <a:spLocks noChangeArrowheads="1"/>
          </p:cNvSpPr>
          <p:nvPr/>
        </p:nvSpPr>
        <p:spPr bwMode="auto">
          <a:xfrm>
            <a:off x="611188" y="2060575"/>
            <a:ext cx="799941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a:t>相位差</a:t>
            </a:r>
            <a:r>
              <a:rPr kumimoji="1" lang="zh-CN" altLang="en-US" sz="2400">
                <a:ea typeface="宋体" panose="02010600030101010101" pitchFamily="2" charset="-122"/>
              </a:rPr>
              <a:t> ：</a:t>
            </a:r>
            <a:r>
              <a:rPr kumimoji="1" lang="en-US" altLang="zh-CN" sz="2400" b="0" i="1">
                <a:latin typeface="Symbol" panose="05050102010706020507" pitchFamily="18" charset="2"/>
                <a:ea typeface="宋体" panose="02010600030101010101" pitchFamily="2" charset="-122"/>
              </a:rPr>
              <a:t>j  </a:t>
            </a:r>
            <a:r>
              <a:rPr kumimoji="1" lang="en-US" altLang="zh-CN" sz="2400" b="0">
                <a:ea typeface="宋体" panose="02010600030101010101" pitchFamily="2" charset="-122"/>
              </a:rPr>
              <a:t>= (</a:t>
            </a:r>
            <a:r>
              <a:rPr kumimoji="1" lang="en-US" altLang="zh-CN" sz="2400" b="0" i="1">
                <a:latin typeface="Symbol" panose="05050102010706020507" pitchFamily="18" charset="2"/>
                <a:ea typeface="宋体" panose="02010600030101010101" pitchFamily="2" charset="-122"/>
              </a:rPr>
              <a:t>w </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u</a:t>
            </a:r>
            <a:r>
              <a:rPr kumimoji="1" lang="en-US" altLang="zh-CN" sz="2400" b="0">
                <a:ea typeface="宋体" panose="02010600030101010101" pitchFamily="2" charset="-122"/>
              </a:rPr>
              <a:t>)</a:t>
            </a:r>
            <a:r>
              <a:rPr kumimoji="1" lang="en-US" altLang="zh-CN" sz="2400" b="0">
                <a:latin typeface="宋体" panose="02010600030101010101" pitchFamily="2" charset="-122"/>
                <a:ea typeface="宋体" panose="02010600030101010101" pitchFamily="2" charset="-122"/>
              </a:rPr>
              <a:t>-</a:t>
            </a:r>
            <a:r>
              <a:rPr kumimoji="1" lang="en-US" altLang="zh-CN" sz="2400" b="0">
                <a:ea typeface="宋体" panose="02010600030101010101" pitchFamily="2" charset="-122"/>
              </a:rPr>
              <a:t> (</a:t>
            </a:r>
            <a:r>
              <a:rPr kumimoji="1" lang="en-US" altLang="zh-CN" sz="2400" b="0" i="1">
                <a:latin typeface="Symbol" panose="05050102010706020507" pitchFamily="18" charset="2"/>
                <a:ea typeface="宋体" panose="02010600030101010101" pitchFamily="2" charset="-122"/>
              </a:rPr>
              <a:t>w </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i</a:t>
            </a:r>
            <a:r>
              <a:rPr kumimoji="1" lang="en-US" altLang="zh-CN" sz="2400" b="0">
                <a:ea typeface="宋体" panose="02010600030101010101" pitchFamily="2" charset="-122"/>
              </a:rPr>
              <a:t>)= </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u</a:t>
            </a:r>
            <a:r>
              <a:rPr kumimoji="1" lang="en-US" altLang="zh-CN" sz="2400" b="0">
                <a:latin typeface="宋体" panose="02010600030101010101" pitchFamily="2" charset="-122"/>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i</a:t>
            </a:r>
            <a:endParaRPr kumimoji="1" lang="en-US" altLang="zh-CN" sz="2400" b="0" baseline="-25000">
              <a:ea typeface="宋体" panose="02010600030101010101" pitchFamily="2" charset="-122"/>
            </a:endParaRPr>
          </a:p>
        </p:txBody>
      </p:sp>
      <p:sp>
        <p:nvSpPr>
          <p:cNvPr id="30747" name="Rectangle 27"/>
          <p:cNvSpPr>
            <a:spLocks noChangeArrowheads="1"/>
          </p:cNvSpPr>
          <p:nvPr/>
        </p:nvSpPr>
        <p:spPr bwMode="auto">
          <a:xfrm>
            <a:off x="611188" y="3068638"/>
            <a:ext cx="3608680" cy="523220"/>
          </a:xfrm>
          <a:prstGeom prst="rect">
            <a:avLst/>
          </a:prstGeom>
          <a:gradFill rotWithShape="1">
            <a:gsLst>
              <a:gs pos="0">
                <a:srgbClr val="66FFFF"/>
              </a:gs>
              <a:gs pos="50000">
                <a:srgbClr val="FFFFFF"/>
              </a:gs>
              <a:gs pos="100000">
                <a:srgbClr val="66FFFF"/>
              </a:gs>
            </a:gsLst>
            <a:lin ang="5400000" scaled="1"/>
          </a:gradFill>
          <a:ln w="9525">
            <a:solidFill>
              <a:schemeClr val="tx1"/>
            </a:solidFill>
            <a:miter lim="800000"/>
            <a:headEnd/>
            <a:tailEnd/>
          </a:ln>
        </p:spPr>
        <p:txBody>
          <a:bodyPr wrap="none">
            <a:spAutoFit/>
          </a:bodyPr>
          <a:lstStyle/>
          <a:p>
            <a:r>
              <a:rPr kumimoji="1" lang="zh-CN" altLang="en-US" sz="2800"/>
              <a:t>规定</a:t>
            </a:r>
            <a:r>
              <a:rPr kumimoji="1" lang="zh-CN" altLang="en-US" sz="2800">
                <a:ea typeface="宋体" panose="02010600030101010101" pitchFamily="2" charset="-122"/>
              </a:rPr>
              <a:t>： </a:t>
            </a:r>
            <a:r>
              <a:rPr kumimoji="1" lang="en-US" altLang="zh-CN" sz="2800" b="0">
                <a:ea typeface="宋体" panose="02010600030101010101" pitchFamily="2" charset="-122"/>
              </a:rPr>
              <a:t>|</a:t>
            </a:r>
            <a:r>
              <a:rPr kumimoji="1" lang="en-US" altLang="zh-CN" sz="2800" b="0" i="1">
                <a:latin typeface="Symbol" panose="05050102010706020507" pitchFamily="18" charset="2"/>
                <a:ea typeface="宋体" panose="02010600030101010101" pitchFamily="2" charset="-122"/>
                <a:sym typeface="Symbol" panose="05050102010706020507" pitchFamily="18" charset="2"/>
              </a:rPr>
              <a:t></a:t>
            </a:r>
            <a:r>
              <a:rPr kumimoji="1" lang="en-US" altLang="zh-CN" sz="2800" b="0" i="1">
                <a:latin typeface="Symbol" panose="05050102010706020507" pitchFamily="18" charset="2"/>
                <a:ea typeface="宋体" panose="02010600030101010101" pitchFamily="2" charset="-122"/>
              </a:rPr>
              <a:t> </a:t>
            </a:r>
            <a:r>
              <a:rPr kumimoji="1" lang="en-US" altLang="zh-CN" sz="2800" b="0">
                <a:ea typeface="宋体" panose="02010600030101010101" pitchFamily="2" charset="-122"/>
              </a:rPr>
              <a:t>| </a:t>
            </a:r>
            <a:r>
              <a:rPr kumimoji="1" lang="en-US" altLang="zh-CN" sz="2800" b="0">
                <a:ea typeface="宋体" panose="02010600030101010101" pitchFamily="2" charset="-122"/>
                <a:sym typeface="Symbol" panose="05050102010706020507" pitchFamily="18" charset="2"/>
              </a:rPr>
              <a:t>  (180°)</a:t>
            </a:r>
          </a:p>
        </p:txBody>
      </p:sp>
      <p:sp>
        <p:nvSpPr>
          <p:cNvPr id="30761" name="AutoShape 41" descr="羊皮纸"/>
          <p:cNvSpPr>
            <a:spLocks noChangeArrowheads="1"/>
          </p:cNvSpPr>
          <p:nvPr/>
        </p:nvSpPr>
        <p:spPr bwMode="auto">
          <a:xfrm>
            <a:off x="4499992" y="3050666"/>
            <a:ext cx="2952750" cy="720725"/>
          </a:xfrm>
          <a:prstGeom prst="wedgeRoundRectCallout">
            <a:avLst>
              <a:gd name="adj1" fmla="val 5269"/>
              <a:gd name="adj2" fmla="val -127972"/>
              <a:gd name="adj3" fmla="val 16667"/>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r>
              <a:rPr kumimoji="1" lang="zh-CN" altLang="en-US" sz="2800" dirty="0"/>
              <a:t>等于初相位之差</a:t>
            </a:r>
          </a:p>
        </p:txBody>
      </p:sp>
    </p:spTree>
    <p:extLst>
      <p:ext uri="{BB962C8B-B14F-4D97-AF65-F5344CB8AC3E}">
        <p14:creationId xmlns:p14="http://schemas.microsoft.com/office/powerpoint/2010/main" val="992165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0-#ppt_w/2"/>
                                          </p:val>
                                        </p:tav>
                                        <p:tav tm="100000">
                                          <p:val>
                                            <p:strVal val="#ppt_x"/>
                                          </p:val>
                                        </p:tav>
                                      </p:tavLst>
                                    </p:anim>
                                    <p:anim calcmode="lin" valueType="num">
                                      <p:cBhvr additive="base">
                                        <p:cTn id="8" dur="500" fill="hold"/>
                                        <p:tgtEl>
                                          <p:spTgt spid="3072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23"/>
                                        </p:tgtEl>
                                        <p:attrNameLst>
                                          <p:attrName>style.visibility</p:attrName>
                                        </p:attrNameLst>
                                      </p:cBhvr>
                                      <p:to>
                                        <p:strVal val="visible"/>
                                      </p:to>
                                    </p:set>
                                    <p:anim calcmode="lin" valueType="num">
                                      <p:cBhvr additive="base">
                                        <p:cTn id="13" dur="500" fill="hold"/>
                                        <p:tgtEl>
                                          <p:spTgt spid="30723"/>
                                        </p:tgtEl>
                                        <p:attrNameLst>
                                          <p:attrName>ppt_x</p:attrName>
                                        </p:attrNameLst>
                                      </p:cBhvr>
                                      <p:tavLst>
                                        <p:tav tm="0">
                                          <p:val>
                                            <p:strVal val="0-#ppt_w/2"/>
                                          </p:val>
                                        </p:tav>
                                        <p:tav tm="100000">
                                          <p:val>
                                            <p:strVal val="#ppt_x"/>
                                          </p:val>
                                        </p:tav>
                                      </p:tavLst>
                                    </p:anim>
                                    <p:anim calcmode="lin" valueType="num">
                                      <p:cBhvr additive="base">
                                        <p:cTn id="14" dur="500" fill="hold"/>
                                        <p:tgtEl>
                                          <p:spTgt spid="3072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0724"/>
                                        </p:tgtEl>
                                        <p:attrNameLst>
                                          <p:attrName>style.visibility</p:attrName>
                                        </p:attrNameLst>
                                      </p:cBhvr>
                                      <p:to>
                                        <p:strVal val="visible"/>
                                      </p:to>
                                    </p:set>
                                    <p:animEffect transition="in" filter="wipe(left)">
                                      <p:cBhvr>
                                        <p:cTn id="19" dur="2000"/>
                                        <p:tgtEl>
                                          <p:spTgt spid="3072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30747"/>
                                        </p:tgtEl>
                                        <p:attrNameLst>
                                          <p:attrName>style.visibility</p:attrName>
                                        </p:attrNameLst>
                                      </p:cBhvr>
                                      <p:to>
                                        <p:strVal val="visible"/>
                                      </p:to>
                                    </p:set>
                                    <p:animEffect transition="in" filter="slide(fromBottom)">
                                      <p:cBhvr>
                                        <p:cTn id="24" dur="500"/>
                                        <p:tgtEl>
                                          <p:spTgt spid="30747"/>
                                        </p:tgtEl>
                                      </p:cBhvr>
                                    </p:animEffect>
                                  </p:childTnLst>
                                </p:cTn>
                              </p:par>
                            </p:childTnLst>
                          </p:cTn>
                        </p:par>
                        <p:par>
                          <p:cTn id="25" fill="hold" nodeType="afterGroup">
                            <p:stCondLst>
                              <p:cond delay="500"/>
                            </p:stCondLst>
                            <p:childTnLst>
                              <p:par>
                                <p:cTn id="26" presetID="20" presetClass="entr" presetSubtype="0" fill="hold" grpId="0" nodeType="afterEffect">
                                  <p:stCondLst>
                                    <p:cond delay="0"/>
                                  </p:stCondLst>
                                  <p:childTnLst>
                                    <p:set>
                                      <p:cBhvr>
                                        <p:cTn id="27" dur="1" fill="hold">
                                          <p:stCondLst>
                                            <p:cond delay="0"/>
                                          </p:stCondLst>
                                        </p:cTn>
                                        <p:tgtEl>
                                          <p:spTgt spid="30761"/>
                                        </p:tgtEl>
                                        <p:attrNameLst>
                                          <p:attrName>style.visibility</p:attrName>
                                        </p:attrNameLst>
                                      </p:cBhvr>
                                      <p:to>
                                        <p:strVal val="visible"/>
                                      </p:to>
                                    </p:set>
                                    <p:animEffect transition="in" filter="wedge">
                                      <p:cBhvr>
                                        <p:cTn id="28" dur="2000"/>
                                        <p:tgtEl>
                                          <p:spTgt spid="30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autoUpdateAnimBg="0"/>
      <p:bldP spid="30724" grpId="0" autoUpdateAnimBg="0"/>
      <p:bldP spid="30747" grpId="0" animBg="1" autoUpdateAnimBg="0"/>
      <p:bldP spid="30761"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p:cNvSpPr>
            <a:spLocks noChangeArrowheads="1"/>
          </p:cNvSpPr>
          <p:nvPr/>
        </p:nvSpPr>
        <p:spPr bwMode="auto">
          <a:xfrm>
            <a:off x="684213" y="620713"/>
            <a:ext cx="7742237" cy="1126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81000" indent="-381000">
              <a:defRPr>
                <a:solidFill>
                  <a:schemeClr val="tx1"/>
                </a:solidFill>
                <a:latin typeface="Arial" panose="020B0604020202020204" pitchFamily="34" charset="0"/>
                <a:ea typeface="宋体" panose="02010600030101010101" pitchFamily="2" charset="-122"/>
              </a:defRPr>
            </a:lvl1pPr>
            <a:lvl2pPr marL="5715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buSzPct val="80000"/>
              <a:buFont typeface="Wingdings" panose="05000000000000000000" pitchFamily="2" charset="2"/>
              <a:buChar char="l"/>
            </a:pPr>
            <a:r>
              <a:rPr kumimoji="1" lang="en-US" altLang="zh-CN" sz="2800" b="0" i="1" dirty="0">
                <a:latin typeface="Symbol" panose="05050102010706020507" pitchFamily="18" charset="2"/>
              </a:rPr>
              <a:t>j </a:t>
            </a:r>
            <a:r>
              <a:rPr kumimoji="1" lang="en-US" altLang="zh-CN" sz="2800" b="0" i="1" dirty="0">
                <a:latin typeface="Times New Roman" panose="02020603050405020304" pitchFamily="18" charset="0"/>
              </a:rPr>
              <a:t>&gt;</a:t>
            </a:r>
            <a:r>
              <a:rPr kumimoji="1" lang="en-US" altLang="zh-CN" sz="2800" b="0" dirty="0">
                <a:latin typeface="Times New Roman" panose="02020603050405020304" pitchFamily="18" charset="0"/>
              </a:rPr>
              <a:t>0</a:t>
            </a:r>
            <a:r>
              <a:rPr kumimoji="1" lang="zh-CN" altLang="en-US" sz="2800" dirty="0">
                <a:latin typeface="Times New Roman" panose="02020603050405020304" pitchFamily="18" charset="0"/>
              </a:rPr>
              <a:t>， </a:t>
            </a:r>
            <a:r>
              <a:rPr kumimoji="1" lang="en-US" altLang="zh-CN" sz="2800" b="0" i="1" dirty="0">
                <a:latin typeface="Times New Roman" panose="02020603050405020304" pitchFamily="18" charset="0"/>
              </a:rPr>
              <a:t>u</a:t>
            </a:r>
            <a:r>
              <a:rPr kumimoji="1" lang="zh-CN" altLang="zh-CN" sz="2800" dirty="0">
                <a:latin typeface="Times New Roman" panose="02020603050405020304" pitchFamily="18" charset="0"/>
                <a:ea typeface="楷体_GB2312" pitchFamily="49" charset="-122"/>
              </a:rPr>
              <a:t>超前</a:t>
            </a:r>
            <a:r>
              <a:rPr kumimoji="1" lang="en-US" altLang="zh-CN" sz="2800" b="0" i="1" dirty="0" err="1">
                <a:latin typeface="Times New Roman" panose="02020603050405020304" pitchFamily="18" charset="0"/>
              </a:rPr>
              <a:t>i</a:t>
            </a:r>
            <a:r>
              <a:rPr kumimoji="1" lang="en-US" altLang="zh-CN" sz="2800" b="0" i="1" dirty="0">
                <a:latin typeface="Times New Roman" panose="02020603050405020304" pitchFamily="18" charset="0"/>
              </a:rPr>
              <a:t> </a:t>
            </a:r>
            <a:r>
              <a:rPr kumimoji="1" lang="en-US" altLang="zh-CN" sz="2800" b="0" i="1" dirty="0">
                <a:latin typeface="Symbol" panose="05050102010706020507" pitchFamily="18" charset="2"/>
              </a:rPr>
              <a:t>j </a:t>
            </a:r>
            <a:r>
              <a:rPr kumimoji="1" lang="zh-CN" altLang="zh-CN" sz="2800" dirty="0">
                <a:latin typeface="Times New Roman" panose="02020603050405020304" pitchFamily="18" charset="0"/>
                <a:ea typeface="楷体_GB2312" pitchFamily="49" charset="-122"/>
              </a:rPr>
              <a:t>角</a:t>
            </a:r>
            <a:r>
              <a:rPr kumimoji="1" lang="zh-CN" altLang="zh-CN" sz="2800" dirty="0">
                <a:latin typeface="Times New Roman" panose="02020603050405020304" pitchFamily="18" charset="0"/>
                <a:ea typeface="仿宋_GB2312" pitchFamily="49" charset="-122"/>
              </a:rPr>
              <a:t>，</a:t>
            </a:r>
            <a:r>
              <a:rPr kumimoji="1" lang="zh-CN" altLang="zh-CN" sz="2800" dirty="0">
                <a:ea typeface="楷体_GB2312" pitchFamily="49" charset="-122"/>
              </a:rPr>
              <a:t>或</a:t>
            </a:r>
            <a:r>
              <a:rPr kumimoji="1" lang="en-US" altLang="zh-CN" sz="2800" b="0" i="1" dirty="0" err="1">
                <a:latin typeface="Times New Roman" panose="02020603050405020304" pitchFamily="18" charset="0"/>
                <a:ea typeface="仿宋_GB2312" pitchFamily="49" charset="-122"/>
              </a:rPr>
              <a:t>i</a:t>
            </a:r>
            <a:r>
              <a:rPr kumimoji="1" lang="zh-CN" altLang="zh-CN" sz="2800" b="0" dirty="0">
                <a:ea typeface="楷体_GB2312" pitchFamily="49" charset="-122"/>
              </a:rPr>
              <a:t> </a:t>
            </a:r>
            <a:r>
              <a:rPr kumimoji="1" lang="zh-CN" altLang="en-US" sz="2800" dirty="0">
                <a:ea typeface="楷体_GB2312" pitchFamily="49" charset="-122"/>
              </a:rPr>
              <a:t>滞后</a:t>
            </a:r>
            <a:r>
              <a:rPr kumimoji="1" lang="zh-CN" altLang="zh-CN" sz="2800" b="0" dirty="0">
                <a:ea typeface="仿宋_GB2312" pitchFamily="49" charset="-122"/>
              </a:rPr>
              <a:t> </a:t>
            </a:r>
            <a:r>
              <a:rPr kumimoji="1" lang="en-US" altLang="zh-CN" sz="2800" b="0" i="1" dirty="0">
                <a:latin typeface="Times New Roman" panose="02020603050405020304" pitchFamily="18" charset="0"/>
                <a:ea typeface="仿宋_GB2312" pitchFamily="49" charset="-122"/>
              </a:rPr>
              <a:t>u</a:t>
            </a:r>
            <a:r>
              <a:rPr kumimoji="1" lang="zh-CN" altLang="zh-CN" sz="2800" b="0" dirty="0">
                <a:ea typeface="仿宋_GB2312" pitchFamily="49" charset="-122"/>
              </a:rPr>
              <a:t> </a:t>
            </a:r>
            <a:r>
              <a:rPr kumimoji="1" lang="en-US" altLang="zh-CN" sz="2800" b="0" i="1" dirty="0">
                <a:ea typeface="仿宋_GB2312" pitchFamily="49" charset="-122"/>
                <a:sym typeface="Symbol" panose="05050102010706020507" pitchFamily="18" charset="2"/>
              </a:rPr>
              <a:t></a:t>
            </a:r>
            <a:r>
              <a:rPr kumimoji="1" lang="en-US" altLang="zh-CN" sz="2800" i="1" dirty="0">
                <a:ea typeface="仿宋_GB2312" pitchFamily="49" charset="-122"/>
              </a:rPr>
              <a:t> </a:t>
            </a:r>
            <a:r>
              <a:rPr kumimoji="1" lang="zh-CN" altLang="zh-CN" sz="2800" dirty="0">
                <a:ea typeface="仿宋_GB2312" pitchFamily="49" charset="-122"/>
              </a:rPr>
              <a:t>角</a:t>
            </a:r>
            <a:r>
              <a:rPr kumimoji="1" lang="en-US" altLang="zh-CN" sz="2800" dirty="0">
                <a:ea typeface="仿宋_GB2312" pitchFamily="49" charset="-122"/>
              </a:rPr>
              <a:t>,</a:t>
            </a:r>
            <a:r>
              <a:rPr kumimoji="1" lang="zh-CN" altLang="zh-CN" sz="2800" dirty="0">
                <a:latin typeface="Times New Roman" panose="02020603050405020304" pitchFamily="18" charset="0"/>
                <a:ea typeface="楷体_GB2312" pitchFamily="49" charset="-122"/>
              </a:rPr>
              <a:t> </a:t>
            </a:r>
            <a:r>
              <a:rPr kumimoji="1" lang="en-US" altLang="zh-CN" sz="2800" dirty="0">
                <a:latin typeface="Times New Roman" panose="02020603050405020304" pitchFamily="18" charset="0"/>
              </a:rPr>
              <a:t>(</a:t>
            </a:r>
            <a:r>
              <a:rPr kumimoji="1" lang="en-US" altLang="zh-CN" sz="2800" b="0" i="1" dirty="0">
                <a:latin typeface="Times New Roman" panose="02020603050405020304" pitchFamily="18" charset="0"/>
              </a:rPr>
              <a:t>u</a:t>
            </a:r>
            <a:r>
              <a:rPr kumimoji="1" lang="en-US" altLang="zh-CN" sz="2800" i="1" dirty="0">
                <a:latin typeface="Times New Roman" panose="02020603050405020304" pitchFamily="18" charset="0"/>
              </a:rPr>
              <a:t> </a:t>
            </a:r>
            <a:r>
              <a:rPr kumimoji="1" lang="zh-CN" altLang="en-US" sz="2800" dirty="0">
                <a:latin typeface="Times New Roman" panose="02020603050405020304" pitchFamily="18" charset="0"/>
                <a:ea typeface="楷体_GB2312" pitchFamily="49" charset="-122"/>
              </a:rPr>
              <a:t>比 </a:t>
            </a:r>
            <a:r>
              <a:rPr kumimoji="1" lang="en-US" altLang="zh-CN" sz="2800" b="0" i="1" dirty="0" err="1">
                <a:latin typeface="Times New Roman" panose="02020603050405020304" pitchFamily="18" charset="0"/>
              </a:rPr>
              <a:t>i</a:t>
            </a:r>
            <a:r>
              <a:rPr kumimoji="1" lang="en-US" altLang="zh-CN" sz="2800" b="0" i="1" dirty="0">
                <a:latin typeface="Times New Roman" panose="02020603050405020304" pitchFamily="18" charset="0"/>
              </a:rPr>
              <a:t> </a:t>
            </a:r>
            <a:r>
              <a:rPr kumimoji="1" lang="zh-CN" altLang="en-US" sz="2800" dirty="0">
                <a:latin typeface="楷体_GB2312" pitchFamily="49" charset="-122"/>
                <a:ea typeface="楷体_GB2312" pitchFamily="49" charset="-122"/>
              </a:rPr>
              <a:t>先到达最大值</a:t>
            </a:r>
            <a:r>
              <a:rPr kumimoji="1" lang="en-US" altLang="zh-CN" sz="2800" dirty="0">
                <a:latin typeface="仿宋_GB2312" pitchFamily="49" charset="-122"/>
                <a:ea typeface="仿宋_GB2312" pitchFamily="49" charset="-122"/>
              </a:rPr>
              <a:t>)</a:t>
            </a:r>
            <a:r>
              <a:rPr kumimoji="1" lang="zh-CN" altLang="en-US" sz="2800" dirty="0">
                <a:latin typeface="仿宋_GB2312" pitchFamily="49" charset="-122"/>
                <a:ea typeface="仿宋_GB2312" pitchFamily="49" charset="-122"/>
              </a:rPr>
              <a:t>；</a:t>
            </a:r>
          </a:p>
        </p:txBody>
      </p:sp>
      <p:sp>
        <p:nvSpPr>
          <p:cNvPr id="61446" name="Rectangle 6"/>
          <p:cNvSpPr>
            <a:spLocks noChangeArrowheads="1"/>
          </p:cNvSpPr>
          <p:nvPr/>
        </p:nvSpPr>
        <p:spPr bwMode="auto">
          <a:xfrm>
            <a:off x="755650" y="1773238"/>
            <a:ext cx="7704138" cy="1076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buSzPct val="80000"/>
              <a:buFont typeface="Wingdings" panose="05000000000000000000" pitchFamily="2" charset="2"/>
              <a:buChar char="l"/>
            </a:pPr>
            <a:r>
              <a:rPr kumimoji="1" lang="en-US" altLang="zh-CN" sz="2800" i="1" dirty="0">
                <a:latin typeface="Symbol" panose="05050102010706020507" pitchFamily="18" charset="2"/>
                <a:ea typeface="宋体" panose="02010600030101010101" pitchFamily="2" charset="-122"/>
              </a:rPr>
              <a:t> </a:t>
            </a:r>
            <a:r>
              <a:rPr kumimoji="1" lang="en-US" altLang="zh-CN" sz="2800" b="0" i="1" dirty="0">
                <a:latin typeface="Symbol" panose="05050102010706020507" pitchFamily="18" charset="2"/>
                <a:ea typeface="宋体" panose="02010600030101010101" pitchFamily="2" charset="-122"/>
              </a:rPr>
              <a:t>j </a:t>
            </a:r>
            <a:r>
              <a:rPr kumimoji="1" lang="en-US" altLang="zh-CN" sz="2800" b="0" i="1" dirty="0">
                <a:ea typeface="宋体" panose="02010600030101010101" pitchFamily="2" charset="-122"/>
              </a:rPr>
              <a:t>&lt;</a:t>
            </a:r>
            <a:r>
              <a:rPr kumimoji="1" lang="en-US" altLang="zh-CN" sz="2800" b="0" dirty="0">
                <a:ea typeface="宋体" panose="02010600030101010101" pitchFamily="2" charset="-122"/>
              </a:rPr>
              <a:t>0</a:t>
            </a:r>
            <a:r>
              <a:rPr kumimoji="1" lang="zh-CN" altLang="en-US" sz="2800" dirty="0">
                <a:ea typeface="宋体" panose="02010600030101010101" pitchFamily="2" charset="-122"/>
              </a:rPr>
              <a:t>，</a:t>
            </a:r>
            <a:r>
              <a:rPr kumimoji="1" lang="zh-CN" altLang="en-US" sz="2800" b="0" dirty="0">
                <a:ea typeface="宋体" panose="02010600030101010101" pitchFamily="2" charset="-122"/>
              </a:rPr>
              <a:t> </a:t>
            </a:r>
            <a:r>
              <a:rPr kumimoji="1" lang="en-US" altLang="zh-CN" sz="2800" b="0" i="1" dirty="0" err="1">
                <a:ea typeface="宋体" panose="02010600030101010101" pitchFamily="2" charset="-122"/>
              </a:rPr>
              <a:t>i</a:t>
            </a:r>
            <a:r>
              <a:rPr kumimoji="1" lang="en-US" altLang="zh-CN" sz="2800" b="0" i="1" dirty="0">
                <a:ea typeface="宋体" panose="02010600030101010101" pitchFamily="2" charset="-122"/>
              </a:rPr>
              <a:t> </a:t>
            </a:r>
            <a:r>
              <a:rPr lang="zh-CN" altLang="zh-CN" sz="2800" dirty="0">
                <a:ea typeface="楷体_GB2312" pitchFamily="49" charset="-122"/>
              </a:rPr>
              <a:t>超前</a:t>
            </a:r>
            <a:r>
              <a:rPr kumimoji="1" lang="zh-CN" altLang="zh-CN" sz="2800" dirty="0">
                <a:ea typeface="宋体" panose="02010600030101010101" pitchFamily="2" charset="-122"/>
              </a:rPr>
              <a:t> </a:t>
            </a:r>
            <a:r>
              <a:rPr kumimoji="1" lang="en-US" altLang="zh-CN" sz="2800" b="0" i="1" dirty="0">
                <a:ea typeface="宋体" panose="02010600030101010101" pitchFamily="2" charset="-122"/>
              </a:rPr>
              <a:t>u </a:t>
            </a:r>
            <a:r>
              <a:rPr kumimoji="1" lang="en-US" altLang="zh-CN" sz="2800" b="0" i="1" dirty="0">
                <a:latin typeface="Symbol" panose="05050102010706020507" pitchFamily="18" charset="2"/>
                <a:ea typeface="宋体" panose="02010600030101010101" pitchFamily="2" charset="-122"/>
              </a:rPr>
              <a:t>j</a:t>
            </a:r>
            <a:r>
              <a:rPr kumimoji="1" lang="en-US" altLang="zh-CN" sz="2800" i="1" dirty="0">
                <a:latin typeface="Symbol" panose="05050102010706020507" pitchFamily="18" charset="2"/>
                <a:ea typeface="宋体" panose="02010600030101010101" pitchFamily="2" charset="-122"/>
              </a:rPr>
              <a:t> </a:t>
            </a:r>
            <a:r>
              <a:rPr lang="zh-CN" altLang="zh-CN" sz="2800" dirty="0">
                <a:ea typeface="楷体_GB2312" pitchFamily="49" charset="-122"/>
              </a:rPr>
              <a:t>角</a:t>
            </a:r>
            <a:r>
              <a:rPr kumimoji="1" lang="zh-CN" altLang="zh-CN" sz="2800" dirty="0"/>
              <a:t>，</a:t>
            </a:r>
            <a:r>
              <a:rPr lang="zh-CN" altLang="zh-CN" sz="2800" dirty="0">
                <a:ea typeface="楷体_GB2312" pitchFamily="49" charset="-122"/>
              </a:rPr>
              <a:t>或</a:t>
            </a:r>
            <a:r>
              <a:rPr kumimoji="1" lang="en-US" altLang="zh-CN" sz="2800" b="0" i="1" dirty="0">
                <a:ea typeface="宋体" panose="02010600030101010101" pitchFamily="2" charset="-122"/>
              </a:rPr>
              <a:t>u </a:t>
            </a:r>
            <a:r>
              <a:rPr lang="zh-CN" altLang="en-US" sz="2800" dirty="0">
                <a:ea typeface="楷体_GB2312" pitchFamily="49" charset="-122"/>
              </a:rPr>
              <a:t>滞后</a:t>
            </a:r>
            <a:r>
              <a:rPr kumimoji="1" lang="zh-CN" altLang="zh-CN" sz="2800" dirty="0">
                <a:ea typeface="宋体" panose="02010600030101010101" pitchFamily="2" charset="-122"/>
              </a:rPr>
              <a:t> </a:t>
            </a:r>
            <a:r>
              <a:rPr kumimoji="1" lang="en-US" altLang="zh-CN" sz="2800" b="0" i="1" dirty="0" err="1">
                <a:ea typeface="宋体" panose="02010600030101010101" pitchFamily="2" charset="-122"/>
              </a:rPr>
              <a:t>i</a:t>
            </a:r>
            <a:r>
              <a:rPr kumimoji="1" lang="en-US" altLang="zh-CN" sz="2800" b="0" i="1" dirty="0">
                <a:ea typeface="宋体" panose="02010600030101010101" pitchFamily="2" charset="-122"/>
              </a:rPr>
              <a:t> </a:t>
            </a:r>
            <a:r>
              <a:rPr kumimoji="1" lang="en-US" altLang="zh-CN" sz="2800" b="0" i="1" dirty="0">
                <a:latin typeface="Symbol" panose="05050102010706020507" pitchFamily="18" charset="2"/>
                <a:ea typeface="宋体" panose="02010600030101010101" pitchFamily="2" charset="-122"/>
              </a:rPr>
              <a:t>j</a:t>
            </a:r>
            <a:r>
              <a:rPr kumimoji="1" lang="en-US" altLang="zh-CN" sz="2800" i="1" dirty="0">
                <a:latin typeface="Symbol" panose="05050102010706020507" pitchFamily="18" charset="2"/>
                <a:ea typeface="宋体" panose="02010600030101010101" pitchFamily="2" charset="-122"/>
              </a:rPr>
              <a:t> </a:t>
            </a:r>
            <a:r>
              <a:rPr lang="zh-CN" altLang="zh-CN" sz="2800" dirty="0">
                <a:ea typeface="楷体_GB2312" pitchFamily="49" charset="-122"/>
              </a:rPr>
              <a:t>角</a:t>
            </a:r>
            <a:r>
              <a:rPr kumimoji="1" lang="en-US" altLang="zh-CN" sz="2800" dirty="0">
                <a:ea typeface="宋体" panose="02010600030101010101" pitchFamily="2" charset="-122"/>
              </a:rPr>
              <a:t>, </a:t>
            </a:r>
            <a:r>
              <a:rPr kumimoji="1" lang="en-US" altLang="zh-CN" sz="2800" b="0" i="1" dirty="0" err="1">
                <a:ea typeface="宋体" panose="02010600030101010101" pitchFamily="2" charset="-122"/>
              </a:rPr>
              <a:t>i</a:t>
            </a:r>
            <a:r>
              <a:rPr kumimoji="1" lang="en-US" altLang="zh-CN" sz="2800" b="0" i="1" dirty="0">
                <a:ea typeface="宋体" panose="02010600030101010101" pitchFamily="2" charset="-122"/>
              </a:rPr>
              <a:t> </a:t>
            </a:r>
            <a:r>
              <a:rPr lang="zh-CN" altLang="en-US" sz="2800" dirty="0">
                <a:ea typeface="楷体_GB2312" pitchFamily="49" charset="-122"/>
              </a:rPr>
              <a:t>比</a:t>
            </a:r>
            <a:r>
              <a:rPr kumimoji="1" lang="zh-CN" altLang="en-US" sz="2800" dirty="0">
                <a:ea typeface="宋体" panose="02010600030101010101" pitchFamily="2" charset="-122"/>
              </a:rPr>
              <a:t> </a:t>
            </a:r>
            <a:r>
              <a:rPr kumimoji="1" lang="en-US" altLang="zh-CN" sz="2800" b="0" i="1" dirty="0">
                <a:ea typeface="宋体" panose="02010600030101010101" pitchFamily="2" charset="-122"/>
              </a:rPr>
              <a:t>u</a:t>
            </a:r>
            <a:r>
              <a:rPr kumimoji="1" lang="en-US" altLang="zh-CN" sz="2800" i="1" dirty="0">
                <a:ea typeface="宋体" panose="02010600030101010101" pitchFamily="2" charset="-122"/>
              </a:rPr>
              <a:t> </a:t>
            </a:r>
            <a:r>
              <a:rPr lang="zh-CN" altLang="en-US" sz="2800" dirty="0">
                <a:ea typeface="楷体_GB2312" pitchFamily="49" charset="-122"/>
              </a:rPr>
              <a:t>先</a:t>
            </a:r>
          </a:p>
          <a:p>
            <a:pPr>
              <a:lnSpc>
                <a:spcPct val="120000"/>
              </a:lnSpc>
              <a:buSzPct val="80000"/>
              <a:buFont typeface="Wingdings" panose="05000000000000000000" pitchFamily="2" charset="2"/>
              <a:buNone/>
            </a:pPr>
            <a:r>
              <a:rPr lang="zh-CN" altLang="en-US" sz="2800" dirty="0">
                <a:ea typeface="楷体_GB2312" pitchFamily="49" charset="-122"/>
              </a:rPr>
              <a:t>  到达最大值）</a:t>
            </a:r>
            <a:r>
              <a:rPr kumimoji="1" lang="zh-CN" altLang="en-US" sz="2800" dirty="0">
                <a:latin typeface="楷体_GB2312" pitchFamily="49" charset="-122"/>
              </a:rPr>
              <a:t>。</a:t>
            </a:r>
          </a:p>
        </p:txBody>
      </p:sp>
      <p:grpSp>
        <p:nvGrpSpPr>
          <p:cNvPr id="33" name="Group 47"/>
          <p:cNvGrpSpPr>
            <a:grpSpLocks/>
          </p:cNvGrpSpPr>
          <p:nvPr/>
        </p:nvGrpSpPr>
        <p:grpSpPr bwMode="auto">
          <a:xfrm>
            <a:off x="1835696" y="3140968"/>
            <a:ext cx="5732463" cy="3384551"/>
            <a:chOff x="1127" y="1888"/>
            <a:chExt cx="3611" cy="2132"/>
          </a:xfrm>
        </p:grpSpPr>
        <p:sp>
          <p:nvSpPr>
            <p:cNvPr id="34" name="Line 9"/>
            <p:cNvSpPr>
              <a:spLocks noChangeShapeType="1"/>
            </p:cNvSpPr>
            <p:nvPr/>
          </p:nvSpPr>
          <p:spPr bwMode="auto">
            <a:xfrm flipH="1" flipV="1">
              <a:off x="1738" y="1997"/>
              <a:ext cx="8" cy="184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35" name="Line 10"/>
            <p:cNvSpPr>
              <a:spLocks noChangeShapeType="1"/>
            </p:cNvSpPr>
            <p:nvPr/>
          </p:nvSpPr>
          <p:spPr bwMode="auto">
            <a:xfrm flipV="1">
              <a:off x="1127" y="2873"/>
              <a:ext cx="3606" cy="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36" name="Text Box 11"/>
            <p:cNvSpPr txBox="1">
              <a:spLocks noChangeArrowheads="1"/>
            </p:cNvSpPr>
            <p:nvPr/>
          </p:nvSpPr>
          <p:spPr bwMode="auto">
            <a:xfrm>
              <a:off x="4350" y="2835"/>
              <a:ext cx="3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0" hangingPunct="0"/>
              <a:r>
                <a:rPr kumimoji="1" lang="en-US" altLang="zh-CN" b="0" i="1">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b="0" i="1">
                  <a:solidFill>
                    <a:schemeClr val="tx1"/>
                  </a:solidFill>
                  <a:latin typeface="Times New Roman" panose="02020603050405020304" pitchFamily="18" charset="0"/>
                  <a:ea typeface="宋体" panose="02010600030101010101" pitchFamily="2" charset="-122"/>
                </a:rPr>
                <a:t>t</a:t>
              </a:r>
            </a:p>
          </p:txBody>
        </p:sp>
        <p:sp>
          <p:nvSpPr>
            <p:cNvPr id="37" name="Freeform 12"/>
            <p:cNvSpPr>
              <a:spLocks/>
            </p:cNvSpPr>
            <p:nvPr/>
          </p:nvSpPr>
          <p:spPr bwMode="auto">
            <a:xfrm>
              <a:off x="1474" y="2387"/>
              <a:ext cx="2880" cy="996"/>
            </a:xfrm>
            <a:custGeom>
              <a:avLst/>
              <a:gdLst>
                <a:gd name="T0" fmla="*/ 0 w 2262"/>
                <a:gd name="T1" fmla="*/ 549 h 1091"/>
                <a:gd name="T2" fmla="*/ 96 w 2262"/>
                <a:gd name="T3" fmla="*/ 360 h 1091"/>
                <a:gd name="T4" fmla="*/ 183 w 2262"/>
                <a:gd name="T5" fmla="*/ 204 h 1091"/>
                <a:gd name="T6" fmla="*/ 294 w 2262"/>
                <a:gd name="T7" fmla="*/ 66 h 1091"/>
                <a:gd name="T8" fmla="*/ 420 w 2262"/>
                <a:gd name="T9" fmla="*/ 3 h 1091"/>
                <a:gd name="T10" fmla="*/ 576 w 2262"/>
                <a:gd name="T11" fmla="*/ 81 h 1091"/>
                <a:gd name="T12" fmla="*/ 732 w 2262"/>
                <a:gd name="T13" fmla="*/ 309 h 1091"/>
                <a:gd name="T14" fmla="*/ 849 w 2262"/>
                <a:gd name="T15" fmla="*/ 540 h 1091"/>
                <a:gd name="T16" fmla="*/ 981 w 2262"/>
                <a:gd name="T17" fmla="*/ 789 h 1091"/>
                <a:gd name="T18" fmla="*/ 1110 w 2262"/>
                <a:gd name="T19" fmla="*/ 990 h 1091"/>
                <a:gd name="T20" fmla="*/ 1290 w 2262"/>
                <a:gd name="T21" fmla="*/ 1083 h 1091"/>
                <a:gd name="T22" fmla="*/ 1482 w 2262"/>
                <a:gd name="T23" fmla="*/ 939 h 1091"/>
                <a:gd name="T24" fmla="*/ 1701 w 2262"/>
                <a:gd name="T25" fmla="*/ 555 h 1091"/>
                <a:gd name="T26" fmla="*/ 1803 w 2262"/>
                <a:gd name="T27" fmla="*/ 348 h 1091"/>
                <a:gd name="T28" fmla="*/ 1980 w 2262"/>
                <a:gd name="T29" fmla="*/ 84 h 1091"/>
                <a:gd name="T30" fmla="*/ 2127 w 2262"/>
                <a:gd name="T31" fmla="*/ 6 h 1091"/>
                <a:gd name="T32" fmla="*/ 2262 w 2262"/>
                <a:gd name="T33" fmla="*/ 66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62" h="1091">
                  <a:moveTo>
                    <a:pt x="0" y="549"/>
                  </a:moveTo>
                  <a:cubicBezTo>
                    <a:pt x="16" y="518"/>
                    <a:pt x="65" y="418"/>
                    <a:pt x="96" y="360"/>
                  </a:cubicBezTo>
                  <a:cubicBezTo>
                    <a:pt x="127" y="302"/>
                    <a:pt x="150" y="253"/>
                    <a:pt x="183" y="204"/>
                  </a:cubicBezTo>
                  <a:cubicBezTo>
                    <a:pt x="216" y="155"/>
                    <a:pt x="255" y="99"/>
                    <a:pt x="294" y="66"/>
                  </a:cubicBezTo>
                  <a:cubicBezTo>
                    <a:pt x="333" y="33"/>
                    <a:pt x="373" y="0"/>
                    <a:pt x="420" y="3"/>
                  </a:cubicBezTo>
                  <a:cubicBezTo>
                    <a:pt x="467" y="6"/>
                    <a:pt x="524" y="30"/>
                    <a:pt x="576" y="81"/>
                  </a:cubicBezTo>
                  <a:cubicBezTo>
                    <a:pt x="628" y="132"/>
                    <a:pt x="687" y="233"/>
                    <a:pt x="732" y="309"/>
                  </a:cubicBezTo>
                  <a:cubicBezTo>
                    <a:pt x="777" y="385"/>
                    <a:pt x="807" y="460"/>
                    <a:pt x="849" y="540"/>
                  </a:cubicBezTo>
                  <a:cubicBezTo>
                    <a:pt x="891" y="620"/>
                    <a:pt x="937" y="714"/>
                    <a:pt x="981" y="789"/>
                  </a:cubicBezTo>
                  <a:cubicBezTo>
                    <a:pt x="1025" y="864"/>
                    <a:pt x="1059" y="941"/>
                    <a:pt x="1110" y="990"/>
                  </a:cubicBezTo>
                  <a:cubicBezTo>
                    <a:pt x="1161" y="1039"/>
                    <a:pt x="1228" y="1091"/>
                    <a:pt x="1290" y="1083"/>
                  </a:cubicBezTo>
                  <a:cubicBezTo>
                    <a:pt x="1352" y="1075"/>
                    <a:pt x="1413" y="1027"/>
                    <a:pt x="1482" y="939"/>
                  </a:cubicBezTo>
                  <a:cubicBezTo>
                    <a:pt x="1551" y="851"/>
                    <a:pt x="1648" y="653"/>
                    <a:pt x="1701" y="555"/>
                  </a:cubicBezTo>
                  <a:cubicBezTo>
                    <a:pt x="1754" y="457"/>
                    <a:pt x="1757" y="426"/>
                    <a:pt x="1803" y="348"/>
                  </a:cubicBezTo>
                  <a:cubicBezTo>
                    <a:pt x="1849" y="270"/>
                    <a:pt x="1926" y="141"/>
                    <a:pt x="1980" y="84"/>
                  </a:cubicBezTo>
                  <a:cubicBezTo>
                    <a:pt x="2034" y="27"/>
                    <a:pt x="2080" y="9"/>
                    <a:pt x="2127" y="6"/>
                  </a:cubicBezTo>
                  <a:cubicBezTo>
                    <a:pt x="2174" y="3"/>
                    <a:pt x="2234" y="54"/>
                    <a:pt x="2262" y="66"/>
                  </a:cubicBezTo>
                </a:path>
              </a:pathLst>
            </a:custGeom>
            <a:noFill/>
            <a:ln w="285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38" name="Freeform 13"/>
            <p:cNvSpPr>
              <a:spLocks/>
            </p:cNvSpPr>
            <p:nvPr/>
          </p:nvSpPr>
          <p:spPr bwMode="auto">
            <a:xfrm>
              <a:off x="1494" y="2629"/>
              <a:ext cx="2880" cy="494"/>
            </a:xfrm>
            <a:custGeom>
              <a:avLst/>
              <a:gdLst>
                <a:gd name="T0" fmla="*/ 0 w 2262"/>
                <a:gd name="T1" fmla="*/ 540 h 541"/>
                <a:gd name="T2" fmla="*/ 186 w 2262"/>
                <a:gd name="T3" fmla="*/ 483 h 541"/>
                <a:gd name="T4" fmla="*/ 423 w 2262"/>
                <a:gd name="T5" fmla="*/ 270 h 541"/>
                <a:gd name="T6" fmla="*/ 654 w 2262"/>
                <a:gd name="T7" fmla="*/ 66 h 541"/>
                <a:gd name="T8" fmla="*/ 864 w 2262"/>
                <a:gd name="T9" fmla="*/ 3 h 541"/>
                <a:gd name="T10" fmla="*/ 1068 w 2262"/>
                <a:gd name="T11" fmla="*/ 84 h 541"/>
                <a:gd name="T12" fmla="*/ 1275 w 2262"/>
                <a:gd name="T13" fmla="*/ 273 h 541"/>
                <a:gd name="T14" fmla="*/ 1533 w 2262"/>
                <a:gd name="T15" fmla="*/ 495 h 541"/>
                <a:gd name="T16" fmla="*/ 1698 w 2262"/>
                <a:gd name="T17" fmla="*/ 540 h 541"/>
                <a:gd name="T18" fmla="*/ 1851 w 2262"/>
                <a:gd name="T19" fmla="*/ 498 h 541"/>
                <a:gd name="T20" fmla="*/ 2025 w 2262"/>
                <a:gd name="T21" fmla="*/ 366 h 541"/>
                <a:gd name="T22" fmla="*/ 2133 w 2262"/>
                <a:gd name="T23" fmla="*/ 261 h 541"/>
                <a:gd name="T24" fmla="*/ 2262 w 2262"/>
                <a:gd name="T25" fmla="*/ 14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2" h="541">
                  <a:moveTo>
                    <a:pt x="0" y="540"/>
                  </a:moveTo>
                  <a:cubicBezTo>
                    <a:pt x="31" y="531"/>
                    <a:pt x="115" y="528"/>
                    <a:pt x="186" y="483"/>
                  </a:cubicBezTo>
                  <a:cubicBezTo>
                    <a:pt x="257" y="438"/>
                    <a:pt x="345" y="339"/>
                    <a:pt x="423" y="270"/>
                  </a:cubicBezTo>
                  <a:cubicBezTo>
                    <a:pt x="501" y="201"/>
                    <a:pt x="581" y="110"/>
                    <a:pt x="654" y="66"/>
                  </a:cubicBezTo>
                  <a:cubicBezTo>
                    <a:pt x="727" y="22"/>
                    <a:pt x="795" y="0"/>
                    <a:pt x="864" y="3"/>
                  </a:cubicBezTo>
                  <a:cubicBezTo>
                    <a:pt x="933" y="6"/>
                    <a:pt x="1000" y="39"/>
                    <a:pt x="1068" y="84"/>
                  </a:cubicBezTo>
                  <a:cubicBezTo>
                    <a:pt x="1136" y="129"/>
                    <a:pt x="1198" y="205"/>
                    <a:pt x="1275" y="273"/>
                  </a:cubicBezTo>
                  <a:cubicBezTo>
                    <a:pt x="1352" y="341"/>
                    <a:pt x="1462" y="451"/>
                    <a:pt x="1533" y="495"/>
                  </a:cubicBezTo>
                  <a:cubicBezTo>
                    <a:pt x="1604" y="539"/>
                    <a:pt x="1645" y="539"/>
                    <a:pt x="1698" y="540"/>
                  </a:cubicBezTo>
                  <a:cubicBezTo>
                    <a:pt x="1751" y="541"/>
                    <a:pt x="1797" y="527"/>
                    <a:pt x="1851" y="498"/>
                  </a:cubicBezTo>
                  <a:cubicBezTo>
                    <a:pt x="1905" y="469"/>
                    <a:pt x="1978" y="405"/>
                    <a:pt x="2025" y="366"/>
                  </a:cubicBezTo>
                  <a:cubicBezTo>
                    <a:pt x="2072" y="327"/>
                    <a:pt x="2093" y="299"/>
                    <a:pt x="2133" y="261"/>
                  </a:cubicBezTo>
                  <a:cubicBezTo>
                    <a:pt x="2173" y="223"/>
                    <a:pt x="2235" y="166"/>
                    <a:pt x="2262" y="141"/>
                  </a:cubicBezTo>
                </a:path>
              </a:pathLst>
            </a:custGeom>
            <a:noFill/>
            <a:ln w="28575" cap="flat" cmpd="sng">
              <a:solidFill>
                <a:srgbClr val="66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39" name="Text Box 14"/>
            <p:cNvSpPr txBox="1">
              <a:spLocks noChangeArrowheads="1"/>
            </p:cNvSpPr>
            <p:nvPr/>
          </p:nvSpPr>
          <p:spPr bwMode="auto">
            <a:xfrm>
              <a:off x="1249" y="1888"/>
              <a:ext cx="4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Times New Roman" panose="02020603050405020304" pitchFamily="18" charset="0"/>
                  <a:ea typeface="宋体" panose="02010600030101010101" pitchFamily="2" charset="-122"/>
                </a:rPr>
                <a:t>u</a:t>
              </a:r>
              <a:r>
                <a:rPr kumimoji="1" lang="en-US" altLang="zh-CN" b="0">
                  <a:solidFill>
                    <a:schemeClr val="tx1"/>
                  </a:solidFill>
                  <a:latin typeface="Times New Roman" panose="02020603050405020304" pitchFamily="18" charset="0"/>
                  <a:ea typeface="宋体" panose="02010600030101010101" pitchFamily="2" charset="-122"/>
                </a:rPr>
                <a:t>, </a:t>
              </a:r>
              <a:r>
                <a:rPr kumimoji="1" lang="en-US" altLang="zh-CN" b="0" i="1">
                  <a:solidFill>
                    <a:schemeClr val="tx1"/>
                  </a:solidFill>
                  <a:latin typeface="Times New Roman" panose="02020603050405020304" pitchFamily="18" charset="0"/>
                  <a:ea typeface="宋体" panose="02010600030101010101" pitchFamily="2" charset="-122"/>
                </a:rPr>
                <a:t>i</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40" name="Text Box 15"/>
            <p:cNvSpPr txBox="1">
              <a:spLocks noChangeArrowheads="1"/>
            </p:cNvSpPr>
            <p:nvPr/>
          </p:nvSpPr>
          <p:spPr bwMode="auto">
            <a:xfrm>
              <a:off x="2041" y="2139"/>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Times New Roman" panose="02020603050405020304" pitchFamily="18" charset="0"/>
                  <a:ea typeface="宋体" panose="02010600030101010101" pitchFamily="2" charset="-122"/>
                </a:rPr>
                <a:t>u</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41" name="Text Box 16"/>
            <p:cNvSpPr txBox="1">
              <a:spLocks noChangeArrowheads="1"/>
            </p:cNvSpPr>
            <p:nvPr/>
          </p:nvSpPr>
          <p:spPr bwMode="auto">
            <a:xfrm>
              <a:off x="2655" y="2402"/>
              <a:ext cx="23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a:solidFill>
                    <a:schemeClr val="tx1"/>
                  </a:solidFill>
                  <a:latin typeface="Times New Roman" panose="02020603050405020304" pitchFamily="18" charset="0"/>
                  <a:ea typeface="宋体" panose="02010600030101010101" pitchFamily="2" charset="-122"/>
                </a:rPr>
                <a:t> </a:t>
              </a:r>
              <a:r>
                <a:rPr kumimoji="1" lang="en-US" altLang="zh-CN" b="0" i="1">
                  <a:solidFill>
                    <a:schemeClr val="tx1"/>
                  </a:solidFill>
                  <a:latin typeface="Times New Roman" panose="02020603050405020304" pitchFamily="18" charset="0"/>
                  <a:ea typeface="宋体" panose="02010600030101010101" pitchFamily="2" charset="-122"/>
                </a:rPr>
                <a:t>i</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42" name="Line 17"/>
            <p:cNvSpPr>
              <a:spLocks noChangeShapeType="1"/>
            </p:cNvSpPr>
            <p:nvPr/>
          </p:nvSpPr>
          <p:spPr bwMode="auto">
            <a:xfrm>
              <a:off x="2562" y="2659"/>
              <a:ext cx="0" cy="1361"/>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3" name="Line 18"/>
            <p:cNvSpPr>
              <a:spLocks noChangeShapeType="1"/>
            </p:cNvSpPr>
            <p:nvPr/>
          </p:nvSpPr>
          <p:spPr bwMode="auto">
            <a:xfrm>
              <a:off x="2018" y="2387"/>
              <a:ext cx="0" cy="1633"/>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4" name="Line 19"/>
            <p:cNvSpPr>
              <a:spLocks noChangeShapeType="1"/>
            </p:cNvSpPr>
            <p:nvPr/>
          </p:nvSpPr>
          <p:spPr bwMode="auto">
            <a:xfrm>
              <a:off x="1429" y="3294"/>
              <a:ext cx="306" cy="0"/>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5" name="Line 20"/>
            <p:cNvSpPr>
              <a:spLocks noChangeShapeType="1"/>
            </p:cNvSpPr>
            <p:nvPr/>
          </p:nvSpPr>
          <p:spPr bwMode="auto">
            <a:xfrm flipH="1">
              <a:off x="2018" y="3294"/>
              <a:ext cx="305" cy="0"/>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6" name="Line 21"/>
            <p:cNvSpPr>
              <a:spLocks noChangeShapeType="1"/>
            </p:cNvSpPr>
            <p:nvPr/>
          </p:nvSpPr>
          <p:spPr bwMode="auto">
            <a:xfrm>
              <a:off x="2064" y="3838"/>
              <a:ext cx="498" cy="0"/>
            </a:xfrm>
            <a:prstGeom prst="line">
              <a:avLst/>
            </a:prstGeom>
            <a:noFill/>
            <a:ln w="28575">
              <a:solidFill>
                <a:srgbClr val="7030A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7" name="Text Box 22"/>
            <p:cNvSpPr txBox="1">
              <a:spLocks noChangeArrowheads="1"/>
            </p:cNvSpPr>
            <p:nvPr/>
          </p:nvSpPr>
          <p:spPr bwMode="auto">
            <a:xfrm>
              <a:off x="1701" y="3113"/>
              <a:ext cx="3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Symbol" panose="05050102010706020507" pitchFamily="18" charset="2"/>
                  <a:ea typeface="宋体" panose="02010600030101010101" pitchFamily="2" charset="-122"/>
                </a:rPr>
                <a:t>y</a:t>
              </a:r>
              <a:r>
                <a:rPr kumimoji="1" lang="en-US" altLang="zh-CN" b="0" i="1" baseline="-25000">
                  <a:solidFill>
                    <a:schemeClr val="tx1"/>
                  </a:solidFill>
                  <a:latin typeface="Times New Roman" panose="02020603050405020304" pitchFamily="18" charset="0"/>
                  <a:ea typeface="宋体" panose="02010600030101010101" pitchFamily="2" charset="-122"/>
                </a:rPr>
                <a:t>u</a:t>
              </a:r>
            </a:p>
          </p:txBody>
        </p:sp>
        <p:sp>
          <p:nvSpPr>
            <p:cNvPr id="48" name="Text Box 23"/>
            <p:cNvSpPr txBox="1">
              <a:spLocks noChangeArrowheads="1"/>
            </p:cNvSpPr>
            <p:nvPr/>
          </p:nvSpPr>
          <p:spPr bwMode="auto">
            <a:xfrm>
              <a:off x="2017" y="3203"/>
              <a:ext cx="3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Symbol" panose="05050102010706020507" pitchFamily="18" charset="2"/>
                  <a:ea typeface="宋体" panose="02010600030101010101" pitchFamily="2" charset="-122"/>
                </a:rPr>
                <a:t>y</a:t>
              </a:r>
              <a:r>
                <a:rPr kumimoji="1" lang="en-US" altLang="zh-CN" b="0" i="1" baseline="-25000">
                  <a:solidFill>
                    <a:schemeClr val="tx1"/>
                  </a:solidFill>
                  <a:latin typeface="Times New Roman" panose="02020603050405020304" pitchFamily="18" charset="0"/>
                  <a:ea typeface="宋体" panose="02010600030101010101" pitchFamily="2" charset="-122"/>
                </a:rPr>
                <a:t>i</a:t>
              </a:r>
            </a:p>
          </p:txBody>
        </p:sp>
        <p:sp>
          <p:nvSpPr>
            <p:cNvPr id="49" name="Text Box 24"/>
            <p:cNvSpPr txBox="1">
              <a:spLocks noChangeArrowheads="1"/>
            </p:cNvSpPr>
            <p:nvPr/>
          </p:nvSpPr>
          <p:spPr bwMode="auto">
            <a:xfrm>
              <a:off x="2109" y="3521"/>
              <a:ext cx="4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Symbol" panose="05050102010706020507" pitchFamily="18" charset="2"/>
                  <a:ea typeface="宋体" panose="02010600030101010101" pitchFamily="2" charset="-122"/>
                </a:rPr>
                <a:t>j</a:t>
              </a:r>
            </a:p>
          </p:txBody>
        </p:sp>
        <p:sp>
          <p:nvSpPr>
            <p:cNvPr id="50" name="Text Box 25"/>
            <p:cNvSpPr txBox="1">
              <a:spLocks noChangeArrowheads="1"/>
            </p:cNvSpPr>
            <p:nvPr/>
          </p:nvSpPr>
          <p:spPr bwMode="auto">
            <a:xfrm>
              <a:off x="1519" y="283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a:solidFill>
                    <a:schemeClr val="tx1"/>
                  </a:solidFill>
                  <a:latin typeface="Times New Roman" panose="02020603050405020304" pitchFamily="18" charset="0"/>
                  <a:ea typeface="宋体" panose="02010600030101010101" pitchFamily="2" charset="-122"/>
                </a:rPr>
                <a:t>o</a:t>
              </a:r>
            </a:p>
          </p:txBody>
        </p:sp>
        <p:sp>
          <p:nvSpPr>
            <p:cNvPr id="51" name="Line 42"/>
            <p:cNvSpPr>
              <a:spLocks noChangeShapeType="1"/>
            </p:cNvSpPr>
            <p:nvPr/>
          </p:nvSpPr>
          <p:spPr bwMode="auto">
            <a:xfrm flipH="1">
              <a:off x="2562" y="3521"/>
              <a:ext cx="305" cy="0"/>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52" name="Line 46"/>
            <p:cNvSpPr>
              <a:spLocks noChangeShapeType="1"/>
            </p:cNvSpPr>
            <p:nvPr/>
          </p:nvSpPr>
          <p:spPr bwMode="auto">
            <a:xfrm>
              <a:off x="1429" y="3521"/>
              <a:ext cx="306" cy="0"/>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grpSp>
    </p:spTree>
    <p:extLst>
      <p:ext uri="{BB962C8B-B14F-4D97-AF65-F5344CB8AC3E}">
        <p14:creationId xmlns:p14="http://schemas.microsoft.com/office/powerpoint/2010/main" val="3411349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slide(fromRight)">
                                      <p:cBhvr>
                                        <p:cTn id="7" dur="500"/>
                                        <p:tgtEl>
                                          <p:spTgt spid="614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61446"/>
                                        </p:tgtEl>
                                        <p:attrNameLst>
                                          <p:attrName>style.visibility</p:attrName>
                                        </p:attrNameLst>
                                      </p:cBhvr>
                                      <p:to>
                                        <p:strVal val="visible"/>
                                      </p:to>
                                    </p:set>
                                    <p:animEffect transition="in" filter="slide(fromRight)">
                                      <p:cBhvr>
                                        <p:cTn id="12" dur="500"/>
                                        <p:tgtEl>
                                          <p:spTgt spid="61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autoUpdateAnimBg="0"/>
      <p:bldP spid="61446" grpId="0"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684213" y="4365625"/>
            <a:ext cx="1187450" cy="639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lnSpc>
                <a:spcPct val="150000"/>
              </a:lnSpc>
              <a:spcBef>
                <a:spcPct val="0"/>
              </a:spcBef>
            </a:pPr>
            <a:r>
              <a:rPr kumimoji="1" lang="en-US" altLang="zh-CN" sz="2400" b="1">
                <a:solidFill>
                  <a:srgbClr val="2520F2"/>
                </a:solidFill>
                <a:latin typeface="Times New Roman" panose="02020603050405020304" pitchFamily="18" charset="0"/>
              </a:rPr>
              <a:t>1.  </a:t>
            </a:r>
            <a:r>
              <a:rPr kumimoji="1" lang="zh-CN" altLang="en-US" sz="2400" b="1">
                <a:solidFill>
                  <a:srgbClr val="2520F2"/>
                </a:solidFill>
                <a:latin typeface="Times New Roman" panose="02020603050405020304" pitchFamily="18" charset="0"/>
              </a:rPr>
              <a:t>定义</a:t>
            </a:r>
          </a:p>
        </p:txBody>
      </p:sp>
      <p:sp>
        <p:nvSpPr>
          <p:cNvPr id="12291" name="Text Box 3"/>
          <p:cNvSpPr txBox="1">
            <a:spLocks noChangeArrowheads="1"/>
          </p:cNvSpPr>
          <p:nvPr/>
        </p:nvSpPr>
        <p:spPr bwMode="auto">
          <a:xfrm>
            <a:off x="5724525" y="4292600"/>
            <a:ext cx="29273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有效值也称</a:t>
            </a:r>
            <a:r>
              <a:rPr kumimoji="1" lang="zh-CN" altLang="en-US" sz="2400" b="1">
                <a:solidFill>
                  <a:srgbClr val="FF0000"/>
                </a:solidFill>
                <a:latin typeface="Times New Roman" panose="02020603050405020304" pitchFamily="18" charset="0"/>
              </a:rPr>
              <a:t>方均根值</a:t>
            </a:r>
            <a:endParaRPr kumimoji="1" lang="zh-CN" altLang="en-US" sz="2400" b="1">
              <a:latin typeface="Times New Roman" panose="02020603050405020304" pitchFamily="18" charset="0"/>
            </a:endParaRPr>
          </a:p>
          <a:p>
            <a:pPr algn="l"/>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root-mean-square</a:t>
            </a:r>
            <a:r>
              <a:rPr kumimoji="1" lang="zh-CN" altLang="en-US" sz="2400" b="1">
                <a:latin typeface="Times New Roman" panose="02020603050405020304" pitchFamily="18" charset="0"/>
              </a:rPr>
              <a:t>，</a:t>
            </a:r>
          </a:p>
          <a:p>
            <a:pPr algn="l"/>
            <a:r>
              <a:rPr kumimoji="1" lang="zh-CN" altLang="en-US" sz="2400" b="1">
                <a:latin typeface="Times New Roman" panose="02020603050405020304" pitchFamily="18" charset="0"/>
              </a:rPr>
              <a:t>简记为 </a:t>
            </a:r>
            <a:r>
              <a:rPr kumimoji="1" lang="en-US" altLang="zh-CN" sz="2400" b="1">
                <a:latin typeface="Times New Roman" panose="02020603050405020304" pitchFamily="18" charset="0"/>
              </a:rPr>
              <a:t>rms)</a:t>
            </a:r>
          </a:p>
        </p:txBody>
      </p:sp>
      <p:sp>
        <p:nvSpPr>
          <p:cNvPr id="12292" name="Text Box 4"/>
          <p:cNvSpPr txBox="1">
            <a:spLocks noChangeArrowheads="1"/>
          </p:cNvSpPr>
          <p:nvPr/>
        </p:nvSpPr>
        <p:spPr bwMode="auto">
          <a:xfrm>
            <a:off x="261938" y="292100"/>
            <a:ext cx="371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三、有效值</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Times New Roman" panose="02020603050405020304" pitchFamily="18" charset="0"/>
              </a:rPr>
              <a:t>effective value</a:t>
            </a:r>
            <a:r>
              <a:rPr kumimoji="1" lang="en-US" altLang="zh-CN" sz="2400" b="1">
                <a:solidFill>
                  <a:srgbClr val="FF0000"/>
                </a:solidFill>
                <a:latin typeface="Times New Roman" panose="02020603050405020304" pitchFamily="18" charset="0"/>
              </a:rPr>
              <a:t>)</a:t>
            </a:r>
          </a:p>
        </p:txBody>
      </p:sp>
      <p:graphicFrame>
        <p:nvGraphicFramePr>
          <p:cNvPr id="12293" name="Object 5"/>
          <p:cNvGraphicFramePr>
            <a:graphicFrameLocks noChangeAspect="1"/>
          </p:cNvGraphicFramePr>
          <p:nvPr/>
        </p:nvGraphicFramePr>
        <p:xfrm>
          <a:off x="2484438" y="4437063"/>
          <a:ext cx="2447925" cy="890587"/>
        </p:xfrm>
        <a:graphic>
          <a:graphicData uri="http://schemas.openxmlformats.org/presentationml/2006/ole">
            <mc:AlternateContent xmlns:mc="http://schemas.openxmlformats.org/markup-compatibility/2006">
              <mc:Choice xmlns:v="urn:schemas-microsoft-com:vml" Requires="v">
                <p:oleObj name="公式" r:id="rId3" imgW="1155600" imgH="444240" progId="Equation.3">
                  <p:embed/>
                </p:oleObj>
              </mc:Choice>
              <mc:Fallback>
                <p:oleObj name="公式" r:id="rId3" imgW="1155600" imgH="444240" progId="Equation.3">
                  <p:embed/>
                  <p:pic>
                    <p:nvPicPr>
                      <p:cNvPr id="1229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4437063"/>
                        <a:ext cx="2447925" cy="890587"/>
                      </a:xfrm>
                      <a:prstGeom prst="rect">
                        <a:avLst/>
                      </a:prstGeom>
                      <a:solidFill>
                        <a:srgbClr val="FFCCFF"/>
                      </a:solidFill>
                      <a:ln>
                        <a:noFill/>
                      </a:ln>
                      <a:effectLst>
                        <a:prstShdw prst="shdw17" dist="17961" dir="2700000">
                          <a:srgbClr val="FFCCFF">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4" name="Text Box 6"/>
          <p:cNvSpPr txBox="1">
            <a:spLocks noChangeArrowheads="1"/>
          </p:cNvSpPr>
          <p:nvPr/>
        </p:nvSpPr>
        <p:spPr bwMode="auto">
          <a:xfrm>
            <a:off x="3419475" y="3429000"/>
            <a:ext cx="19970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W</a:t>
            </a:r>
            <a:r>
              <a:rPr kumimoji="1" lang="en-US" altLang="zh-CN" sz="2400" b="1" baseline="-25000">
                <a:latin typeface="Times New Roman" panose="02020603050405020304" pitchFamily="18" charset="0"/>
              </a:rPr>
              <a:t>2</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I </a:t>
            </a:r>
            <a:r>
              <a:rPr kumimoji="1" lang="en-US" altLang="zh-CN" sz="2400" b="1" baseline="40000">
                <a:latin typeface="Times New Roman" panose="02020603050405020304" pitchFamily="18" charset="0"/>
              </a:rPr>
              <a:t>2</a:t>
            </a:r>
            <a:r>
              <a:rPr kumimoji="1" lang="en-US" altLang="zh-CN" sz="2400" b="1" i="1">
                <a:latin typeface="Times New Roman" panose="02020603050405020304" pitchFamily="18" charset="0"/>
              </a:rPr>
              <a:t>RT</a:t>
            </a:r>
            <a:endParaRPr kumimoji="1" lang="en-US" altLang="zh-CN" sz="2400" b="1">
              <a:latin typeface="Times New Roman" panose="02020603050405020304" pitchFamily="18" charset="0"/>
            </a:endParaRPr>
          </a:p>
        </p:txBody>
      </p:sp>
      <p:grpSp>
        <p:nvGrpSpPr>
          <p:cNvPr id="12295" name="Group 7"/>
          <p:cNvGrpSpPr>
            <a:grpSpLocks/>
          </p:cNvGrpSpPr>
          <p:nvPr/>
        </p:nvGrpSpPr>
        <p:grpSpPr bwMode="auto">
          <a:xfrm>
            <a:off x="971550" y="1484313"/>
            <a:ext cx="1160463" cy="1752600"/>
            <a:chOff x="720" y="336"/>
            <a:chExt cx="731" cy="1104"/>
          </a:xfrm>
        </p:grpSpPr>
        <p:sp>
          <p:nvSpPr>
            <p:cNvPr id="12296" name="Line 8"/>
            <p:cNvSpPr>
              <a:spLocks noChangeShapeType="1"/>
            </p:cNvSpPr>
            <p:nvPr/>
          </p:nvSpPr>
          <p:spPr bwMode="auto">
            <a:xfrm>
              <a:off x="775" y="696"/>
              <a:ext cx="3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7" name="Freeform 9"/>
            <p:cNvSpPr>
              <a:spLocks/>
            </p:cNvSpPr>
            <p:nvPr/>
          </p:nvSpPr>
          <p:spPr bwMode="auto">
            <a:xfrm>
              <a:off x="1152" y="696"/>
              <a:ext cx="8" cy="726"/>
            </a:xfrm>
            <a:custGeom>
              <a:avLst/>
              <a:gdLst>
                <a:gd name="T0" fmla="*/ 8 w 8"/>
                <a:gd name="T1" fmla="*/ 0 h 726"/>
                <a:gd name="T2" fmla="*/ 0 w 8"/>
                <a:gd name="T3" fmla="*/ 726 h 726"/>
              </a:gdLst>
              <a:ahLst/>
              <a:cxnLst>
                <a:cxn ang="0">
                  <a:pos x="T0" y="T1"/>
                </a:cxn>
                <a:cxn ang="0">
                  <a:pos x="T2" y="T3"/>
                </a:cxn>
              </a:cxnLst>
              <a:rect l="0" t="0" r="r" b="b"/>
              <a:pathLst>
                <a:path w="8" h="726">
                  <a:moveTo>
                    <a:pt x="8" y="0"/>
                  </a:moveTo>
                  <a:lnTo>
                    <a:pt x="0" y="726"/>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298" name="Line 10"/>
            <p:cNvSpPr>
              <a:spLocks noChangeShapeType="1"/>
            </p:cNvSpPr>
            <p:nvPr/>
          </p:nvSpPr>
          <p:spPr bwMode="auto">
            <a:xfrm>
              <a:off x="775" y="1416"/>
              <a:ext cx="3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9" name="Rectangle 11"/>
            <p:cNvSpPr>
              <a:spLocks noChangeArrowheads="1"/>
            </p:cNvSpPr>
            <p:nvPr/>
          </p:nvSpPr>
          <p:spPr bwMode="auto">
            <a:xfrm rot="-10800000">
              <a:off x="1099" y="876"/>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300" name="Text Box 12"/>
            <p:cNvSpPr txBox="1">
              <a:spLocks noChangeArrowheads="1"/>
            </p:cNvSpPr>
            <p:nvPr/>
          </p:nvSpPr>
          <p:spPr bwMode="auto">
            <a:xfrm>
              <a:off x="1207" y="888"/>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endParaRPr kumimoji="1" lang="en-US" altLang="zh-CN" sz="2400" b="1">
                <a:latin typeface="Times New Roman" panose="02020603050405020304" pitchFamily="18" charset="0"/>
              </a:endParaRPr>
            </a:p>
          </p:txBody>
        </p:sp>
        <p:sp>
          <p:nvSpPr>
            <p:cNvPr id="12301" name="Text Box 13"/>
            <p:cNvSpPr txBox="1">
              <a:spLocks noChangeArrowheads="1"/>
            </p:cNvSpPr>
            <p:nvPr/>
          </p:nvSpPr>
          <p:spPr bwMode="auto">
            <a:xfrm>
              <a:off x="727" y="336"/>
              <a:ext cx="3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12302" name="Line 14"/>
            <p:cNvSpPr>
              <a:spLocks noChangeShapeType="1"/>
            </p:cNvSpPr>
            <p:nvPr/>
          </p:nvSpPr>
          <p:spPr bwMode="auto">
            <a:xfrm>
              <a:off x="775" y="624"/>
              <a:ext cx="288"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3" name="Oval 15"/>
            <p:cNvSpPr>
              <a:spLocks noChangeArrowheads="1"/>
            </p:cNvSpPr>
            <p:nvPr/>
          </p:nvSpPr>
          <p:spPr bwMode="auto">
            <a:xfrm>
              <a:off x="720" y="67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304" name="Oval 16"/>
            <p:cNvSpPr>
              <a:spLocks noChangeArrowheads="1"/>
            </p:cNvSpPr>
            <p:nvPr/>
          </p:nvSpPr>
          <p:spPr bwMode="auto">
            <a:xfrm>
              <a:off x="720" y="139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12305" name="Group 17"/>
          <p:cNvGrpSpPr>
            <a:grpSpLocks/>
          </p:cNvGrpSpPr>
          <p:nvPr/>
        </p:nvGrpSpPr>
        <p:grpSpPr bwMode="auto">
          <a:xfrm>
            <a:off x="3563938" y="1412875"/>
            <a:ext cx="1160462" cy="1752600"/>
            <a:chOff x="768" y="1824"/>
            <a:chExt cx="731" cy="1104"/>
          </a:xfrm>
        </p:grpSpPr>
        <p:sp>
          <p:nvSpPr>
            <p:cNvPr id="12306" name="Line 18"/>
            <p:cNvSpPr>
              <a:spLocks noChangeShapeType="1"/>
            </p:cNvSpPr>
            <p:nvPr/>
          </p:nvSpPr>
          <p:spPr bwMode="auto">
            <a:xfrm>
              <a:off x="823" y="2184"/>
              <a:ext cx="3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7" name="Freeform 19"/>
            <p:cNvSpPr>
              <a:spLocks/>
            </p:cNvSpPr>
            <p:nvPr/>
          </p:nvSpPr>
          <p:spPr bwMode="auto">
            <a:xfrm>
              <a:off x="1200" y="2184"/>
              <a:ext cx="8" cy="726"/>
            </a:xfrm>
            <a:custGeom>
              <a:avLst/>
              <a:gdLst>
                <a:gd name="T0" fmla="*/ 8 w 8"/>
                <a:gd name="T1" fmla="*/ 0 h 726"/>
                <a:gd name="T2" fmla="*/ 0 w 8"/>
                <a:gd name="T3" fmla="*/ 726 h 726"/>
              </a:gdLst>
              <a:ahLst/>
              <a:cxnLst>
                <a:cxn ang="0">
                  <a:pos x="T0" y="T1"/>
                </a:cxn>
                <a:cxn ang="0">
                  <a:pos x="T2" y="T3"/>
                </a:cxn>
              </a:cxnLst>
              <a:rect l="0" t="0" r="r" b="b"/>
              <a:pathLst>
                <a:path w="8" h="726">
                  <a:moveTo>
                    <a:pt x="8" y="0"/>
                  </a:moveTo>
                  <a:lnTo>
                    <a:pt x="0" y="726"/>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08" name="Line 20"/>
            <p:cNvSpPr>
              <a:spLocks noChangeShapeType="1"/>
            </p:cNvSpPr>
            <p:nvPr/>
          </p:nvSpPr>
          <p:spPr bwMode="auto">
            <a:xfrm>
              <a:off x="823" y="2904"/>
              <a:ext cx="3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9" name="Rectangle 21"/>
            <p:cNvSpPr>
              <a:spLocks noChangeArrowheads="1"/>
            </p:cNvSpPr>
            <p:nvPr/>
          </p:nvSpPr>
          <p:spPr bwMode="auto">
            <a:xfrm rot="-10800000">
              <a:off x="1147" y="2364"/>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310" name="Text Box 22"/>
            <p:cNvSpPr txBox="1">
              <a:spLocks noChangeArrowheads="1"/>
            </p:cNvSpPr>
            <p:nvPr/>
          </p:nvSpPr>
          <p:spPr bwMode="auto">
            <a:xfrm>
              <a:off x="1255" y="2376"/>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endParaRPr kumimoji="1" lang="en-US" altLang="zh-CN" sz="2400" b="1">
                <a:latin typeface="Times New Roman" panose="02020603050405020304" pitchFamily="18" charset="0"/>
              </a:endParaRPr>
            </a:p>
          </p:txBody>
        </p:sp>
        <p:sp>
          <p:nvSpPr>
            <p:cNvPr id="12311" name="Text Box 23"/>
            <p:cNvSpPr txBox="1">
              <a:spLocks noChangeArrowheads="1"/>
            </p:cNvSpPr>
            <p:nvPr/>
          </p:nvSpPr>
          <p:spPr bwMode="auto">
            <a:xfrm>
              <a:off x="912" y="1824"/>
              <a:ext cx="19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sp>
          <p:nvSpPr>
            <p:cNvPr id="12312" name="Line 24"/>
            <p:cNvSpPr>
              <a:spLocks noChangeShapeType="1"/>
            </p:cNvSpPr>
            <p:nvPr/>
          </p:nvSpPr>
          <p:spPr bwMode="auto">
            <a:xfrm>
              <a:off x="823" y="2112"/>
              <a:ext cx="288"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3" name="Oval 25"/>
            <p:cNvSpPr>
              <a:spLocks noChangeArrowheads="1"/>
            </p:cNvSpPr>
            <p:nvPr/>
          </p:nvSpPr>
          <p:spPr bwMode="auto">
            <a:xfrm>
              <a:off x="768" y="216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314" name="Oval 26"/>
            <p:cNvSpPr>
              <a:spLocks noChangeArrowheads="1"/>
            </p:cNvSpPr>
            <p:nvPr/>
          </p:nvSpPr>
          <p:spPr bwMode="auto">
            <a:xfrm>
              <a:off x="768" y="288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aphicFrame>
        <p:nvGraphicFramePr>
          <p:cNvPr id="12315" name="Object 27"/>
          <p:cNvGraphicFramePr>
            <a:graphicFrameLocks noChangeAspect="1"/>
          </p:cNvGraphicFramePr>
          <p:nvPr/>
        </p:nvGraphicFramePr>
        <p:xfrm>
          <a:off x="684213" y="3357563"/>
          <a:ext cx="2157412" cy="660400"/>
        </p:xfrm>
        <a:graphic>
          <a:graphicData uri="http://schemas.openxmlformats.org/presentationml/2006/ole">
            <mc:AlternateContent xmlns:mc="http://schemas.openxmlformats.org/markup-compatibility/2006">
              <mc:Choice xmlns:v="urn:schemas-microsoft-com:vml" Requires="v">
                <p:oleObj name="公式" r:id="rId5" imgW="1079280" imgH="330120" progId="Equation.3">
                  <p:embed/>
                </p:oleObj>
              </mc:Choice>
              <mc:Fallback>
                <p:oleObj name="公式" r:id="rId5" imgW="1079280" imgH="330120" progId="Equation.3">
                  <p:embed/>
                  <p:pic>
                    <p:nvPicPr>
                      <p:cNvPr id="12315"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3357563"/>
                        <a:ext cx="2157412"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16" name="Object 28"/>
          <p:cNvGraphicFramePr>
            <a:graphicFrameLocks noChangeAspect="1"/>
          </p:cNvGraphicFramePr>
          <p:nvPr/>
        </p:nvGraphicFramePr>
        <p:xfrm>
          <a:off x="5580063" y="1412875"/>
          <a:ext cx="2589212" cy="660400"/>
        </p:xfrm>
        <a:graphic>
          <a:graphicData uri="http://schemas.openxmlformats.org/presentationml/2006/ole">
            <mc:AlternateContent xmlns:mc="http://schemas.openxmlformats.org/markup-compatibility/2006">
              <mc:Choice xmlns:v="urn:schemas-microsoft-com:vml" Requires="v">
                <p:oleObj name="公式" r:id="rId7" imgW="1295280" imgH="330120" progId="Equation.3">
                  <p:embed/>
                </p:oleObj>
              </mc:Choice>
              <mc:Fallback>
                <p:oleObj name="公式" r:id="rId7" imgW="1295280" imgH="330120" progId="Equation.3">
                  <p:embed/>
                  <p:pic>
                    <p:nvPicPr>
                      <p:cNvPr id="12316"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0063" y="1412875"/>
                        <a:ext cx="2589212"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17" name="Object 29"/>
          <p:cNvGraphicFramePr>
            <a:graphicFrameLocks noChangeAspect="1"/>
          </p:cNvGraphicFramePr>
          <p:nvPr/>
        </p:nvGraphicFramePr>
        <p:xfrm>
          <a:off x="5651500" y="2276475"/>
          <a:ext cx="2309813" cy="885825"/>
        </p:xfrm>
        <a:graphic>
          <a:graphicData uri="http://schemas.openxmlformats.org/presentationml/2006/ole">
            <mc:AlternateContent xmlns:mc="http://schemas.openxmlformats.org/markup-compatibility/2006">
              <mc:Choice xmlns:v="urn:schemas-microsoft-com:vml" Requires="v">
                <p:oleObj name="公式" r:id="rId9" imgW="1155600" imgH="444240" progId="Equation.3">
                  <p:embed/>
                </p:oleObj>
              </mc:Choice>
              <mc:Fallback>
                <p:oleObj name="公式" r:id="rId9" imgW="1155600" imgH="444240" progId="Equation.3">
                  <p:embed/>
                  <p:pic>
                    <p:nvPicPr>
                      <p:cNvPr id="12317"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1500" y="2276475"/>
                        <a:ext cx="2309813" cy="885825"/>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8" name="Text Box 30"/>
          <p:cNvSpPr txBox="1">
            <a:spLocks noChangeArrowheads="1"/>
          </p:cNvSpPr>
          <p:nvPr/>
        </p:nvSpPr>
        <p:spPr bwMode="auto">
          <a:xfrm>
            <a:off x="755650" y="908050"/>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物理含义</a:t>
            </a:r>
          </a:p>
        </p:txBody>
      </p:sp>
      <p:sp>
        <p:nvSpPr>
          <p:cNvPr id="12319" name="Text Box 31"/>
          <p:cNvSpPr txBox="1">
            <a:spLocks noChangeArrowheads="1"/>
          </p:cNvSpPr>
          <p:nvPr/>
        </p:nvSpPr>
        <p:spPr bwMode="auto">
          <a:xfrm>
            <a:off x="660400" y="5321300"/>
            <a:ext cx="2203450" cy="639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lnSpc>
                <a:spcPct val="150000"/>
              </a:lnSpc>
              <a:spcBef>
                <a:spcPct val="0"/>
              </a:spcBef>
            </a:pPr>
            <a:r>
              <a:rPr kumimoji="1" lang="zh-CN" altLang="en-US" sz="2400" b="1">
                <a:solidFill>
                  <a:srgbClr val="FF0000"/>
                </a:solidFill>
                <a:latin typeface="Times New Roman" panose="02020603050405020304" pitchFamily="18" charset="0"/>
              </a:rPr>
              <a:t>电压有效值</a:t>
            </a:r>
            <a:endParaRPr kumimoji="1" lang="zh-CN" altLang="en-US" sz="2400" b="1">
              <a:latin typeface="Times New Roman" panose="02020603050405020304" pitchFamily="18" charset="0"/>
            </a:endParaRPr>
          </a:p>
        </p:txBody>
      </p:sp>
      <p:graphicFrame>
        <p:nvGraphicFramePr>
          <p:cNvPr id="12320" name="Object 32"/>
          <p:cNvGraphicFramePr>
            <a:graphicFrameLocks noChangeAspect="1"/>
          </p:cNvGraphicFramePr>
          <p:nvPr/>
        </p:nvGraphicFramePr>
        <p:xfrm>
          <a:off x="2484438" y="5445125"/>
          <a:ext cx="2447925" cy="889000"/>
        </p:xfrm>
        <a:graphic>
          <a:graphicData uri="http://schemas.openxmlformats.org/presentationml/2006/ole">
            <mc:AlternateContent xmlns:mc="http://schemas.openxmlformats.org/markup-compatibility/2006">
              <mc:Choice xmlns:v="urn:schemas-microsoft-com:vml" Requires="v">
                <p:oleObj name="公式" r:id="rId11" imgW="1218960" imgH="444240" progId="Equation.3">
                  <p:embed/>
                </p:oleObj>
              </mc:Choice>
              <mc:Fallback>
                <p:oleObj name="公式" r:id="rId11" imgW="1218960" imgH="444240" progId="Equation.3">
                  <p:embed/>
                  <p:pic>
                    <p:nvPicPr>
                      <p:cNvPr id="1232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84438" y="5445125"/>
                        <a:ext cx="2447925" cy="889000"/>
                      </a:xfrm>
                      <a:prstGeom prst="rect">
                        <a:avLst/>
                      </a:prstGeom>
                      <a:solidFill>
                        <a:srgbClr val="99FF33"/>
                      </a:solidFill>
                      <a:ln>
                        <a:noFill/>
                      </a:ln>
                      <a:effectLst>
                        <a:prstShdw prst="shdw17" dist="17961" dir="2700000">
                          <a:srgbClr val="99FF33">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208243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18">
                                            <p:txEl>
                                              <p:pRg st="0" end="0"/>
                                            </p:txEl>
                                          </p:spTgt>
                                        </p:tgtEl>
                                        <p:attrNameLst>
                                          <p:attrName>style.visibility</p:attrName>
                                        </p:attrNameLst>
                                      </p:cBhvr>
                                      <p:to>
                                        <p:strVal val="visible"/>
                                      </p:to>
                                    </p:set>
                                    <p:animEffect transition="in" filter="wipe(left)">
                                      <p:cBhvr>
                                        <p:cTn id="7" dur="500"/>
                                        <p:tgtEl>
                                          <p:spTgt spid="12318">
                                            <p:txEl>
                                              <p:pRg st="0" end="0"/>
                                            </p:txEl>
                                          </p:spTgt>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12295"/>
                                        </p:tgtEl>
                                        <p:attrNameLst>
                                          <p:attrName>style.visibility</p:attrName>
                                        </p:attrNameLst>
                                      </p:cBhvr>
                                      <p:to>
                                        <p:strVal val="visible"/>
                                      </p:to>
                                    </p:set>
                                    <p:animEffect transition="in" filter="dissolve">
                                      <p:cBhvr>
                                        <p:cTn id="11" dur="500"/>
                                        <p:tgtEl>
                                          <p:spTgt spid="1229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12305"/>
                                        </p:tgtEl>
                                        <p:attrNameLst>
                                          <p:attrName>style.visibility</p:attrName>
                                        </p:attrNameLst>
                                      </p:cBhvr>
                                      <p:to>
                                        <p:strVal val="visible"/>
                                      </p:to>
                                    </p:set>
                                    <p:animEffect transition="in" filter="dissolve">
                                      <p:cBhvr>
                                        <p:cTn id="16" dur="500"/>
                                        <p:tgtEl>
                                          <p:spTgt spid="1230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1" fill="hold" nodeType="clickEffect">
                                  <p:stCondLst>
                                    <p:cond delay="0"/>
                                  </p:stCondLst>
                                  <p:childTnLst>
                                    <p:set>
                                      <p:cBhvr>
                                        <p:cTn id="20" dur="1" fill="hold">
                                          <p:stCondLst>
                                            <p:cond delay="0"/>
                                          </p:stCondLst>
                                        </p:cTn>
                                        <p:tgtEl>
                                          <p:spTgt spid="12315"/>
                                        </p:tgtEl>
                                        <p:attrNameLst>
                                          <p:attrName>style.visibility</p:attrName>
                                        </p:attrNameLst>
                                      </p:cBhvr>
                                      <p:to>
                                        <p:strVal val="visible"/>
                                      </p:to>
                                    </p:set>
                                    <p:animEffect transition="in" filter="slide(fromTop)">
                                      <p:cBhvr>
                                        <p:cTn id="21" dur="500"/>
                                        <p:tgtEl>
                                          <p:spTgt spid="1231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1" fill="hold" grpId="0" nodeType="clickEffect">
                                  <p:stCondLst>
                                    <p:cond delay="0"/>
                                  </p:stCondLst>
                                  <p:childTnLst>
                                    <p:set>
                                      <p:cBhvr>
                                        <p:cTn id="25" dur="1" fill="hold">
                                          <p:stCondLst>
                                            <p:cond delay="0"/>
                                          </p:stCondLst>
                                        </p:cTn>
                                        <p:tgtEl>
                                          <p:spTgt spid="12294"/>
                                        </p:tgtEl>
                                        <p:attrNameLst>
                                          <p:attrName>style.visibility</p:attrName>
                                        </p:attrNameLst>
                                      </p:cBhvr>
                                      <p:to>
                                        <p:strVal val="visible"/>
                                      </p:to>
                                    </p:set>
                                    <p:animEffect transition="in" filter="slide(fromTop)">
                                      <p:cBhvr>
                                        <p:cTn id="26" dur="500"/>
                                        <p:tgtEl>
                                          <p:spTgt spid="1229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1" fill="hold" nodeType="clickEffect">
                                  <p:stCondLst>
                                    <p:cond delay="0"/>
                                  </p:stCondLst>
                                  <p:childTnLst>
                                    <p:set>
                                      <p:cBhvr>
                                        <p:cTn id="30" dur="1" fill="hold">
                                          <p:stCondLst>
                                            <p:cond delay="0"/>
                                          </p:stCondLst>
                                        </p:cTn>
                                        <p:tgtEl>
                                          <p:spTgt spid="12316"/>
                                        </p:tgtEl>
                                        <p:attrNameLst>
                                          <p:attrName>style.visibility</p:attrName>
                                        </p:attrNameLst>
                                      </p:cBhvr>
                                      <p:to>
                                        <p:strVal val="visible"/>
                                      </p:to>
                                    </p:set>
                                    <p:animEffect transition="in" filter="slide(fromTop)">
                                      <p:cBhvr>
                                        <p:cTn id="31" dur="500"/>
                                        <p:tgtEl>
                                          <p:spTgt spid="123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1" fill="hold" nodeType="clickEffect">
                                  <p:stCondLst>
                                    <p:cond delay="0"/>
                                  </p:stCondLst>
                                  <p:childTnLst>
                                    <p:set>
                                      <p:cBhvr>
                                        <p:cTn id="35" dur="1" fill="hold">
                                          <p:stCondLst>
                                            <p:cond delay="0"/>
                                          </p:stCondLst>
                                        </p:cTn>
                                        <p:tgtEl>
                                          <p:spTgt spid="12317"/>
                                        </p:tgtEl>
                                        <p:attrNameLst>
                                          <p:attrName>style.visibility</p:attrName>
                                        </p:attrNameLst>
                                      </p:cBhvr>
                                      <p:to>
                                        <p:strVal val="visible"/>
                                      </p:to>
                                    </p:set>
                                    <p:animEffect transition="in" filter="slide(fromTop)">
                                      <p:cBhvr>
                                        <p:cTn id="36" dur="500"/>
                                        <p:tgtEl>
                                          <p:spTgt spid="123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290"/>
                                        </p:tgtEl>
                                        <p:attrNameLst>
                                          <p:attrName>style.visibility</p:attrName>
                                        </p:attrNameLst>
                                      </p:cBhvr>
                                      <p:to>
                                        <p:strVal val="visible"/>
                                      </p:to>
                                    </p:set>
                                    <p:animEffect transition="in" filter="wipe(left)">
                                      <p:cBhvr>
                                        <p:cTn id="41" dur="500"/>
                                        <p:tgtEl>
                                          <p:spTgt spid="1229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12293"/>
                                        </p:tgtEl>
                                        <p:attrNameLst>
                                          <p:attrName>style.visibility</p:attrName>
                                        </p:attrNameLst>
                                      </p:cBhvr>
                                      <p:to>
                                        <p:strVal val="visible"/>
                                      </p:to>
                                    </p:set>
                                    <p:animEffect transition="in" filter="dissolve">
                                      <p:cBhvr>
                                        <p:cTn id="46" dur="500"/>
                                        <p:tgtEl>
                                          <p:spTgt spid="1229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291"/>
                                        </p:tgtEl>
                                        <p:attrNameLst>
                                          <p:attrName>style.visibility</p:attrName>
                                        </p:attrNameLst>
                                      </p:cBhvr>
                                      <p:to>
                                        <p:strVal val="visible"/>
                                      </p:to>
                                    </p:set>
                                    <p:animEffect transition="in" filter="wipe(left)">
                                      <p:cBhvr>
                                        <p:cTn id="51" dur="500"/>
                                        <p:tgtEl>
                                          <p:spTgt spid="1229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2" fill="hold" grpId="0" nodeType="clickEffect">
                                  <p:stCondLst>
                                    <p:cond delay="0"/>
                                  </p:stCondLst>
                                  <p:childTnLst>
                                    <p:set>
                                      <p:cBhvr>
                                        <p:cTn id="55" dur="1" fill="hold">
                                          <p:stCondLst>
                                            <p:cond delay="0"/>
                                          </p:stCondLst>
                                        </p:cTn>
                                        <p:tgtEl>
                                          <p:spTgt spid="12319"/>
                                        </p:tgtEl>
                                        <p:attrNameLst>
                                          <p:attrName>style.visibility</p:attrName>
                                        </p:attrNameLst>
                                      </p:cBhvr>
                                      <p:to>
                                        <p:strVal val="visible"/>
                                      </p:to>
                                    </p:set>
                                    <p:animEffect transition="in" filter="slide(fromRight)">
                                      <p:cBhvr>
                                        <p:cTn id="56" dur="500"/>
                                        <p:tgtEl>
                                          <p:spTgt spid="1231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nodeType="clickEffect">
                                  <p:stCondLst>
                                    <p:cond delay="0"/>
                                  </p:stCondLst>
                                  <p:childTnLst>
                                    <p:set>
                                      <p:cBhvr>
                                        <p:cTn id="60" dur="1" fill="hold">
                                          <p:stCondLst>
                                            <p:cond delay="0"/>
                                          </p:stCondLst>
                                        </p:cTn>
                                        <p:tgtEl>
                                          <p:spTgt spid="12320"/>
                                        </p:tgtEl>
                                        <p:attrNameLst>
                                          <p:attrName>style.visibility</p:attrName>
                                        </p:attrNameLst>
                                      </p:cBhvr>
                                      <p:to>
                                        <p:strVal val="visible"/>
                                      </p:to>
                                    </p:set>
                                    <p:animEffect transition="in" filter="dissolve">
                                      <p:cBhvr>
                                        <p:cTn id="61" dur="500"/>
                                        <p:tgtEl>
                                          <p:spTgt spid="12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utoUpdateAnimBg="0"/>
      <p:bldP spid="12294" grpId="0" autoUpdateAnimBg="0"/>
      <p:bldP spid="12318" grpId="0" build="p" autoUpdateAnimBg="0"/>
      <p:bldP spid="12319" grpId="0"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533400" y="554038"/>
            <a:ext cx="3832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2. </a:t>
            </a:r>
            <a:r>
              <a:rPr kumimoji="1" lang="zh-CN" altLang="en-US" sz="2400" b="1">
                <a:latin typeface="Times New Roman" panose="02020603050405020304" pitchFamily="18" charset="0"/>
              </a:rPr>
              <a:t>正弦电流、电压的有效值</a:t>
            </a:r>
          </a:p>
        </p:txBody>
      </p:sp>
      <p:sp>
        <p:nvSpPr>
          <p:cNvPr id="14339" name="Text Box 3"/>
          <p:cNvSpPr txBox="1">
            <a:spLocks noChangeArrowheads="1"/>
          </p:cNvSpPr>
          <p:nvPr/>
        </p:nvSpPr>
        <p:spPr bwMode="auto">
          <a:xfrm>
            <a:off x="1493838" y="1219200"/>
            <a:ext cx="3035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设  </a:t>
            </a: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m</a:t>
            </a:r>
            <a:r>
              <a:rPr kumimoji="1" lang="en-US" altLang="zh-CN" sz="2400" b="1">
                <a:latin typeface="Times New Roman" panose="02020603050405020304" pitchFamily="18" charset="0"/>
              </a:rPr>
              <a:t>sin(</a:t>
            </a:r>
            <a:r>
              <a:rPr kumimoji="1" lang="en-US" altLang="zh-CN" sz="2400" b="1" i="1">
                <a:latin typeface="Times New Roman" panose="02020603050405020304" pitchFamily="18" charset="0"/>
                <a:sym typeface="Symbol" panose="05050102010706020507" pitchFamily="18" charset="2"/>
              </a:rPr>
              <a:t> t </a:t>
            </a:r>
            <a:r>
              <a:rPr kumimoji="1" lang="en-US" altLang="zh-CN" sz="2400" b="1">
                <a:latin typeface="Times New Roman" panose="02020603050405020304" pitchFamily="18" charset="0"/>
                <a:sym typeface="Symbol" panose="05050102010706020507" pitchFamily="18" charset="2"/>
              </a:rPr>
              <a:t>+ </a:t>
            </a:r>
            <a:r>
              <a:rPr kumimoji="1" lang="en-US" altLang="zh-CN" sz="2400" b="1" i="1">
                <a:latin typeface="Symbol" panose="05050102010706020507" pitchFamily="18" charset="2"/>
              </a:rPr>
              <a:t>y</a:t>
            </a:r>
            <a:r>
              <a:rPr kumimoji="1" lang="en-US" altLang="zh-CN" sz="2400" b="1" i="1">
                <a:latin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rPr>
              <a:t>)</a:t>
            </a:r>
          </a:p>
        </p:txBody>
      </p:sp>
      <p:graphicFrame>
        <p:nvGraphicFramePr>
          <p:cNvPr id="14340" name="Object 4"/>
          <p:cNvGraphicFramePr>
            <a:graphicFrameLocks noChangeAspect="1"/>
          </p:cNvGraphicFramePr>
          <p:nvPr/>
        </p:nvGraphicFramePr>
        <p:xfrm>
          <a:off x="1409700" y="1828800"/>
          <a:ext cx="3786188" cy="885825"/>
        </p:xfrm>
        <a:graphic>
          <a:graphicData uri="http://schemas.openxmlformats.org/presentationml/2006/ole">
            <mc:AlternateContent xmlns:mc="http://schemas.openxmlformats.org/markup-compatibility/2006">
              <mc:Choice xmlns:v="urn:schemas-microsoft-com:vml" Requires="v">
                <p:oleObj name="公式" r:id="rId3" imgW="1892160" imgH="444240" progId="Equation.3">
                  <p:embed/>
                </p:oleObj>
              </mc:Choice>
              <mc:Fallback>
                <p:oleObj name="公式" r:id="rId3" imgW="1892160" imgH="444240" progId="Equation.3">
                  <p:embed/>
                  <p:pic>
                    <p:nvPicPr>
                      <p:cNvPr id="1434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700" y="1828800"/>
                        <a:ext cx="3786188"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5"/>
          <p:cNvGraphicFramePr>
            <a:graphicFrameLocks noChangeAspect="1"/>
          </p:cNvGraphicFramePr>
          <p:nvPr/>
        </p:nvGraphicFramePr>
        <p:xfrm>
          <a:off x="608013" y="2708920"/>
          <a:ext cx="7697787" cy="809625"/>
        </p:xfrm>
        <a:graphic>
          <a:graphicData uri="http://schemas.openxmlformats.org/presentationml/2006/ole">
            <mc:AlternateContent xmlns:mc="http://schemas.openxmlformats.org/markup-compatibility/2006">
              <mc:Choice xmlns:v="urn:schemas-microsoft-com:vml" Requires="v">
                <p:oleObj name="公式" r:id="rId5" imgW="3848040" imgH="406080" progId="Equation.3">
                  <p:embed/>
                </p:oleObj>
              </mc:Choice>
              <mc:Fallback>
                <p:oleObj name="公式" r:id="rId5" imgW="3848040" imgH="406080" progId="Equation.3">
                  <p:embed/>
                  <p:pic>
                    <p:nvPicPr>
                      <p:cNvPr id="1434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013" y="2708920"/>
                        <a:ext cx="7697787"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2" name="Object 6"/>
          <p:cNvGraphicFramePr>
            <a:graphicFrameLocks noChangeAspect="1"/>
          </p:cNvGraphicFramePr>
          <p:nvPr/>
        </p:nvGraphicFramePr>
        <p:xfrm>
          <a:off x="1217613" y="3670945"/>
          <a:ext cx="4497387" cy="1371600"/>
        </p:xfrm>
        <a:graphic>
          <a:graphicData uri="http://schemas.openxmlformats.org/presentationml/2006/ole">
            <mc:AlternateContent xmlns:mc="http://schemas.openxmlformats.org/markup-compatibility/2006">
              <mc:Choice xmlns:v="urn:schemas-microsoft-com:vml" Requires="v">
                <p:oleObj name="公式" r:id="rId7" imgW="2247840" imgH="685800" progId="Equation.3">
                  <p:embed/>
                </p:oleObj>
              </mc:Choice>
              <mc:Fallback>
                <p:oleObj name="公式" r:id="rId7" imgW="2247840" imgH="685800" progId="Equation.3">
                  <p:embed/>
                  <p:pic>
                    <p:nvPicPr>
                      <p:cNvPr id="14342"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7613" y="3670945"/>
                        <a:ext cx="4497387"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3" name="Object 7"/>
          <p:cNvGraphicFramePr>
            <a:graphicFrameLocks noChangeAspect="1"/>
          </p:cNvGraphicFramePr>
          <p:nvPr/>
        </p:nvGraphicFramePr>
        <p:xfrm>
          <a:off x="1585913" y="5085184"/>
          <a:ext cx="5081587" cy="479425"/>
        </p:xfrm>
        <a:graphic>
          <a:graphicData uri="http://schemas.openxmlformats.org/presentationml/2006/ole">
            <mc:AlternateContent xmlns:mc="http://schemas.openxmlformats.org/markup-compatibility/2006">
              <mc:Choice xmlns:v="urn:schemas-microsoft-com:vml" Requires="v">
                <p:oleObj name="公式" r:id="rId9" imgW="2539800" imgH="241200" progId="Equation.3">
                  <p:embed/>
                </p:oleObj>
              </mc:Choice>
              <mc:Fallback>
                <p:oleObj name="公式" r:id="rId9" imgW="2539800" imgH="241200" progId="Equation.3">
                  <p:embed/>
                  <p:pic>
                    <p:nvPicPr>
                      <p:cNvPr id="1434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5913" y="5085184"/>
                        <a:ext cx="5081587"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4" name="Object 8"/>
          <p:cNvGraphicFramePr>
            <a:graphicFrameLocks noChangeAspect="1"/>
          </p:cNvGraphicFramePr>
          <p:nvPr/>
        </p:nvGraphicFramePr>
        <p:xfrm>
          <a:off x="5867400" y="1066800"/>
          <a:ext cx="2320925" cy="890588"/>
        </p:xfrm>
        <a:graphic>
          <a:graphicData uri="http://schemas.openxmlformats.org/presentationml/2006/ole">
            <mc:AlternateContent xmlns:mc="http://schemas.openxmlformats.org/markup-compatibility/2006">
              <mc:Choice xmlns:v="urn:schemas-microsoft-com:vml" Requires="v">
                <p:oleObj name="公式" r:id="rId11" imgW="1155600" imgH="444240" progId="Equation.3">
                  <p:embed/>
                </p:oleObj>
              </mc:Choice>
              <mc:Fallback>
                <p:oleObj name="公式" r:id="rId11" imgW="1155600" imgH="444240" progId="Equation.3">
                  <p:embed/>
                  <p:pic>
                    <p:nvPicPr>
                      <p:cNvPr id="14344"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7400" y="1066800"/>
                        <a:ext cx="2320925" cy="890588"/>
                      </a:xfrm>
                      <a:prstGeom prst="rect">
                        <a:avLst/>
                      </a:prstGeom>
                      <a:solidFill>
                        <a:srgbClr val="66FF33"/>
                      </a:solidFill>
                      <a:ln>
                        <a:noFill/>
                      </a:ln>
                      <a:effectLst>
                        <a:prstShdw prst="shdw17" dist="17961" dir="2700000">
                          <a:srgbClr val="66FF33">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5" name="Text Box 9"/>
          <p:cNvSpPr txBox="1">
            <a:spLocks noChangeArrowheads="1"/>
          </p:cNvSpPr>
          <p:nvPr/>
        </p:nvSpPr>
        <p:spPr bwMode="auto">
          <a:xfrm>
            <a:off x="6207125" y="3902720"/>
            <a:ext cx="2743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dirty="0">
                <a:solidFill>
                  <a:srgbClr val="FF0000"/>
                </a:solidFill>
                <a:latin typeface="Times New Roman" panose="02020603050405020304" pitchFamily="18" charset="0"/>
              </a:rPr>
              <a:t>注意</a:t>
            </a:r>
            <a:r>
              <a:rPr kumimoji="1" lang="en-US" altLang="zh-CN" sz="2400" b="1" dirty="0">
                <a:solidFill>
                  <a:srgbClr val="FF0000"/>
                </a:solidFill>
                <a:latin typeface="Times New Roman" panose="02020603050405020304" pitchFamily="18" charset="0"/>
              </a:rPr>
              <a:t>:</a:t>
            </a:r>
            <a:r>
              <a:rPr kumimoji="1" lang="zh-CN" altLang="en-US" sz="2400" b="1" dirty="0">
                <a:solidFill>
                  <a:srgbClr val="FF0000"/>
                </a:solidFill>
                <a:latin typeface="Times New Roman" panose="02020603050405020304" pitchFamily="18" charset="0"/>
              </a:rPr>
              <a:t>只适用正弦量</a:t>
            </a:r>
          </a:p>
        </p:txBody>
      </p:sp>
      <p:sp>
        <p:nvSpPr>
          <p:cNvPr id="14" name="Rectangle 91"/>
          <p:cNvSpPr>
            <a:spLocks noChangeArrowheads="1"/>
          </p:cNvSpPr>
          <p:nvPr/>
        </p:nvSpPr>
        <p:spPr bwMode="auto">
          <a:xfrm>
            <a:off x="311560" y="5589240"/>
            <a:ext cx="8435156"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lnSpc>
                <a:spcPct val="90000"/>
              </a:lnSpc>
              <a:buFont typeface="Wingdings" panose="05000000000000000000" pitchFamily="2" charset="2"/>
              <a:buChar char="l"/>
            </a:pPr>
            <a:r>
              <a:rPr lang="zh-CN" altLang="en-US" b="0" dirty="0">
                <a:solidFill>
                  <a:srgbClr val="000066"/>
                </a:solidFill>
                <a:ea typeface="隶书" panose="02010509060101010101" pitchFamily="49" charset="-122"/>
              </a:rPr>
              <a:t>交流电压表、电流表的标尺刻度是有效值；交流电气设备铭牌上的电压、电流是有效值。</a:t>
            </a:r>
            <a:endParaRPr lang="en-US" altLang="zh-CN" b="0" dirty="0">
              <a:solidFill>
                <a:srgbClr val="000066"/>
              </a:solidFill>
              <a:ea typeface="隶书" panose="02010509060101010101" pitchFamily="49" charset="-122"/>
            </a:endParaRPr>
          </a:p>
          <a:p>
            <a:pPr eaLnBrk="1" hangingPunct="1">
              <a:lnSpc>
                <a:spcPct val="90000"/>
              </a:lnSpc>
              <a:buFont typeface="Wingdings" panose="05000000000000000000" pitchFamily="2" charset="2"/>
              <a:buChar char="l"/>
            </a:pPr>
            <a:r>
              <a:rPr lang="zh-CN" altLang="en-US" b="0" dirty="0">
                <a:solidFill>
                  <a:srgbClr val="000066"/>
                </a:solidFill>
                <a:ea typeface="隶书" panose="02010509060101010101" pitchFamily="49" charset="-122"/>
              </a:rPr>
              <a:t>但绝缘水平、耐压值指的是最大值。</a:t>
            </a:r>
          </a:p>
        </p:txBody>
      </p:sp>
    </p:spTree>
    <p:extLst>
      <p:ext uri="{BB962C8B-B14F-4D97-AF65-F5344CB8AC3E}">
        <p14:creationId xmlns:p14="http://schemas.microsoft.com/office/powerpoint/2010/main" val="863784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14339"/>
                                        </p:tgtEl>
                                        <p:attrNameLst>
                                          <p:attrName>style.visibility</p:attrName>
                                        </p:attrNameLst>
                                      </p:cBhvr>
                                      <p:to>
                                        <p:strVal val="visible"/>
                                      </p:to>
                                    </p:set>
                                    <p:animEffect transition="in" filter="slide(fromRight)">
                                      <p:cBhvr>
                                        <p:cTn id="12" dur="500"/>
                                        <p:tgtEl>
                                          <p:spTgt spid="143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344"/>
                                        </p:tgtEl>
                                        <p:attrNameLst>
                                          <p:attrName>style.visibility</p:attrName>
                                        </p:attrNameLst>
                                      </p:cBhvr>
                                      <p:to>
                                        <p:strVal val="visible"/>
                                      </p:to>
                                    </p:set>
                                    <p:animEffect transition="in" filter="dissolve">
                                      <p:cBhvr>
                                        <p:cTn id="17" dur="500"/>
                                        <p:tgtEl>
                                          <p:spTgt spid="143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2" fill="hold" nodeType="clickEffect">
                                  <p:stCondLst>
                                    <p:cond delay="0"/>
                                  </p:stCondLst>
                                  <p:childTnLst>
                                    <p:set>
                                      <p:cBhvr>
                                        <p:cTn id="21" dur="1" fill="hold">
                                          <p:stCondLst>
                                            <p:cond delay="0"/>
                                          </p:stCondLst>
                                        </p:cTn>
                                        <p:tgtEl>
                                          <p:spTgt spid="14340"/>
                                        </p:tgtEl>
                                        <p:attrNameLst>
                                          <p:attrName>style.visibility</p:attrName>
                                        </p:attrNameLst>
                                      </p:cBhvr>
                                      <p:to>
                                        <p:strVal val="visible"/>
                                      </p:to>
                                    </p:set>
                                    <p:animEffect transition="in" filter="slide(fromRight)">
                                      <p:cBhvr>
                                        <p:cTn id="22" dur="500"/>
                                        <p:tgtEl>
                                          <p:spTgt spid="143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2" fill="hold" nodeType="clickEffect">
                                  <p:stCondLst>
                                    <p:cond delay="0"/>
                                  </p:stCondLst>
                                  <p:childTnLst>
                                    <p:set>
                                      <p:cBhvr>
                                        <p:cTn id="26" dur="1" fill="hold">
                                          <p:stCondLst>
                                            <p:cond delay="0"/>
                                          </p:stCondLst>
                                        </p:cTn>
                                        <p:tgtEl>
                                          <p:spTgt spid="14341"/>
                                        </p:tgtEl>
                                        <p:attrNameLst>
                                          <p:attrName>style.visibility</p:attrName>
                                        </p:attrNameLst>
                                      </p:cBhvr>
                                      <p:to>
                                        <p:strVal val="visible"/>
                                      </p:to>
                                    </p:set>
                                    <p:animEffect transition="in" filter="slide(fromRight)">
                                      <p:cBhvr>
                                        <p:cTn id="27" dur="500"/>
                                        <p:tgtEl>
                                          <p:spTgt spid="143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2" fill="hold" nodeType="clickEffect">
                                  <p:stCondLst>
                                    <p:cond delay="0"/>
                                  </p:stCondLst>
                                  <p:childTnLst>
                                    <p:set>
                                      <p:cBhvr>
                                        <p:cTn id="31" dur="1" fill="hold">
                                          <p:stCondLst>
                                            <p:cond delay="0"/>
                                          </p:stCondLst>
                                        </p:cTn>
                                        <p:tgtEl>
                                          <p:spTgt spid="14342"/>
                                        </p:tgtEl>
                                        <p:attrNameLst>
                                          <p:attrName>style.visibility</p:attrName>
                                        </p:attrNameLst>
                                      </p:cBhvr>
                                      <p:to>
                                        <p:strVal val="visible"/>
                                      </p:to>
                                    </p:set>
                                    <p:animEffect transition="in" filter="slide(fromRight)">
                                      <p:cBhvr>
                                        <p:cTn id="32" dur="500"/>
                                        <p:tgtEl>
                                          <p:spTgt spid="143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345">
                                            <p:txEl>
                                              <p:pRg st="0" end="0"/>
                                            </p:txEl>
                                          </p:spTgt>
                                        </p:tgtEl>
                                        <p:attrNameLst>
                                          <p:attrName>style.visibility</p:attrName>
                                        </p:attrNameLst>
                                      </p:cBhvr>
                                      <p:to>
                                        <p:strVal val="visible"/>
                                      </p:to>
                                    </p:set>
                                    <p:animEffect transition="in" filter="wipe(left)">
                                      <p:cBhvr>
                                        <p:cTn id="37" dur="500"/>
                                        <p:tgtEl>
                                          <p:spTgt spid="1434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4343"/>
                                        </p:tgtEl>
                                        <p:attrNameLst>
                                          <p:attrName>style.visibility</p:attrName>
                                        </p:attrNameLst>
                                      </p:cBhvr>
                                      <p:to>
                                        <p:strVal val="visible"/>
                                      </p:to>
                                    </p:set>
                                    <p:animEffect transition="in" filter="wipe(left)">
                                      <p:cBhvr>
                                        <p:cTn id="42" dur="500"/>
                                        <p:tgtEl>
                                          <p:spTgt spid="1434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autoUpdateAnimBg="0"/>
      <p:bldP spid="14345" grpId="0" build="p" autoUpdateAnimBg="0"/>
      <p:bldP spid="14"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83" name="Text Box 75"/>
          <p:cNvSpPr txBox="1">
            <a:spLocks noChangeArrowheads="1"/>
          </p:cNvSpPr>
          <p:nvPr/>
        </p:nvSpPr>
        <p:spPr bwMode="auto">
          <a:xfrm>
            <a:off x="539750" y="1412875"/>
            <a:ext cx="2808288"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dirty="0">
                <a:latin typeface="Times New Roman" panose="02020603050405020304" pitchFamily="18" charset="0"/>
              </a:rPr>
              <a:t>构造一个复函数</a:t>
            </a:r>
          </a:p>
        </p:txBody>
      </p:sp>
      <p:graphicFrame>
        <p:nvGraphicFramePr>
          <p:cNvPr id="17484" name="Object 76"/>
          <p:cNvGraphicFramePr>
            <a:graphicFrameLocks noChangeAspect="1"/>
          </p:cNvGraphicFramePr>
          <p:nvPr/>
        </p:nvGraphicFramePr>
        <p:xfrm>
          <a:off x="3271838" y="1387475"/>
          <a:ext cx="3068637" cy="592138"/>
        </p:xfrm>
        <a:graphic>
          <a:graphicData uri="http://schemas.openxmlformats.org/presentationml/2006/ole">
            <mc:AlternateContent xmlns:mc="http://schemas.openxmlformats.org/markup-compatibility/2006">
              <mc:Choice xmlns:v="urn:schemas-microsoft-com:vml" Requires="v">
                <p:oleObj name="Equation" r:id="rId2" imgW="1130040" imgH="241200" progId="Equation.DSMT4">
                  <p:embed/>
                </p:oleObj>
              </mc:Choice>
              <mc:Fallback>
                <p:oleObj name="Equation" r:id="rId2" imgW="1130040" imgH="241200" progId="Equation.DSMT4">
                  <p:embed/>
                  <p:pic>
                    <p:nvPicPr>
                      <p:cNvPr id="17484" name="Object 76"/>
                      <p:cNvPicPr>
                        <a:picLocks noChangeAspect="1" noChangeArrowheads="1"/>
                      </p:cNvPicPr>
                      <p:nvPr/>
                    </p:nvPicPr>
                    <p:blipFill>
                      <a:blip r:embed="rId3"/>
                      <a:srcRect/>
                      <a:stretch>
                        <a:fillRect/>
                      </a:stretch>
                    </p:blipFill>
                    <p:spPr bwMode="auto">
                      <a:xfrm>
                        <a:off x="3271838" y="1387475"/>
                        <a:ext cx="3068637" cy="592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86" name="Text Box 78"/>
          <p:cNvSpPr txBox="1">
            <a:spLocks noChangeArrowheads="1"/>
          </p:cNvSpPr>
          <p:nvPr/>
        </p:nvSpPr>
        <p:spPr bwMode="auto">
          <a:xfrm>
            <a:off x="468313" y="2852738"/>
            <a:ext cx="3240087"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dirty="0">
                <a:latin typeface="Times New Roman" panose="02020603050405020304" pitchFamily="18" charset="0"/>
              </a:rPr>
              <a:t>对 </a:t>
            </a:r>
            <a:r>
              <a:rPr kumimoji="1" lang="en-US" altLang="zh-CN" sz="2400" b="0" i="1" dirty="0">
                <a:latin typeface="Times New Roman" panose="02020603050405020304" pitchFamily="18" charset="0"/>
                <a:ea typeface="宋体" panose="02010600030101010101" pitchFamily="2" charset="-122"/>
              </a:rPr>
              <a:t>F</a:t>
            </a:r>
            <a:r>
              <a:rPr kumimoji="1" lang="en-US" altLang="zh-CN" sz="2400" b="0" dirty="0">
                <a:latin typeface="Times New Roman" panose="02020603050405020304" pitchFamily="18" charset="0"/>
                <a:ea typeface="宋体" panose="02010600030101010101" pitchFamily="2" charset="-122"/>
              </a:rPr>
              <a:t>(</a:t>
            </a:r>
            <a:r>
              <a:rPr kumimoji="1" lang="en-US" altLang="zh-CN" sz="2400" b="0" i="1" dirty="0">
                <a:latin typeface="Times New Roman" panose="02020603050405020304" pitchFamily="18" charset="0"/>
                <a:ea typeface="宋体" panose="02010600030101010101" pitchFamily="2" charset="-122"/>
              </a:rPr>
              <a:t>t</a:t>
            </a:r>
            <a:r>
              <a:rPr kumimoji="1" lang="en-US" altLang="zh-CN" sz="2400" b="0" dirty="0">
                <a:latin typeface="Times New Roman" panose="02020603050405020304" pitchFamily="18" charset="0"/>
                <a:ea typeface="宋体" panose="02010600030101010101" pitchFamily="2" charset="-122"/>
              </a:rPr>
              <a:t>) </a:t>
            </a:r>
            <a:r>
              <a:rPr kumimoji="1" lang="zh-CN" altLang="en-US" sz="2400" dirty="0">
                <a:latin typeface="Times New Roman" panose="02020603050405020304" pitchFamily="18" charset="0"/>
              </a:rPr>
              <a:t>取实部</a:t>
            </a:r>
          </a:p>
        </p:txBody>
      </p:sp>
      <p:graphicFrame>
        <p:nvGraphicFramePr>
          <p:cNvPr id="17488" name="Object 80"/>
          <p:cNvGraphicFramePr>
            <a:graphicFrameLocks noChangeAspect="1"/>
          </p:cNvGraphicFramePr>
          <p:nvPr/>
        </p:nvGraphicFramePr>
        <p:xfrm>
          <a:off x="3255963" y="2824163"/>
          <a:ext cx="5010150" cy="557212"/>
        </p:xfrm>
        <a:graphic>
          <a:graphicData uri="http://schemas.openxmlformats.org/presentationml/2006/ole">
            <mc:AlternateContent xmlns:mc="http://schemas.openxmlformats.org/markup-compatibility/2006">
              <mc:Choice xmlns:v="urn:schemas-microsoft-com:vml" Requires="v">
                <p:oleObj name="Equation" r:id="rId4" imgW="2158920" imgH="241200" progId="Equation.DSMT4">
                  <p:embed/>
                </p:oleObj>
              </mc:Choice>
              <mc:Fallback>
                <p:oleObj name="Equation" r:id="rId4" imgW="2158920" imgH="241200" progId="Equation.DSMT4">
                  <p:embed/>
                  <p:pic>
                    <p:nvPicPr>
                      <p:cNvPr id="17488" name="Object 80"/>
                      <p:cNvPicPr>
                        <a:picLocks noChangeAspect="1" noChangeArrowheads="1"/>
                      </p:cNvPicPr>
                      <p:nvPr/>
                    </p:nvPicPr>
                    <p:blipFill>
                      <a:blip r:embed="rId5"/>
                      <a:srcRect/>
                      <a:stretch>
                        <a:fillRect/>
                      </a:stretch>
                    </p:blipFill>
                    <p:spPr bwMode="auto">
                      <a:xfrm>
                        <a:off x="3255963" y="2824163"/>
                        <a:ext cx="501015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89" name="Text Box 81"/>
          <p:cNvSpPr txBox="1">
            <a:spLocks noChangeArrowheads="1"/>
          </p:cNvSpPr>
          <p:nvPr/>
        </p:nvSpPr>
        <p:spPr bwMode="auto">
          <a:xfrm>
            <a:off x="971550" y="3849391"/>
            <a:ext cx="5256212" cy="98450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just">
              <a:lnSpc>
                <a:spcPct val="130000"/>
              </a:lnSpc>
            </a:pPr>
            <a:r>
              <a:rPr kumimoji="1" lang="en-US" altLang="zh-CN" sz="2400" dirty="0">
                <a:latin typeface="楷体_GB2312" pitchFamily="49" charset="-122"/>
              </a:rPr>
              <a:t>      </a:t>
            </a:r>
            <a:r>
              <a:rPr kumimoji="1" lang="zh-CN" altLang="en-US" sz="2400" dirty="0">
                <a:latin typeface="楷体_GB2312" pitchFamily="49" charset="-122"/>
              </a:rPr>
              <a:t>任意一个正弦时间函数都有唯一与其对应的复数函数。</a:t>
            </a:r>
          </a:p>
        </p:txBody>
      </p:sp>
      <p:graphicFrame>
        <p:nvGraphicFramePr>
          <p:cNvPr id="17490" name="Object 82"/>
          <p:cNvGraphicFramePr>
            <a:graphicFrameLocks noChangeAspect="1"/>
          </p:cNvGraphicFramePr>
          <p:nvPr/>
        </p:nvGraphicFramePr>
        <p:xfrm>
          <a:off x="1163638" y="5043488"/>
          <a:ext cx="6673850" cy="612775"/>
        </p:xfrm>
        <a:graphic>
          <a:graphicData uri="http://schemas.openxmlformats.org/presentationml/2006/ole">
            <mc:AlternateContent xmlns:mc="http://schemas.openxmlformats.org/markup-compatibility/2006">
              <mc:Choice xmlns:v="urn:schemas-microsoft-com:vml" Requires="v">
                <p:oleObj name="Equation" r:id="rId6" imgW="2730240" imgH="253800" progId="Equation.DSMT4">
                  <p:embed/>
                </p:oleObj>
              </mc:Choice>
              <mc:Fallback>
                <p:oleObj name="Equation" r:id="rId6" imgW="2730240" imgH="253800" progId="Equation.DSMT4">
                  <p:embed/>
                  <p:pic>
                    <p:nvPicPr>
                      <p:cNvPr id="17490" name="Object 82"/>
                      <p:cNvPicPr>
                        <a:picLocks noChangeAspect="1" noChangeArrowheads="1"/>
                      </p:cNvPicPr>
                      <p:nvPr/>
                    </p:nvPicPr>
                    <p:blipFill>
                      <a:blip r:embed="rId7"/>
                      <a:srcRect/>
                      <a:stretch>
                        <a:fillRect/>
                      </a:stretch>
                    </p:blipFill>
                    <p:spPr bwMode="auto">
                      <a:xfrm>
                        <a:off x="1163638" y="5043488"/>
                        <a:ext cx="6673850"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97" name="Object 89"/>
          <p:cNvGraphicFramePr>
            <a:graphicFrameLocks noChangeAspect="1"/>
          </p:cNvGraphicFramePr>
          <p:nvPr/>
        </p:nvGraphicFramePr>
        <p:xfrm>
          <a:off x="2882900" y="2176463"/>
          <a:ext cx="5299075" cy="539750"/>
        </p:xfrm>
        <a:graphic>
          <a:graphicData uri="http://schemas.openxmlformats.org/presentationml/2006/ole">
            <mc:AlternateContent xmlns:mc="http://schemas.openxmlformats.org/markup-compatibility/2006">
              <mc:Choice xmlns:v="urn:schemas-microsoft-com:vml" Requires="v">
                <p:oleObj name="Equation" r:id="rId8" imgW="2361960" imgH="241200" progId="Equation.DSMT4">
                  <p:embed/>
                </p:oleObj>
              </mc:Choice>
              <mc:Fallback>
                <p:oleObj name="Equation" r:id="rId8" imgW="2361960" imgH="241200" progId="Equation.DSMT4">
                  <p:embed/>
                  <p:pic>
                    <p:nvPicPr>
                      <p:cNvPr id="17497" name="Object 89"/>
                      <p:cNvPicPr>
                        <a:picLocks noChangeAspect="1" noChangeArrowheads="1"/>
                      </p:cNvPicPr>
                      <p:nvPr/>
                    </p:nvPicPr>
                    <p:blipFill>
                      <a:blip r:embed="rId9"/>
                      <a:srcRect/>
                      <a:stretch>
                        <a:fillRect/>
                      </a:stretch>
                    </p:blipFill>
                    <p:spPr bwMode="auto">
                      <a:xfrm>
                        <a:off x="2882900" y="2176463"/>
                        <a:ext cx="5299075"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98" name="AutoShape 90" descr="羊皮纸"/>
          <p:cNvSpPr>
            <a:spLocks noChangeArrowheads="1"/>
          </p:cNvSpPr>
          <p:nvPr/>
        </p:nvSpPr>
        <p:spPr bwMode="auto">
          <a:xfrm>
            <a:off x="5724525" y="549275"/>
            <a:ext cx="2376488" cy="576263"/>
          </a:xfrm>
          <a:prstGeom prst="wedgeRoundRectCallout">
            <a:avLst>
              <a:gd name="adj1" fmla="val -119940"/>
              <a:gd name="adj2" fmla="val 127963"/>
              <a:gd name="adj3" fmla="val 16667"/>
            </a:avLst>
          </a:prstGeom>
          <a:blipFill dpi="0" rotWithShape="1">
            <a:blip r:embed="rId10"/>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t>无物理意义</a:t>
            </a:r>
          </a:p>
        </p:txBody>
      </p:sp>
      <p:sp>
        <p:nvSpPr>
          <p:cNvPr id="17499" name="AutoShape 91" descr="羊皮纸"/>
          <p:cNvSpPr>
            <a:spLocks noChangeArrowheads="1"/>
          </p:cNvSpPr>
          <p:nvPr/>
        </p:nvSpPr>
        <p:spPr bwMode="auto">
          <a:xfrm>
            <a:off x="6227763" y="3573463"/>
            <a:ext cx="2376487" cy="935037"/>
          </a:xfrm>
          <a:prstGeom prst="wedgeRoundRectCallout">
            <a:avLst>
              <a:gd name="adj1" fmla="val -89681"/>
              <a:gd name="adj2" fmla="val -79032"/>
              <a:gd name="adj3" fmla="val 16667"/>
            </a:avLst>
          </a:prstGeom>
          <a:blipFill dpi="0" rotWithShape="1">
            <a:blip r:embed="rId10"/>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400">
                <a:latin typeface="楷体_GB2312" pitchFamily="49" charset="-122"/>
              </a:rPr>
              <a:t>是一个正弦量 有物理意义</a:t>
            </a:r>
          </a:p>
        </p:txBody>
      </p:sp>
      <p:sp>
        <p:nvSpPr>
          <p:cNvPr id="17503" name="Text Box 95"/>
          <p:cNvSpPr txBox="1">
            <a:spLocks noChangeArrowheads="1"/>
          </p:cNvSpPr>
          <p:nvPr/>
        </p:nvSpPr>
        <p:spPr bwMode="auto">
          <a:xfrm>
            <a:off x="354523" y="144910"/>
            <a:ext cx="4895850" cy="5847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en-US" altLang="zh-CN" sz="3200" dirty="0">
                <a:latin typeface="楷体_GB2312" pitchFamily="49" charset="-122"/>
              </a:rPr>
              <a:t>3. </a:t>
            </a:r>
            <a:r>
              <a:rPr kumimoji="1" lang="zh-CN" altLang="en-US" sz="3200" dirty="0">
                <a:latin typeface="楷体_GB2312" pitchFamily="49" charset="-122"/>
              </a:rPr>
              <a:t>正弦量的相量表示</a:t>
            </a:r>
          </a:p>
        </p:txBody>
      </p:sp>
      <p:sp>
        <p:nvSpPr>
          <p:cNvPr id="17516" name="Text Box 108"/>
          <p:cNvSpPr txBox="1">
            <a:spLocks noChangeArrowheads="1"/>
          </p:cNvSpPr>
          <p:nvPr/>
        </p:nvSpPr>
        <p:spPr bwMode="auto">
          <a:xfrm>
            <a:off x="827584" y="3782419"/>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dirty="0">
                <a:solidFill>
                  <a:srgbClr val="FF0000"/>
                </a:solidFill>
                <a:latin typeface="Times New Roman" panose="02020603050405020304" pitchFamily="18" charset="0"/>
                <a:ea typeface="华文行楷" panose="02010800040101010101" pitchFamily="2" charset="-122"/>
              </a:rPr>
              <a:t>结论</a:t>
            </a:r>
          </a:p>
        </p:txBody>
      </p:sp>
    </p:spTree>
    <p:extLst>
      <p:ext uri="{BB962C8B-B14F-4D97-AF65-F5344CB8AC3E}">
        <p14:creationId xmlns:p14="http://schemas.microsoft.com/office/powerpoint/2010/main" val="1307179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7503"/>
                                        </p:tgtEl>
                                        <p:attrNameLst>
                                          <p:attrName>style.visibility</p:attrName>
                                        </p:attrNameLst>
                                      </p:cBhvr>
                                      <p:to>
                                        <p:strVal val="visible"/>
                                      </p:to>
                                    </p:set>
                                    <p:anim calcmode="lin" valueType="num">
                                      <p:cBhvr additive="base">
                                        <p:cTn id="7" dur="500" fill="hold"/>
                                        <p:tgtEl>
                                          <p:spTgt spid="17503"/>
                                        </p:tgtEl>
                                        <p:attrNameLst>
                                          <p:attrName>ppt_x</p:attrName>
                                        </p:attrNameLst>
                                      </p:cBhvr>
                                      <p:tavLst>
                                        <p:tav tm="0">
                                          <p:val>
                                            <p:strVal val="0-#ppt_w/2"/>
                                          </p:val>
                                        </p:tav>
                                        <p:tav tm="100000">
                                          <p:val>
                                            <p:strVal val="#ppt_x"/>
                                          </p:val>
                                        </p:tav>
                                      </p:tavLst>
                                    </p:anim>
                                    <p:anim calcmode="lin" valueType="num">
                                      <p:cBhvr additive="base">
                                        <p:cTn id="8" dur="500" fill="hold"/>
                                        <p:tgtEl>
                                          <p:spTgt spid="175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7483"/>
                                        </p:tgtEl>
                                        <p:attrNameLst>
                                          <p:attrName>style.visibility</p:attrName>
                                        </p:attrNameLst>
                                      </p:cBhvr>
                                      <p:to>
                                        <p:strVal val="visible"/>
                                      </p:to>
                                    </p:set>
                                    <p:animEffect transition="in" filter="blinds(vertical)">
                                      <p:cBhvr>
                                        <p:cTn id="13" dur="500"/>
                                        <p:tgtEl>
                                          <p:spTgt spid="1748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nodeType="clickEffect">
                                  <p:stCondLst>
                                    <p:cond delay="0"/>
                                  </p:stCondLst>
                                  <p:childTnLst>
                                    <p:set>
                                      <p:cBhvr>
                                        <p:cTn id="17" dur="1" fill="hold">
                                          <p:stCondLst>
                                            <p:cond delay="0"/>
                                          </p:stCondLst>
                                        </p:cTn>
                                        <p:tgtEl>
                                          <p:spTgt spid="17484"/>
                                        </p:tgtEl>
                                        <p:attrNameLst>
                                          <p:attrName>style.visibility</p:attrName>
                                        </p:attrNameLst>
                                      </p:cBhvr>
                                      <p:to>
                                        <p:strVal val="visible"/>
                                      </p:to>
                                    </p:set>
                                    <p:anim calcmode="lin" valueType="num">
                                      <p:cBhvr>
                                        <p:cTn id="18" dur="500" fill="hold"/>
                                        <p:tgtEl>
                                          <p:spTgt spid="17484"/>
                                        </p:tgtEl>
                                        <p:attrNameLst>
                                          <p:attrName>ppt_w</p:attrName>
                                        </p:attrNameLst>
                                      </p:cBhvr>
                                      <p:tavLst>
                                        <p:tav tm="0">
                                          <p:val>
                                            <p:fltVal val="0"/>
                                          </p:val>
                                        </p:tav>
                                        <p:tav tm="100000">
                                          <p:val>
                                            <p:strVal val="#ppt_w"/>
                                          </p:val>
                                        </p:tav>
                                      </p:tavLst>
                                    </p:anim>
                                    <p:anim calcmode="lin" valueType="num">
                                      <p:cBhvr>
                                        <p:cTn id="19" dur="500" fill="hold"/>
                                        <p:tgtEl>
                                          <p:spTgt spid="17484"/>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7497"/>
                                        </p:tgtEl>
                                        <p:attrNameLst>
                                          <p:attrName>style.visibility</p:attrName>
                                        </p:attrNameLst>
                                      </p:cBhvr>
                                      <p:to>
                                        <p:strVal val="visible"/>
                                      </p:to>
                                    </p:set>
                                    <p:animEffect transition="in" filter="wipe(left)">
                                      <p:cBhvr>
                                        <p:cTn id="24" dur="2000"/>
                                        <p:tgtEl>
                                          <p:spTgt spid="17497"/>
                                        </p:tgtEl>
                                      </p:cBhvr>
                                    </p:animEffect>
                                  </p:childTnLst>
                                </p:cTn>
                              </p:par>
                            </p:childTnLst>
                          </p:cTn>
                        </p:par>
                        <p:par>
                          <p:cTn id="25" fill="hold" nodeType="afterGroup">
                            <p:stCondLst>
                              <p:cond delay="2000"/>
                            </p:stCondLst>
                            <p:childTnLst>
                              <p:par>
                                <p:cTn id="26" presetID="20" presetClass="entr" presetSubtype="0" fill="hold" grpId="0" nodeType="afterEffect">
                                  <p:stCondLst>
                                    <p:cond delay="0"/>
                                  </p:stCondLst>
                                  <p:childTnLst>
                                    <p:set>
                                      <p:cBhvr>
                                        <p:cTn id="27" dur="1" fill="hold">
                                          <p:stCondLst>
                                            <p:cond delay="0"/>
                                          </p:stCondLst>
                                        </p:cTn>
                                        <p:tgtEl>
                                          <p:spTgt spid="17498"/>
                                        </p:tgtEl>
                                        <p:attrNameLst>
                                          <p:attrName>style.visibility</p:attrName>
                                        </p:attrNameLst>
                                      </p:cBhvr>
                                      <p:to>
                                        <p:strVal val="visible"/>
                                      </p:to>
                                    </p:set>
                                    <p:animEffect transition="in" filter="wedge">
                                      <p:cBhvr>
                                        <p:cTn id="28" dur="2000"/>
                                        <p:tgtEl>
                                          <p:spTgt spid="1749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7486"/>
                                        </p:tgtEl>
                                        <p:attrNameLst>
                                          <p:attrName>style.visibility</p:attrName>
                                        </p:attrNameLst>
                                      </p:cBhvr>
                                      <p:to>
                                        <p:strVal val="visible"/>
                                      </p:to>
                                    </p:set>
                                    <p:anim calcmode="lin" valueType="num">
                                      <p:cBhvr additive="base">
                                        <p:cTn id="33" dur="500" fill="hold"/>
                                        <p:tgtEl>
                                          <p:spTgt spid="17486"/>
                                        </p:tgtEl>
                                        <p:attrNameLst>
                                          <p:attrName>ppt_x</p:attrName>
                                        </p:attrNameLst>
                                      </p:cBhvr>
                                      <p:tavLst>
                                        <p:tav tm="0">
                                          <p:val>
                                            <p:strVal val="0-#ppt_w/2"/>
                                          </p:val>
                                        </p:tav>
                                        <p:tav tm="100000">
                                          <p:val>
                                            <p:strVal val="#ppt_x"/>
                                          </p:val>
                                        </p:tav>
                                      </p:tavLst>
                                    </p:anim>
                                    <p:anim calcmode="lin" valueType="num">
                                      <p:cBhvr additive="base">
                                        <p:cTn id="34" dur="500" fill="hold"/>
                                        <p:tgtEl>
                                          <p:spTgt spid="17486"/>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17488"/>
                                        </p:tgtEl>
                                        <p:attrNameLst>
                                          <p:attrName>style.visibility</p:attrName>
                                        </p:attrNameLst>
                                      </p:cBhvr>
                                      <p:to>
                                        <p:strVal val="visible"/>
                                      </p:to>
                                    </p:set>
                                    <p:animEffect transition="in" filter="wipe(left)">
                                      <p:cBhvr>
                                        <p:cTn id="39" dur="2000"/>
                                        <p:tgtEl>
                                          <p:spTgt spid="17488"/>
                                        </p:tgtEl>
                                      </p:cBhvr>
                                    </p:animEffect>
                                  </p:childTnLst>
                                </p:cTn>
                              </p:par>
                            </p:childTnLst>
                          </p:cTn>
                        </p:par>
                        <p:par>
                          <p:cTn id="40" fill="hold" nodeType="afterGroup">
                            <p:stCondLst>
                              <p:cond delay="2000"/>
                            </p:stCondLst>
                            <p:childTnLst>
                              <p:par>
                                <p:cTn id="41" presetID="20" presetClass="entr" presetSubtype="0" fill="hold" grpId="0" nodeType="afterEffect">
                                  <p:stCondLst>
                                    <p:cond delay="0"/>
                                  </p:stCondLst>
                                  <p:childTnLst>
                                    <p:set>
                                      <p:cBhvr>
                                        <p:cTn id="42" dur="1" fill="hold">
                                          <p:stCondLst>
                                            <p:cond delay="0"/>
                                          </p:stCondLst>
                                        </p:cTn>
                                        <p:tgtEl>
                                          <p:spTgt spid="17499"/>
                                        </p:tgtEl>
                                        <p:attrNameLst>
                                          <p:attrName>style.visibility</p:attrName>
                                        </p:attrNameLst>
                                      </p:cBhvr>
                                      <p:to>
                                        <p:strVal val="visible"/>
                                      </p:to>
                                    </p:set>
                                    <p:animEffect transition="in" filter="wedge">
                                      <p:cBhvr>
                                        <p:cTn id="43" dur="2000"/>
                                        <p:tgtEl>
                                          <p:spTgt spid="1749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516"/>
                                        </p:tgtEl>
                                        <p:attrNameLst>
                                          <p:attrName>style.visibility</p:attrName>
                                        </p:attrNameLst>
                                      </p:cBhvr>
                                      <p:to>
                                        <p:strVal val="visible"/>
                                      </p:to>
                                    </p:set>
                                  </p:childTnLst>
                                </p:cTn>
                              </p:par>
                            </p:childTnLst>
                          </p:cTn>
                        </p:par>
                        <p:par>
                          <p:cTn id="48" fill="hold">
                            <p:stCondLst>
                              <p:cond delay="0"/>
                            </p:stCondLst>
                            <p:childTnLst>
                              <p:par>
                                <p:cTn id="49" presetID="4" presetClass="entr" presetSubtype="32" fill="hold" grpId="0" nodeType="afterEffect">
                                  <p:stCondLst>
                                    <p:cond delay="0"/>
                                  </p:stCondLst>
                                  <p:childTnLst>
                                    <p:set>
                                      <p:cBhvr>
                                        <p:cTn id="50" dur="1" fill="hold">
                                          <p:stCondLst>
                                            <p:cond delay="0"/>
                                          </p:stCondLst>
                                        </p:cTn>
                                        <p:tgtEl>
                                          <p:spTgt spid="17489"/>
                                        </p:tgtEl>
                                        <p:attrNameLst>
                                          <p:attrName>style.visibility</p:attrName>
                                        </p:attrNameLst>
                                      </p:cBhvr>
                                      <p:to>
                                        <p:strVal val="visible"/>
                                      </p:to>
                                    </p:set>
                                    <p:animEffect transition="in" filter="box(out)">
                                      <p:cBhvr>
                                        <p:cTn id="51" dur="500"/>
                                        <p:tgtEl>
                                          <p:spTgt spid="1748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7490"/>
                                        </p:tgtEl>
                                        <p:attrNameLst>
                                          <p:attrName>style.visibility</p:attrName>
                                        </p:attrNameLst>
                                      </p:cBhvr>
                                      <p:to>
                                        <p:strVal val="visible"/>
                                      </p:to>
                                    </p:set>
                                    <p:animEffect transition="in" filter="wipe(left)">
                                      <p:cBhvr>
                                        <p:cTn id="56" dur="2000"/>
                                        <p:tgtEl>
                                          <p:spTgt spid="17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83" grpId="0" autoUpdateAnimBg="0"/>
      <p:bldP spid="17486" grpId="0" autoUpdateAnimBg="0"/>
      <p:bldP spid="17489" grpId="0"/>
      <p:bldP spid="17498" grpId="0" animBg="1"/>
      <p:bldP spid="17499" grpId="0" animBg="1"/>
      <p:bldP spid="17503" grpId="0"/>
      <p:bldP spid="17516"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0" name="Text Box 8"/>
          <p:cNvSpPr txBox="1">
            <a:spLocks noChangeArrowheads="1"/>
          </p:cNvSpPr>
          <p:nvPr/>
        </p:nvSpPr>
        <p:spPr bwMode="auto">
          <a:xfrm>
            <a:off x="611560" y="2209800"/>
            <a:ext cx="6192838" cy="1126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pPr>
            <a:r>
              <a:rPr kumimoji="1" lang="en-US" altLang="zh-CN" sz="2800" b="0" i="1" dirty="0">
                <a:ea typeface="宋体" panose="02010600030101010101" pitchFamily="2" charset="-122"/>
              </a:rPr>
              <a:t>F</a:t>
            </a:r>
            <a:r>
              <a:rPr kumimoji="1" lang="en-US" altLang="zh-CN" sz="2800" b="0" dirty="0">
                <a:ea typeface="宋体" panose="02010600030101010101" pitchFamily="2" charset="-122"/>
              </a:rPr>
              <a:t>(</a:t>
            </a:r>
            <a:r>
              <a:rPr kumimoji="1" lang="en-US" altLang="zh-CN" sz="2800" b="0" i="1" dirty="0">
                <a:ea typeface="宋体" panose="02010600030101010101" pitchFamily="2" charset="-122"/>
              </a:rPr>
              <a:t>t</a:t>
            </a:r>
            <a:r>
              <a:rPr kumimoji="1" lang="en-US" altLang="zh-CN" sz="2800" b="0" dirty="0">
                <a:ea typeface="宋体" panose="02010600030101010101" pitchFamily="2" charset="-122"/>
              </a:rPr>
              <a:t>) </a:t>
            </a:r>
            <a:r>
              <a:rPr kumimoji="1" lang="zh-CN" altLang="en-US" sz="2800" dirty="0"/>
              <a:t>包含了三要素</a:t>
            </a:r>
            <a:r>
              <a:rPr kumimoji="1" lang="zh-CN" altLang="en-US" sz="2800" dirty="0">
                <a:ea typeface="宋体" panose="02010600030101010101" pitchFamily="2" charset="-122"/>
              </a:rPr>
              <a:t>：</a:t>
            </a:r>
            <a:r>
              <a:rPr kumimoji="1" lang="en-US" altLang="zh-CN" sz="2800" b="0" i="1" dirty="0">
                <a:ea typeface="宋体" panose="02010600030101010101" pitchFamily="2" charset="-122"/>
              </a:rPr>
              <a:t>I</a:t>
            </a:r>
            <a:r>
              <a:rPr kumimoji="1" lang="zh-CN" altLang="en-US" sz="2800" b="0" dirty="0">
                <a:ea typeface="宋体" panose="02010600030101010101" pitchFamily="2" charset="-122"/>
              </a:rPr>
              <a:t>、 </a:t>
            </a:r>
            <a:r>
              <a:rPr kumimoji="1" lang="zh-CN" altLang="en-US" sz="2800" b="0" i="1" dirty="0">
                <a:ea typeface="宋体" panose="02010600030101010101" pitchFamily="2" charset="-122"/>
                <a:sym typeface="Symbol" panose="05050102010706020507" pitchFamily="18" charset="2"/>
              </a:rPr>
              <a:t> </a:t>
            </a:r>
            <a:r>
              <a:rPr kumimoji="1" lang="zh-CN" altLang="en-US" sz="2800" b="0" dirty="0">
                <a:ea typeface="宋体" panose="02010600030101010101" pitchFamily="2" charset="-122"/>
              </a:rPr>
              <a:t>、</a:t>
            </a:r>
            <a:r>
              <a:rPr kumimoji="1" lang="zh-CN" altLang="en-US" sz="2800" b="0" i="1" dirty="0">
                <a:ea typeface="宋体" panose="02010600030101010101" pitchFamily="2" charset="-122"/>
                <a:sym typeface="Symbol" panose="05050102010706020507" pitchFamily="18" charset="2"/>
              </a:rPr>
              <a:t></a:t>
            </a:r>
            <a:r>
              <a:rPr kumimoji="1" lang="zh-CN" altLang="en-US" sz="2800" dirty="0">
                <a:latin typeface="Symbol" panose="05050102010706020507" pitchFamily="18" charset="2"/>
                <a:ea typeface="宋体" panose="02010600030101010101" pitchFamily="2" charset="-122"/>
              </a:rPr>
              <a:t>，</a:t>
            </a:r>
          </a:p>
          <a:p>
            <a:pPr>
              <a:lnSpc>
                <a:spcPct val="120000"/>
              </a:lnSpc>
            </a:pPr>
            <a:r>
              <a:rPr kumimoji="1" lang="zh-CN" altLang="zh-CN" sz="2800" dirty="0">
                <a:latin typeface="Symbol" panose="05050102010706020507" pitchFamily="18" charset="2"/>
              </a:rPr>
              <a:t>复常数</a:t>
            </a:r>
            <a:r>
              <a:rPr kumimoji="1" lang="en-US" altLang="zh-CN" sz="2800" dirty="0">
                <a:latin typeface="Symbol" panose="05050102010706020507" pitchFamily="18" charset="2"/>
              </a:rPr>
              <a:t>(</a:t>
            </a:r>
            <a:r>
              <a:rPr kumimoji="1" lang="zh-CN" altLang="en-US" sz="2800" dirty="0">
                <a:latin typeface="Symbol" panose="05050102010706020507" pitchFamily="18" charset="2"/>
              </a:rPr>
              <a:t>相量</a:t>
            </a:r>
            <a:r>
              <a:rPr kumimoji="1" lang="en-US" altLang="zh-CN" sz="2800" dirty="0">
                <a:latin typeface="Symbol" panose="05050102010706020507" pitchFamily="18" charset="2"/>
              </a:rPr>
              <a:t>)</a:t>
            </a:r>
            <a:r>
              <a:rPr kumimoji="1" lang="zh-CN" altLang="zh-CN" sz="2800" dirty="0">
                <a:latin typeface="Symbol" panose="05050102010706020507" pitchFamily="18" charset="2"/>
              </a:rPr>
              <a:t>包含了两个要素：</a:t>
            </a:r>
            <a:r>
              <a:rPr kumimoji="1" lang="en-US" altLang="zh-CN" sz="2800" b="0" i="1" dirty="0">
                <a:latin typeface="Symbol" panose="05050102010706020507" pitchFamily="18" charset="2"/>
                <a:ea typeface="宋体" panose="02010600030101010101" pitchFamily="2" charset="-122"/>
              </a:rPr>
              <a:t>I</a:t>
            </a:r>
            <a:r>
              <a:rPr kumimoji="1" lang="en-US" altLang="zh-CN" sz="2800" b="0" dirty="0">
                <a:latin typeface="Symbol" panose="05050102010706020507" pitchFamily="18" charset="2"/>
                <a:ea typeface="宋体" panose="02010600030101010101" pitchFamily="2" charset="-122"/>
              </a:rPr>
              <a:t> </a:t>
            </a:r>
            <a:r>
              <a:rPr kumimoji="1" lang="en-US" altLang="zh-CN" sz="2800" b="0" dirty="0">
                <a:ea typeface="宋体" panose="02010600030101010101" pitchFamily="2" charset="-122"/>
              </a:rPr>
              <a:t>, </a:t>
            </a:r>
            <a:r>
              <a:rPr kumimoji="1" lang="en-US" altLang="zh-CN" sz="2800" b="0" i="1" dirty="0">
                <a:latin typeface="Symbol" panose="05050102010706020507" pitchFamily="18" charset="2"/>
                <a:ea typeface="宋体" panose="02010600030101010101" pitchFamily="2" charset="-122"/>
                <a:sym typeface="Symbol" panose="05050102010706020507" pitchFamily="18" charset="2"/>
              </a:rPr>
              <a:t></a:t>
            </a:r>
            <a:r>
              <a:rPr kumimoji="1" lang="en-US" altLang="zh-CN" sz="2800" b="0" i="1" dirty="0">
                <a:latin typeface="Symbol" panose="05050102010706020507" pitchFamily="18" charset="2"/>
                <a:ea typeface="宋体" panose="02010600030101010101" pitchFamily="2" charset="-122"/>
              </a:rPr>
              <a:t> </a:t>
            </a:r>
            <a:r>
              <a:rPr kumimoji="1" lang="zh-CN" altLang="en-US" sz="2800" b="0" dirty="0">
                <a:latin typeface="Symbol" panose="05050102010706020507" pitchFamily="18" charset="2"/>
                <a:ea typeface="宋体" panose="02010600030101010101" pitchFamily="2" charset="-122"/>
              </a:rPr>
              <a:t>。</a:t>
            </a:r>
          </a:p>
        </p:txBody>
      </p:sp>
      <p:sp>
        <p:nvSpPr>
          <p:cNvPr id="69641" name="Text Box 9"/>
          <p:cNvSpPr txBox="1">
            <a:spLocks noChangeArrowheads="1"/>
          </p:cNvSpPr>
          <p:nvPr/>
        </p:nvSpPr>
        <p:spPr bwMode="auto">
          <a:xfrm>
            <a:off x="827088" y="620713"/>
            <a:ext cx="26130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dirty="0">
                <a:latin typeface="Times New Roman" panose="02020603050405020304" pitchFamily="18" charset="0"/>
                <a:ea typeface="宋体" panose="02010600030101010101" pitchFamily="2" charset="-122"/>
              </a:rPr>
              <a:t>F</a:t>
            </a:r>
            <a:r>
              <a:rPr kumimoji="1" lang="en-US" altLang="zh-CN" sz="2800" b="0" dirty="0">
                <a:latin typeface="Times New Roman" panose="02020603050405020304" pitchFamily="18" charset="0"/>
                <a:ea typeface="宋体" panose="02010600030101010101" pitchFamily="2" charset="-122"/>
              </a:rPr>
              <a:t>(</a:t>
            </a:r>
            <a:r>
              <a:rPr kumimoji="1" lang="en-US" altLang="zh-CN" sz="2800" b="0" i="1" dirty="0">
                <a:latin typeface="Times New Roman" panose="02020603050405020304" pitchFamily="18" charset="0"/>
                <a:ea typeface="宋体" panose="02010600030101010101" pitchFamily="2" charset="-122"/>
              </a:rPr>
              <a:t>t</a:t>
            </a:r>
            <a:r>
              <a:rPr kumimoji="1" lang="en-US" altLang="zh-CN" sz="2800" b="0" dirty="0">
                <a:latin typeface="Times New Roman" panose="02020603050405020304" pitchFamily="18" charset="0"/>
                <a:ea typeface="宋体" panose="02010600030101010101" pitchFamily="2" charset="-122"/>
              </a:rPr>
              <a:t>) </a:t>
            </a:r>
            <a:r>
              <a:rPr kumimoji="1" lang="zh-CN" altLang="en-US" sz="2800" dirty="0">
                <a:latin typeface="Times New Roman" panose="02020603050405020304" pitchFamily="18" charset="0"/>
              </a:rPr>
              <a:t>还可以写成</a:t>
            </a:r>
          </a:p>
        </p:txBody>
      </p:sp>
      <p:graphicFrame>
        <p:nvGraphicFramePr>
          <p:cNvPr id="69643" name="Object 11"/>
          <p:cNvGraphicFramePr>
            <a:graphicFrameLocks noChangeAspect="1"/>
          </p:cNvGraphicFramePr>
          <p:nvPr/>
        </p:nvGraphicFramePr>
        <p:xfrm>
          <a:off x="2054225" y="1374775"/>
          <a:ext cx="5540375" cy="676275"/>
        </p:xfrm>
        <a:graphic>
          <a:graphicData uri="http://schemas.openxmlformats.org/presentationml/2006/ole">
            <mc:AlternateContent xmlns:mc="http://schemas.openxmlformats.org/markup-compatibility/2006">
              <mc:Choice xmlns:v="urn:schemas-microsoft-com:vml" Requires="v">
                <p:oleObj name="Equation" r:id="rId2" imgW="1688760" imgH="253800" progId="Equation.DSMT4">
                  <p:embed/>
                </p:oleObj>
              </mc:Choice>
              <mc:Fallback>
                <p:oleObj name="Equation" r:id="rId2" imgW="1688760" imgH="253800" progId="Equation.DSMT4">
                  <p:embed/>
                  <p:pic>
                    <p:nvPicPr>
                      <p:cNvPr id="69643" name="Object 11"/>
                      <p:cNvPicPr>
                        <a:picLocks noChangeAspect="1" noChangeArrowheads="1"/>
                      </p:cNvPicPr>
                      <p:nvPr/>
                    </p:nvPicPr>
                    <p:blipFill>
                      <a:blip r:embed="rId3"/>
                      <a:srcRect/>
                      <a:stretch>
                        <a:fillRect/>
                      </a:stretch>
                    </p:blipFill>
                    <p:spPr bwMode="auto">
                      <a:xfrm>
                        <a:off x="2054225" y="1374775"/>
                        <a:ext cx="5540375"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9669" name="Group 37"/>
          <p:cNvGrpSpPr>
            <a:grpSpLocks/>
          </p:cNvGrpSpPr>
          <p:nvPr/>
        </p:nvGrpSpPr>
        <p:grpSpPr bwMode="auto">
          <a:xfrm>
            <a:off x="3924300" y="692150"/>
            <a:ext cx="1266825" cy="649288"/>
            <a:chOff x="2472" y="436"/>
            <a:chExt cx="798" cy="409"/>
          </a:xfrm>
        </p:grpSpPr>
        <p:sp>
          <p:nvSpPr>
            <p:cNvPr id="69644" name="AutoShape 12"/>
            <p:cNvSpPr>
              <a:spLocks/>
            </p:cNvSpPr>
            <p:nvPr/>
          </p:nvSpPr>
          <p:spPr bwMode="auto">
            <a:xfrm rot="5400000" flipV="1">
              <a:off x="2834" y="618"/>
              <a:ext cx="46" cy="408"/>
            </a:xfrm>
            <a:prstGeom prst="leftBrace">
              <a:avLst>
                <a:gd name="adj1" fmla="val 73913"/>
                <a:gd name="adj2" fmla="val 49861"/>
              </a:avLst>
            </a:prstGeom>
            <a:noFill/>
            <a:ln w="28575">
              <a:solidFill>
                <a:srgbClr val="FF00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sz="2800"/>
            </a:p>
          </p:txBody>
        </p:sp>
        <p:sp>
          <p:nvSpPr>
            <p:cNvPr id="69645" name="Rectangle 13"/>
            <p:cNvSpPr>
              <a:spLocks noChangeArrowheads="1"/>
            </p:cNvSpPr>
            <p:nvPr/>
          </p:nvSpPr>
          <p:spPr bwMode="auto">
            <a:xfrm>
              <a:off x="2472" y="436"/>
              <a:ext cx="798" cy="330"/>
            </a:xfrm>
            <a:prstGeom prst="rect">
              <a:avLst/>
            </a:prstGeom>
            <a:solidFill>
              <a:srgbClr val="FF9900"/>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zh-CN" sz="2800" dirty="0">
                  <a:latin typeface="Symbol" panose="05050102010706020507" pitchFamily="18" charset="2"/>
                </a:rPr>
                <a:t>复常数</a:t>
              </a:r>
              <a:endParaRPr kumimoji="1" lang="zh-CN" altLang="en-US" sz="2800" dirty="0">
                <a:latin typeface="Symbol" panose="05050102010706020507" pitchFamily="18" charset="2"/>
              </a:endParaRPr>
            </a:p>
          </p:txBody>
        </p:sp>
      </p:grpSp>
      <p:sp>
        <p:nvSpPr>
          <p:cNvPr id="69661" name="AutoShape 29" descr="羊皮纸"/>
          <p:cNvSpPr>
            <a:spLocks noChangeArrowheads="1"/>
          </p:cNvSpPr>
          <p:nvPr/>
        </p:nvSpPr>
        <p:spPr bwMode="auto">
          <a:xfrm>
            <a:off x="6622256" y="2283606"/>
            <a:ext cx="1944687" cy="1081088"/>
          </a:xfrm>
          <a:prstGeom prst="wedgeRoundRectCallout">
            <a:avLst>
              <a:gd name="adj1" fmla="val -43468"/>
              <a:gd name="adj2" fmla="val -84801"/>
              <a:gd name="adj3" fmla="val 16667"/>
            </a:avLst>
          </a:prstGeom>
          <a:blipFill dpi="0" rotWithShape="1">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800"/>
              <a:t>正弦量对应的相量</a:t>
            </a:r>
          </a:p>
        </p:txBody>
      </p:sp>
      <p:graphicFrame>
        <p:nvGraphicFramePr>
          <p:cNvPr id="69662" name="Object 30"/>
          <p:cNvGraphicFramePr>
            <a:graphicFrameLocks noChangeAspect="1"/>
          </p:cNvGraphicFramePr>
          <p:nvPr/>
        </p:nvGraphicFramePr>
        <p:xfrm>
          <a:off x="755650" y="3500438"/>
          <a:ext cx="7704138" cy="971550"/>
        </p:xfrm>
        <a:graphic>
          <a:graphicData uri="http://schemas.openxmlformats.org/presentationml/2006/ole">
            <mc:AlternateContent xmlns:mc="http://schemas.openxmlformats.org/markup-compatibility/2006">
              <mc:Choice xmlns:v="urn:schemas-microsoft-com:vml" Requires="v">
                <p:oleObj name="公式" r:id="rId5" imgW="2806560" imgH="330120" progId="Equation.3">
                  <p:embed/>
                </p:oleObj>
              </mc:Choice>
              <mc:Fallback>
                <p:oleObj name="公式" r:id="rId5" imgW="2806560" imgH="330120" progId="Equation.3">
                  <p:embed/>
                  <p:pic>
                    <p:nvPicPr>
                      <p:cNvPr id="69662"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500438"/>
                        <a:ext cx="7704138" cy="971550"/>
                      </a:xfrm>
                      <a:prstGeom prst="rect">
                        <a:avLst/>
                      </a:prstGeom>
                      <a:gradFill rotWithShape="1">
                        <a:gsLst>
                          <a:gs pos="0">
                            <a:srgbClr val="FFCC99"/>
                          </a:gs>
                          <a:gs pos="100000">
                            <a:schemeClr val="bg1"/>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63" name="Text Box 31"/>
          <p:cNvSpPr txBox="1">
            <a:spLocks noChangeArrowheads="1"/>
          </p:cNvSpPr>
          <p:nvPr/>
        </p:nvSpPr>
        <p:spPr bwMode="auto">
          <a:xfrm>
            <a:off x="2267744" y="5301208"/>
            <a:ext cx="5543550" cy="1160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rPr>
              <a:t>相量的模表示正弦量的有效值</a:t>
            </a:r>
          </a:p>
          <a:p>
            <a:pPr>
              <a:spcBef>
                <a:spcPct val="50000"/>
              </a:spcBef>
            </a:pPr>
            <a:r>
              <a:rPr kumimoji="1" lang="zh-CN" altLang="en-US" sz="2800" dirty="0">
                <a:latin typeface="Times New Roman" panose="02020603050405020304" pitchFamily="18" charset="0"/>
              </a:rPr>
              <a:t>相量的幅角表示正弦量的初相位</a:t>
            </a:r>
          </a:p>
        </p:txBody>
      </p:sp>
      <p:sp>
        <p:nvSpPr>
          <p:cNvPr id="69664" name="AutoShape 32"/>
          <p:cNvSpPr>
            <a:spLocks/>
          </p:cNvSpPr>
          <p:nvPr/>
        </p:nvSpPr>
        <p:spPr bwMode="auto">
          <a:xfrm>
            <a:off x="2053431" y="5237707"/>
            <a:ext cx="214313" cy="1223963"/>
          </a:xfrm>
          <a:prstGeom prst="leftBrace">
            <a:avLst>
              <a:gd name="adj1" fmla="val 47593"/>
              <a:gd name="adj2" fmla="val 50000"/>
            </a:avLst>
          </a:prstGeom>
          <a:noFill/>
          <a:ln w="381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69667" name="Text Box 35"/>
          <p:cNvSpPr txBox="1">
            <a:spLocks noChangeArrowheads="1"/>
          </p:cNvSpPr>
          <p:nvPr/>
        </p:nvSpPr>
        <p:spPr bwMode="auto">
          <a:xfrm>
            <a:off x="1045369" y="5474245"/>
            <a:ext cx="9032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0" dirty="0">
                <a:solidFill>
                  <a:srgbClr val="FF0000"/>
                </a:solidFill>
                <a:latin typeface="Times New Roman" panose="02020603050405020304" pitchFamily="18" charset="0"/>
                <a:ea typeface="华文行楷" panose="02010800040101010101" pitchFamily="2" charset="-122"/>
              </a:rPr>
              <a:t>注意</a:t>
            </a:r>
          </a:p>
        </p:txBody>
      </p:sp>
      <p:grpSp>
        <p:nvGrpSpPr>
          <p:cNvPr id="5" name="组合 4"/>
          <p:cNvGrpSpPr/>
          <p:nvPr/>
        </p:nvGrpSpPr>
        <p:grpSpPr>
          <a:xfrm>
            <a:off x="2267744" y="4372557"/>
            <a:ext cx="5371149" cy="781568"/>
            <a:chOff x="2267744" y="4372557"/>
            <a:chExt cx="5371149" cy="781568"/>
          </a:xfrm>
        </p:grpSpPr>
        <p:sp>
          <p:nvSpPr>
            <p:cNvPr id="24" name="Rectangle 13"/>
            <p:cNvSpPr>
              <a:spLocks noChangeArrowheads="1"/>
            </p:cNvSpPr>
            <p:nvPr/>
          </p:nvSpPr>
          <p:spPr bwMode="auto">
            <a:xfrm>
              <a:off x="2267744" y="4420144"/>
              <a:ext cx="906017" cy="523220"/>
            </a:xfrm>
            <a:prstGeom prst="rect">
              <a:avLst/>
            </a:prstGeom>
            <a:solidFill>
              <a:srgbClr val="FF9900"/>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dirty="0">
                  <a:latin typeface="Symbol" panose="05050102010706020507" pitchFamily="18" charset="2"/>
                </a:rPr>
                <a:t>时域</a:t>
              </a:r>
            </a:p>
          </p:txBody>
        </p:sp>
        <p:sp>
          <p:nvSpPr>
            <p:cNvPr id="25" name="Rectangle 13"/>
            <p:cNvSpPr>
              <a:spLocks noChangeArrowheads="1"/>
            </p:cNvSpPr>
            <p:nvPr/>
          </p:nvSpPr>
          <p:spPr bwMode="auto">
            <a:xfrm>
              <a:off x="6372200" y="4372557"/>
              <a:ext cx="1266693" cy="523220"/>
            </a:xfrm>
            <a:prstGeom prst="rect">
              <a:avLst/>
            </a:prstGeom>
            <a:solidFill>
              <a:srgbClr val="FF9900"/>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dirty="0">
                  <a:latin typeface="Symbol" panose="05050102010706020507" pitchFamily="18" charset="2"/>
                </a:rPr>
                <a:t>相量域</a:t>
              </a:r>
            </a:p>
          </p:txBody>
        </p:sp>
        <p:cxnSp>
          <p:nvCxnSpPr>
            <p:cNvPr id="3" name="直接箭头连接符 2"/>
            <p:cNvCxnSpPr/>
            <p:nvPr/>
          </p:nvCxnSpPr>
          <p:spPr bwMode="auto">
            <a:xfrm>
              <a:off x="3419872" y="4653136"/>
              <a:ext cx="2664296" cy="0"/>
            </a:xfrm>
            <a:prstGeom prst="straightConnector1">
              <a:avLst/>
            </a:prstGeom>
            <a:solidFill>
              <a:schemeClr val="accent1"/>
            </a:solidFill>
            <a:ln w="38100"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a:xfrm>
              <a:off x="4112929" y="4692460"/>
              <a:ext cx="1422184" cy="461665"/>
            </a:xfrm>
            <a:prstGeom prst="rect">
              <a:avLst/>
            </a:prstGeom>
          </p:spPr>
          <p:txBody>
            <a:bodyPr wrap="none">
              <a:spAutoFit/>
            </a:bodyPr>
            <a:lstStyle/>
            <a:p>
              <a:r>
                <a:rPr lang="zh-CN" altLang="en-US" sz="2400" dirty="0">
                  <a:solidFill>
                    <a:srgbClr val="FF0000"/>
                  </a:solidFill>
                </a:rPr>
                <a:t>一一对应</a:t>
              </a:r>
            </a:p>
          </p:txBody>
        </p:sp>
      </p:grpSp>
    </p:spTree>
    <p:extLst>
      <p:ext uri="{BB962C8B-B14F-4D97-AF65-F5344CB8AC3E}">
        <p14:creationId xmlns:p14="http://schemas.microsoft.com/office/powerpoint/2010/main" val="12294338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69641"/>
                                        </p:tgtEl>
                                        <p:attrNameLst>
                                          <p:attrName>style.visibility</p:attrName>
                                        </p:attrNameLst>
                                      </p:cBhvr>
                                      <p:to>
                                        <p:strVal val="visible"/>
                                      </p:to>
                                    </p:set>
                                    <p:anim calcmode="lin" valueType="num">
                                      <p:cBhvr additive="base">
                                        <p:cTn id="7" dur="500" fill="hold"/>
                                        <p:tgtEl>
                                          <p:spTgt spid="69641"/>
                                        </p:tgtEl>
                                        <p:attrNameLst>
                                          <p:attrName>ppt_x</p:attrName>
                                        </p:attrNameLst>
                                      </p:cBhvr>
                                      <p:tavLst>
                                        <p:tav tm="0">
                                          <p:val>
                                            <p:strVal val="0-#ppt_w/2"/>
                                          </p:val>
                                        </p:tav>
                                        <p:tav tm="100000">
                                          <p:val>
                                            <p:strVal val="#ppt_x"/>
                                          </p:val>
                                        </p:tav>
                                      </p:tavLst>
                                    </p:anim>
                                    <p:anim calcmode="lin" valueType="num">
                                      <p:cBhvr additive="base">
                                        <p:cTn id="8" dur="500" fill="hold"/>
                                        <p:tgtEl>
                                          <p:spTgt spid="696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69643"/>
                                        </p:tgtEl>
                                        <p:attrNameLst>
                                          <p:attrName>style.visibility</p:attrName>
                                        </p:attrNameLst>
                                      </p:cBhvr>
                                      <p:to>
                                        <p:strVal val="visible"/>
                                      </p:to>
                                    </p:set>
                                    <p:animEffect transition="in" filter="wipe(left)">
                                      <p:cBhvr>
                                        <p:cTn id="13" dur="1000"/>
                                        <p:tgtEl>
                                          <p:spTgt spid="69643"/>
                                        </p:tgtEl>
                                      </p:cBhvr>
                                    </p:animEffect>
                                  </p:childTnLst>
                                </p:cTn>
                              </p:par>
                              <p:par>
                                <p:cTn id="14" presetID="3" presetClass="entr" presetSubtype="10" fill="hold" nodeType="withEffect">
                                  <p:stCondLst>
                                    <p:cond delay="0"/>
                                  </p:stCondLst>
                                  <p:childTnLst>
                                    <p:set>
                                      <p:cBhvr>
                                        <p:cTn id="15" dur="1" fill="hold">
                                          <p:stCondLst>
                                            <p:cond delay="0"/>
                                          </p:stCondLst>
                                        </p:cTn>
                                        <p:tgtEl>
                                          <p:spTgt spid="69669"/>
                                        </p:tgtEl>
                                        <p:attrNameLst>
                                          <p:attrName>style.visibility</p:attrName>
                                        </p:attrNameLst>
                                      </p:cBhvr>
                                      <p:to>
                                        <p:strVal val="visible"/>
                                      </p:to>
                                    </p:set>
                                    <p:animEffect transition="in" filter="blinds(horizontal)">
                                      <p:cBhvr>
                                        <p:cTn id="16" dur="500"/>
                                        <p:tgtEl>
                                          <p:spTgt spid="69669"/>
                                        </p:tgtEl>
                                      </p:cBhvr>
                                    </p:animEffect>
                                  </p:childTnLst>
                                </p:cTn>
                              </p:par>
                              <p:par>
                                <p:cTn id="17" presetID="20" presetClass="entr" presetSubtype="0" fill="hold" grpId="0" nodeType="withEffect">
                                  <p:stCondLst>
                                    <p:cond delay="0"/>
                                  </p:stCondLst>
                                  <p:childTnLst>
                                    <p:set>
                                      <p:cBhvr>
                                        <p:cTn id="18" dur="1" fill="hold">
                                          <p:stCondLst>
                                            <p:cond delay="0"/>
                                          </p:stCondLst>
                                        </p:cTn>
                                        <p:tgtEl>
                                          <p:spTgt spid="69661"/>
                                        </p:tgtEl>
                                        <p:attrNameLst>
                                          <p:attrName>style.visibility</p:attrName>
                                        </p:attrNameLst>
                                      </p:cBhvr>
                                      <p:to>
                                        <p:strVal val="visible"/>
                                      </p:to>
                                    </p:set>
                                    <p:animEffect transition="in" filter="wedge">
                                      <p:cBhvr>
                                        <p:cTn id="19" dur="2000"/>
                                        <p:tgtEl>
                                          <p:spTgt spid="6966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9640"/>
                                        </p:tgtEl>
                                        <p:attrNameLst>
                                          <p:attrName>style.visibility</p:attrName>
                                        </p:attrNameLst>
                                      </p:cBhvr>
                                      <p:to>
                                        <p:strVal val="visible"/>
                                      </p:to>
                                    </p:set>
                                    <p:animEffect transition="in" filter="wipe(left)">
                                      <p:cBhvr>
                                        <p:cTn id="24" dur="2000"/>
                                        <p:tgtEl>
                                          <p:spTgt spid="6964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6" fill="hold" nodeType="clickEffect">
                                  <p:stCondLst>
                                    <p:cond delay="0"/>
                                  </p:stCondLst>
                                  <p:childTnLst>
                                    <p:set>
                                      <p:cBhvr>
                                        <p:cTn id="28" dur="1" fill="hold">
                                          <p:stCondLst>
                                            <p:cond delay="0"/>
                                          </p:stCondLst>
                                        </p:cTn>
                                        <p:tgtEl>
                                          <p:spTgt spid="69662"/>
                                        </p:tgtEl>
                                        <p:attrNameLst>
                                          <p:attrName>style.visibility</p:attrName>
                                        </p:attrNameLst>
                                      </p:cBhvr>
                                      <p:to>
                                        <p:strVal val="visible"/>
                                      </p:to>
                                    </p:set>
                                    <p:animEffect transition="in" filter="strips(downRight)">
                                      <p:cBhvr>
                                        <p:cTn id="29" dur="2000"/>
                                        <p:tgtEl>
                                          <p:spTgt spid="6966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4" presetClass="entr" presetSubtype="0" fill="hold" nodeType="clickEffect">
                                  <p:stCondLst>
                                    <p:cond delay="0"/>
                                  </p:stCondLst>
                                  <p:childTnLst>
                                    <p:set>
                                      <p:cBhvr>
                                        <p:cTn id="37" dur="1" fill="hold">
                                          <p:stCondLst>
                                            <p:cond delay="499"/>
                                          </p:stCondLst>
                                        </p:cTn>
                                        <p:tgtEl>
                                          <p:spTgt spid="69664"/>
                                        </p:tgtEl>
                                        <p:attrNameLst>
                                          <p:attrName>style.visibility</p:attrName>
                                        </p:attrNameLst>
                                      </p:cBhvr>
                                      <p:to>
                                        <p:strVal val="visible"/>
                                      </p:to>
                                    </p:set>
                                    <p:anim to="" calcmode="lin" valueType="num">
                                      <p:cBhvr>
                                        <p:cTn id="38" dur="1" fill="hold"/>
                                        <p:tgtEl>
                                          <p:spTgt spid="69664"/>
                                        </p:tgtEl>
                                        <p:attrNameLst>
                                          <p:attrName/>
                                        </p:attrNameLst>
                                      </p:cBhvr>
                                    </p:anim>
                                  </p:childTnLst>
                                </p:cTn>
                              </p:par>
                            </p:childTnLst>
                          </p:cTn>
                        </p:par>
                        <p:par>
                          <p:cTn id="39" fill="hold" nodeType="afterGroup">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69663"/>
                                        </p:tgtEl>
                                        <p:attrNameLst>
                                          <p:attrName>style.visibility</p:attrName>
                                        </p:attrNameLst>
                                      </p:cBhvr>
                                      <p:to>
                                        <p:strVal val="visible"/>
                                      </p:to>
                                    </p:set>
                                    <p:animEffect transition="in" filter="wipe(up)">
                                      <p:cBhvr>
                                        <p:cTn id="42" dur="2000"/>
                                        <p:tgtEl>
                                          <p:spTgt spid="69663"/>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696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0" grpId="0" autoUpdateAnimBg="0"/>
      <p:bldP spid="69641" grpId="0" autoUpdateAnimBg="0"/>
      <p:bldP spid="69661" grpId="0" animBg="1"/>
      <p:bldP spid="69663" grpId="0" autoUpdateAnimBg="0"/>
      <p:bldP spid="69667"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8" name="Object 4"/>
          <p:cNvGraphicFramePr>
            <a:graphicFrameLocks noChangeAspect="1"/>
          </p:cNvGraphicFramePr>
          <p:nvPr/>
        </p:nvGraphicFramePr>
        <p:xfrm>
          <a:off x="1370013" y="936625"/>
          <a:ext cx="6115050" cy="709613"/>
        </p:xfrm>
        <a:graphic>
          <a:graphicData uri="http://schemas.openxmlformats.org/presentationml/2006/ole">
            <mc:AlternateContent xmlns:mc="http://schemas.openxmlformats.org/markup-compatibility/2006">
              <mc:Choice xmlns:v="urn:schemas-microsoft-com:vml" Requires="v">
                <p:oleObj name="Equation" r:id="rId2" imgW="2616120" imgH="304560" progId="Equation.DSMT4">
                  <p:embed/>
                </p:oleObj>
              </mc:Choice>
              <mc:Fallback>
                <p:oleObj name="Equation" r:id="rId2" imgW="2616120" imgH="304560" progId="Equation.DSMT4">
                  <p:embed/>
                  <p:pic>
                    <p:nvPicPr>
                      <p:cNvPr id="16388" name="Object 4"/>
                      <p:cNvPicPr>
                        <a:picLocks noChangeAspect="1" noChangeArrowheads="1"/>
                      </p:cNvPicPr>
                      <p:nvPr/>
                    </p:nvPicPr>
                    <p:blipFill>
                      <a:blip r:embed="rId3"/>
                      <a:srcRect/>
                      <a:stretch>
                        <a:fillRect/>
                      </a:stretch>
                    </p:blipFill>
                    <p:spPr bwMode="auto">
                      <a:xfrm>
                        <a:off x="1370013" y="936625"/>
                        <a:ext cx="611505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5" name="Text Box 11"/>
          <p:cNvSpPr txBox="1">
            <a:spLocks noChangeArrowheads="1"/>
          </p:cNvSpPr>
          <p:nvPr/>
        </p:nvSpPr>
        <p:spPr bwMode="auto">
          <a:xfrm>
            <a:off x="900113" y="549275"/>
            <a:ext cx="703750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同样可以建立正弦电压与相量的对应关系：</a:t>
            </a:r>
          </a:p>
        </p:txBody>
      </p:sp>
      <p:sp>
        <p:nvSpPr>
          <p:cNvPr id="16396" name="Rectangle 12"/>
          <p:cNvSpPr>
            <a:spLocks noChangeArrowheads="1"/>
          </p:cNvSpPr>
          <p:nvPr/>
        </p:nvSpPr>
        <p:spPr bwMode="auto">
          <a:xfrm>
            <a:off x="1547813" y="1844675"/>
            <a:ext cx="7213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800">
                <a:latin typeface="宋体" panose="02010600030101010101" pitchFamily="2" charset="-122"/>
              </a:rPr>
              <a:t>已知</a:t>
            </a:r>
            <a:endParaRPr kumimoji="1" lang="zh-CN" altLang="en-US" sz="2800"/>
          </a:p>
        </p:txBody>
      </p:sp>
      <p:sp>
        <p:nvSpPr>
          <p:cNvPr id="16397" name="Rectangle 13"/>
          <p:cNvSpPr>
            <a:spLocks noChangeArrowheads="1"/>
          </p:cNvSpPr>
          <p:nvPr/>
        </p:nvSpPr>
        <p:spPr bwMode="auto">
          <a:xfrm>
            <a:off x="468313" y="1700213"/>
            <a:ext cx="792162" cy="467564"/>
          </a:xfrm>
          <a:prstGeom prst="rect">
            <a:avLst/>
          </a:prstGeom>
          <a:noFill/>
          <a:ln>
            <a:noFill/>
          </a:ln>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20000"/>
              </a:lnSpc>
              <a:spcBef>
                <a:spcPct val="50000"/>
              </a:spcBef>
              <a:spcAft>
                <a:spcPct val="25000"/>
              </a:spcAft>
            </a:pPr>
            <a:r>
              <a:rPr kumimoji="1" lang="zh-CN" altLang="en-US" sz="2800">
                <a:latin typeface="宋体" panose="02010600030101010101" pitchFamily="2" charset="-122"/>
                <a:ea typeface="宋体" panose="02010600030101010101" pitchFamily="2" charset="-122"/>
              </a:rPr>
              <a:t>例</a:t>
            </a:r>
            <a:r>
              <a:rPr kumimoji="1" lang="en-US" altLang="zh-CN" sz="2800">
                <a:latin typeface="宋体" panose="02010600030101010101" pitchFamily="2" charset="-122"/>
                <a:ea typeface="宋体" panose="02010600030101010101" pitchFamily="2" charset="-122"/>
              </a:rPr>
              <a:t>1</a:t>
            </a:r>
            <a:endParaRPr kumimoji="1" lang="en-US" altLang="zh-CN" sz="2800">
              <a:ea typeface="宋体" panose="02010600030101010101" pitchFamily="2" charset="-122"/>
            </a:endParaRPr>
          </a:p>
        </p:txBody>
      </p:sp>
      <p:sp>
        <p:nvSpPr>
          <p:cNvPr id="16398" name="Text Box 14"/>
          <p:cNvSpPr txBox="1">
            <a:spLocks noChangeArrowheads="1"/>
          </p:cNvSpPr>
          <p:nvPr/>
        </p:nvSpPr>
        <p:spPr bwMode="auto">
          <a:xfrm>
            <a:off x="2555875" y="2852738"/>
            <a:ext cx="31694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楷体_GB2312" pitchFamily="49" charset="-122"/>
              </a:rPr>
              <a:t>试用相量表示</a:t>
            </a:r>
            <a:r>
              <a:rPr kumimoji="1" lang="en-US" altLang="zh-CN" sz="2800" b="0" i="1"/>
              <a:t>i</a:t>
            </a:r>
            <a:r>
              <a:rPr kumimoji="1" lang="en-US" altLang="zh-CN" sz="2800" b="0"/>
              <a:t>, </a:t>
            </a:r>
            <a:r>
              <a:rPr kumimoji="1" lang="en-US" altLang="zh-CN" sz="2800" b="0" i="1"/>
              <a:t>u</a:t>
            </a:r>
            <a:r>
              <a:rPr kumimoji="1" lang="en-US" altLang="zh-CN" sz="2800">
                <a:latin typeface="楷体_GB2312" pitchFamily="49" charset="-122"/>
              </a:rPr>
              <a:t> .</a:t>
            </a:r>
          </a:p>
        </p:txBody>
      </p:sp>
      <p:graphicFrame>
        <p:nvGraphicFramePr>
          <p:cNvPr id="16399" name="Object 15"/>
          <p:cNvGraphicFramePr>
            <a:graphicFrameLocks noChangeAspect="1"/>
          </p:cNvGraphicFramePr>
          <p:nvPr/>
        </p:nvGraphicFramePr>
        <p:xfrm>
          <a:off x="2811463" y="1811338"/>
          <a:ext cx="3343275" cy="966787"/>
        </p:xfrm>
        <a:graphic>
          <a:graphicData uri="http://schemas.openxmlformats.org/presentationml/2006/ole">
            <mc:AlternateContent xmlns:mc="http://schemas.openxmlformats.org/markup-compatibility/2006">
              <mc:Choice xmlns:v="urn:schemas-microsoft-com:vml" Requires="v">
                <p:oleObj name="Equation" r:id="rId4" imgW="1663560" imgH="482400" progId="Equation.DSMT4">
                  <p:embed/>
                </p:oleObj>
              </mc:Choice>
              <mc:Fallback>
                <p:oleObj name="Equation" r:id="rId4" imgW="1663560" imgH="482400" progId="Equation.DSMT4">
                  <p:embed/>
                  <p:pic>
                    <p:nvPicPr>
                      <p:cNvPr id="16399" name="Object 15"/>
                      <p:cNvPicPr>
                        <a:picLocks noChangeAspect="1" noChangeArrowheads="1"/>
                      </p:cNvPicPr>
                      <p:nvPr/>
                    </p:nvPicPr>
                    <p:blipFill>
                      <a:blip r:embed="rId5"/>
                      <a:srcRect/>
                      <a:stretch>
                        <a:fillRect/>
                      </a:stretch>
                    </p:blipFill>
                    <p:spPr bwMode="auto">
                      <a:xfrm>
                        <a:off x="2811463" y="1811338"/>
                        <a:ext cx="3343275"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0" name="Text Box 16"/>
          <p:cNvSpPr txBox="1">
            <a:spLocks noChangeArrowheads="1"/>
          </p:cNvSpPr>
          <p:nvPr/>
        </p:nvSpPr>
        <p:spPr bwMode="auto">
          <a:xfrm>
            <a:off x="468313" y="3500438"/>
            <a:ext cx="792162" cy="523220"/>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aphicFrame>
        <p:nvGraphicFramePr>
          <p:cNvPr id="16401" name="Object 17"/>
          <p:cNvGraphicFramePr>
            <a:graphicFrameLocks noChangeAspect="1"/>
          </p:cNvGraphicFramePr>
          <p:nvPr/>
        </p:nvGraphicFramePr>
        <p:xfrm>
          <a:off x="1868488" y="3311525"/>
          <a:ext cx="4759325" cy="639763"/>
        </p:xfrm>
        <a:graphic>
          <a:graphicData uri="http://schemas.openxmlformats.org/presentationml/2006/ole">
            <mc:AlternateContent xmlns:mc="http://schemas.openxmlformats.org/markup-compatibility/2006">
              <mc:Choice xmlns:v="urn:schemas-microsoft-com:vml" Requires="v">
                <p:oleObj name="Equation" r:id="rId6" imgW="2260440" imgH="304560" progId="Equation.DSMT4">
                  <p:embed/>
                </p:oleObj>
              </mc:Choice>
              <mc:Fallback>
                <p:oleObj name="Equation" r:id="rId6" imgW="2260440" imgH="304560" progId="Equation.DSMT4">
                  <p:embed/>
                  <p:pic>
                    <p:nvPicPr>
                      <p:cNvPr id="16401" name="Object 17"/>
                      <p:cNvPicPr>
                        <a:picLocks noChangeAspect="1" noChangeArrowheads="1"/>
                      </p:cNvPicPr>
                      <p:nvPr/>
                    </p:nvPicPr>
                    <p:blipFill>
                      <a:blip r:embed="rId7"/>
                      <a:srcRect/>
                      <a:stretch>
                        <a:fillRect/>
                      </a:stretch>
                    </p:blipFill>
                    <p:spPr bwMode="auto">
                      <a:xfrm>
                        <a:off x="1868488" y="3311525"/>
                        <a:ext cx="4759325"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1" name="Text Box 37"/>
          <p:cNvSpPr txBox="1">
            <a:spLocks noChangeArrowheads="1"/>
          </p:cNvSpPr>
          <p:nvPr/>
        </p:nvSpPr>
        <p:spPr bwMode="auto">
          <a:xfrm>
            <a:off x="468313" y="4221163"/>
            <a:ext cx="863600"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2</a:t>
            </a:r>
          </a:p>
        </p:txBody>
      </p:sp>
      <p:sp>
        <p:nvSpPr>
          <p:cNvPr id="16422" name="Text Box 38"/>
          <p:cNvSpPr txBox="1">
            <a:spLocks noChangeArrowheads="1"/>
          </p:cNvSpPr>
          <p:nvPr/>
        </p:nvSpPr>
        <p:spPr bwMode="auto">
          <a:xfrm>
            <a:off x="2268538" y="4868863"/>
            <a:ext cx="48734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试写出电流的瞬时值表达式。</a:t>
            </a:r>
          </a:p>
        </p:txBody>
      </p:sp>
      <p:sp>
        <p:nvSpPr>
          <p:cNvPr id="16423" name="Text Box 39"/>
          <p:cNvSpPr txBox="1">
            <a:spLocks noChangeArrowheads="1"/>
          </p:cNvSpPr>
          <p:nvPr/>
        </p:nvSpPr>
        <p:spPr bwMode="auto">
          <a:xfrm>
            <a:off x="539750" y="5445125"/>
            <a:ext cx="647700" cy="523220"/>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aphicFrame>
        <p:nvGraphicFramePr>
          <p:cNvPr id="16424" name="Object 40"/>
          <p:cNvGraphicFramePr>
            <a:graphicFrameLocks noChangeAspect="1"/>
          </p:cNvGraphicFramePr>
          <p:nvPr/>
        </p:nvGraphicFramePr>
        <p:xfrm>
          <a:off x="2276475" y="5487988"/>
          <a:ext cx="3811588" cy="561975"/>
        </p:xfrm>
        <a:graphic>
          <a:graphicData uri="http://schemas.openxmlformats.org/presentationml/2006/ole">
            <mc:AlternateContent xmlns:mc="http://schemas.openxmlformats.org/markup-compatibility/2006">
              <mc:Choice xmlns:v="urn:schemas-microsoft-com:vml" Requires="v">
                <p:oleObj name="Equation" r:id="rId8" imgW="1625400" imgH="241200" progId="Equation.DSMT4">
                  <p:embed/>
                </p:oleObj>
              </mc:Choice>
              <mc:Fallback>
                <p:oleObj name="Equation" r:id="rId8" imgW="1625400" imgH="241200" progId="Equation.DSMT4">
                  <p:embed/>
                  <p:pic>
                    <p:nvPicPr>
                      <p:cNvPr id="16424" name="Object 40"/>
                      <p:cNvPicPr>
                        <a:picLocks noChangeAspect="1" noChangeArrowheads="1"/>
                      </p:cNvPicPr>
                      <p:nvPr/>
                    </p:nvPicPr>
                    <p:blipFill>
                      <a:blip r:embed="rId9"/>
                      <a:srcRect/>
                      <a:stretch>
                        <a:fillRect/>
                      </a:stretch>
                    </p:blipFill>
                    <p:spPr bwMode="auto">
                      <a:xfrm>
                        <a:off x="2276475" y="5487988"/>
                        <a:ext cx="3811588"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5" name="Object 41"/>
          <p:cNvGraphicFramePr>
            <a:graphicFrameLocks noChangeAspect="1"/>
          </p:cNvGraphicFramePr>
          <p:nvPr/>
        </p:nvGraphicFramePr>
        <p:xfrm>
          <a:off x="2066925" y="4044950"/>
          <a:ext cx="4041775" cy="638175"/>
        </p:xfrm>
        <a:graphic>
          <a:graphicData uri="http://schemas.openxmlformats.org/presentationml/2006/ole">
            <mc:AlternateContent xmlns:mc="http://schemas.openxmlformats.org/markup-compatibility/2006">
              <mc:Choice xmlns:v="urn:schemas-microsoft-com:vml" Requires="v">
                <p:oleObj name="Equation" r:id="rId10" imgW="1917360" imgH="304560" progId="Equation.DSMT4">
                  <p:embed/>
                </p:oleObj>
              </mc:Choice>
              <mc:Fallback>
                <p:oleObj name="Equation" r:id="rId10" imgW="1917360" imgH="304560" progId="Equation.DSMT4">
                  <p:embed/>
                  <p:pic>
                    <p:nvPicPr>
                      <p:cNvPr id="16425" name="Object 41"/>
                      <p:cNvPicPr>
                        <a:picLocks noChangeAspect="1" noChangeArrowheads="1"/>
                      </p:cNvPicPr>
                      <p:nvPr/>
                    </p:nvPicPr>
                    <p:blipFill>
                      <a:blip r:embed="rId11"/>
                      <a:srcRect/>
                      <a:stretch>
                        <a:fillRect/>
                      </a:stretch>
                    </p:blipFill>
                    <p:spPr bwMode="auto">
                      <a:xfrm>
                        <a:off x="2066925" y="4044950"/>
                        <a:ext cx="40417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92488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grpId="0" nodeType="withEffect">
                                  <p:stCondLst>
                                    <p:cond delay="0"/>
                                  </p:stCondLst>
                                  <p:childTnLst>
                                    <p:set>
                                      <p:cBhvr>
                                        <p:cTn id="6" dur="1" fill="hold">
                                          <p:stCondLst>
                                            <p:cond delay="0"/>
                                          </p:stCondLst>
                                        </p:cTn>
                                        <p:tgtEl>
                                          <p:spTgt spid="16395"/>
                                        </p:tgtEl>
                                        <p:attrNameLst>
                                          <p:attrName>style.visibility</p:attrName>
                                        </p:attrNameLst>
                                      </p:cBhvr>
                                      <p:to>
                                        <p:strVal val="visible"/>
                                      </p:to>
                                    </p:set>
                                    <p:anim calcmode="lin" valueType="num">
                                      <p:cBhvr>
                                        <p:cTn id="7" dur="500" decel="50000" fill="hold">
                                          <p:stCondLst>
                                            <p:cond delay="0"/>
                                          </p:stCondLst>
                                        </p:cTn>
                                        <p:tgtEl>
                                          <p:spTgt spid="1639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639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6395"/>
                                        </p:tgtEl>
                                        <p:attrNameLst>
                                          <p:attrName>ppt_w</p:attrName>
                                        </p:attrNameLst>
                                      </p:cBhvr>
                                      <p:tavLst>
                                        <p:tav tm="0">
                                          <p:val>
                                            <p:strVal val="#ppt_w*.05"/>
                                          </p:val>
                                        </p:tav>
                                        <p:tav tm="100000">
                                          <p:val>
                                            <p:strVal val="#ppt_w"/>
                                          </p:val>
                                        </p:tav>
                                      </p:tavLst>
                                    </p:anim>
                                    <p:anim calcmode="lin" valueType="num">
                                      <p:cBhvr>
                                        <p:cTn id="10" dur="1000" fill="hold"/>
                                        <p:tgtEl>
                                          <p:spTgt spid="1639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639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639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639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639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6388"/>
                                        </p:tgtEl>
                                        <p:attrNameLst>
                                          <p:attrName>style.visibility</p:attrName>
                                        </p:attrNameLst>
                                      </p:cBhvr>
                                      <p:to>
                                        <p:strVal val="visible"/>
                                      </p:to>
                                    </p:set>
                                    <p:animEffect transition="in" filter="wipe(left)">
                                      <p:cBhvr>
                                        <p:cTn id="19" dur="2000"/>
                                        <p:tgtEl>
                                          <p:spTgt spid="1638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6397"/>
                                        </p:tgtEl>
                                        <p:attrNameLst>
                                          <p:attrName>style.visibility</p:attrName>
                                        </p:attrNameLst>
                                      </p:cBhvr>
                                      <p:to>
                                        <p:strVal val="visible"/>
                                      </p:to>
                                    </p:set>
                                    <p:anim calcmode="lin" valueType="num">
                                      <p:cBhvr>
                                        <p:cTn id="24" dur="1000" fill="hold"/>
                                        <p:tgtEl>
                                          <p:spTgt spid="16397"/>
                                        </p:tgtEl>
                                        <p:attrNameLst>
                                          <p:attrName>ppt_w</p:attrName>
                                        </p:attrNameLst>
                                      </p:cBhvr>
                                      <p:tavLst>
                                        <p:tav tm="0">
                                          <p:val>
                                            <p:fltVal val="0"/>
                                          </p:val>
                                        </p:tav>
                                        <p:tav tm="100000">
                                          <p:val>
                                            <p:strVal val="#ppt_w"/>
                                          </p:val>
                                        </p:tav>
                                      </p:tavLst>
                                    </p:anim>
                                    <p:anim calcmode="lin" valueType="num">
                                      <p:cBhvr>
                                        <p:cTn id="25" dur="1000" fill="hold"/>
                                        <p:tgtEl>
                                          <p:spTgt spid="16397"/>
                                        </p:tgtEl>
                                        <p:attrNameLst>
                                          <p:attrName>ppt_h</p:attrName>
                                        </p:attrNameLst>
                                      </p:cBhvr>
                                      <p:tavLst>
                                        <p:tav tm="0">
                                          <p:val>
                                            <p:fltVal val="0"/>
                                          </p:val>
                                        </p:tav>
                                        <p:tav tm="100000">
                                          <p:val>
                                            <p:strVal val="#ppt_h"/>
                                          </p:val>
                                        </p:tav>
                                      </p:tavLst>
                                    </p:anim>
                                    <p:anim calcmode="lin" valueType="num">
                                      <p:cBhvr>
                                        <p:cTn id="26" dur="1000" fill="hold"/>
                                        <p:tgtEl>
                                          <p:spTgt spid="16397"/>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6397"/>
                                        </p:tgtEl>
                                        <p:attrNameLst>
                                          <p:attrName>ppt_y</p:attrName>
                                        </p:attrNameLst>
                                      </p:cBhvr>
                                      <p:tavLst>
                                        <p:tav tm="0" fmla="#ppt_y+(sin(-2*pi*(1-$))*-#ppt_x+cos(-2*pi*(1-$))*(1-#ppt_y))*(1-$)">
                                          <p:val>
                                            <p:fltVal val="0"/>
                                          </p:val>
                                        </p:tav>
                                        <p:tav tm="100000">
                                          <p:val>
                                            <p:fltVal val="1"/>
                                          </p:val>
                                        </p:tav>
                                      </p:tavLst>
                                    </p:anim>
                                  </p:childTnLst>
                                </p:cTn>
                              </p:par>
                            </p:childTnLst>
                          </p:cTn>
                        </p:par>
                        <p:par>
                          <p:cTn id="28" fill="hold" nodeType="afterGroup">
                            <p:stCondLst>
                              <p:cond delay="1000"/>
                            </p:stCondLst>
                            <p:childTnLst>
                              <p:par>
                                <p:cTn id="29" presetID="1" presetClass="entr" presetSubtype="0" fill="hold" grpId="0" nodeType="afterEffect">
                                  <p:stCondLst>
                                    <p:cond delay="0"/>
                                  </p:stCondLst>
                                  <p:childTnLst>
                                    <p:set>
                                      <p:cBhvr>
                                        <p:cTn id="30" dur="1" fill="hold">
                                          <p:stCondLst>
                                            <p:cond delay="499"/>
                                          </p:stCondLst>
                                        </p:cTn>
                                        <p:tgtEl>
                                          <p:spTgt spid="1639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6399"/>
                                        </p:tgtEl>
                                        <p:attrNameLst>
                                          <p:attrName>style.visibility</p:attrName>
                                        </p:attrNameLst>
                                      </p:cBhvr>
                                      <p:to>
                                        <p:strVal val="visible"/>
                                      </p:to>
                                    </p:set>
                                    <p:animEffect transition="in" filter="blinds(horizontal)">
                                      <p:cBhvr>
                                        <p:cTn id="35" dur="500"/>
                                        <p:tgtEl>
                                          <p:spTgt spid="16399"/>
                                        </p:tgtEl>
                                      </p:cBhvr>
                                    </p:animEffect>
                                  </p:childTnLst>
                                </p:cTn>
                              </p:par>
                            </p:childTnLst>
                          </p:cTn>
                        </p:par>
                        <p:par>
                          <p:cTn id="36" fill="hold" nodeType="afterGroup">
                            <p:stCondLst>
                              <p:cond delay="500"/>
                            </p:stCondLst>
                            <p:childTnLst>
                              <p:par>
                                <p:cTn id="37" presetID="3" presetClass="entr" presetSubtype="10" fill="hold" grpId="0" nodeType="afterEffect">
                                  <p:stCondLst>
                                    <p:cond delay="0"/>
                                  </p:stCondLst>
                                  <p:childTnLst>
                                    <p:set>
                                      <p:cBhvr>
                                        <p:cTn id="38" dur="1" fill="hold">
                                          <p:stCondLst>
                                            <p:cond delay="0"/>
                                          </p:stCondLst>
                                        </p:cTn>
                                        <p:tgtEl>
                                          <p:spTgt spid="16398"/>
                                        </p:tgtEl>
                                        <p:attrNameLst>
                                          <p:attrName>style.visibility</p:attrName>
                                        </p:attrNameLst>
                                      </p:cBhvr>
                                      <p:to>
                                        <p:strVal val="visible"/>
                                      </p:to>
                                    </p:set>
                                    <p:animEffect transition="in" filter="blinds(horizontal)">
                                      <p:cBhvr>
                                        <p:cTn id="39" dur="500"/>
                                        <p:tgtEl>
                                          <p:spTgt spid="1639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5" presetClass="entr" presetSubtype="0" fill="hold" grpId="0" nodeType="clickEffect">
                                  <p:stCondLst>
                                    <p:cond delay="0"/>
                                  </p:stCondLst>
                                  <p:childTnLst>
                                    <p:set>
                                      <p:cBhvr>
                                        <p:cTn id="43" dur="1" fill="hold">
                                          <p:stCondLst>
                                            <p:cond delay="0"/>
                                          </p:stCondLst>
                                        </p:cTn>
                                        <p:tgtEl>
                                          <p:spTgt spid="16400"/>
                                        </p:tgtEl>
                                        <p:attrNameLst>
                                          <p:attrName>style.visibility</p:attrName>
                                        </p:attrNameLst>
                                      </p:cBhvr>
                                      <p:to>
                                        <p:strVal val="visible"/>
                                      </p:to>
                                    </p:set>
                                    <p:anim calcmode="lin" valueType="num">
                                      <p:cBhvr>
                                        <p:cTn id="44" dur="1000" fill="hold"/>
                                        <p:tgtEl>
                                          <p:spTgt spid="16400"/>
                                        </p:tgtEl>
                                        <p:attrNameLst>
                                          <p:attrName>ppt_w</p:attrName>
                                        </p:attrNameLst>
                                      </p:cBhvr>
                                      <p:tavLst>
                                        <p:tav tm="0">
                                          <p:val>
                                            <p:fltVal val="0"/>
                                          </p:val>
                                        </p:tav>
                                        <p:tav tm="100000">
                                          <p:val>
                                            <p:strVal val="#ppt_w"/>
                                          </p:val>
                                        </p:tav>
                                      </p:tavLst>
                                    </p:anim>
                                    <p:anim calcmode="lin" valueType="num">
                                      <p:cBhvr>
                                        <p:cTn id="45" dur="1000" fill="hold"/>
                                        <p:tgtEl>
                                          <p:spTgt spid="16400"/>
                                        </p:tgtEl>
                                        <p:attrNameLst>
                                          <p:attrName>ppt_h</p:attrName>
                                        </p:attrNameLst>
                                      </p:cBhvr>
                                      <p:tavLst>
                                        <p:tav tm="0">
                                          <p:val>
                                            <p:fltVal val="0"/>
                                          </p:val>
                                        </p:tav>
                                        <p:tav tm="100000">
                                          <p:val>
                                            <p:strVal val="#ppt_h"/>
                                          </p:val>
                                        </p:tav>
                                      </p:tavLst>
                                    </p:anim>
                                    <p:anim calcmode="lin" valueType="num">
                                      <p:cBhvr>
                                        <p:cTn id="46" dur="1000" fill="hold"/>
                                        <p:tgtEl>
                                          <p:spTgt spid="16400"/>
                                        </p:tgtEl>
                                        <p:attrNameLst>
                                          <p:attrName>ppt_x</p:attrName>
                                        </p:attrNameLst>
                                      </p:cBhvr>
                                      <p:tavLst>
                                        <p:tav tm="0" fmla="#ppt_x+(cos(-2*pi*(1-$))*-#ppt_x-sin(-2*pi*(1-$))*(1-#ppt_y))*(1-$)">
                                          <p:val>
                                            <p:fltVal val="0"/>
                                          </p:val>
                                        </p:tav>
                                        <p:tav tm="100000">
                                          <p:val>
                                            <p:fltVal val="1"/>
                                          </p:val>
                                        </p:tav>
                                      </p:tavLst>
                                    </p:anim>
                                    <p:anim calcmode="lin" valueType="num">
                                      <p:cBhvr>
                                        <p:cTn id="47" dur="1000" fill="hold"/>
                                        <p:tgtEl>
                                          <p:spTgt spid="1640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16401"/>
                                        </p:tgtEl>
                                        <p:attrNameLst>
                                          <p:attrName>style.visibility</p:attrName>
                                        </p:attrNameLst>
                                      </p:cBhvr>
                                      <p:to>
                                        <p:strVal val="visible"/>
                                      </p:to>
                                    </p:set>
                                    <p:animEffect transition="in" filter="wipe(up)">
                                      <p:cBhvr>
                                        <p:cTn id="52" dur="2000"/>
                                        <p:tgtEl>
                                          <p:spTgt spid="1640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5" presetClass="entr" presetSubtype="0" fill="hold" grpId="0" nodeType="clickEffect">
                                  <p:stCondLst>
                                    <p:cond delay="0"/>
                                  </p:stCondLst>
                                  <p:childTnLst>
                                    <p:set>
                                      <p:cBhvr>
                                        <p:cTn id="56" dur="1" fill="hold">
                                          <p:stCondLst>
                                            <p:cond delay="0"/>
                                          </p:stCondLst>
                                        </p:cTn>
                                        <p:tgtEl>
                                          <p:spTgt spid="16421"/>
                                        </p:tgtEl>
                                        <p:attrNameLst>
                                          <p:attrName>style.visibility</p:attrName>
                                        </p:attrNameLst>
                                      </p:cBhvr>
                                      <p:to>
                                        <p:strVal val="visible"/>
                                      </p:to>
                                    </p:set>
                                    <p:anim calcmode="lin" valueType="num">
                                      <p:cBhvr>
                                        <p:cTn id="57" dur="1000" fill="hold"/>
                                        <p:tgtEl>
                                          <p:spTgt spid="16421"/>
                                        </p:tgtEl>
                                        <p:attrNameLst>
                                          <p:attrName>ppt_w</p:attrName>
                                        </p:attrNameLst>
                                      </p:cBhvr>
                                      <p:tavLst>
                                        <p:tav tm="0">
                                          <p:val>
                                            <p:fltVal val="0"/>
                                          </p:val>
                                        </p:tav>
                                        <p:tav tm="100000">
                                          <p:val>
                                            <p:strVal val="#ppt_w"/>
                                          </p:val>
                                        </p:tav>
                                      </p:tavLst>
                                    </p:anim>
                                    <p:anim calcmode="lin" valueType="num">
                                      <p:cBhvr>
                                        <p:cTn id="58" dur="1000" fill="hold"/>
                                        <p:tgtEl>
                                          <p:spTgt spid="16421"/>
                                        </p:tgtEl>
                                        <p:attrNameLst>
                                          <p:attrName>ppt_h</p:attrName>
                                        </p:attrNameLst>
                                      </p:cBhvr>
                                      <p:tavLst>
                                        <p:tav tm="0">
                                          <p:val>
                                            <p:fltVal val="0"/>
                                          </p:val>
                                        </p:tav>
                                        <p:tav tm="100000">
                                          <p:val>
                                            <p:strVal val="#ppt_h"/>
                                          </p:val>
                                        </p:tav>
                                      </p:tavLst>
                                    </p:anim>
                                    <p:anim calcmode="lin" valueType="num">
                                      <p:cBhvr>
                                        <p:cTn id="59" dur="1000" fill="hold"/>
                                        <p:tgtEl>
                                          <p:spTgt spid="16421"/>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16421"/>
                                        </p:tgtEl>
                                        <p:attrNameLst>
                                          <p:attrName>ppt_y</p:attrName>
                                        </p:attrNameLst>
                                      </p:cBhvr>
                                      <p:tavLst>
                                        <p:tav tm="0" fmla="#ppt_y+(sin(-2*pi*(1-$))*-#ppt_x+cos(-2*pi*(1-$))*(1-#ppt_y))*(1-$)">
                                          <p:val>
                                            <p:fltVal val="0"/>
                                          </p:val>
                                        </p:tav>
                                        <p:tav tm="100000">
                                          <p:val>
                                            <p:fltVal val="1"/>
                                          </p:val>
                                        </p:tav>
                                      </p:tavLst>
                                    </p:anim>
                                  </p:childTnLst>
                                </p:cTn>
                              </p:par>
                            </p:childTnLst>
                          </p:cTn>
                        </p:par>
                        <p:par>
                          <p:cTn id="61" fill="hold" nodeType="afterGroup">
                            <p:stCondLst>
                              <p:cond delay="1000"/>
                            </p:stCondLst>
                            <p:childTnLst>
                              <p:par>
                                <p:cTn id="62" presetID="2" presetClass="entr" presetSubtype="2" fill="hold" nodeType="afterEffect">
                                  <p:stCondLst>
                                    <p:cond delay="0"/>
                                  </p:stCondLst>
                                  <p:childTnLst>
                                    <p:set>
                                      <p:cBhvr>
                                        <p:cTn id="63" dur="1" fill="hold">
                                          <p:stCondLst>
                                            <p:cond delay="0"/>
                                          </p:stCondLst>
                                        </p:cTn>
                                        <p:tgtEl>
                                          <p:spTgt spid="16425"/>
                                        </p:tgtEl>
                                        <p:attrNameLst>
                                          <p:attrName>style.visibility</p:attrName>
                                        </p:attrNameLst>
                                      </p:cBhvr>
                                      <p:to>
                                        <p:strVal val="visible"/>
                                      </p:to>
                                    </p:set>
                                    <p:anim calcmode="lin" valueType="num">
                                      <p:cBhvr additive="base">
                                        <p:cTn id="64" dur="500" fill="hold"/>
                                        <p:tgtEl>
                                          <p:spTgt spid="16425"/>
                                        </p:tgtEl>
                                        <p:attrNameLst>
                                          <p:attrName>ppt_x</p:attrName>
                                        </p:attrNameLst>
                                      </p:cBhvr>
                                      <p:tavLst>
                                        <p:tav tm="0">
                                          <p:val>
                                            <p:strVal val="1+#ppt_w/2"/>
                                          </p:val>
                                        </p:tav>
                                        <p:tav tm="100000">
                                          <p:val>
                                            <p:strVal val="#ppt_x"/>
                                          </p:val>
                                        </p:tav>
                                      </p:tavLst>
                                    </p:anim>
                                    <p:anim calcmode="lin" valueType="num">
                                      <p:cBhvr additive="base">
                                        <p:cTn id="65" dur="500" fill="hold"/>
                                        <p:tgtEl>
                                          <p:spTgt spid="16425"/>
                                        </p:tgtEl>
                                        <p:attrNameLst>
                                          <p:attrName>ppt_y</p:attrName>
                                        </p:attrNameLst>
                                      </p:cBhvr>
                                      <p:tavLst>
                                        <p:tav tm="0">
                                          <p:val>
                                            <p:strVal val="#ppt_y"/>
                                          </p:val>
                                        </p:tav>
                                        <p:tav tm="100000">
                                          <p:val>
                                            <p:strVal val="#ppt_y"/>
                                          </p:val>
                                        </p:tav>
                                      </p:tavLst>
                                    </p:anim>
                                  </p:childTnLst>
                                </p:cTn>
                              </p:par>
                            </p:childTnLst>
                          </p:cTn>
                        </p:par>
                        <p:par>
                          <p:cTn id="66" fill="hold" nodeType="afterGroup">
                            <p:stCondLst>
                              <p:cond delay="1500"/>
                            </p:stCondLst>
                            <p:childTnLst>
                              <p:par>
                                <p:cTn id="67" presetID="22" presetClass="entr" presetSubtype="8" fill="hold" grpId="0" nodeType="afterEffect">
                                  <p:stCondLst>
                                    <p:cond delay="0"/>
                                  </p:stCondLst>
                                  <p:childTnLst>
                                    <p:set>
                                      <p:cBhvr>
                                        <p:cTn id="68" dur="1" fill="hold">
                                          <p:stCondLst>
                                            <p:cond delay="0"/>
                                          </p:stCondLst>
                                        </p:cTn>
                                        <p:tgtEl>
                                          <p:spTgt spid="16422"/>
                                        </p:tgtEl>
                                        <p:attrNameLst>
                                          <p:attrName>style.visibility</p:attrName>
                                        </p:attrNameLst>
                                      </p:cBhvr>
                                      <p:to>
                                        <p:strVal val="visible"/>
                                      </p:to>
                                    </p:set>
                                    <p:animEffect transition="in" filter="wipe(left)">
                                      <p:cBhvr>
                                        <p:cTn id="69" dur="2000"/>
                                        <p:tgtEl>
                                          <p:spTgt spid="1642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5" presetClass="entr" presetSubtype="0" fill="hold" grpId="0" nodeType="clickEffect">
                                  <p:stCondLst>
                                    <p:cond delay="0"/>
                                  </p:stCondLst>
                                  <p:childTnLst>
                                    <p:set>
                                      <p:cBhvr>
                                        <p:cTn id="73" dur="1" fill="hold">
                                          <p:stCondLst>
                                            <p:cond delay="0"/>
                                          </p:stCondLst>
                                        </p:cTn>
                                        <p:tgtEl>
                                          <p:spTgt spid="16423"/>
                                        </p:tgtEl>
                                        <p:attrNameLst>
                                          <p:attrName>style.visibility</p:attrName>
                                        </p:attrNameLst>
                                      </p:cBhvr>
                                      <p:to>
                                        <p:strVal val="visible"/>
                                      </p:to>
                                    </p:set>
                                    <p:anim calcmode="lin" valueType="num">
                                      <p:cBhvr>
                                        <p:cTn id="74" dur="1000" fill="hold"/>
                                        <p:tgtEl>
                                          <p:spTgt spid="16423"/>
                                        </p:tgtEl>
                                        <p:attrNameLst>
                                          <p:attrName>ppt_w</p:attrName>
                                        </p:attrNameLst>
                                      </p:cBhvr>
                                      <p:tavLst>
                                        <p:tav tm="0">
                                          <p:val>
                                            <p:fltVal val="0"/>
                                          </p:val>
                                        </p:tav>
                                        <p:tav tm="100000">
                                          <p:val>
                                            <p:strVal val="#ppt_w"/>
                                          </p:val>
                                        </p:tav>
                                      </p:tavLst>
                                    </p:anim>
                                    <p:anim calcmode="lin" valueType="num">
                                      <p:cBhvr>
                                        <p:cTn id="75" dur="1000" fill="hold"/>
                                        <p:tgtEl>
                                          <p:spTgt spid="16423"/>
                                        </p:tgtEl>
                                        <p:attrNameLst>
                                          <p:attrName>ppt_h</p:attrName>
                                        </p:attrNameLst>
                                      </p:cBhvr>
                                      <p:tavLst>
                                        <p:tav tm="0">
                                          <p:val>
                                            <p:fltVal val="0"/>
                                          </p:val>
                                        </p:tav>
                                        <p:tav tm="100000">
                                          <p:val>
                                            <p:strVal val="#ppt_h"/>
                                          </p:val>
                                        </p:tav>
                                      </p:tavLst>
                                    </p:anim>
                                    <p:anim calcmode="lin" valueType="num">
                                      <p:cBhvr>
                                        <p:cTn id="76" dur="1000" fill="hold"/>
                                        <p:tgtEl>
                                          <p:spTgt spid="16423"/>
                                        </p:tgtEl>
                                        <p:attrNameLst>
                                          <p:attrName>ppt_x</p:attrName>
                                        </p:attrNameLst>
                                      </p:cBhvr>
                                      <p:tavLst>
                                        <p:tav tm="0" fmla="#ppt_x+(cos(-2*pi*(1-$))*-#ppt_x-sin(-2*pi*(1-$))*(1-#ppt_y))*(1-$)">
                                          <p:val>
                                            <p:fltVal val="0"/>
                                          </p:val>
                                        </p:tav>
                                        <p:tav tm="100000">
                                          <p:val>
                                            <p:fltVal val="1"/>
                                          </p:val>
                                        </p:tav>
                                      </p:tavLst>
                                    </p:anim>
                                    <p:anim calcmode="lin" valueType="num">
                                      <p:cBhvr>
                                        <p:cTn id="77" dur="1000" fill="hold"/>
                                        <p:tgtEl>
                                          <p:spTgt spid="1642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2" fill="hold" nodeType="clickEffect">
                                  <p:stCondLst>
                                    <p:cond delay="0"/>
                                  </p:stCondLst>
                                  <p:childTnLst>
                                    <p:set>
                                      <p:cBhvr>
                                        <p:cTn id="81" dur="1" fill="hold">
                                          <p:stCondLst>
                                            <p:cond delay="0"/>
                                          </p:stCondLst>
                                        </p:cTn>
                                        <p:tgtEl>
                                          <p:spTgt spid="16424"/>
                                        </p:tgtEl>
                                        <p:attrNameLst>
                                          <p:attrName>style.visibility</p:attrName>
                                        </p:attrNameLst>
                                      </p:cBhvr>
                                      <p:to>
                                        <p:strVal val="visible"/>
                                      </p:to>
                                    </p:set>
                                    <p:anim calcmode="lin" valueType="num">
                                      <p:cBhvr additive="base">
                                        <p:cTn id="82" dur="500" fill="hold"/>
                                        <p:tgtEl>
                                          <p:spTgt spid="16424"/>
                                        </p:tgtEl>
                                        <p:attrNameLst>
                                          <p:attrName>ppt_x</p:attrName>
                                        </p:attrNameLst>
                                      </p:cBhvr>
                                      <p:tavLst>
                                        <p:tav tm="0">
                                          <p:val>
                                            <p:strVal val="1+#ppt_w/2"/>
                                          </p:val>
                                        </p:tav>
                                        <p:tav tm="100000">
                                          <p:val>
                                            <p:strVal val="#ppt_x"/>
                                          </p:val>
                                        </p:tav>
                                      </p:tavLst>
                                    </p:anim>
                                    <p:anim calcmode="lin" valueType="num">
                                      <p:cBhvr additive="base">
                                        <p:cTn id="83" dur="500" fill="hold"/>
                                        <p:tgtEl>
                                          <p:spTgt spid="164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5" grpId="0" autoUpdateAnimBg="0"/>
      <p:bldP spid="16396" grpId="0" autoUpdateAnimBg="0"/>
      <p:bldP spid="16397" grpId="0"/>
      <p:bldP spid="16398" grpId="0" autoUpdateAnimBg="0"/>
      <p:bldP spid="16400" grpId="0" animBg="1" autoUpdateAnimBg="0"/>
      <p:bldP spid="16421" grpId="0"/>
      <p:bldP spid="16422" grpId="0" autoUpdateAnimBg="0"/>
      <p:bldP spid="16423" grpId="0" animBg="1"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661" name="Group 5"/>
          <p:cNvGrpSpPr>
            <a:grpSpLocks/>
          </p:cNvGrpSpPr>
          <p:nvPr/>
        </p:nvGrpSpPr>
        <p:grpSpPr bwMode="auto">
          <a:xfrm>
            <a:off x="2932113" y="592139"/>
            <a:ext cx="2047875" cy="1671638"/>
            <a:chOff x="4049" y="2991"/>
            <a:chExt cx="1290" cy="1053"/>
          </a:xfrm>
        </p:grpSpPr>
        <p:sp>
          <p:nvSpPr>
            <p:cNvPr id="70662" name="Text Box 6"/>
            <p:cNvSpPr txBox="1">
              <a:spLocks noChangeArrowheads="1"/>
            </p:cNvSpPr>
            <p:nvPr/>
          </p:nvSpPr>
          <p:spPr bwMode="auto">
            <a:xfrm>
              <a:off x="4150" y="2991"/>
              <a:ext cx="1146"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i</a:t>
              </a:r>
              <a:r>
                <a:rPr kumimoji="1" lang="en-US" altLang="zh-CN" sz="2800" b="0" baseline="-25000">
                  <a:latin typeface="Times New Roman" panose="02020603050405020304" pitchFamily="18" charset="0"/>
                  <a:ea typeface="宋体" panose="02010600030101010101" pitchFamily="2" charset="-122"/>
                </a:rPr>
                <a:t>1  </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0" i="1">
                  <a:latin typeface="Times New Roman" panose="02020603050405020304" pitchFamily="18" charset="0"/>
                  <a:ea typeface="宋体" panose="02010600030101010101" pitchFamily="2" charset="-122"/>
                </a:rPr>
                <a:t>i</a:t>
              </a:r>
              <a:r>
                <a:rPr kumimoji="1" lang="en-US" altLang="zh-CN" sz="2800" b="0" baseline="-25000">
                  <a:latin typeface="Times New Roman" panose="02020603050405020304" pitchFamily="18" charset="0"/>
                  <a:ea typeface="宋体" panose="02010600030101010101" pitchFamily="2" charset="-122"/>
                </a:rPr>
                <a:t>2 </a:t>
              </a:r>
              <a:r>
                <a:rPr kumimoji="1" lang="en-US" altLang="zh-CN" sz="2800" b="0" i="1">
                  <a:latin typeface="Times New Roman" panose="02020603050405020304" pitchFamily="18" charset="0"/>
                  <a:ea typeface="宋体" panose="02010600030101010101" pitchFamily="2" charset="-122"/>
                </a:rPr>
                <a:t>=  i</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graphicFrame>
          <p:nvGraphicFramePr>
            <p:cNvPr id="70663" name="Object 7"/>
            <p:cNvGraphicFramePr>
              <a:graphicFrameLocks noChangeAspect="1"/>
            </p:cNvGraphicFramePr>
            <p:nvPr/>
          </p:nvGraphicFramePr>
          <p:xfrm>
            <a:off x="4049" y="3657"/>
            <a:ext cx="1290" cy="387"/>
          </p:xfrm>
          <a:graphic>
            <a:graphicData uri="http://schemas.openxmlformats.org/presentationml/2006/ole">
              <mc:AlternateContent xmlns:mc="http://schemas.openxmlformats.org/markup-compatibility/2006">
                <mc:Choice xmlns:v="urn:schemas-microsoft-com:vml" Requires="v">
                  <p:oleObj name="Equation" r:id="rId2" imgW="799920" imgH="241200" progId="Equation.DSMT4">
                    <p:embed/>
                  </p:oleObj>
                </mc:Choice>
                <mc:Fallback>
                  <p:oleObj name="Equation" r:id="rId2" imgW="799920" imgH="241200" progId="Equation.DSMT4">
                    <p:embed/>
                    <p:pic>
                      <p:nvPicPr>
                        <p:cNvPr id="70663" name="Object 7"/>
                        <p:cNvPicPr>
                          <a:picLocks noChangeAspect="1" noChangeArrowheads="1"/>
                        </p:cNvPicPr>
                        <p:nvPr/>
                      </p:nvPicPr>
                      <p:blipFill>
                        <a:blip r:embed="rId3"/>
                        <a:srcRect/>
                        <a:stretch>
                          <a:fillRect/>
                        </a:stretch>
                      </p:blipFill>
                      <p:spPr bwMode="auto">
                        <a:xfrm>
                          <a:off x="4049" y="3657"/>
                          <a:ext cx="1290"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4" name="Line 8"/>
            <p:cNvSpPr>
              <a:spLocks noChangeShapeType="1"/>
            </p:cNvSpPr>
            <p:nvPr/>
          </p:nvSpPr>
          <p:spPr bwMode="auto">
            <a:xfrm>
              <a:off x="4241" y="3339"/>
              <a:ext cx="0" cy="288"/>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70665" name="Line 9"/>
            <p:cNvSpPr>
              <a:spLocks noChangeShapeType="1"/>
            </p:cNvSpPr>
            <p:nvPr/>
          </p:nvSpPr>
          <p:spPr bwMode="auto">
            <a:xfrm>
              <a:off x="4694" y="3339"/>
              <a:ext cx="0" cy="288"/>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70666" name="Line 10"/>
            <p:cNvSpPr>
              <a:spLocks noChangeShapeType="1"/>
            </p:cNvSpPr>
            <p:nvPr/>
          </p:nvSpPr>
          <p:spPr bwMode="auto">
            <a:xfrm>
              <a:off x="5103" y="3339"/>
              <a:ext cx="0" cy="288"/>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sp>
        <p:nvSpPr>
          <p:cNvPr id="70682" name="Text Box 26"/>
          <p:cNvSpPr txBox="1">
            <a:spLocks noChangeArrowheads="1"/>
          </p:cNvSpPr>
          <p:nvPr/>
        </p:nvSpPr>
        <p:spPr bwMode="auto">
          <a:xfrm>
            <a:off x="395288" y="2205038"/>
            <a:ext cx="592137" cy="523220"/>
          </a:xfrm>
          <a:prstGeom prst="rect">
            <a:avLst/>
          </a:prstGeom>
          <a:noFill/>
          <a:ln>
            <a:noFill/>
          </a:ln>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800">
                <a:latin typeface="Times New Roman" panose="02020603050405020304" pitchFamily="18" charset="0"/>
                <a:ea typeface="宋体" panose="02010600030101010101" pitchFamily="2" charset="-122"/>
              </a:rPr>
              <a:t>例</a:t>
            </a:r>
          </a:p>
        </p:txBody>
      </p:sp>
      <p:graphicFrame>
        <p:nvGraphicFramePr>
          <p:cNvPr id="70683" name="Object 27"/>
          <p:cNvGraphicFramePr>
            <a:graphicFrameLocks noChangeAspect="1"/>
          </p:cNvGraphicFramePr>
          <p:nvPr/>
        </p:nvGraphicFramePr>
        <p:xfrm>
          <a:off x="1404938" y="2457450"/>
          <a:ext cx="3814762" cy="1052513"/>
        </p:xfrm>
        <a:graphic>
          <a:graphicData uri="http://schemas.openxmlformats.org/presentationml/2006/ole">
            <mc:AlternateContent xmlns:mc="http://schemas.openxmlformats.org/markup-compatibility/2006">
              <mc:Choice xmlns:v="urn:schemas-microsoft-com:vml" Requires="v">
                <p:oleObj name="Equation" r:id="rId4" imgW="1841400" imgH="507960" progId="Equation.DSMT4">
                  <p:embed/>
                </p:oleObj>
              </mc:Choice>
              <mc:Fallback>
                <p:oleObj name="Equation" r:id="rId4" imgW="1841400" imgH="507960" progId="Equation.DSMT4">
                  <p:embed/>
                  <p:pic>
                    <p:nvPicPr>
                      <p:cNvPr id="70683" name="Object 27"/>
                      <p:cNvPicPr>
                        <a:picLocks noChangeAspect="1" noChangeArrowheads="1"/>
                      </p:cNvPicPr>
                      <p:nvPr/>
                    </p:nvPicPr>
                    <p:blipFill>
                      <a:blip r:embed="rId5"/>
                      <a:srcRect/>
                      <a:stretch>
                        <a:fillRect/>
                      </a:stretch>
                    </p:blipFill>
                    <p:spPr bwMode="auto">
                      <a:xfrm>
                        <a:off x="1404938" y="2457450"/>
                        <a:ext cx="3814762" cy="1052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4" name="Object 28"/>
          <p:cNvGraphicFramePr>
            <a:graphicFrameLocks noChangeAspect="1"/>
          </p:cNvGraphicFramePr>
          <p:nvPr/>
        </p:nvGraphicFramePr>
        <p:xfrm>
          <a:off x="6591300" y="2525713"/>
          <a:ext cx="1844675" cy="933450"/>
        </p:xfrm>
        <a:graphic>
          <a:graphicData uri="http://schemas.openxmlformats.org/presentationml/2006/ole">
            <mc:AlternateContent xmlns:mc="http://schemas.openxmlformats.org/markup-compatibility/2006">
              <mc:Choice xmlns:v="urn:schemas-microsoft-com:vml" Requires="v">
                <p:oleObj name="Equation" r:id="rId6" imgW="952200" imgH="482400" progId="Equation.DSMT4">
                  <p:embed/>
                </p:oleObj>
              </mc:Choice>
              <mc:Fallback>
                <p:oleObj name="Equation" r:id="rId6" imgW="952200" imgH="482400" progId="Equation.DSMT4">
                  <p:embed/>
                  <p:pic>
                    <p:nvPicPr>
                      <p:cNvPr id="70684" name="Object 28"/>
                      <p:cNvPicPr>
                        <a:picLocks noChangeAspect="1" noChangeArrowheads="1"/>
                      </p:cNvPicPr>
                      <p:nvPr/>
                    </p:nvPicPr>
                    <p:blipFill>
                      <a:blip r:embed="rId7"/>
                      <a:srcRect/>
                      <a:stretch>
                        <a:fillRect/>
                      </a:stretch>
                    </p:blipFill>
                    <p:spPr bwMode="auto">
                      <a:xfrm>
                        <a:off x="6591300" y="2525713"/>
                        <a:ext cx="1844675"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5" name="Object 29"/>
          <p:cNvGraphicFramePr>
            <a:graphicFrameLocks noChangeAspect="1"/>
          </p:cNvGraphicFramePr>
          <p:nvPr/>
        </p:nvGraphicFramePr>
        <p:xfrm>
          <a:off x="1023938" y="5372100"/>
          <a:ext cx="7000875" cy="549275"/>
        </p:xfrm>
        <a:graphic>
          <a:graphicData uri="http://schemas.openxmlformats.org/presentationml/2006/ole">
            <mc:AlternateContent xmlns:mc="http://schemas.openxmlformats.org/markup-compatibility/2006">
              <mc:Choice xmlns:v="urn:schemas-microsoft-com:vml" Requires="v">
                <p:oleObj name="Equation" r:id="rId8" imgW="3213000" imgH="253800" progId="Equation.DSMT4">
                  <p:embed/>
                </p:oleObj>
              </mc:Choice>
              <mc:Fallback>
                <p:oleObj name="Equation" r:id="rId8" imgW="3213000" imgH="253800" progId="Equation.DSMT4">
                  <p:embed/>
                  <p:pic>
                    <p:nvPicPr>
                      <p:cNvPr id="70685" name="Object 29"/>
                      <p:cNvPicPr>
                        <a:picLocks noChangeAspect="1" noChangeArrowheads="1"/>
                      </p:cNvPicPr>
                      <p:nvPr/>
                    </p:nvPicPr>
                    <p:blipFill>
                      <a:blip r:embed="rId9"/>
                      <a:srcRect/>
                      <a:stretch>
                        <a:fillRect/>
                      </a:stretch>
                    </p:blipFill>
                    <p:spPr bwMode="auto">
                      <a:xfrm>
                        <a:off x="1023938" y="5372100"/>
                        <a:ext cx="7000875"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86" name="AutoShape 30"/>
          <p:cNvSpPr>
            <a:spLocks noChangeArrowheads="1"/>
          </p:cNvSpPr>
          <p:nvPr/>
        </p:nvSpPr>
        <p:spPr bwMode="auto">
          <a:xfrm>
            <a:off x="5580063" y="2852738"/>
            <a:ext cx="533400" cy="215900"/>
          </a:xfrm>
          <a:prstGeom prst="rightArrow">
            <a:avLst>
              <a:gd name="adj1" fmla="val 50000"/>
              <a:gd name="adj2" fmla="val 61765"/>
            </a:avLst>
          </a:prstGeom>
          <a:solidFill>
            <a:srgbClr val="3399FF"/>
          </a:solidFill>
          <a:ln>
            <a:noFill/>
          </a:ln>
          <a:effectLst/>
          <a:extLs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0687" name="AutoShape 31"/>
          <p:cNvSpPr>
            <a:spLocks/>
          </p:cNvSpPr>
          <p:nvPr/>
        </p:nvSpPr>
        <p:spPr bwMode="auto">
          <a:xfrm>
            <a:off x="6156325" y="2536825"/>
            <a:ext cx="71438" cy="935038"/>
          </a:xfrm>
          <a:prstGeom prst="leftBrace">
            <a:avLst>
              <a:gd name="adj1" fmla="val 109073"/>
              <a:gd name="adj2" fmla="val 50000"/>
            </a:avLst>
          </a:prstGeom>
          <a:noFill/>
          <a:ln w="38100">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70688" name="Object 32"/>
          <p:cNvGraphicFramePr>
            <a:graphicFrameLocks noChangeAspect="1"/>
          </p:cNvGraphicFramePr>
          <p:nvPr/>
        </p:nvGraphicFramePr>
        <p:xfrm>
          <a:off x="1355725" y="3644900"/>
          <a:ext cx="4127500" cy="555625"/>
        </p:xfrm>
        <a:graphic>
          <a:graphicData uri="http://schemas.openxmlformats.org/presentationml/2006/ole">
            <mc:AlternateContent xmlns:mc="http://schemas.openxmlformats.org/markup-compatibility/2006">
              <mc:Choice xmlns:v="urn:schemas-microsoft-com:vml" Requires="v">
                <p:oleObj name="Equation" r:id="rId10" imgW="1841400" imgH="241200" progId="Equation.DSMT4">
                  <p:embed/>
                </p:oleObj>
              </mc:Choice>
              <mc:Fallback>
                <p:oleObj name="Equation" r:id="rId10" imgW="1841400" imgH="241200" progId="Equation.DSMT4">
                  <p:embed/>
                  <p:pic>
                    <p:nvPicPr>
                      <p:cNvPr id="70688" name="Object 32"/>
                      <p:cNvPicPr>
                        <a:picLocks noChangeAspect="1" noChangeArrowheads="1"/>
                      </p:cNvPicPr>
                      <p:nvPr/>
                    </p:nvPicPr>
                    <p:blipFill>
                      <a:blip r:embed="rId11"/>
                      <a:srcRect/>
                      <a:stretch>
                        <a:fillRect/>
                      </a:stretch>
                    </p:blipFill>
                    <p:spPr bwMode="auto">
                      <a:xfrm>
                        <a:off x="1355725" y="3644900"/>
                        <a:ext cx="41275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9" name="Object 33"/>
          <p:cNvGraphicFramePr>
            <a:graphicFrameLocks noChangeAspect="1"/>
          </p:cNvGraphicFramePr>
          <p:nvPr/>
        </p:nvGraphicFramePr>
        <p:xfrm>
          <a:off x="1657350" y="4362450"/>
          <a:ext cx="2876550" cy="431800"/>
        </p:xfrm>
        <a:graphic>
          <a:graphicData uri="http://schemas.openxmlformats.org/presentationml/2006/ole">
            <mc:AlternateContent xmlns:mc="http://schemas.openxmlformats.org/markup-compatibility/2006">
              <mc:Choice xmlns:v="urn:schemas-microsoft-com:vml" Requires="v">
                <p:oleObj name="Equation" r:id="rId12" imgW="1346040" imgH="203040" progId="Equation.DSMT4">
                  <p:embed/>
                </p:oleObj>
              </mc:Choice>
              <mc:Fallback>
                <p:oleObj name="Equation" r:id="rId12" imgW="1346040" imgH="203040" progId="Equation.DSMT4">
                  <p:embed/>
                  <p:pic>
                    <p:nvPicPr>
                      <p:cNvPr id="70689" name="Object 33"/>
                      <p:cNvPicPr>
                        <a:picLocks noChangeAspect="1" noChangeArrowheads="1"/>
                      </p:cNvPicPr>
                      <p:nvPr/>
                    </p:nvPicPr>
                    <p:blipFill>
                      <a:blip r:embed="rId13"/>
                      <a:srcRect/>
                      <a:stretch>
                        <a:fillRect/>
                      </a:stretch>
                    </p:blipFill>
                    <p:spPr bwMode="auto">
                      <a:xfrm>
                        <a:off x="1657350" y="4362450"/>
                        <a:ext cx="28765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90" name="Object 34"/>
          <p:cNvGraphicFramePr>
            <a:graphicFrameLocks noChangeAspect="1"/>
          </p:cNvGraphicFramePr>
          <p:nvPr/>
        </p:nvGraphicFramePr>
        <p:xfrm>
          <a:off x="4940300" y="4364038"/>
          <a:ext cx="1944688" cy="441325"/>
        </p:xfrm>
        <a:graphic>
          <a:graphicData uri="http://schemas.openxmlformats.org/presentationml/2006/ole">
            <mc:AlternateContent xmlns:mc="http://schemas.openxmlformats.org/markup-compatibility/2006">
              <mc:Choice xmlns:v="urn:schemas-microsoft-com:vml" Requires="v">
                <p:oleObj name="Equation" r:id="rId14" imgW="888840" imgH="203040" progId="Equation.DSMT4">
                  <p:embed/>
                </p:oleObj>
              </mc:Choice>
              <mc:Fallback>
                <p:oleObj name="Equation" r:id="rId14" imgW="888840" imgH="203040" progId="Equation.DSMT4">
                  <p:embed/>
                  <p:pic>
                    <p:nvPicPr>
                      <p:cNvPr id="70690" name="Object 34"/>
                      <p:cNvPicPr>
                        <a:picLocks noChangeAspect="1" noChangeArrowheads="1"/>
                      </p:cNvPicPr>
                      <p:nvPr/>
                    </p:nvPicPr>
                    <p:blipFill>
                      <a:blip r:embed="rId15"/>
                      <a:srcRect/>
                      <a:stretch>
                        <a:fillRect/>
                      </a:stretch>
                    </p:blipFill>
                    <p:spPr bwMode="auto">
                      <a:xfrm>
                        <a:off x="4940300" y="4364038"/>
                        <a:ext cx="1944688"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91" name="Object 35"/>
          <p:cNvGraphicFramePr>
            <a:graphicFrameLocks noChangeAspect="1"/>
          </p:cNvGraphicFramePr>
          <p:nvPr/>
        </p:nvGraphicFramePr>
        <p:xfrm>
          <a:off x="1550988" y="4854575"/>
          <a:ext cx="2439987" cy="469900"/>
        </p:xfrm>
        <a:graphic>
          <a:graphicData uri="http://schemas.openxmlformats.org/presentationml/2006/ole">
            <mc:AlternateContent xmlns:mc="http://schemas.openxmlformats.org/markup-compatibility/2006">
              <mc:Choice xmlns:v="urn:schemas-microsoft-com:vml" Requires="v">
                <p:oleObj name="Equation" r:id="rId16" imgW="1041120" imgH="203040" progId="Equation.DSMT4">
                  <p:embed/>
                </p:oleObj>
              </mc:Choice>
              <mc:Fallback>
                <p:oleObj name="Equation" r:id="rId16" imgW="1041120" imgH="203040" progId="Equation.DSMT4">
                  <p:embed/>
                  <p:pic>
                    <p:nvPicPr>
                      <p:cNvPr id="70691" name="Object 35"/>
                      <p:cNvPicPr>
                        <a:picLocks noChangeAspect="1" noChangeArrowheads="1"/>
                      </p:cNvPicPr>
                      <p:nvPr/>
                    </p:nvPicPr>
                    <p:blipFill>
                      <a:blip r:embed="rId17"/>
                      <a:srcRect/>
                      <a:stretch>
                        <a:fillRect/>
                      </a:stretch>
                    </p:blipFill>
                    <p:spPr bwMode="auto">
                      <a:xfrm>
                        <a:off x="1550988" y="4854575"/>
                        <a:ext cx="2439987"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105228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70661"/>
                                        </p:tgtEl>
                                        <p:attrNameLst>
                                          <p:attrName>style.visibility</p:attrName>
                                        </p:attrNameLst>
                                      </p:cBhvr>
                                      <p:to>
                                        <p:strVal val="visible"/>
                                      </p:to>
                                    </p:set>
                                    <p:animEffect transition="in" filter="wipe(left)">
                                      <p:cBhvr>
                                        <p:cTn id="7" dur="2000"/>
                                        <p:tgtEl>
                                          <p:spTgt spid="706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70682"/>
                                        </p:tgtEl>
                                        <p:attrNameLst>
                                          <p:attrName>style.visibility</p:attrName>
                                        </p:attrNameLst>
                                      </p:cBhvr>
                                      <p:to>
                                        <p:strVal val="visible"/>
                                      </p:to>
                                    </p:set>
                                    <p:anim calcmode="lin" valueType="num">
                                      <p:cBhvr>
                                        <p:cTn id="12" dur="1000" fill="hold"/>
                                        <p:tgtEl>
                                          <p:spTgt spid="70682"/>
                                        </p:tgtEl>
                                        <p:attrNameLst>
                                          <p:attrName>ppt_w</p:attrName>
                                        </p:attrNameLst>
                                      </p:cBhvr>
                                      <p:tavLst>
                                        <p:tav tm="0">
                                          <p:val>
                                            <p:fltVal val="0"/>
                                          </p:val>
                                        </p:tav>
                                        <p:tav tm="100000">
                                          <p:val>
                                            <p:strVal val="#ppt_w"/>
                                          </p:val>
                                        </p:tav>
                                      </p:tavLst>
                                    </p:anim>
                                    <p:anim calcmode="lin" valueType="num">
                                      <p:cBhvr>
                                        <p:cTn id="13" dur="1000" fill="hold"/>
                                        <p:tgtEl>
                                          <p:spTgt spid="70682"/>
                                        </p:tgtEl>
                                        <p:attrNameLst>
                                          <p:attrName>ppt_h</p:attrName>
                                        </p:attrNameLst>
                                      </p:cBhvr>
                                      <p:tavLst>
                                        <p:tav tm="0">
                                          <p:val>
                                            <p:fltVal val="0"/>
                                          </p:val>
                                        </p:tav>
                                        <p:tav tm="100000">
                                          <p:val>
                                            <p:strVal val="#ppt_h"/>
                                          </p:val>
                                        </p:tav>
                                      </p:tavLst>
                                    </p:anim>
                                    <p:anim calcmode="lin" valueType="num">
                                      <p:cBhvr>
                                        <p:cTn id="14" dur="1000" fill="hold"/>
                                        <p:tgtEl>
                                          <p:spTgt spid="70682"/>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7068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70683"/>
                                        </p:tgtEl>
                                        <p:attrNameLst>
                                          <p:attrName>style.visibility</p:attrName>
                                        </p:attrNameLst>
                                      </p:cBhvr>
                                      <p:to>
                                        <p:strVal val="visible"/>
                                      </p:to>
                                    </p:set>
                                    <p:animEffect transition="in" filter="box(in)">
                                      <p:cBhvr>
                                        <p:cTn id="20" dur="500"/>
                                        <p:tgtEl>
                                          <p:spTgt spid="7068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8" fill="hold" nodeType="clickEffect">
                                  <p:stCondLst>
                                    <p:cond delay="0"/>
                                  </p:stCondLst>
                                  <p:childTnLst>
                                    <p:set>
                                      <p:cBhvr>
                                        <p:cTn id="24" dur="1" fill="hold">
                                          <p:stCondLst>
                                            <p:cond delay="0"/>
                                          </p:stCondLst>
                                        </p:cTn>
                                        <p:tgtEl>
                                          <p:spTgt spid="70686"/>
                                        </p:tgtEl>
                                        <p:attrNameLst>
                                          <p:attrName>style.visibility</p:attrName>
                                        </p:attrNameLst>
                                      </p:cBhvr>
                                      <p:to>
                                        <p:strVal val="visible"/>
                                      </p:to>
                                    </p:set>
                                    <p:animEffect transition="in" filter="slide(fromLeft)">
                                      <p:cBhvr>
                                        <p:cTn id="25" dur="500"/>
                                        <p:tgtEl>
                                          <p:spTgt spid="70686"/>
                                        </p:tgtEl>
                                      </p:cBhvr>
                                    </p:animEffect>
                                  </p:childTnLst>
                                </p:cTn>
                              </p:par>
                            </p:childTnLst>
                          </p:cTn>
                        </p:par>
                        <p:par>
                          <p:cTn id="26" fill="hold" nodeType="afterGroup">
                            <p:stCondLst>
                              <p:cond delay="500"/>
                            </p:stCondLst>
                            <p:childTnLst>
                              <p:par>
                                <p:cTn id="27" presetID="3" presetClass="entr" presetSubtype="10" fill="hold" nodeType="afterEffect">
                                  <p:stCondLst>
                                    <p:cond delay="0"/>
                                  </p:stCondLst>
                                  <p:childTnLst>
                                    <p:set>
                                      <p:cBhvr>
                                        <p:cTn id="28" dur="1" fill="hold">
                                          <p:stCondLst>
                                            <p:cond delay="0"/>
                                          </p:stCondLst>
                                        </p:cTn>
                                        <p:tgtEl>
                                          <p:spTgt spid="70687"/>
                                        </p:tgtEl>
                                        <p:attrNameLst>
                                          <p:attrName>style.visibility</p:attrName>
                                        </p:attrNameLst>
                                      </p:cBhvr>
                                      <p:to>
                                        <p:strVal val="visible"/>
                                      </p:to>
                                    </p:set>
                                    <p:animEffect transition="in" filter="blinds(horizontal)">
                                      <p:cBhvr>
                                        <p:cTn id="29" dur="500"/>
                                        <p:tgtEl>
                                          <p:spTgt spid="70687"/>
                                        </p:tgtEl>
                                      </p:cBhvr>
                                    </p:animEffect>
                                  </p:childTnLst>
                                </p:cTn>
                              </p:par>
                            </p:childTnLst>
                          </p:cTn>
                        </p:par>
                        <p:par>
                          <p:cTn id="30" fill="hold" nodeType="afterGroup">
                            <p:stCondLst>
                              <p:cond delay="1000"/>
                            </p:stCondLst>
                            <p:childTnLst>
                              <p:par>
                                <p:cTn id="31" presetID="3" presetClass="entr" presetSubtype="10" fill="hold" nodeType="afterEffect">
                                  <p:stCondLst>
                                    <p:cond delay="0"/>
                                  </p:stCondLst>
                                  <p:childTnLst>
                                    <p:set>
                                      <p:cBhvr>
                                        <p:cTn id="32" dur="1" fill="hold">
                                          <p:stCondLst>
                                            <p:cond delay="0"/>
                                          </p:stCondLst>
                                        </p:cTn>
                                        <p:tgtEl>
                                          <p:spTgt spid="70684"/>
                                        </p:tgtEl>
                                        <p:attrNameLst>
                                          <p:attrName>style.visibility</p:attrName>
                                        </p:attrNameLst>
                                      </p:cBhvr>
                                      <p:to>
                                        <p:strVal val="visible"/>
                                      </p:to>
                                    </p:set>
                                    <p:animEffect transition="in" filter="blinds(horizontal)">
                                      <p:cBhvr>
                                        <p:cTn id="33" dur="500"/>
                                        <p:tgtEl>
                                          <p:spTgt spid="7068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70688"/>
                                        </p:tgtEl>
                                        <p:attrNameLst>
                                          <p:attrName>style.visibility</p:attrName>
                                        </p:attrNameLst>
                                      </p:cBhvr>
                                      <p:to>
                                        <p:strVal val="visible"/>
                                      </p:to>
                                    </p:set>
                                    <p:animEffect transition="in" filter="wipe(left)">
                                      <p:cBhvr>
                                        <p:cTn id="38" dur="2000"/>
                                        <p:tgtEl>
                                          <p:spTgt spid="7068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0689"/>
                                        </p:tgtEl>
                                        <p:attrNameLst>
                                          <p:attrName>style.visibility</p:attrName>
                                        </p:attrNameLst>
                                      </p:cBhvr>
                                      <p:to>
                                        <p:strVal val="visible"/>
                                      </p:to>
                                    </p:set>
                                    <p:animEffect transition="in" filter="wipe(left)">
                                      <p:cBhvr>
                                        <p:cTn id="43" dur="2000"/>
                                        <p:tgtEl>
                                          <p:spTgt spid="7068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0690"/>
                                        </p:tgtEl>
                                        <p:attrNameLst>
                                          <p:attrName>style.visibility</p:attrName>
                                        </p:attrNameLst>
                                      </p:cBhvr>
                                      <p:to>
                                        <p:strVal val="visible"/>
                                      </p:to>
                                    </p:set>
                                    <p:animEffect transition="in" filter="wipe(left)">
                                      <p:cBhvr>
                                        <p:cTn id="48" dur="2000"/>
                                        <p:tgtEl>
                                          <p:spTgt spid="7069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0691"/>
                                        </p:tgtEl>
                                        <p:attrNameLst>
                                          <p:attrName>style.visibility</p:attrName>
                                        </p:attrNameLst>
                                      </p:cBhvr>
                                      <p:to>
                                        <p:strVal val="visible"/>
                                      </p:to>
                                    </p:set>
                                    <p:animEffect transition="in" filter="wipe(left)">
                                      <p:cBhvr>
                                        <p:cTn id="53" dur="2000"/>
                                        <p:tgtEl>
                                          <p:spTgt spid="7069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70685"/>
                                        </p:tgtEl>
                                        <p:attrNameLst>
                                          <p:attrName>style.visibility</p:attrName>
                                        </p:attrNameLst>
                                      </p:cBhvr>
                                      <p:to>
                                        <p:strVal val="visible"/>
                                      </p:to>
                                    </p:set>
                                    <p:animEffect transition="in" filter="wipe(left)">
                                      <p:cBhvr>
                                        <p:cTn id="58" dur="2000"/>
                                        <p:tgtEl>
                                          <p:spTgt spid="70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2"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val 2"/>
          <p:cNvSpPr>
            <a:spLocks noChangeArrowheads="1"/>
          </p:cNvSpPr>
          <p:nvPr/>
        </p:nvSpPr>
        <p:spPr bwMode="auto">
          <a:xfrm>
            <a:off x="7452320" y="4728460"/>
            <a:ext cx="725487" cy="739775"/>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106" name="Oval 2"/>
          <p:cNvSpPr>
            <a:spLocks noChangeArrowheads="1"/>
          </p:cNvSpPr>
          <p:nvPr/>
        </p:nvSpPr>
        <p:spPr bwMode="auto">
          <a:xfrm>
            <a:off x="2987824" y="4941168"/>
            <a:ext cx="725487" cy="739775"/>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107" name="Text Box 3"/>
          <p:cNvSpPr txBox="1">
            <a:spLocks noChangeArrowheads="1"/>
          </p:cNvSpPr>
          <p:nvPr/>
        </p:nvSpPr>
        <p:spPr bwMode="auto">
          <a:xfrm>
            <a:off x="304800" y="457200"/>
            <a:ext cx="484346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0000FF"/>
                </a:solidFill>
                <a:latin typeface="Times New Roman" panose="02020603050405020304" pitchFamily="18" charset="0"/>
              </a:rPr>
              <a:t> (2)  </a:t>
            </a:r>
            <a:r>
              <a:rPr kumimoji="1" lang="zh-CN" altLang="en-US" sz="2400" b="1">
                <a:solidFill>
                  <a:srgbClr val="0000FF"/>
                </a:solidFill>
                <a:latin typeface="Times New Roman" panose="02020603050405020304" pitchFamily="18" charset="0"/>
              </a:rPr>
              <a:t>正弦量的微分、积分运算</a:t>
            </a:r>
          </a:p>
        </p:txBody>
      </p:sp>
      <p:graphicFrame>
        <p:nvGraphicFramePr>
          <p:cNvPr id="47108" name="Object 4"/>
          <p:cNvGraphicFramePr>
            <a:graphicFrameLocks noChangeAspect="1"/>
          </p:cNvGraphicFramePr>
          <p:nvPr/>
        </p:nvGraphicFramePr>
        <p:xfrm>
          <a:off x="1474788" y="944563"/>
          <a:ext cx="1155700" cy="523875"/>
        </p:xfrm>
        <a:graphic>
          <a:graphicData uri="http://schemas.openxmlformats.org/presentationml/2006/ole">
            <mc:AlternateContent xmlns:mc="http://schemas.openxmlformats.org/markup-compatibility/2006">
              <mc:Choice xmlns:v="urn:schemas-microsoft-com:vml" Requires="v">
                <p:oleObj name="公式" r:id="rId3" imgW="444240" imgH="203040" progId="Equation.3">
                  <p:embed/>
                </p:oleObj>
              </mc:Choice>
              <mc:Fallback>
                <p:oleObj name="公式" r:id="rId3" imgW="444240" imgH="203040" progId="Equation.3">
                  <p:embed/>
                  <p:pic>
                    <p:nvPicPr>
                      <p:cNvPr id="4710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788" y="944563"/>
                        <a:ext cx="11557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9" name="Object 5"/>
          <p:cNvGraphicFramePr>
            <a:graphicFrameLocks noChangeAspect="1"/>
          </p:cNvGraphicFramePr>
          <p:nvPr/>
        </p:nvGraphicFramePr>
        <p:xfrm>
          <a:off x="1127125" y="1625600"/>
          <a:ext cx="2093913" cy="885825"/>
        </p:xfrm>
        <a:graphic>
          <a:graphicData uri="http://schemas.openxmlformats.org/presentationml/2006/ole">
            <mc:AlternateContent xmlns:mc="http://schemas.openxmlformats.org/markup-compatibility/2006">
              <mc:Choice xmlns:v="urn:schemas-microsoft-com:vml" Requires="v">
                <p:oleObj name="Equation" r:id="rId5" imgW="927000" imgH="393480" progId="Equation.DSMT4">
                  <p:embed/>
                </p:oleObj>
              </mc:Choice>
              <mc:Fallback>
                <p:oleObj name="Equation" r:id="rId5" imgW="927000" imgH="393480" progId="Equation.DSMT4">
                  <p:embed/>
                  <p:pic>
                    <p:nvPicPr>
                      <p:cNvPr id="47109" name="Object 5"/>
                      <p:cNvPicPr>
                        <a:picLocks noChangeAspect="1" noChangeArrowheads="1"/>
                      </p:cNvPicPr>
                      <p:nvPr/>
                    </p:nvPicPr>
                    <p:blipFill>
                      <a:blip r:embed="rId6"/>
                      <a:srcRect/>
                      <a:stretch>
                        <a:fillRect/>
                      </a:stretch>
                    </p:blipFill>
                    <p:spPr bwMode="auto">
                      <a:xfrm>
                        <a:off x="1127125" y="1625600"/>
                        <a:ext cx="209391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0" name="Object 6"/>
          <p:cNvGraphicFramePr>
            <a:graphicFrameLocks noChangeAspect="1"/>
          </p:cNvGraphicFramePr>
          <p:nvPr/>
        </p:nvGraphicFramePr>
        <p:xfrm>
          <a:off x="5796136" y="1700213"/>
          <a:ext cx="2160240" cy="868118"/>
        </p:xfrm>
        <a:graphic>
          <a:graphicData uri="http://schemas.openxmlformats.org/presentationml/2006/ole">
            <mc:AlternateContent xmlns:mc="http://schemas.openxmlformats.org/markup-compatibility/2006">
              <mc:Choice xmlns:v="urn:schemas-microsoft-com:vml" Requires="v">
                <p:oleObj name="Equation" r:id="rId7" imgW="1041120" imgH="419040" progId="Equation.DSMT4">
                  <p:embed/>
                </p:oleObj>
              </mc:Choice>
              <mc:Fallback>
                <p:oleObj name="Equation" r:id="rId7" imgW="1041120" imgH="419040" progId="Equation.DSMT4">
                  <p:embed/>
                  <p:pic>
                    <p:nvPicPr>
                      <p:cNvPr id="47110" name="Object 6"/>
                      <p:cNvPicPr>
                        <a:picLocks noChangeAspect="1" noChangeArrowheads="1"/>
                      </p:cNvPicPr>
                      <p:nvPr/>
                    </p:nvPicPr>
                    <p:blipFill>
                      <a:blip r:embed="rId8"/>
                      <a:srcRect/>
                      <a:stretch>
                        <a:fillRect/>
                      </a:stretch>
                    </p:blipFill>
                    <p:spPr bwMode="auto">
                      <a:xfrm>
                        <a:off x="5796136" y="1700213"/>
                        <a:ext cx="2160240" cy="868118"/>
                      </a:xfrm>
                      <a:prstGeom prst="rect">
                        <a:avLst/>
                      </a:prstGeom>
                      <a:noFill/>
                      <a:ln>
                        <a:noFill/>
                      </a:ln>
                      <a:effectLst/>
                    </p:spPr>
                  </p:pic>
                </p:oleObj>
              </mc:Fallback>
            </mc:AlternateContent>
          </a:graphicData>
        </a:graphic>
      </p:graphicFrame>
      <p:graphicFrame>
        <p:nvGraphicFramePr>
          <p:cNvPr id="47111" name="Object 7"/>
          <p:cNvGraphicFramePr>
            <a:graphicFrameLocks noChangeAspect="1"/>
          </p:cNvGraphicFramePr>
          <p:nvPr/>
        </p:nvGraphicFramePr>
        <p:xfrm>
          <a:off x="6010449" y="1071563"/>
          <a:ext cx="1155700" cy="523875"/>
        </p:xfrm>
        <a:graphic>
          <a:graphicData uri="http://schemas.openxmlformats.org/presentationml/2006/ole">
            <mc:AlternateContent xmlns:mc="http://schemas.openxmlformats.org/markup-compatibility/2006">
              <mc:Choice xmlns:v="urn:schemas-microsoft-com:vml" Requires="v">
                <p:oleObj name="公式" r:id="rId9" imgW="444240" imgH="203040" progId="Equation.3">
                  <p:embed/>
                </p:oleObj>
              </mc:Choice>
              <mc:Fallback>
                <p:oleObj name="公式" r:id="rId9" imgW="444240" imgH="203040" progId="Equation.3">
                  <p:embed/>
                  <p:pic>
                    <p:nvPicPr>
                      <p:cNvPr id="4711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0449" y="1071563"/>
                        <a:ext cx="11557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2" name="Object 8"/>
          <p:cNvGraphicFramePr>
            <a:graphicFrameLocks noChangeAspect="1"/>
          </p:cNvGraphicFramePr>
          <p:nvPr/>
        </p:nvGraphicFramePr>
        <p:xfrm>
          <a:off x="107504" y="2636912"/>
          <a:ext cx="4238625" cy="1417638"/>
        </p:xfrm>
        <a:graphic>
          <a:graphicData uri="http://schemas.openxmlformats.org/presentationml/2006/ole">
            <mc:AlternateContent xmlns:mc="http://schemas.openxmlformats.org/markup-compatibility/2006">
              <mc:Choice xmlns:v="urn:schemas-microsoft-com:vml" Requires="v">
                <p:oleObj name="Equation" r:id="rId10" imgW="1892160" imgH="634680" progId="Equation.DSMT4">
                  <p:embed/>
                </p:oleObj>
              </mc:Choice>
              <mc:Fallback>
                <p:oleObj name="Equation" r:id="rId10" imgW="1892160" imgH="634680" progId="Equation.DSMT4">
                  <p:embed/>
                  <p:pic>
                    <p:nvPicPr>
                      <p:cNvPr id="47112" name="Object 8"/>
                      <p:cNvPicPr>
                        <a:picLocks noChangeAspect="1" noChangeArrowheads="1"/>
                      </p:cNvPicPr>
                      <p:nvPr/>
                    </p:nvPicPr>
                    <p:blipFill>
                      <a:blip r:embed="rId11"/>
                      <a:srcRect/>
                      <a:stretch>
                        <a:fillRect/>
                      </a:stretch>
                    </p:blipFill>
                    <p:spPr bwMode="auto">
                      <a:xfrm>
                        <a:off x="107504" y="2636912"/>
                        <a:ext cx="4238625" cy="1417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3" name="Object 9"/>
          <p:cNvGraphicFramePr>
            <a:graphicFrameLocks noChangeAspect="1"/>
          </p:cNvGraphicFramePr>
          <p:nvPr/>
        </p:nvGraphicFramePr>
        <p:xfrm>
          <a:off x="1744663" y="5032375"/>
          <a:ext cx="2747962" cy="576263"/>
        </p:xfrm>
        <a:graphic>
          <a:graphicData uri="http://schemas.openxmlformats.org/presentationml/2006/ole">
            <mc:AlternateContent xmlns:mc="http://schemas.openxmlformats.org/markup-compatibility/2006">
              <mc:Choice xmlns:v="urn:schemas-microsoft-com:vml" Requires="v">
                <p:oleObj name="Equation" r:id="rId12" imgW="1143000" imgH="241200" progId="Equation.DSMT4">
                  <p:embed/>
                </p:oleObj>
              </mc:Choice>
              <mc:Fallback>
                <p:oleObj name="Equation" r:id="rId12" imgW="1143000" imgH="241200" progId="Equation.DSMT4">
                  <p:embed/>
                  <p:pic>
                    <p:nvPicPr>
                      <p:cNvPr id="47113" name="Object 9"/>
                      <p:cNvPicPr>
                        <a:picLocks noChangeAspect="1" noChangeArrowheads="1"/>
                      </p:cNvPicPr>
                      <p:nvPr/>
                    </p:nvPicPr>
                    <p:blipFill>
                      <a:blip r:embed="rId13"/>
                      <a:srcRect/>
                      <a:stretch>
                        <a:fillRect/>
                      </a:stretch>
                    </p:blipFill>
                    <p:spPr bwMode="auto">
                      <a:xfrm>
                        <a:off x="1744663" y="5032375"/>
                        <a:ext cx="27479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4" name="Object 10"/>
          <p:cNvGraphicFramePr>
            <a:graphicFrameLocks noChangeAspect="1"/>
          </p:cNvGraphicFramePr>
          <p:nvPr/>
        </p:nvGraphicFramePr>
        <p:xfrm>
          <a:off x="1416050" y="4111625"/>
          <a:ext cx="2668588" cy="850900"/>
        </p:xfrm>
        <a:graphic>
          <a:graphicData uri="http://schemas.openxmlformats.org/presentationml/2006/ole">
            <mc:AlternateContent xmlns:mc="http://schemas.openxmlformats.org/markup-compatibility/2006">
              <mc:Choice xmlns:v="urn:schemas-microsoft-com:vml" Requires="v">
                <p:oleObj name="Equation" r:id="rId14" imgW="1231560" imgH="393480" progId="Equation.DSMT4">
                  <p:embed/>
                </p:oleObj>
              </mc:Choice>
              <mc:Fallback>
                <p:oleObj name="Equation" r:id="rId14" imgW="1231560" imgH="393480" progId="Equation.DSMT4">
                  <p:embed/>
                  <p:pic>
                    <p:nvPicPr>
                      <p:cNvPr id="47114" name="Object 10"/>
                      <p:cNvPicPr>
                        <a:picLocks noChangeAspect="1" noChangeArrowheads="1"/>
                      </p:cNvPicPr>
                      <p:nvPr/>
                    </p:nvPicPr>
                    <p:blipFill>
                      <a:blip r:embed="rId15"/>
                      <a:srcRect/>
                      <a:stretch>
                        <a:fillRect/>
                      </a:stretch>
                    </p:blipFill>
                    <p:spPr bwMode="auto">
                      <a:xfrm>
                        <a:off x="1416050" y="4111625"/>
                        <a:ext cx="2668588"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5"/>
          <p:cNvGraphicFramePr>
            <a:graphicFrameLocks noChangeAspect="1"/>
          </p:cNvGraphicFramePr>
          <p:nvPr/>
        </p:nvGraphicFramePr>
        <p:xfrm>
          <a:off x="975866" y="5903913"/>
          <a:ext cx="2468563" cy="885825"/>
        </p:xfrm>
        <a:graphic>
          <a:graphicData uri="http://schemas.openxmlformats.org/presentationml/2006/ole">
            <mc:AlternateContent xmlns:mc="http://schemas.openxmlformats.org/markup-compatibility/2006">
              <mc:Choice xmlns:v="urn:schemas-microsoft-com:vml" Requires="v">
                <p:oleObj name="Equation" r:id="rId16" imgW="1091880" imgH="393480" progId="Equation.DSMT4">
                  <p:embed/>
                </p:oleObj>
              </mc:Choice>
              <mc:Fallback>
                <p:oleObj name="Equation" r:id="rId16" imgW="1091880" imgH="393480" progId="Equation.DSMT4">
                  <p:embed/>
                  <p:pic>
                    <p:nvPicPr>
                      <p:cNvPr id="11" name="Object 5"/>
                      <p:cNvPicPr>
                        <a:picLocks noChangeAspect="1" noChangeArrowheads="1"/>
                      </p:cNvPicPr>
                      <p:nvPr/>
                    </p:nvPicPr>
                    <p:blipFill>
                      <a:blip r:embed="rId17"/>
                      <a:srcRect/>
                      <a:stretch>
                        <a:fillRect/>
                      </a:stretch>
                    </p:blipFill>
                    <p:spPr bwMode="auto">
                      <a:xfrm>
                        <a:off x="975866" y="5903913"/>
                        <a:ext cx="246856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6"/>
          <p:cNvGraphicFramePr>
            <a:graphicFrameLocks noChangeAspect="1"/>
          </p:cNvGraphicFramePr>
          <p:nvPr/>
        </p:nvGraphicFramePr>
        <p:xfrm>
          <a:off x="5210348" y="3284985"/>
          <a:ext cx="3573741" cy="610022"/>
        </p:xfrm>
        <a:graphic>
          <a:graphicData uri="http://schemas.openxmlformats.org/presentationml/2006/ole">
            <mc:AlternateContent xmlns:mc="http://schemas.openxmlformats.org/markup-compatibility/2006">
              <mc:Choice xmlns:v="urn:schemas-microsoft-com:vml" Requires="v">
                <p:oleObj name="Equation" r:id="rId18" imgW="1638000" imgH="279360" progId="Equation.DSMT4">
                  <p:embed/>
                </p:oleObj>
              </mc:Choice>
              <mc:Fallback>
                <p:oleObj name="Equation" r:id="rId18" imgW="1638000" imgH="279360" progId="Equation.DSMT4">
                  <p:embed/>
                  <p:pic>
                    <p:nvPicPr>
                      <p:cNvPr id="12" name="Object 6"/>
                      <p:cNvPicPr>
                        <a:picLocks noChangeAspect="1" noChangeArrowheads="1"/>
                      </p:cNvPicPr>
                      <p:nvPr/>
                    </p:nvPicPr>
                    <p:blipFill>
                      <a:blip r:embed="rId19"/>
                      <a:srcRect/>
                      <a:stretch>
                        <a:fillRect/>
                      </a:stretch>
                    </p:blipFill>
                    <p:spPr bwMode="auto">
                      <a:xfrm>
                        <a:off x="5210348" y="3284985"/>
                        <a:ext cx="3573741" cy="610022"/>
                      </a:xfrm>
                      <a:prstGeom prst="rect">
                        <a:avLst/>
                      </a:prstGeom>
                      <a:noFill/>
                      <a:ln>
                        <a:noFill/>
                      </a:ln>
                      <a:effectLst/>
                    </p:spPr>
                  </p:pic>
                </p:oleObj>
              </mc:Fallback>
            </mc:AlternateContent>
          </a:graphicData>
        </a:graphic>
      </p:graphicFrame>
      <p:graphicFrame>
        <p:nvGraphicFramePr>
          <p:cNvPr id="13" name="Object 6"/>
          <p:cNvGraphicFramePr>
            <a:graphicFrameLocks noChangeAspect="1"/>
          </p:cNvGraphicFramePr>
          <p:nvPr/>
        </p:nvGraphicFramePr>
        <p:xfrm>
          <a:off x="6300192" y="3999761"/>
          <a:ext cx="2564629" cy="634283"/>
        </p:xfrm>
        <a:graphic>
          <a:graphicData uri="http://schemas.openxmlformats.org/presentationml/2006/ole">
            <mc:AlternateContent xmlns:mc="http://schemas.openxmlformats.org/markup-compatibility/2006">
              <mc:Choice xmlns:v="urn:schemas-microsoft-com:vml" Requires="v">
                <p:oleObj name="Equation" r:id="rId20" imgW="1130040" imgH="279360" progId="Equation.DSMT4">
                  <p:embed/>
                </p:oleObj>
              </mc:Choice>
              <mc:Fallback>
                <p:oleObj name="Equation" r:id="rId20" imgW="1130040" imgH="279360" progId="Equation.DSMT4">
                  <p:embed/>
                  <p:pic>
                    <p:nvPicPr>
                      <p:cNvPr id="13" name="Object 6"/>
                      <p:cNvPicPr>
                        <a:picLocks noChangeAspect="1" noChangeArrowheads="1"/>
                      </p:cNvPicPr>
                      <p:nvPr/>
                    </p:nvPicPr>
                    <p:blipFill>
                      <a:blip r:embed="rId21"/>
                      <a:srcRect/>
                      <a:stretch>
                        <a:fillRect/>
                      </a:stretch>
                    </p:blipFill>
                    <p:spPr bwMode="auto">
                      <a:xfrm>
                        <a:off x="6300192" y="3999761"/>
                        <a:ext cx="2564629" cy="634283"/>
                      </a:xfrm>
                      <a:prstGeom prst="rect">
                        <a:avLst/>
                      </a:prstGeom>
                      <a:noFill/>
                      <a:ln>
                        <a:noFill/>
                      </a:ln>
                      <a:effectLst/>
                    </p:spPr>
                  </p:pic>
                </p:oleObj>
              </mc:Fallback>
            </mc:AlternateContent>
          </a:graphicData>
        </a:graphic>
      </p:graphicFrame>
      <p:graphicFrame>
        <p:nvGraphicFramePr>
          <p:cNvPr id="14" name="Object 6"/>
          <p:cNvGraphicFramePr>
            <a:graphicFrameLocks noChangeAspect="1"/>
          </p:cNvGraphicFramePr>
          <p:nvPr/>
        </p:nvGraphicFramePr>
        <p:xfrm>
          <a:off x="6280309" y="4550767"/>
          <a:ext cx="2479675" cy="1008063"/>
        </p:xfrm>
        <a:graphic>
          <a:graphicData uri="http://schemas.openxmlformats.org/presentationml/2006/ole">
            <mc:AlternateContent xmlns:mc="http://schemas.openxmlformats.org/markup-compatibility/2006">
              <mc:Choice xmlns:v="urn:schemas-microsoft-com:vml" Requires="v">
                <p:oleObj name="Equation" r:id="rId22" imgW="1091880" imgH="444240" progId="Equation.DSMT4">
                  <p:embed/>
                </p:oleObj>
              </mc:Choice>
              <mc:Fallback>
                <p:oleObj name="Equation" r:id="rId22" imgW="1091880" imgH="444240" progId="Equation.DSMT4">
                  <p:embed/>
                  <p:pic>
                    <p:nvPicPr>
                      <p:cNvPr id="14" name="Object 6"/>
                      <p:cNvPicPr>
                        <a:picLocks noChangeAspect="1" noChangeArrowheads="1"/>
                      </p:cNvPicPr>
                      <p:nvPr/>
                    </p:nvPicPr>
                    <p:blipFill>
                      <a:blip r:embed="rId23"/>
                      <a:srcRect/>
                      <a:stretch>
                        <a:fillRect/>
                      </a:stretch>
                    </p:blipFill>
                    <p:spPr bwMode="auto">
                      <a:xfrm>
                        <a:off x="6280309" y="4550767"/>
                        <a:ext cx="2479675" cy="1008063"/>
                      </a:xfrm>
                      <a:prstGeom prst="rect">
                        <a:avLst/>
                      </a:prstGeom>
                      <a:noFill/>
                      <a:ln>
                        <a:noFill/>
                      </a:ln>
                      <a:effectLst/>
                    </p:spPr>
                  </p:pic>
                </p:oleObj>
              </mc:Fallback>
            </mc:AlternateContent>
          </a:graphicData>
        </a:graphic>
      </p:graphicFrame>
      <p:graphicFrame>
        <p:nvGraphicFramePr>
          <p:cNvPr id="15" name="Object 6"/>
          <p:cNvGraphicFramePr>
            <a:graphicFrameLocks noChangeAspect="1"/>
          </p:cNvGraphicFramePr>
          <p:nvPr/>
        </p:nvGraphicFramePr>
        <p:xfrm>
          <a:off x="5210348" y="5868172"/>
          <a:ext cx="2474912" cy="868362"/>
        </p:xfrm>
        <a:graphic>
          <a:graphicData uri="http://schemas.openxmlformats.org/presentationml/2006/ole">
            <mc:AlternateContent xmlns:mc="http://schemas.openxmlformats.org/markup-compatibility/2006">
              <mc:Choice xmlns:v="urn:schemas-microsoft-com:vml" Requires="v">
                <p:oleObj name="Equation" r:id="rId24" imgW="1193760" imgH="419040" progId="Equation.DSMT4">
                  <p:embed/>
                </p:oleObj>
              </mc:Choice>
              <mc:Fallback>
                <p:oleObj name="Equation" r:id="rId24" imgW="1193760" imgH="419040" progId="Equation.DSMT4">
                  <p:embed/>
                  <p:pic>
                    <p:nvPicPr>
                      <p:cNvPr id="15" name="Object 6"/>
                      <p:cNvPicPr>
                        <a:picLocks noChangeAspect="1" noChangeArrowheads="1"/>
                      </p:cNvPicPr>
                      <p:nvPr/>
                    </p:nvPicPr>
                    <p:blipFill>
                      <a:blip r:embed="rId25"/>
                      <a:srcRect/>
                      <a:stretch>
                        <a:fillRect/>
                      </a:stretch>
                    </p:blipFill>
                    <p:spPr bwMode="auto">
                      <a:xfrm>
                        <a:off x="5210348" y="5868172"/>
                        <a:ext cx="2474912" cy="868362"/>
                      </a:xfrm>
                      <a:prstGeom prst="rect">
                        <a:avLst/>
                      </a:prstGeom>
                      <a:noFill/>
                      <a:ln>
                        <a:noFill/>
                      </a:ln>
                      <a:effectLst/>
                    </p:spPr>
                  </p:pic>
                </p:oleObj>
              </mc:Fallback>
            </mc:AlternateContent>
          </a:graphicData>
        </a:graphic>
      </p:graphicFrame>
      <p:cxnSp>
        <p:nvCxnSpPr>
          <p:cNvPr id="3" name="直接连接符 2"/>
          <p:cNvCxnSpPr/>
          <p:nvPr/>
        </p:nvCxnSpPr>
        <p:spPr bwMode="auto">
          <a:xfrm flipH="1">
            <a:off x="4626293" y="1052736"/>
            <a:ext cx="17715" cy="5683798"/>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81480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47107"/>
                                        </p:tgtEl>
                                        <p:attrNameLst>
                                          <p:attrName>style.visibility</p:attrName>
                                        </p:attrNameLst>
                                      </p:cBhvr>
                                      <p:to>
                                        <p:strVal val="visible"/>
                                      </p:to>
                                    </p:set>
                                    <p:anim calcmode="lin" valueType="num">
                                      <p:cBhvr>
                                        <p:cTn id="7" dur="1000" fill="hold"/>
                                        <p:tgtEl>
                                          <p:spTgt spid="47107"/>
                                        </p:tgtEl>
                                        <p:attrNameLst>
                                          <p:attrName>ppt_w</p:attrName>
                                        </p:attrNameLst>
                                      </p:cBhvr>
                                      <p:tavLst>
                                        <p:tav tm="0">
                                          <p:val>
                                            <p:fltVal val="0"/>
                                          </p:val>
                                        </p:tav>
                                        <p:tav tm="100000">
                                          <p:val>
                                            <p:strVal val="#ppt_w"/>
                                          </p:val>
                                        </p:tav>
                                      </p:tavLst>
                                    </p:anim>
                                    <p:anim calcmode="lin" valueType="num">
                                      <p:cBhvr>
                                        <p:cTn id="8" dur="1000" fill="hold"/>
                                        <p:tgtEl>
                                          <p:spTgt spid="47107"/>
                                        </p:tgtEl>
                                        <p:attrNameLst>
                                          <p:attrName>ppt_h</p:attrName>
                                        </p:attrNameLst>
                                      </p:cBhvr>
                                      <p:tavLst>
                                        <p:tav tm="0">
                                          <p:val>
                                            <p:fltVal val="0"/>
                                          </p:val>
                                        </p:tav>
                                        <p:tav tm="100000">
                                          <p:val>
                                            <p:strVal val="#ppt_h"/>
                                          </p:val>
                                        </p:tav>
                                      </p:tavLst>
                                    </p:anim>
                                    <p:anim calcmode="lin" valueType="num">
                                      <p:cBhvr>
                                        <p:cTn id="9" dur="1000" fill="hold"/>
                                        <p:tgtEl>
                                          <p:spTgt spid="4710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710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32" fill="hold" nodeType="clickEffect">
                                  <p:stCondLst>
                                    <p:cond delay="0"/>
                                  </p:stCondLst>
                                  <p:childTnLst>
                                    <p:set>
                                      <p:cBhvr>
                                        <p:cTn id="14" dur="1" fill="hold">
                                          <p:stCondLst>
                                            <p:cond delay="0"/>
                                          </p:stCondLst>
                                        </p:cTn>
                                        <p:tgtEl>
                                          <p:spTgt spid="47108"/>
                                        </p:tgtEl>
                                        <p:attrNameLst>
                                          <p:attrName>style.visibility</p:attrName>
                                        </p:attrNameLst>
                                      </p:cBhvr>
                                      <p:to>
                                        <p:strVal val="visible"/>
                                      </p:to>
                                    </p:set>
                                    <p:animEffect transition="in" filter="box(out)">
                                      <p:cBhvr>
                                        <p:cTn id="15" dur="500"/>
                                        <p:tgtEl>
                                          <p:spTgt spid="4710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7109"/>
                                        </p:tgtEl>
                                        <p:attrNameLst>
                                          <p:attrName>style.visibility</p:attrName>
                                        </p:attrNameLst>
                                      </p:cBhvr>
                                      <p:to>
                                        <p:strVal val="visible"/>
                                      </p:to>
                                    </p:set>
                                    <p:animEffect transition="in" filter="wipe(left)">
                                      <p:cBhvr>
                                        <p:cTn id="20" dur="500"/>
                                        <p:tgtEl>
                                          <p:spTgt spid="4710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7112"/>
                                        </p:tgtEl>
                                        <p:attrNameLst>
                                          <p:attrName>style.visibility</p:attrName>
                                        </p:attrNameLst>
                                      </p:cBhvr>
                                      <p:to>
                                        <p:strVal val="visible"/>
                                      </p:to>
                                    </p:set>
                                    <p:anim calcmode="lin" valueType="num">
                                      <p:cBhvr additive="base">
                                        <p:cTn id="25" dur="500" fill="hold"/>
                                        <p:tgtEl>
                                          <p:spTgt spid="47112"/>
                                        </p:tgtEl>
                                        <p:attrNameLst>
                                          <p:attrName>ppt_x</p:attrName>
                                        </p:attrNameLst>
                                      </p:cBhvr>
                                      <p:tavLst>
                                        <p:tav tm="0">
                                          <p:val>
                                            <p:strVal val="0-#ppt_w/2"/>
                                          </p:val>
                                        </p:tav>
                                        <p:tav tm="100000">
                                          <p:val>
                                            <p:strVal val="#ppt_x"/>
                                          </p:val>
                                        </p:tav>
                                      </p:tavLst>
                                    </p:anim>
                                    <p:anim calcmode="lin" valueType="num">
                                      <p:cBhvr additive="base">
                                        <p:cTn id="26" dur="500" fill="hold"/>
                                        <p:tgtEl>
                                          <p:spTgt spid="4711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7114"/>
                                        </p:tgtEl>
                                        <p:attrNameLst>
                                          <p:attrName>style.visibility</p:attrName>
                                        </p:attrNameLst>
                                      </p:cBhvr>
                                      <p:to>
                                        <p:strVal val="visible"/>
                                      </p:to>
                                    </p:set>
                                    <p:animEffect transition="in" filter="wipe(left)">
                                      <p:cBhvr>
                                        <p:cTn id="31" dur="500"/>
                                        <p:tgtEl>
                                          <p:spTgt spid="4711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7113"/>
                                        </p:tgtEl>
                                        <p:attrNameLst>
                                          <p:attrName>style.visibility</p:attrName>
                                        </p:attrNameLst>
                                      </p:cBhvr>
                                      <p:to>
                                        <p:strVal val="visible"/>
                                      </p:to>
                                    </p:set>
                                    <p:animEffect transition="in" filter="wipe(left)">
                                      <p:cBhvr>
                                        <p:cTn id="36" dur="500"/>
                                        <p:tgtEl>
                                          <p:spTgt spid="4711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47106"/>
                                        </p:tgtEl>
                                        <p:attrNameLst>
                                          <p:attrName>style.visibility</p:attrName>
                                        </p:attrNameLst>
                                      </p:cBhvr>
                                      <p:to>
                                        <p:strVal val="visible"/>
                                      </p:to>
                                    </p:set>
                                    <p:animEffect transition="in" filter="dissolve">
                                      <p:cBhvr>
                                        <p:cTn id="41" dur="500"/>
                                        <p:tgtEl>
                                          <p:spTgt spid="4710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32" fill="hold" nodeType="clickEffect">
                                  <p:stCondLst>
                                    <p:cond delay="0"/>
                                  </p:stCondLst>
                                  <p:childTnLst>
                                    <p:set>
                                      <p:cBhvr>
                                        <p:cTn id="50" dur="1" fill="hold">
                                          <p:stCondLst>
                                            <p:cond delay="0"/>
                                          </p:stCondLst>
                                        </p:cTn>
                                        <p:tgtEl>
                                          <p:spTgt spid="47111"/>
                                        </p:tgtEl>
                                        <p:attrNameLst>
                                          <p:attrName>style.visibility</p:attrName>
                                        </p:attrNameLst>
                                      </p:cBhvr>
                                      <p:to>
                                        <p:strVal val="visible"/>
                                      </p:to>
                                    </p:set>
                                    <p:animEffect transition="in" filter="box(out)">
                                      <p:cBhvr>
                                        <p:cTn id="51" dur="500"/>
                                        <p:tgtEl>
                                          <p:spTgt spid="4711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47110"/>
                                        </p:tgtEl>
                                        <p:attrNameLst>
                                          <p:attrName>style.visibility</p:attrName>
                                        </p:attrNameLst>
                                      </p:cBhvr>
                                      <p:to>
                                        <p:strVal val="visible"/>
                                      </p:to>
                                    </p:set>
                                    <p:animEffect transition="in" filter="wipe(left)">
                                      <p:cBhvr>
                                        <p:cTn id="56" dur="500"/>
                                        <p:tgtEl>
                                          <p:spTgt spid="4711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left)">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dissolve">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left)">
                                      <p:cBhvr>
                                        <p:cTn id="8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5" name="Group 3"/>
          <p:cNvGrpSpPr>
            <a:grpSpLocks/>
          </p:cNvGrpSpPr>
          <p:nvPr/>
        </p:nvGrpSpPr>
        <p:grpSpPr bwMode="auto">
          <a:xfrm>
            <a:off x="228600" y="1495425"/>
            <a:ext cx="7872413" cy="2362200"/>
            <a:chOff x="144" y="816"/>
            <a:chExt cx="4722" cy="1488"/>
          </a:xfrm>
        </p:grpSpPr>
        <p:sp>
          <p:nvSpPr>
            <p:cNvPr id="59396" name="Text Box 4"/>
            <p:cNvSpPr txBox="1">
              <a:spLocks noChangeArrowheads="1"/>
            </p:cNvSpPr>
            <p:nvPr/>
          </p:nvSpPr>
          <p:spPr bwMode="auto">
            <a:xfrm>
              <a:off x="144" y="816"/>
              <a:ext cx="66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solidFill>
                    <a:srgbClr val="FF0000"/>
                  </a:solidFill>
                  <a:latin typeface="Times New Roman" panose="02020603050405020304" pitchFamily="18" charset="0"/>
                </a:rPr>
                <a:t>1. </a:t>
              </a:r>
              <a:r>
                <a:rPr kumimoji="1" lang="zh-CN" altLang="en-US" sz="2400" b="1">
                  <a:solidFill>
                    <a:srgbClr val="FF0000"/>
                  </a:solidFill>
                  <a:latin typeface="Times New Roman" panose="02020603050405020304" pitchFamily="18" charset="0"/>
                </a:rPr>
                <a:t>电阻</a:t>
              </a:r>
            </a:p>
          </p:txBody>
        </p:sp>
        <p:graphicFrame>
          <p:nvGraphicFramePr>
            <p:cNvPr id="59397" name="Object 5"/>
            <p:cNvGraphicFramePr>
              <a:graphicFrameLocks noChangeAspect="1"/>
            </p:cNvGraphicFramePr>
            <p:nvPr/>
          </p:nvGraphicFramePr>
          <p:xfrm>
            <a:off x="1656" y="924"/>
            <a:ext cx="2352" cy="306"/>
          </p:xfrm>
          <a:graphic>
            <a:graphicData uri="http://schemas.openxmlformats.org/presentationml/2006/ole">
              <mc:AlternateContent xmlns:mc="http://schemas.openxmlformats.org/markup-compatibility/2006">
                <mc:Choice xmlns:v="urn:schemas-microsoft-com:vml" Requires="v">
                  <p:oleObj name="公式" r:id="rId3" imgW="1841400" imgH="241200" progId="Equation.3">
                    <p:embed/>
                  </p:oleObj>
                </mc:Choice>
                <mc:Fallback>
                  <p:oleObj name="公式" r:id="rId3" imgW="1841400" imgH="241200" progId="Equation.3">
                    <p:embed/>
                    <p:pic>
                      <p:nvPicPr>
                        <p:cNvPr id="5939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6" y="924"/>
                          <a:ext cx="2352"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6"/>
            <p:cNvGraphicFramePr>
              <a:graphicFrameLocks noChangeAspect="1"/>
            </p:cNvGraphicFramePr>
            <p:nvPr/>
          </p:nvGraphicFramePr>
          <p:xfrm>
            <a:off x="1624" y="1222"/>
            <a:ext cx="3242" cy="306"/>
          </p:xfrm>
          <a:graphic>
            <a:graphicData uri="http://schemas.openxmlformats.org/presentationml/2006/ole">
              <mc:AlternateContent xmlns:mc="http://schemas.openxmlformats.org/markup-compatibility/2006">
                <mc:Choice xmlns:v="urn:schemas-microsoft-com:vml" Requires="v">
                  <p:oleObj name="公式" r:id="rId5" imgW="2539800" imgH="241200" progId="Equation.3">
                    <p:embed/>
                  </p:oleObj>
                </mc:Choice>
                <mc:Fallback>
                  <p:oleObj name="公式" r:id="rId5" imgW="2539800" imgH="241200" progId="Equation.3">
                    <p:embed/>
                    <p:pic>
                      <p:nvPicPr>
                        <p:cNvPr id="5939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4" y="1222"/>
                          <a:ext cx="3242"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9399" name="Group 7"/>
            <p:cNvGrpSpPr>
              <a:grpSpLocks/>
            </p:cNvGrpSpPr>
            <p:nvPr/>
          </p:nvGrpSpPr>
          <p:grpSpPr bwMode="auto">
            <a:xfrm>
              <a:off x="528" y="1200"/>
              <a:ext cx="1016" cy="1104"/>
              <a:chOff x="567" y="864"/>
              <a:chExt cx="1016" cy="1104"/>
            </a:xfrm>
          </p:grpSpPr>
          <p:sp>
            <p:nvSpPr>
              <p:cNvPr id="59400" name="Line 8"/>
              <p:cNvSpPr>
                <a:spLocks noChangeShapeType="1"/>
              </p:cNvSpPr>
              <p:nvPr/>
            </p:nvSpPr>
            <p:spPr bwMode="auto">
              <a:xfrm>
                <a:off x="1284" y="1212"/>
                <a:ext cx="0" cy="7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1" name="Rectangle 9"/>
              <p:cNvSpPr>
                <a:spLocks noChangeArrowheads="1"/>
              </p:cNvSpPr>
              <p:nvPr/>
            </p:nvSpPr>
            <p:spPr bwMode="auto">
              <a:xfrm>
                <a:off x="1224" y="1404"/>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9402" name="Line 10"/>
              <p:cNvSpPr>
                <a:spLocks noChangeShapeType="1"/>
              </p:cNvSpPr>
              <p:nvPr/>
            </p:nvSpPr>
            <p:spPr bwMode="auto">
              <a:xfrm>
                <a:off x="708" y="1212"/>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3" name="Line 11"/>
              <p:cNvSpPr>
                <a:spLocks noChangeShapeType="1"/>
              </p:cNvSpPr>
              <p:nvPr/>
            </p:nvSpPr>
            <p:spPr bwMode="auto">
              <a:xfrm>
                <a:off x="708" y="1932"/>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4" name="Text Box 12"/>
              <p:cNvSpPr txBox="1">
                <a:spLocks noChangeArrowheads="1"/>
              </p:cNvSpPr>
              <p:nvPr/>
            </p:nvSpPr>
            <p:spPr bwMode="auto">
              <a:xfrm>
                <a:off x="567" y="1440"/>
                <a:ext cx="46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u</a:t>
                </a:r>
                <a:r>
                  <a:rPr kumimoji="1" lang="en-US" altLang="zh-CN" sz="2400" b="1" i="1" baseline="-25000">
                    <a:latin typeface="Times New Roman" panose="02020603050405020304" pitchFamily="18" charset="0"/>
                  </a:rPr>
                  <a:t>R</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59405" name="Line 13"/>
              <p:cNvSpPr>
                <a:spLocks noChangeShapeType="1"/>
              </p:cNvSpPr>
              <p:nvPr/>
            </p:nvSpPr>
            <p:spPr bwMode="auto">
              <a:xfrm>
                <a:off x="732" y="1152"/>
                <a:ext cx="288" cy="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6" name="Text Box 14"/>
              <p:cNvSpPr txBox="1">
                <a:spLocks noChangeArrowheads="1"/>
              </p:cNvSpPr>
              <p:nvPr/>
            </p:nvSpPr>
            <p:spPr bwMode="auto">
              <a:xfrm>
                <a:off x="696" y="864"/>
                <a:ext cx="3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59407" name="Text Box 15"/>
              <p:cNvSpPr txBox="1">
                <a:spLocks noChangeArrowheads="1"/>
              </p:cNvSpPr>
              <p:nvPr/>
            </p:nvSpPr>
            <p:spPr bwMode="auto">
              <a:xfrm>
                <a:off x="1351" y="1404"/>
                <a:ext cx="23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59408" name="Oval 16"/>
              <p:cNvSpPr>
                <a:spLocks noChangeArrowheads="1"/>
              </p:cNvSpPr>
              <p:nvPr/>
            </p:nvSpPr>
            <p:spPr bwMode="auto">
              <a:xfrm>
                <a:off x="672" y="192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9409" name="Oval 17"/>
              <p:cNvSpPr>
                <a:spLocks noChangeArrowheads="1"/>
              </p:cNvSpPr>
              <p:nvPr/>
            </p:nvSpPr>
            <p:spPr bwMode="auto">
              <a:xfrm>
                <a:off x="672" y="120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9410" name="Text Box 18"/>
              <p:cNvSpPr txBox="1">
                <a:spLocks noChangeArrowheads="1"/>
              </p:cNvSpPr>
              <p:nvPr/>
            </p:nvSpPr>
            <p:spPr bwMode="auto">
              <a:xfrm>
                <a:off x="592" y="1200"/>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59411" name="Text Box 19"/>
              <p:cNvSpPr txBox="1">
                <a:spLocks noChangeArrowheads="1"/>
              </p:cNvSpPr>
              <p:nvPr/>
            </p:nvSpPr>
            <p:spPr bwMode="auto">
              <a:xfrm>
                <a:off x="604" y="1680"/>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pSp>
      </p:grpSp>
      <p:grpSp>
        <p:nvGrpSpPr>
          <p:cNvPr id="59412" name="Group 20"/>
          <p:cNvGrpSpPr>
            <a:grpSpLocks/>
          </p:cNvGrpSpPr>
          <p:nvPr/>
        </p:nvGrpSpPr>
        <p:grpSpPr bwMode="auto">
          <a:xfrm>
            <a:off x="2755900" y="2816225"/>
            <a:ext cx="5581650" cy="1512888"/>
            <a:chOff x="1736" y="1648"/>
            <a:chExt cx="3516" cy="953"/>
          </a:xfrm>
        </p:grpSpPr>
        <p:sp>
          <p:nvSpPr>
            <p:cNvPr id="59413" name="Text Box 21"/>
            <p:cNvSpPr txBox="1">
              <a:spLocks noChangeArrowheads="1"/>
            </p:cNvSpPr>
            <p:nvPr/>
          </p:nvSpPr>
          <p:spPr bwMode="auto">
            <a:xfrm>
              <a:off x="1752" y="1648"/>
              <a:ext cx="108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相量形式：</a:t>
              </a:r>
            </a:p>
          </p:txBody>
        </p:sp>
        <p:graphicFrame>
          <p:nvGraphicFramePr>
            <p:cNvPr id="59414" name="Object 22"/>
            <p:cNvGraphicFramePr>
              <a:graphicFrameLocks noChangeAspect="1"/>
            </p:cNvGraphicFramePr>
            <p:nvPr/>
          </p:nvGraphicFramePr>
          <p:xfrm>
            <a:off x="1736" y="1937"/>
            <a:ext cx="1159" cy="664"/>
          </p:xfrm>
          <a:graphic>
            <a:graphicData uri="http://schemas.openxmlformats.org/presentationml/2006/ole">
              <mc:AlternateContent xmlns:mc="http://schemas.openxmlformats.org/markup-compatibility/2006">
                <mc:Choice xmlns:v="urn:schemas-microsoft-com:vml" Requires="v">
                  <p:oleObj name="公式" r:id="rId7" imgW="838080" imgH="482400" progId="Equation.3">
                    <p:embed/>
                  </p:oleObj>
                </mc:Choice>
                <mc:Fallback>
                  <p:oleObj name="公式" r:id="rId7" imgW="838080" imgH="482400" progId="Equation.3">
                    <p:embed/>
                    <p:pic>
                      <p:nvPicPr>
                        <p:cNvPr id="59414"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6" y="1937"/>
                          <a:ext cx="1159" cy="6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15" name="Text Box 23"/>
            <p:cNvSpPr txBox="1">
              <a:spLocks noChangeArrowheads="1"/>
            </p:cNvSpPr>
            <p:nvPr/>
          </p:nvSpPr>
          <p:spPr bwMode="auto">
            <a:xfrm>
              <a:off x="3240" y="1936"/>
              <a:ext cx="19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latin typeface="Times New Roman" panose="02020603050405020304" pitchFamily="18" charset="0"/>
                </a:rPr>
                <a:t>有效值关系：</a:t>
              </a:r>
              <a:r>
                <a:rPr kumimoji="1" lang="en-US" altLang="zh-CN" sz="2400" b="1" i="1">
                  <a:latin typeface="Times New Roman" panose="02020603050405020304" pitchFamily="18" charset="0"/>
                </a:rPr>
                <a:t>U</a:t>
              </a:r>
              <a:r>
                <a:rPr kumimoji="1" lang="en-US" altLang="zh-CN" sz="2400" b="1" i="1" baseline="-25000">
                  <a:latin typeface="Times New Roman" panose="02020603050405020304" pitchFamily="18" charset="0"/>
                </a:rPr>
                <a:t>R </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RI</a:t>
              </a:r>
              <a:endParaRPr kumimoji="1" lang="en-US" altLang="zh-CN" sz="2400" b="1">
                <a:latin typeface="Times New Roman" panose="02020603050405020304" pitchFamily="18" charset="0"/>
              </a:endParaRPr>
            </a:p>
          </p:txBody>
        </p:sp>
        <p:sp>
          <p:nvSpPr>
            <p:cNvPr id="59416" name="Text Box 24"/>
            <p:cNvSpPr txBox="1">
              <a:spLocks noChangeArrowheads="1"/>
            </p:cNvSpPr>
            <p:nvPr/>
          </p:nvSpPr>
          <p:spPr bwMode="auto">
            <a:xfrm>
              <a:off x="3240" y="2298"/>
              <a:ext cx="20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latin typeface="Times New Roman" panose="02020603050405020304" pitchFamily="18" charset="0"/>
                </a:rPr>
                <a:t>相位关系：</a:t>
              </a:r>
              <a:r>
                <a:rPr kumimoji="1" lang="en-US" altLang="zh-CN" sz="2400" b="1" i="1">
                  <a:latin typeface="Times New Roman" panose="02020603050405020304" pitchFamily="18" charset="0"/>
                  <a:sym typeface="Symbol" panose="05050102010706020507" pitchFamily="18" charset="2"/>
                </a:rPr>
                <a:t>u </a:t>
              </a:r>
              <a:r>
                <a:rPr kumimoji="1" lang="en-US" altLang="zh-CN" sz="2400" b="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sym typeface="Symbol" panose="05050102010706020507" pitchFamily="18" charset="2"/>
                </a:rPr>
                <a:t>i </a:t>
              </a:r>
              <a:r>
                <a:rPr kumimoji="1" lang="zh-CN" altLang="zh-CN" sz="2400" b="1">
                  <a:latin typeface="Times New Roman" panose="02020603050405020304" pitchFamily="18" charset="0"/>
                  <a:sym typeface="Symbol" panose="05050102010706020507" pitchFamily="18" charset="2"/>
                </a:rPr>
                <a:t>同相</a:t>
              </a:r>
              <a:endParaRPr kumimoji="1" lang="zh-CN" altLang="en-US" sz="2400" b="1">
                <a:latin typeface="Times New Roman" panose="02020603050405020304" pitchFamily="18" charset="0"/>
              </a:endParaRPr>
            </a:p>
          </p:txBody>
        </p:sp>
      </p:grpSp>
      <p:grpSp>
        <p:nvGrpSpPr>
          <p:cNvPr id="59417" name="Group 25"/>
          <p:cNvGrpSpPr>
            <a:grpSpLocks/>
          </p:cNvGrpSpPr>
          <p:nvPr/>
        </p:nvGrpSpPr>
        <p:grpSpPr bwMode="auto">
          <a:xfrm>
            <a:off x="1619250" y="4292600"/>
            <a:ext cx="5995988" cy="2371725"/>
            <a:chOff x="1272" y="2499"/>
            <a:chExt cx="3513" cy="1494"/>
          </a:xfrm>
        </p:grpSpPr>
        <p:grpSp>
          <p:nvGrpSpPr>
            <p:cNvPr id="59418" name="Group 26"/>
            <p:cNvGrpSpPr>
              <a:grpSpLocks/>
            </p:cNvGrpSpPr>
            <p:nvPr/>
          </p:nvGrpSpPr>
          <p:grpSpPr bwMode="auto">
            <a:xfrm>
              <a:off x="2717" y="2499"/>
              <a:ext cx="1030" cy="1494"/>
              <a:chOff x="485" y="2427"/>
              <a:chExt cx="1030" cy="1494"/>
            </a:xfrm>
          </p:grpSpPr>
          <p:sp>
            <p:nvSpPr>
              <p:cNvPr id="59419" name="Text Box 27"/>
              <p:cNvSpPr txBox="1">
                <a:spLocks noChangeArrowheads="1"/>
              </p:cNvSpPr>
              <p:nvPr/>
            </p:nvSpPr>
            <p:spPr bwMode="auto">
              <a:xfrm>
                <a:off x="504" y="3633"/>
                <a:ext cx="82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相量模型</a:t>
                </a:r>
              </a:p>
            </p:txBody>
          </p:sp>
          <p:sp>
            <p:nvSpPr>
              <p:cNvPr id="59420" name="Line 28"/>
              <p:cNvSpPr>
                <a:spLocks noChangeShapeType="1"/>
              </p:cNvSpPr>
              <p:nvPr/>
            </p:nvSpPr>
            <p:spPr bwMode="auto">
              <a:xfrm>
                <a:off x="1221" y="2781"/>
                <a:ext cx="0" cy="7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1" name="Rectangle 29"/>
              <p:cNvSpPr>
                <a:spLocks noChangeArrowheads="1"/>
              </p:cNvSpPr>
              <p:nvPr/>
            </p:nvSpPr>
            <p:spPr bwMode="auto">
              <a:xfrm>
                <a:off x="1161" y="2973"/>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9422" name="Line 30"/>
              <p:cNvSpPr>
                <a:spLocks noChangeShapeType="1"/>
              </p:cNvSpPr>
              <p:nvPr/>
            </p:nvSpPr>
            <p:spPr bwMode="auto">
              <a:xfrm>
                <a:off x="645" y="2781"/>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3" name="Line 31"/>
              <p:cNvSpPr>
                <a:spLocks noChangeShapeType="1"/>
              </p:cNvSpPr>
              <p:nvPr/>
            </p:nvSpPr>
            <p:spPr bwMode="auto">
              <a:xfrm>
                <a:off x="645" y="3501"/>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4" name="Line 32"/>
              <p:cNvSpPr>
                <a:spLocks noChangeShapeType="1"/>
              </p:cNvSpPr>
              <p:nvPr/>
            </p:nvSpPr>
            <p:spPr bwMode="auto">
              <a:xfrm>
                <a:off x="669" y="2721"/>
                <a:ext cx="288" cy="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5" name="Text Box 33"/>
              <p:cNvSpPr txBox="1">
                <a:spLocks noChangeArrowheads="1"/>
              </p:cNvSpPr>
              <p:nvPr/>
            </p:nvSpPr>
            <p:spPr bwMode="auto">
              <a:xfrm>
                <a:off x="1288" y="2973"/>
                <a:ext cx="22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59426" name="Oval 34"/>
              <p:cNvSpPr>
                <a:spLocks noChangeArrowheads="1"/>
              </p:cNvSpPr>
              <p:nvPr/>
            </p:nvSpPr>
            <p:spPr bwMode="auto">
              <a:xfrm>
                <a:off x="609" y="3489"/>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9427" name="Oval 35"/>
              <p:cNvSpPr>
                <a:spLocks noChangeArrowheads="1"/>
              </p:cNvSpPr>
              <p:nvPr/>
            </p:nvSpPr>
            <p:spPr bwMode="auto">
              <a:xfrm>
                <a:off x="609" y="2769"/>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9428" name="Text Box 36"/>
              <p:cNvSpPr txBox="1">
                <a:spLocks noChangeArrowheads="1"/>
              </p:cNvSpPr>
              <p:nvPr/>
            </p:nvSpPr>
            <p:spPr bwMode="auto">
              <a:xfrm>
                <a:off x="529" y="276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59429" name="Text Box 37"/>
              <p:cNvSpPr txBox="1">
                <a:spLocks noChangeArrowheads="1"/>
              </p:cNvSpPr>
              <p:nvPr/>
            </p:nvSpPr>
            <p:spPr bwMode="auto">
              <a:xfrm>
                <a:off x="541" y="3249"/>
                <a:ext cx="1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aphicFrame>
            <p:nvGraphicFramePr>
              <p:cNvPr id="59430" name="Object 38"/>
              <p:cNvGraphicFramePr>
                <a:graphicFrameLocks noChangeAspect="1"/>
              </p:cNvGraphicFramePr>
              <p:nvPr/>
            </p:nvGraphicFramePr>
            <p:xfrm>
              <a:off x="485" y="3016"/>
              <a:ext cx="323" cy="323"/>
            </p:xfrm>
            <a:graphic>
              <a:graphicData uri="http://schemas.openxmlformats.org/presentationml/2006/ole">
                <mc:AlternateContent xmlns:mc="http://schemas.openxmlformats.org/markup-compatibility/2006">
                  <mc:Choice xmlns:v="urn:schemas-microsoft-com:vml" Requires="v">
                    <p:oleObj name="公式" r:id="rId9" imgW="228600" imgH="228600" progId="Equation.3">
                      <p:embed/>
                    </p:oleObj>
                  </mc:Choice>
                  <mc:Fallback>
                    <p:oleObj name="公式" r:id="rId9" imgW="228600" imgH="228600" progId="Equation.3">
                      <p:embed/>
                      <p:pic>
                        <p:nvPicPr>
                          <p:cNvPr id="5943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 y="3016"/>
                            <a:ext cx="323" cy="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31" name="Object 39"/>
              <p:cNvGraphicFramePr>
                <a:graphicFrameLocks noChangeAspect="1"/>
              </p:cNvGraphicFramePr>
              <p:nvPr/>
            </p:nvGraphicFramePr>
            <p:xfrm>
              <a:off x="703" y="2427"/>
              <a:ext cx="168" cy="257"/>
            </p:xfrm>
            <a:graphic>
              <a:graphicData uri="http://schemas.openxmlformats.org/presentationml/2006/ole">
                <mc:AlternateContent xmlns:mc="http://schemas.openxmlformats.org/markup-compatibility/2006">
                  <mc:Choice xmlns:v="urn:schemas-microsoft-com:vml" Requires="v">
                    <p:oleObj name="公式" r:id="rId11" imgW="126720" imgH="190440" progId="Equation.3">
                      <p:embed/>
                    </p:oleObj>
                  </mc:Choice>
                  <mc:Fallback>
                    <p:oleObj name="公式" r:id="rId11" imgW="126720" imgH="190440" progId="Equation.3">
                      <p:embed/>
                      <p:pic>
                        <p:nvPicPr>
                          <p:cNvPr id="59431" name="Object 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3" y="2427"/>
                            <a:ext cx="168"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9432" name="Group 40"/>
            <p:cNvGrpSpPr>
              <a:grpSpLocks/>
            </p:cNvGrpSpPr>
            <p:nvPr/>
          </p:nvGrpSpPr>
          <p:grpSpPr bwMode="auto">
            <a:xfrm>
              <a:off x="1272" y="2894"/>
              <a:ext cx="980" cy="714"/>
              <a:chOff x="720" y="2762"/>
              <a:chExt cx="980" cy="714"/>
            </a:xfrm>
          </p:grpSpPr>
          <p:sp>
            <p:nvSpPr>
              <p:cNvPr id="59433" name="Text Box 41"/>
              <p:cNvSpPr txBox="1">
                <a:spLocks noChangeArrowheads="1"/>
              </p:cNvSpPr>
              <p:nvPr/>
            </p:nvSpPr>
            <p:spPr bwMode="auto">
              <a:xfrm>
                <a:off x="720" y="2762"/>
                <a:ext cx="82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相量关系</a:t>
                </a:r>
                <a:endParaRPr kumimoji="1" lang="zh-CN" altLang="en-US" sz="2400" b="1">
                  <a:latin typeface="Times New Roman" panose="02020603050405020304" pitchFamily="18" charset="0"/>
                </a:endParaRPr>
              </a:p>
            </p:txBody>
          </p:sp>
          <p:graphicFrame>
            <p:nvGraphicFramePr>
              <p:cNvPr id="59434" name="Object 42"/>
              <p:cNvGraphicFramePr>
                <a:graphicFrameLocks noChangeAspect="1"/>
              </p:cNvGraphicFramePr>
              <p:nvPr/>
            </p:nvGraphicFramePr>
            <p:xfrm>
              <a:off x="828" y="3205"/>
              <a:ext cx="872" cy="271"/>
            </p:xfrm>
            <a:graphic>
              <a:graphicData uri="http://schemas.openxmlformats.org/presentationml/2006/ole">
                <mc:AlternateContent xmlns:mc="http://schemas.openxmlformats.org/markup-compatibility/2006">
                  <mc:Choice xmlns:v="urn:schemas-microsoft-com:vml" Requires="v">
                    <p:oleObj name="公式" r:id="rId13" imgW="1384200" imgH="431640" progId="Equation.3">
                      <p:embed/>
                    </p:oleObj>
                  </mc:Choice>
                  <mc:Fallback>
                    <p:oleObj name="公式" r:id="rId13" imgW="1384200" imgH="431640" progId="Equation.3">
                      <p:embed/>
                      <p:pic>
                        <p:nvPicPr>
                          <p:cNvPr id="59434" name="Object 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8" y="3205"/>
                            <a:ext cx="872"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9435" name="Group 43"/>
            <p:cNvGrpSpPr>
              <a:grpSpLocks/>
            </p:cNvGrpSpPr>
            <p:nvPr/>
          </p:nvGrpSpPr>
          <p:grpSpPr bwMode="auto">
            <a:xfrm>
              <a:off x="3912" y="2716"/>
              <a:ext cx="873" cy="1017"/>
              <a:chOff x="4644" y="2764"/>
              <a:chExt cx="873" cy="1017"/>
            </a:xfrm>
          </p:grpSpPr>
          <p:grpSp>
            <p:nvGrpSpPr>
              <p:cNvPr id="59436" name="Group 44"/>
              <p:cNvGrpSpPr>
                <a:grpSpLocks/>
              </p:cNvGrpSpPr>
              <p:nvPr/>
            </p:nvGrpSpPr>
            <p:grpSpPr bwMode="auto">
              <a:xfrm>
                <a:off x="4656" y="2764"/>
                <a:ext cx="861" cy="764"/>
                <a:chOff x="3180" y="2740"/>
                <a:chExt cx="861" cy="764"/>
              </a:xfrm>
            </p:grpSpPr>
            <p:sp>
              <p:nvSpPr>
                <p:cNvPr id="59437" name="Line 45"/>
                <p:cNvSpPr>
                  <a:spLocks noChangeShapeType="1"/>
                </p:cNvSpPr>
                <p:nvPr/>
              </p:nvSpPr>
              <p:spPr bwMode="auto">
                <a:xfrm flipV="1">
                  <a:off x="3180" y="2784"/>
                  <a:ext cx="660" cy="720"/>
                </a:xfrm>
                <a:prstGeom prst="line">
                  <a:avLst/>
                </a:prstGeom>
                <a:noFill/>
                <a:ln w="28575">
                  <a:solidFill>
                    <a:srgbClr val="66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59438" name="Object 46"/>
                <p:cNvGraphicFramePr>
                  <a:graphicFrameLocks noChangeAspect="1"/>
                </p:cNvGraphicFramePr>
                <p:nvPr/>
              </p:nvGraphicFramePr>
              <p:xfrm>
                <a:off x="3852" y="2740"/>
                <a:ext cx="189" cy="296"/>
              </p:xfrm>
              <a:graphic>
                <a:graphicData uri="http://schemas.openxmlformats.org/presentationml/2006/ole">
                  <mc:AlternateContent xmlns:mc="http://schemas.openxmlformats.org/markup-compatibility/2006">
                    <mc:Choice xmlns:v="urn:schemas-microsoft-com:vml" Requires="v">
                      <p:oleObj name="公式" r:id="rId15" imgW="126720" imgH="190440" progId="Equation.3">
                        <p:embed/>
                      </p:oleObj>
                    </mc:Choice>
                    <mc:Fallback>
                      <p:oleObj name="公式" r:id="rId15" imgW="126720" imgH="190440" progId="Equation.3">
                        <p:embed/>
                        <p:pic>
                          <p:nvPicPr>
                            <p:cNvPr id="59438" name="Object 4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52" y="2740"/>
                              <a:ext cx="189"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9439" name="Line 47"/>
              <p:cNvSpPr>
                <a:spLocks noChangeShapeType="1"/>
              </p:cNvSpPr>
              <p:nvPr/>
            </p:nvSpPr>
            <p:spPr bwMode="auto">
              <a:xfrm flipV="1">
                <a:off x="4644" y="3060"/>
                <a:ext cx="444" cy="46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59440" name="Object 48"/>
              <p:cNvGraphicFramePr>
                <a:graphicFrameLocks noChangeAspect="1"/>
              </p:cNvGraphicFramePr>
              <p:nvPr/>
            </p:nvGraphicFramePr>
            <p:xfrm>
              <a:off x="5040" y="3133"/>
              <a:ext cx="235" cy="290"/>
            </p:xfrm>
            <a:graphic>
              <a:graphicData uri="http://schemas.openxmlformats.org/presentationml/2006/ole">
                <mc:AlternateContent xmlns:mc="http://schemas.openxmlformats.org/markup-compatibility/2006">
                  <mc:Choice xmlns:v="urn:schemas-microsoft-com:vml" Requires="v">
                    <p:oleObj name="公式" r:id="rId17" imgW="164880" imgH="203040" progId="Equation.3">
                      <p:embed/>
                    </p:oleObj>
                  </mc:Choice>
                  <mc:Fallback>
                    <p:oleObj name="公式" r:id="rId17" imgW="164880" imgH="203040" progId="Equation.3">
                      <p:embed/>
                      <p:pic>
                        <p:nvPicPr>
                          <p:cNvPr id="59440" name="Object 4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40" y="3133"/>
                            <a:ext cx="235"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41" name="Text Box 49"/>
              <p:cNvSpPr txBox="1">
                <a:spLocks noChangeArrowheads="1"/>
              </p:cNvSpPr>
              <p:nvPr/>
            </p:nvSpPr>
            <p:spPr bwMode="auto">
              <a:xfrm>
                <a:off x="4814" y="3493"/>
                <a:ext cx="6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相量图</a:t>
                </a:r>
              </a:p>
            </p:txBody>
          </p:sp>
        </p:grpSp>
      </p:grpSp>
      <p:sp>
        <p:nvSpPr>
          <p:cNvPr id="59442" name="Text Box 50"/>
          <p:cNvSpPr txBox="1">
            <a:spLocks noChangeArrowheads="1"/>
          </p:cNvSpPr>
          <p:nvPr/>
        </p:nvSpPr>
        <p:spPr bwMode="auto">
          <a:xfrm>
            <a:off x="179388" y="908050"/>
            <a:ext cx="446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t>一、元件特性的相量形式</a:t>
            </a:r>
          </a:p>
        </p:txBody>
      </p:sp>
      <p:sp>
        <p:nvSpPr>
          <p:cNvPr id="59443" name="Rectangle 51"/>
          <p:cNvSpPr>
            <a:spLocks noGrp="1" noChangeArrowheads="1"/>
          </p:cNvSpPr>
          <p:nvPr>
            <p:ph type="title"/>
          </p:nvPr>
        </p:nvSpPr>
        <p:spPr>
          <a:xfrm>
            <a:off x="467544" y="188913"/>
            <a:ext cx="7417569" cy="535531"/>
          </a:xfrm>
          <a:solidFill>
            <a:srgbClr val="E7FFFF"/>
          </a:solidFill>
          <a:ln/>
          <a:effectLst>
            <a:prstShdw prst="shdw17" dist="17961" dir="2700000">
              <a:srgbClr val="E7FFFF">
                <a:gamma/>
                <a:shade val="60000"/>
                <a:invGamma/>
              </a:srgbClr>
            </a:prstShdw>
          </a:effectLst>
          <a:extLst>
            <a:ext uri="{91240B29-F687-4F45-9708-019B960494DF}">
              <a14:hiddenLine xmlns:a14="http://schemas.microsoft.com/office/drawing/2010/main" w="9525" cap="flat" cmpd="sng" algn="ctr">
                <a:solidFill>
                  <a:schemeClr val="folHlink"/>
                </a:solidFill>
                <a:prstDash val="solid"/>
                <a:miter lim="800000"/>
                <a:headEnd/>
                <a:tailEnd/>
              </a14:hiddenLine>
            </a:ext>
          </a:extLst>
        </p:spPr>
        <p:txBody>
          <a:bodyPr wrap="square" anchor="t">
            <a:spAutoFit/>
          </a:bodyPr>
          <a:lstStyle/>
          <a:p>
            <a:pPr>
              <a:spcBef>
                <a:spcPct val="50000"/>
              </a:spcBef>
            </a:pPr>
            <a:r>
              <a:rPr lang="en-US" altLang="zh-CN" sz="3200" b="1" dirty="0">
                <a:solidFill>
                  <a:srgbClr val="0000FF"/>
                </a:solidFill>
                <a:latin typeface="楷体_GB2312" pitchFamily="49" charset="-122"/>
                <a:ea typeface="楷体_GB2312" pitchFamily="49" charset="-122"/>
              </a:rPr>
              <a:t>10.3.3  </a:t>
            </a:r>
            <a:r>
              <a:rPr lang="zh-CN" altLang="en-US" sz="3200" b="1" dirty="0">
                <a:solidFill>
                  <a:srgbClr val="0000FF"/>
                </a:solidFill>
                <a:latin typeface="楷体_GB2312" pitchFamily="49" charset="-122"/>
                <a:ea typeface="楷体_GB2312" pitchFamily="49" charset="-122"/>
              </a:rPr>
              <a:t>电路的相量模型（直接记忆啊）</a:t>
            </a:r>
          </a:p>
        </p:txBody>
      </p:sp>
    </p:spTree>
    <p:extLst>
      <p:ext uri="{BB962C8B-B14F-4D97-AF65-F5344CB8AC3E}">
        <p14:creationId xmlns:p14="http://schemas.microsoft.com/office/powerpoint/2010/main" val="12458467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9395"/>
                                        </p:tgtEl>
                                        <p:attrNameLst>
                                          <p:attrName>style.visibility</p:attrName>
                                        </p:attrNameLst>
                                      </p:cBhvr>
                                      <p:to>
                                        <p:strVal val="visible"/>
                                      </p:to>
                                    </p:set>
                                    <p:animEffect transition="in" filter="wipe(left)">
                                      <p:cBhvr>
                                        <p:cTn id="7" dur="500"/>
                                        <p:tgtEl>
                                          <p:spTgt spid="59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412"/>
                                        </p:tgtEl>
                                        <p:attrNameLst>
                                          <p:attrName>style.visibility</p:attrName>
                                        </p:attrNameLst>
                                      </p:cBhvr>
                                      <p:to>
                                        <p:strVal val="visible"/>
                                      </p:to>
                                    </p:set>
                                    <p:animEffect transition="in" filter="wipe(left)">
                                      <p:cBhvr>
                                        <p:cTn id="12" dur="500"/>
                                        <p:tgtEl>
                                          <p:spTgt spid="594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9417"/>
                                        </p:tgtEl>
                                        <p:attrNameLst>
                                          <p:attrName>style.visibility</p:attrName>
                                        </p:attrNameLst>
                                      </p:cBhvr>
                                      <p:to>
                                        <p:strVal val="visible"/>
                                      </p:to>
                                    </p:set>
                                    <p:animEffect transition="in" filter="wipe(left)">
                                      <p:cBhvr>
                                        <p:cTn id="17" dur="500"/>
                                        <p:tgtEl>
                                          <p:spTgt spid="59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2"/>
          <p:cNvGrpSpPr>
            <a:grpSpLocks/>
          </p:cNvGrpSpPr>
          <p:nvPr/>
        </p:nvGrpSpPr>
        <p:grpSpPr bwMode="auto">
          <a:xfrm>
            <a:off x="5333999" y="698500"/>
            <a:ext cx="2089150" cy="3859213"/>
            <a:chOff x="3388" y="440"/>
            <a:chExt cx="1296" cy="2431"/>
          </a:xfrm>
        </p:grpSpPr>
        <p:sp>
          <p:nvSpPr>
            <p:cNvPr id="61443" name="Text Box 3"/>
            <p:cNvSpPr txBox="1">
              <a:spLocks noChangeArrowheads="1"/>
            </p:cNvSpPr>
            <p:nvPr/>
          </p:nvSpPr>
          <p:spPr bwMode="auto">
            <a:xfrm>
              <a:off x="3541" y="440"/>
              <a:ext cx="690" cy="291"/>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dirty="0">
                  <a:latin typeface="Times New Roman" panose="02020603050405020304" pitchFamily="18" charset="0"/>
                </a:rPr>
                <a:t>相量域</a:t>
              </a:r>
            </a:p>
          </p:txBody>
        </p:sp>
        <p:sp>
          <p:nvSpPr>
            <p:cNvPr id="61444" name="Text Box 4"/>
            <p:cNvSpPr txBox="1">
              <a:spLocks noChangeArrowheads="1"/>
            </p:cNvSpPr>
            <p:nvPr/>
          </p:nvSpPr>
          <p:spPr bwMode="auto">
            <a:xfrm>
              <a:off x="3388" y="1691"/>
              <a:ext cx="1296" cy="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latin typeface="Times New Roman" panose="02020603050405020304" pitchFamily="18" charset="0"/>
                </a:rPr>
                <a:t>有效值关系</a:t>
              </a:r>
            </a:p>
            <a:p>
              <a:pPr algn="l">
                <a:lnSpc>
                  <a:spcPct val="120000"/>
                </a:lnSpc>
                <a:spcBef>
                  <a:spcPct val="5000"/>
                </a:spcBef>
              </a:pPr>
              <a:r>
                <a:rPr kumimoji="1" lang="zh-CN" altLang="en-US" sz="2400" b="1">
                  <a:solidFill>
                    <a:srgbClr val="FF0000"/>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rPr>
                <a:t>U</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Symbol" panose="05050102010706020507" pitchFamily="18" charset="2"/>
                </a:rPr>
                <a:t>w </a:t>
              </a:r>
              <a:r>
                <a:rPr kumimoji="1" lang="en-US" altLang="zh-CN" sz="2400" b="1" i="1">
                  <a:solidFill>
                    <a:srgbClr val="FF0000"/>
                  </a:solidFill>
                  <a:latin typeface="Times New Roman" panose="02020603050405020304" pitchFamily="18" charset="0"/>
                </a:rPr>
                <a:t>L I</a:t>
              </a:r>
            </a:p>
          </p:txBody>
        </p:sp>
        <p:sp>
          <p:nvSpPr>
            <p:cNvPr id="61445" name="Text Box 5"/>
            <p:cNvSpPr txBox="1">
              <a:spLocks noChangeArrowheads="1"/>
            </p:cNvSpPr>
            <p:nvPr/>
          </p:nvSpPr>
          <p:spPr bwMode="auto">
            <a:xfrm>
              <a:off x="3438" y="2318"/>
              <a:ext cx="1173" cy="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相位关系</a:t>
              </a:r>
            </a:p>
            <a:p>
              <a:pPr algn="l">
                <a:lnSpc>
                  <a:spcPct val="65000"/>
                </a:lnSpc>
              </a:pPr>
              <a:r>
                <a:rPr kumimoji="1" lang="en-US" altLang="zh-CN" sz="2400" b="1" i="1">
                  <a:solidFill>
                    <a:srgbClr val="FF0000"/>
                  </a:solidFill>
                  <a:latin typeface="Times New Roman" panose="02020603050405020304" pitchFamily="18" charset="0"/>
                  <a:sym typeface="Symbol" panose="05050102010706020507" pitchFamily="18" charset="2"/>
                </a:rPr>
                <a:t>u </a:t>
              </a:r>
              <a:r>
                <a:rPr kumimoji="1" lang="zh-CN" altLang="en-US" sz="2400" b="1">
                  <a:solidFill>
                    <a:srgbClr val="FF0000"/>
                  </a:solidFill>
                  <a:latin typeface="Times New Roman" panose="02020603050405020304" pitchFamily="18" charset="0"/>
                  <a:sym typeface="Symbol" panose="05050102010706020507" pitchFamily="18" charset="2"/>
                </a:rPr>
                <a:t>超前</a:t>
              </a:r>
              <a:r>
                <a:rPr kumimoji="1" lang="zh-CN" altLang="en-US" sz="2400" b="1" i="1">
                  <a:solidFill>
                    <a:srgbClr val="FF0000"/>
                  </a:solidFill>
                  <a:latin typeface="Times New Roman" panose="02020603050405020304" pitchFamily="18" charset="0"/>
                  <a:sym typeface="Symbol" panose="05050102010706020507" pitchFamily="18" charset="2"/>
                </a:rPr>
                <a:t> </a:t>
              </a:r>
              <a:r>
                <a:rPr kumimoji="1" lang="en-US" altLang="zh-CN" sz="2400" b="1" i="1">
                  <a:solidFill>
                    <a:srgbClr val="FF0000"/>
                  </a:solidFill>
                  <a:latin typeface="Times New Roman" panose="02020603050405020304" pitchFamily="18" charset="0"/>
                  <a:sym typeface="Symbol" panose="05050102010706020507" pitchFamily="18" charset="2"/>
                </a:rPr>
                <a:t>i</a:t>
              </a:r>
              <a:r>
                <a:rPr kumimoji="1" lang="en-US" altLang="zh-CN" sz="2400" b="1">
                  <a:solidFill>
                    <a:srgbClr val="FF0000"/>
                  </a:solidFill>
                  <a:latin typeface="Times New Roman" panose="02020603050405020304" pitchFamily="18" charset="0"/>
                  <a:sym typeface="Symbol" panose="05050102010706020507" pitchFamily="18" charset="2"/>
                </a:rPr>
                <a:t> 90°</a:t>
              </a:r>
              <a:endParaRPr kumimoji="1" lang="en-US" altLang="zh-CN" sz="2400" b="1">
                <a:solidFill>
                  <a:srgbClr val="FF0000"/>
                </a:solidFill>
                <a:latin typeface="Times New Roman" panose="02020603050405020304" pitchFamily="18" charset="0"/>
              </a:endParaRPr>
            </a:p>
          </p:txBody>
        </p:sp>
        <p:graphicFrame>
          <p:nvGraphicFramePr>
            <p:cNvPr id="61446" name="Object 6"/>
            <p:cNvGraphicFramePr>
              <a:graphicFrameLocks noChangeAspect="1"/>
            </p:cNvGraphicFramePr>
            <p:nvPr/>
          </p:nvGraphicFramePr>
          <p:xfrm>
            <a:off x="3528" y="1260"/>
            <a:ext cx="853" cy="287"/>
          </p:xfrm>
          <a:graphic>
            <a:graphicData uri="http://schemas.openxmlformats.org/presentationml/2006/ole">
              <mc:AlternateContent xmlns:mc="http://schemas.openxmlformats.org/markup-compatibility/2006">
                <mc:Choice xmlns:v="urn:schemas-microsoft-com:vml" Requires="v">
                  <p:oleObj name="公式" r:id="rId3" imgW="672840" imgH="228600" progId="Equation.3">
                    <p:embed/>
                  </p:oleObj>
                </mc:Choice>
                <mc:Fallback>
                  <p:oleObj name="公式" r:id="rId3" imgW="672840" imgH="228600" progId="Equation.3">
                    <p:embed/>
                    <p:pic>
                      <p:nvPicPr>
                        <p:cNvPr id="6144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8" y="1260"/>
                          <a:ext cx="853"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7" name="Object 7"/>
            <p:cNvGraphicFramePr>
              <a:graphicFrameLocks noChangeAspect="1"/>
            </p:cNvGraphicFramePr>
            <p:nvPr/>
          </p:nvGraphicFramePr>
          <p:xfrm>
            <a:off x="3464" y="869"/>
            <a:ext cx="758" cy="253"/>
          </p:xfrm>
          <a:graphic>
            <a:graphicData uri="http://schemas.openxmlformats.org/presentationml/2006/ole">
              <mc:AlternateContent xmlns:mc="http://schemas.openxmlformats.org/markup-compatibility/2006">
                <mc:Choice xmlns:v="urn:schemas-microsoft-com:vml" Requires="v">
                  <p:oleObj name="公式" r:id="rId5" imgW="596880" imgH="203040" progId="Equation.3">
                    <p:embed/>
                  </p:oleObj>
                </mc:Choice>
                <mc:Fallback>
                  <p:oleObj name="公式" r:id="rId5" imgW="596880" imgH="203040" progId="Equation.3">
                    <p:embed/>
                    <p:pic>
                      <p:nvPicPr>
                        <p:cNvPr id="61447"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4" y="869"/>
                          <a:ext cx="758"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448" name="Group 8"/>
          <p:cNvGrpSpPr>
            <a:grpSpLocks/>
          </p:cNvGrpSpPr>
          <p:nvPr/>
        </p:nvGrpSpPr>
        <p:grpSpPr bwMode="auto">
          <a:xfrm>
            <a:off x="7146925" y="1377950"/>
            <a:ext cx="1844675" cy="4692650"/>
            <a:chOff x="4502" y="868"/>
            <a:chExt cx="1102" cy="2956"/>
          </a:xfrm>
        </p:grpSpPr>
        <p:grpSp>
          <p:nvGrpSpPr>
            <p:cNvPr id="61449" name="Group 9"/>
            <p:cNvGrpSpPr>
              <a:grpSpLocks/>
            </p:cNvGrpSpPr>
            <p:nvPr/>
          </p:nvGrpSpPr>
          <p:grpSpPr bwMode="auto">
            <a:xfrm>
              <a:off x="4676" y="868"/>
              <a:ext cx="922" cy="1468"/>
              <a:chOff x="4696" y="628"/>
              <a:chExt cx="922" cy="1468"/>
            </a:xfrm>
          </p:grpSpPr>
          <p:sp>
            <p:nvSpPr>
              <p:cNvPr id="61450" name="Text Box 10"/>
              <p:cNvSpPr txBox="1">
                <a:spLocks noChangeArrowheads="1"/>
              </p:cNvSpPr>
              <p:nvPr/>
            </p:nvSpPr>
            <p:spPr bwMode="auto">
              <a:xfrm>
                <a:off x="4995" y="1204"/>
                <a:ext cx="62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L</a:t>
                </a:r>
              </a:p>
            </p:txBody>
          </p:sp>
          <p:grpSp>
            <p:nvGrpSpPr>
              <p:cNvPr id="61451" name="Group 11"/>
              <p:cNvGrpSpPr>
                <a:grpSpLocks/>
              </p:cNvGrpSpPr>
              <p:nvPr/>
            </p:nvGrpSpPr>
            <p:grpSpPr bwMode="auto">
              <a:xfrm>
                <a:off x="4696" y="628"/>
                <a:ext cx="858" cy="1468"/>
                <a:chOff x="4016" y="2628"/>
                <a:chExt cx="858" cy="1468"/>
              </a:xfrm>
            </p:grpSpPr>
            <p:sp>
              <p:nvSpPr>
                <p:cNvPr id="61452" name="Text Box 12"/>
                <p:cNvSpPr txBox="1">
                  <a:spLocks noChangeArrowheads="1"/>
                </p:cNvSpPr>
                <p:nvPr/>
              </p:nvSpPr>
              <p:spPr bwMode="auto">
                <a:xfrm>
                  <a:off x="4032" y="3808"/>
                  <a:ext cx="84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相量模型</a:t>
                  </a:r>
                </a:p>
              </p:txBody>
            </p:sp>
            <p:sp>
              <p:nvSpPr>
                <p:cNvPr id="61453" name="Freeform 13"/>
                <p:cNvSpPr>
                  <a:spLocks/>
                </p:cNvSpPr>
                <p:nvPr/>
              </p:nvSpPr>
              <p:spPr bwMode="auto">
                <a:xfrm>
                  <a:off x="4727" y="2984"/>
                  <a:ext cx="1" cy="168"/>
                </a:xfrm>
                <a:custGeom>
                  <a:avLst/>
                  <a:gdLst>
                    <a:gd name="T0" fmla="*/ 0 w 1"/>
                    <a:gd name="T1" fmla="*/ 168 h 168"/>
                    <a:gd name="T2" fmla="*/ 0 w 1"/>
                    <a:gd name="T3" fmla="*/ 0 h 168"/>
                  </a:gdLst>
                  <a:ahLst/>
                  <a:cxnLst>
                    <a:cxn ang="0">
                      <a:pos x="T0" y="T1"/>
                    </a:cxn>
                    <a:cxn ang="0">
                      <a:pos x="T2" y="T3"/>
                    </a:cxn>
                  </a:cxnLst>
                  <a:rect l="0" t="0" r="r" b="b"/>
                  <a:pathLst>
                    <a:path w="1" h="168">
                      <a:moveTo>
                        <a:pt x="0" y="168"/>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54" name="Freeform 14"/>
                <p:cNvSpPr>
                  <a:spLocks/>
                </p:cNvSpPr>
                <p:nvPr/>
              </p:nvSpPr>
              <p:spPr bwMode="auto">
                <a:xfrm>
                  <a:off x="4721" y="3536"/>
                  <a:ext cx="1" cy="174"/>
                </a:xfrm>
                <a:custGeom>
                  <a:avLst/>
                  <a:gdLst>
                    <a:gd name="T0" fmla="*/ 0 w 1"/>
                    <a:gd name="T1" fmla="*/ 0 h 174"/>
                    <a:gd name="T2" fmla="*/ 0 w 1"/>
                    <a:gd name="T3" fmla="*/ 174 h 174"/>
                  </a:gdLst>
                  <a:ahLst/>
                  <a:cxnLst>
                    <a:cxn ang="0">
                      <a:pos x="T0" y="T1"/>
                    </a:cxn>
                    <a:cxn ang="0">
                      <a:pos x="T2" y="T3"/>
                    </a:cxn>
                  </a:cxnLst>
                  <a:rect l="0" t="0" r="r" b="b"/>
                  <a:pathLst>
                    <a:path w="1" h="174">
                      <a:moveTo>
                        <a:pt x="0" y="0"/>
                      </a:moveTo>
                      <a:lnTo>
                        <a:pt x="0" y="174"/>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55" name="Freeform 15"/>
                <p:cNvSpPr>
                  <a:spLocks/>
                </p:cNvSpPr>
                <p:nvPr/>
              </p:nvSpPr>
              <p:spPr bwMode="auto">
                <a:xfrm>
                  <a:off x="4151" y="2984"/>
                  <a:ext cx="576" cy="6"/>
                </a:xfrm>
                <a:custGeom>
                  <a:avLst/>
                  <a:gdLst>
                    <a:gd name="T0" fmla="*/ 0 w 576"/>
                    <a:gd name="T1" fmla="*/ 6 h 6"/>
                    <a:gd name="T2" fmla="*/ 576 w 576"/>
                    <a:gd name="T3" fmla="*/ 0 h 6"/>
                  </a:gdLst>
                  <a:ahLst/>
                  <a:cxnLst>
                    <a:cxn ang="0">
                      <a:pos x="T0" y="T1"/>
                    </a:cxn>
                    <a:cxn ang="0">
                      <a:pos x="T2" y="T3"/>
                    </a:cxn>
                  </a:cxnLst>
                  <a:rect l="0" t="0" r="r" b="b"/>
                  <a:pathLst>
                    <a:path w="576" h="6">
                      <a:moveTo>
                        <a:pt x="0" y="6"/>
                      </a:moveTo>
                      <a:lnTo>
                        <a:pt x="576"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56" name="Freeform 16"/>
                <p:cNvSpPr>
                  <a:spLocks/>
                </p:cNvSpPr>
                <p:nvPr/>
              </p:nvSpPr>
              <p:spPr bwMode="auto">
                <a:xfrm>
                  <a:off x="4148" y="3704"/>
                  <a:ext cx="570" cy="3"/>
                </a:xfrm>
                <a:custGeom>
                  <a:avLst/>
                  <a:gdLst>
                    <a:gd name="T0" fmla="*/ 0 w 570"/>
                    <a:gd name="T1" fmla="*/ 3 h 3"/>
                    <a:gd name="T2" fmla="*/ 570 w 570"/>
                    <a:gd name="T3" fmla="*/ 0 h 3"/>
                  </a:gdLst>
                  <a:ahLst/>
                  <a:cxnLst>
                    <a:cxn ang="0">
                      <a:pos x="T0" y="T1"/>
                    </a:cxn>
                    <a:cxn ang="0">
                      <a:pos x="T2" y="T3"/>
                    </a:cxn>
                  </a:cxnLst>
                  <a:rect l="0" t="0" r="r" b="b"/>
                  <a:pathLst>
                    <a:path w="570" h="3">
                      <a:moveTo>
                        <a:pt x="0" y="3"/>
                      </a:moveTo>
                      <a:lnTo>
                        <a:pt x="57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57" name="Line 17"/>
                <p:cNvSpPr>
                  <a:spLocks noChangeShapeType="1"/>
                </p:cNvSpPr>
                <p:nvPr/>
              </p:nvSpPr>
              <p:spPr bwMode="auto">
                <a:xfrm>
                  <a:off x="4131" y="2912"/>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1458" name="Group 18"/>
                <p:cNvGrpSpPr>
                  <a:grpSpLocks/>
                </p:cNvGrpSpPr>
                <p:nvPr/>
              </p:nvGrpSpPr>
              <p:grpSpPr bwMode="auto">
                <a:xfrm rot="5400000">
                  <a:off x="4558" y="3315"/>
                  <a:ext cx="384" cy="57"/>
                  <a:chOff x="666" y="1872"/>
                  <a:chExt cx="489" cy="60"/>
                </a:xfrm>
              </p:grpSpPr>
              <p:sp>
                <p:nvSpPr>
                  <p:cNvPr id="61459" name="Freeform 19"/>
                  <p:cNvSpPr>
                    <a:spLocks/>
                  </p:cNvSpPr>
                  <p:nvPr/>
                </p:nvSpPr>
                <p:spPr bwMode="auto">
                  <a:xfrm>
                    <a:off x="666" y="1872"/>
                    <a:ext cx="125" cy="60"/>
                  </a:xfrm>
                  <a:custGeom>
                    <a:avLst/>
                    <a:gdLst>
                      <a:gd name="T0" fmla="*/ 0 w 125"/>
                      <a:gd name="T1" fmla="*/ 60 h 60"/>
                      <a:gd name="T2" fmla="*/ 23 w 125"/>
                      <a:gd name="T3" fmla="*/ 15 h 60"/>
                      <a:gd name="T4" fmla="*/ 65 w 125"/>
                      <a:gd name="T5" fmla="*/ 0 h 60"/>
                      <a:gd name="T6" fmla="*/ 102 w 125"/>
                      <a:gd name="T7" fmla="*/ 15 h 60"/>
                      <a:gd name="T8" fmla="*/ 125 w 125"/>
                      <a:gd name="T9" fmla="*/ 51 h 60"/>
                    </a:gdLst>
                    <a:ahLst/>
                    <a:cxnLst>
                      <a:cxn ang="0">
                        <a:pos x="T0" y="T1"/>
                      </a:cxn>
                      <a:cxn ang="0">
                        <a:pos x="T2" y="T3"/>
                      </a:cxn>
                      <a:cxn ang="0">
                        <a:pos x="T4" y="T5"/>
                      </a:cxn>
                      <a:cxn ang="0">
                        <a:pos x="T6" y="T7"/>
                      </a:cxn>
                      <a:cxn ang="0">
                        <a:pos x="T8" y="T9"/>
                      </a:cxn>
                    </a:cxnLst>
                    <a:rect l="0" t="0" r="r" b="b"/>
                    <a:pathLst>
                      <a:path w="125" h="60">
                        <a:moveTo>
                          <a:pt x="0" y="60"/>
                        </a:moveTo>
                        <a:cubicBezTo>
                          <a:pt x="4" y="53"/>
                          <a:pt x="12" y="25"/>
                          <a:pt x="23" y="15"/>
                        </a:cubicBezTo>
                        <a:cubicBezTo>
                          <a:pt x="34" y="5"/>
                          <a:pt x="52" y="0"/>
                          <a:pt x="65" y="0"/>
                        </a:cubicBezTo>
                        <a:cubicBezTo>
                          <a:pt x="78" y="0"/>
                          <a:pt x="92" y="7"/>
                          <a:pt x="102" y="15"/>
                        </a:cubicBezTo>
                        <a:cubicBezTo>
                          <a:pt x="112" y="23"/>
                          <a:pt x="120" y="44"/>
                          <a:pt x="125"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0" name="Freeform 20"/>
                  <p:cNvSpPr>
                    <a:spLocks/>
                  </p:cNvSpPr>
                  <p:nvPr/>
                </p:nvSpPr>
                <p:spPr bwMode="auto">
                  <a:xfrm>
                    <a:off x="791" y="1872"/>
                    <a:ext cx="121" cy="54"/>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1" name="Freeform 21"/>
                  <p:cNvSpPr>
                    <a:spLocks/>
                  </p:cNvSpPr>
                  <p:nvPr/>
                </p:nvSpPr>
                <p:spPr bwMode="auto">
                  <a:xfrm>
                    <a:off x="912" y="1872"/>
                    <a:ext cx="119" cy="51"/>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2" name="Freeform 22"/>
                  <p:cNvSpPr>
                    <a:spLocks/>
                  </p:cNvSpPr>
                  <p:nvPr/>
                </p:nvSpPr>
                <p:spPr bwMode="auto">
                  <a:xfrm>
                    <a:off x="1032" y="1872"/>
                    <a:ext cx="123" cy="57"/>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61463" name="Oval 23"/>
                <p:cNvSpPr>
                  <a:spLocks noChangeArrowheads="1"/>
                </p:cNvSpPr>
                <p:nvPr/>
              </p:nvSpPr>
              <p:spPr bwMode="auto">
                <a:xfrm>
                  <a:off x="4097" y="368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4" name="Oval 24"/>
                <p:cNvSpPr>
                  <a:spLocks noChangeArrowheads="1"/>
                </p:cNvSpPr>
                <p:nvPr/>
              </p:nvSpPr>
              <p:spPr bwMode="auto">
                <a:xfrm>
                  <a:off x="4097" y="296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5" name="Text Box 25"/>
                <p:cNvSpPr txBox="1">
                  <a:spLocks noChangeArrowheads="1"/>
                </p:cNvSpPr>
                <p:nvPr/>
              </p:nvSpPr>
              <p:spPr bwMode="auto">
                <a:xfrm>
                  <a:off x="4016" y="3008"/>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61466" name="Text Box 26"/>
                <p:cNvSpPr txBox="1">
                  <a:spLocks noChangeArrowheads="1"/>
                </p:cNvSpPr>
                <p:nvPr/>
              </p:nvSpPr>
              <p:spPr bwMode="auto">
                <a:xfrm>
                  <a:off x="4029" y="3440"/>
                  <a:ext cx="2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graphicFrame>
              <p:nvGraphicFramePr>
                <p:cNvPr id="61467" name="Object 27"/>
                <p:cNvGraphicFramePr>
                  <a:graphicFrameLocks noChangeAspect="1"/>
                </p:cNvGraphicFramePr>
                <p:nvPr/>
              </p:nvGraphicFramePr>
              <p:xfrm>
                <a:off x="4026" y="3253"/>
                <a:ext cx="192" cy="237"/>
              </p:xfrm>
              <a:graphic>
                <a:graphicData uri="http://schemas.openxmlformats.org/presentationml/2006/ole">
                  <mc:AlternateContent xmlns:mc="http://schemas.openxmlformats.org/markup-compatibility/2006">
                    <mc:Choice xmlns:v="urn:schemas-microsoft-com:vml" Requires="v">
                      <p:oleObj name="公式" r:id="rId7" imgW="164880" imgH="203040" progId="Equation.3">
                        <p:embed/>
                      </p:oleObj>
                    </mc:Choice>
                    <mc:Fallback>
                      <p:oleObj name="公式" r:id="rId7" imgW="164880" imgH="203040" progId="Equation.3">
                        <p:embed/>
                        <p:pic>
                          <p:nvPicPr>
                            <p:cNvPr id="61467"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6" y="3253"/>
                              <a:ext cx="192"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8" name="Object 28"/>
                <p:cNvGraphicFramePr>
                  <a:graphicFrameLocks noChangeAspect="1"/>
                </p:cNvGraphicFramePr>
                <p:nvPr/>
              </p:nvGraphicFramePr>
              <p:xfrm>
                <a:off x="4192" y="2628"/>
                <a:ext cx="147" cy="224"/>
              </p:xfrm>
              <a:graphic>
                <a:graphicData uri="http://schemas.openxmlformats.org/presentationml/2006/ole">
                  <mc:AlternateContent xmlns:mc="http://schemas.openxmlformats.org/markup-compatibility/2006">
                    <mc:Choice xmlns:v="urn:schemas-microsoft-com:vml" Requires="v">
                      <p:oleObj name="公式" r:id="rId9" imgW="126720" imgH="190440" progId="Equation.3">
                        <p:embed/>
                      </p:oleObj>
                    </mc:Choice>
                    <mc:Fallback>
                      <p:oleObj name="公式" r:id="rId9" imgW="126720" imgH="190440" progId="Equation.3">
                        <p:embed/>
                        <p:pic>
                          <p:nvPicPr>
                            <p:cNvPr id="61468"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2" y="2628"/>
                              <a:ext cx="147"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61469" name="Group 29"/>
            <p:cNvGrpSpPr>
              <a:grpSpLocks/>
            </p:cNvGrpSpPr>
            <p:nvPr/>
          </p:nvGrpSpPr>
          <p:grpSpPr bwMode="auto">
            <a:xfrm>
              <a:off x="4502" y="2691"/>
              <a:ext cx="1102" cy="1133"/>
              <a:chOff x="4088" y="1720"/>
              <a:chExt cx="1102" cy="1133"/>
            </a:xfrm>
          </p:grpSpPr>
          <p:graphicFrame>
            <p:nvGraphicFramePr>
              <p:cNvPr id="61470" name="Object 30"/>
              <p:cNvGraphicFramePr>
                <a:graphicFrameLocks noChangeAspect="1"/>
              </p:cNvGraphicFramePr>
              <p:nvPr/>
            </p:nvGraphicFramePr>
            <p:xfrm>
              <a:off x="4088" y="1720"/>
              <a:ext cx="201" cy="248"/>
            </p:xfrm>
            <a:graphic>
              <a:graphicData uri="http://schemas.openxmlformats.org/presentationml/2006/ole">
                <mc:AlternateContent xmlns:mc="http://schemas.openxmlformats.org/markup-compatibility/2006">
                  <mc:Choice xmlns:v="urn:schemas-microsoft-com:vml" Requires="v">
                    <p:oleObj name="公式" r:id="rId11" imgW="164880" imgH="203040" progId="Equation.3">
                      <p:embed/>
                    </p:oleObj>
                  </mc:Choice>
                  <mc:Fallback>
                    <p:oleObj name="公式" r:id="rId11" imgW="164880" imgH="203040" progId="Equation.3">
                      <p:embed/>
                      <p:pic>
                        <p:nvPicPr>
                          <p:cNvPr id="61470" name="Object 30"/>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88" y="1720"/>
                            <a:ext cx="20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71" name="Object 31"/>
              <p:cNvGraphicFramePr>
                <a:graphicFrameLocks noChangeAspect="1"/>
              </p:cNvGraphicFramePr>
              <p:nvPr/>
            </p:nvGraphicFramePr>
            <p:xfrm>
              <a:off x="5024" y="2301"/>
              <a:ext cx="166" cy="252"/>
            </p:xfrm>
            <a:graphic>
              <a:graphicData uri="http://schemas.openxmlformats.org/presentationml/2006/ole">
                <mc:AlternateContent xmlns:mc="http://schemas.openxmlformats.org/markup-compatibility/2006">
                  <mc:Choice xmlns:v="urn:schemas-microsoft-com:vml" Requires="v">
                    <p:oleObj name="公式" r:id="rId12" imgW="126720" imgH="190440" progId="Equation.3">
                      <p:embed/>
                    </p:oleObj>
                  </mc:Choice>
                  <mc:Fallback>
                    <p:oleObj name="公式" r:id="rId12" imgW="126720" imgH="190440" progId="Equation.3">
                      <p:embed/>
                      <p:pic>
                        <p:nvPicPr>
                          <p:cNvPr id="61471" name="Object 31"/>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24" y="2301"/>
                            <a:ext cx="1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72" name="Line 32"/>
              <p:cNvSpPr>
                <a:spLocks noChangeShapeType="1"/>
              </p:cNvSpPr>
              <p:nvPr/>
            </p:nvSpPr>
            <p:spPr bwMode="auto">
              <a:xfrm>
                <a:off x="4400" y="2448"/>
                <a:ext cx="568" cy="0"/>
              </a:xfrm>
              <a:prstGeom prst="line">
                <a:avLst/>
              </a:prstGeom>
              <a:noFill/>
              <a:ln w="25400">
                <a:solidFill>
                  <a:srgbClr val="66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473" name="Line 33"/>
              <p:cNvSpPr>
                <a:spLocks noChangeShapeType="1"/>
              </p:cNvSpPr>
              <p:nvPr/>
            </p:nvSpPr>
            <p:spPr bwMode="auto">
              <a:xfrm flipV="1">
                <a:off x="4400" y="1784"/>
                <a:ext cx="0" cy="664"/>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474" name="Text Box 34"/>
              <p:cNvSpPr txBox="1">
                <a:spLocks noChangeArrowheads="1"/>
              </p:cNvSpPr>
              <p:nvPr/>
            </p:nvSpPr>
            <p:spPr bwMode="auto">
              <a:xfrm>
                <a:off x="4342" y="2565"/>
                <a:ext cx="65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相量图</a:t>
                </a:r>
              </a:p>
            </p:txBody>
          </p:sp>
        </p:grpSp>
      </p:grpSp>
      <p:grpSp>
        <p:nvGrpSpPr>
          <p:cNvPr id="61475" name="Group 35"/>
          <p:cNvGrpSpPr>
            <a:grpSpLocks/>
          </p:cNvGrpSpPr>
          <p:nvPr/>
        </p:nvGrpSpPr>
        <p:grpSpPr bwMode="auto">
          <a:xfrm>
            <a:off x="177800" y="269875"/>
            <a:ext cx="1838325" cy="3306763"/>
            <a:chOff x="112" y="170"/>
            <a:chExt cx="1023" cy="2083"/>
          </a:xfrm>
        </p:grpSpPr>
        <p:sp>
          <p:nvSpPr>
            <p:cNvPr id="61476" name="Text Box 36"/>
            <p:cNvSpPr txBox="1">
              <a:spLocks noChangeArrowheads="1"/>
            </p:cNvSpPr>
            <p:nvPr/>
          </p:nvSpPr>
          <p:spPr bwMode="auto">
            <a:xfrm>
              <a:off x="144" y="170"/>
              <a:ext cx="71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rPr>
                <a:t>2 . </a:t>
              </a:r>
              <a:r>
                <a:rPr kumimoji="1" lang="zh-CN" altLang="en-US" sz="2400" b="1">
                  <a:solidFill>
                    <a:srgbClr val="FF0000"/>
                  </a:solidFill>
                  <a:latin typeface="Times New Roman" panose="02020603050405020304" pitchFamily="18" charset="0"/>
                </a:rPr>
                <a:t>电感</a:t>
              </a:r>
            </a:p>
          </p:txBody>
        </p:sp>
        <p:grpSp>
          <p:nvGrpSpPr>
            <p:cNvPr id="61477" name="Group 37"/>
            <p:cNvGrpSpPr>
              <a:grpSpLocks/>
            </p:cNvGrpSpPr>
            <p:nvPr/>
          </p:nvGrpSpPr>
          <p:grpSpPr bwMode="auto">
            <a:xfrm>
              <a:off x="112" y="812"/>
              <a:ext cx="1023" cy="1441"/>
              <a:chOff x="112" y="812"/>
              <a:chExt cx="1023" cy="1441"/>
            </a:xfrm>
          </p:grpSpPr>
          <p:grpSp>
            <p:nvGrpSpPr>
              <p:cNvPr id="61478" name="Group 38"/>
              <p:cNvGrpSpPr>
                <a:grpSpLocks/>
              </p:cNvGrpSpPr>
              <p:nvPr/>
            </p:nvGrpSpPr>
            <p:grpSpPr bwMode="auto">
              <a:xfrm>
                <a:off x="112" y="812"/>
                <a:ext cx="1023" cy="1104"/>
                <a:chOff x="745" y="576"/>
                <a:chExt cx="1023" cy="1104"/>
              </a:xfrm>
            </p:grpSpPr>
            <p:sp>
              <p:nvSpPr>
                <p:cNvPr id="61479" name="Freeform 39"/>
                <p:cNvSpPr>
                  <a:spLocks/>
                </p:cNvSpPr>
                <p:nvPr/>
              </p:nvSpPr>
              <p:spPr bwMode="auto">
                <a:xfrm>
                  <a:off x="1494" y="936"/>
                  <a:ext cx="1" cy="168"/>
                </a:xfrm>
                <a:custGeom>
                  <a:avLst/>
                  <a:gdLst>
                    <a:gd name="T0" fmla="*/ 0 w 1"/>
                    <a:gd name="T1" fmla="*/ 168 h 168"/>
                    <a:gd name="T2" fmla="*/ 0 w 1"/>
                    <a:gd name="T3" fmla="*/ 0 h 168"/>
                  </a:gdLst>
                  <a:ahLst/>
                  <a:cxnLst>
                    <a:cxn ang="0">
                      <a:pos x="T0" y="T1"/>
                    </a:cxn>
                    <a:cxn ang="0">
                      <a:pos x="T2" y="T3"/>
                    </a:cxn>
                  </a:cxnLst>
                  <a:rect l="0" t="0" r="r" b="b"/>
                  <a:pathLst>
                    <a:path w="1" h="168">
                      <a:moveTo>
                        <a:pt x="0" y="168"/>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0" name="Freeform 40"/>
                <p:cNvSpPr>
                  <a:spLocks/>
                </p:cNvSpPr>
                <p:nvPr/>
              </p:nvSpPr>
              <p:spPr bwMode="auto">
                <a:xfrm>
                  <a:off x="1488" y="1488"/>
                  <a:ext cx="1" cy="174"/>
                </a:xfrm>
                <a:custGeom>
                  <a:avLst/>
                  <a:gdLst>
                    <a:gd name="T0" fmla="*/ 0 w 1"/>
                    <a:gd name="T1" fmla="*/ 0 h 174"/>
                    <a:gd name="T2" fmla="*/ 0 w 1"/>
                    <a:gd name="T3" fmla="*/ 174 h 174"/>
                  </a:gdLst>
                  <a:ahLst/>
                  <a:cxnLst>
                    <a:cxn ang="0">
                      <a:pos x="T0" y="T1"/>
                    </a:cxn>
                    <a:cxn ang="0">
                      <a:pos x="T2" y="T3"/>
                    </a:cxn>
                  </a:cxnLst>
                  <a:rect l="0" t="0" r="r" b="b"/>
                  <a:pathLst>
                    <a:path w="1" h="174">
                      <a:moveTo>
                        <a:pt x="0" y="0"/>
                      </a:moveTo>
                      <a:lnTo>
                        <a:pt x="0" y="174"/>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1" name="Freeform 41"/>
                <p:cNvSpPr>
                  <a:spLocks/>
                </p:cNvSpPr>
                <p:nvPr/>
              </p:nvSpPr>
              <p:spPr bwMode="auto">
                <a:xfrm>
                  <a:off x="918" y="936"/>
                  <a:ext cx="576" cy="6"/>
                </a:xfrm>
                <a:custGeom>
                  <a:avLst/>
                  <a:gdLst>
                    <a:gd name="T0" fmla="*/ 0 w 576"/>
                    <a:gd name="T1" fmla="*/ 6 h 6"/>
                    <a:gd name="T2" fmla="*/ 576 w 576"/>
                    <a:gd name="T3" fmla="*/ 0 h 6"/>
                  </a:gdLst>
                  <a:ahLst/>
                  <a:cxnLst>
                    <a:cxn ang="0">
                      <a:pos x="T0" y="T1"/>
                    </a:cxn>
                    <a:cxn ang="0">
                      <a:pos x="T2" y="T3"/>
                    </a:cxn>
                  </a:cxnLst>
                  <a:rect l="0" t="0" r="r" b="b"/>
                  <a:pathLst>
                    <a:path w="576" h="6">
                      <a:moveTo>
                        <a:pt x="0" y="6"/>
                      </a:moveTo>
                      <a:lnTo>
                        <a:pt x="576"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2" name="Freeform 42"/>
                <p:cNvSpPr>
                  <a:spLocks/>
                </p:cNvSpPr>
                <p:nvPr/>
              </p:nvSpPr>
              <p:spPr bwMode="auto">
                <a:xfrm>
                  <a:off x="915" y="1656"/>
                  <a:ext cx="570" cy="3"/>
                </a:xfrm>
                <a:custGeom>
                  <a:avLst/>
                  <a:gdLst>
                    <a:gd name="T0" fmla="*/ 0 w 570"/>
                    <a:gd name="T1" fmla="*/ 3 h 3"/>
                    <a:gd name="T2" fmla="*/ 570 w 570"/>
                    <a:gd name="T3" fmla="*/ 0 h 3"/>
                  </a:gdLst>
                  <a:ahLst/>
                  <a:cxnLst>
                    <a:cxn ang="0">
                      <a:pos x="T0" y="T1"/>
                    </a:cxn>
                    <a:cxn ang="0">
                      <a:pos x="T2" y="T3"/>
                    </a:cxn>
                  </a:cxnLst>
                  <a:rect l="0" t="0" r="r" b="b"/>
                  <a:pathLst>
                    <a:path w="570" h="3">
                      <a:moveTo>
                        <a:pt x="0" y="3"/>
                      </a:moveTo>
                      <a:lnTo>
                        <a:pt x="57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3" name="Line 43"/>
                <p:cNvSpPr>
                  <a:spLocks noChangeShapeType="1"/>
                </p:cNvSpPr>
                <p:nvPr/>
              </p:nvSpPr>
              <p:spPr bwMode="auto">
                <a:xfrm>
                  <a:off x="898" y="864"/>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4" name="Text Box 44"/>
                <p:cNvSpPr txBox="1">
                  <a:spLocks noChangeArrowheads="1"/>
                </p:cNvSpPr>
                <p:nvPr/>
              </p:nvSpPr>
              <p:spPr bwMode="auto">
                <a:xfrm>
                  <a:off x="850" y="576"/>
                  <a:ext cx="30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1485" name="Text Box 45"/>
                <p:cNvSpPr txBox="1">
                  <a:spLocks noChangeArrowheads="1"/>
                </p:cNvSpPr>
                <p:nvPr/>
              </p:nvSpPr>
              <p:spPr bwMode="auto">
                <a:xfrm>
                  <a:off x="745" y="1152"/>
                  <a:ext cx="48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u</a:t>
                  </a:r>
                  <a:r>
                    <a:rPr kumimoji="1" lang="en-US" altLang="zh-CN" sz="2400" b="1" i="1" baseline="-25000">
                      <a:latin typeface="Times New Roman" panose="02020603050405020304" pitchFamily="18" charset="0"/>
                    </a:rPr>
                    <a:t> </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1486" name="Text Box 46"/>
                <p:cNvSpPr txBox="1">
                  <a:spLocks noChangeArrowheads="1"/>
                </p:cNvSpPr>
                <p:nvPr/>
              </p:nvSpPr>
              <p:spPr bwMode="auto">
                <a:xfrm>
                  <a:off x="1562" y="1152"/>
                  <a:ext cx="20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L</a:t>
                  </a:r>
                </a:p>
              </p:txBody>
            </p:sp>
            <p:grpSp>
              <p:nvGrpSpPr>
                <p:cNvPr id="61487" name="Group 47"/>
                <p:cNvGrpSpPr>
                  <a:grpSpLocks/>
                </p:cNvGrpSpPr>
                <p:nvPr/>
              </p:nvGrpSpPr>
              <p:grpSpPr bwMode="auto">
                <a:xfrm rot="5400000">
                  <a:off x="1325" y="1267"/>
                  <a:ext cx="384" cy="57"/>
                  <a:chOff x="666" y="1872"/>
                  <a:chExt cx="489" cy="60"/>
                </a:xfrm>
              </p:grpSpPr>
              <p:sp>
                <p:nvSpPr>
                  <p:cNvPr id="61488" name="Freeform 48"/>
                  <p:cNvSpPr>
                    <a:spLocks/>
                  </p:cNvSpPr>
                  <p:nvPr/>
                </p:nvSpPr>
                <p:spPr bwMode="auto">
                  <a:xfrm>
                    <a:off x="666" y="1872"/>
                    <a:ext cx="125" cy="60"/>
                  </a:xfrm>
                  <a:custGeom>
                    <a:avLst/>
                    <a:gdLst>
                      <a:gd name="T0" fmla="*/ 0 w 125"/>
                      <a:gd name="T1" fmla="*/ 60 h 60"/>
                      <a:gd name="T2" fmla="*/ 23 w 125"/>
                      <a:gd name="T3" fmla="*/ 15 h 60"/>
                      <a:gd name="T4" fmla="*/ 65 w 125"/>
                      <a:gd name="T5" fmla="*/ 0 h 60"/>
                      <a:gd name="T6" fmla="*/ 102 w 125"/>
                      <a:gd name="T7" fmla="*/ 15 h 60"/>
                      <a:gd name="T8" fmla="*/ 125 w 125"/>
                      <a:gd name="T9" fmla="*/ 51 h 60"/>
                    </a:gdLst>
                    <a:ahLst/>
                    <a:cxnLst>
                      <a:cxn ang="0">
                        <a:pos x="T0" y="T1"/>
                      </a:cxn>
                      <a:cxn ang="0">
                        <a:pos x="T2" y="T3"/>
                      </a:cxn>
                      <a:cxn ang="0">
                        <a:pos x="T4" y="T5"/>
                      </a:cxn>
                      <a:cxn ang="0">
                        <a:pos x="T6" y="T7"/>
                      </a:cxn>
                      <a:cxn ang="0">
                        <a:pos x="T8" y="T9"/>
                      </a:cxn>
                    </a:cxnLst>
                    <a:rect l="0" t="0" r="r" b="b"/>
                    <a:pathLst>
                      <a:path w="125" h="60">
                        <a:moveTo>
                          <a:pt x="0" y="60"/>
                        </a:moveTo>
                        <a:cubicBezTo>
                          <a:pt x="4" y="53"/>
                          <a:pt x="12" y="25"/>
                          <a:pt x="23" y="15"/>
                        </a:cubicBezTo>
                        <a:cubicBezTo>
                          <a:pt x="34" y="5"/>
                          <a:pt x="52" y="0"/>
                          <a:pt x="65" y="0"/>
                        </a:cubicBezTo>
                        <a:cubicBezTo>
                          <a:pt x="78" y="0"/>
                          <a:pt x="92" y="7"/>
                          <a:pt x="102" y="15"/>
                        </a:cubicBezTo>
                        <a:cubicBezTo>
                          <a:pt x="112" y="23"/>
                          <a:pt x="120" y="44"/>
                          <a:pt x="125"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89" name="Freeform 49"/>
                  <p:cNvSpPr>
                    <a:spLocks/>
                  </p:cNvSpPr>
                  <p:nvPr/>
                </p:nvSpPr>
                <p:spPr bwMode="auto">
                  <a:xfrm>
                    <a:off x="791" y="1872"/>
                    <a:ext cx="121" cy="54"/>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90" name="Freeform 50"/>
                  <p:cNvSpPr>
                    <a:spLocks/>
                  </p:cNvSpPr>
                  <p:nvPr/>
                </p:nvSpPr>
                <p:spPr bwMode="auto">
                  <a:xfrm>
                    <a:off x="912" y="1872"/>
                    <a:ext cx="119" cy="51"/>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91" name="Freeform 51"/>
                  <p:cNvSpPr>
                    <a:spLocks/>
                  </p:cNvSpPr>
                  <p:nvPr/>
                </p:nvSpPr>
                <p:spPr bwMode="auto">
                  <a:xfrm>
                    <a:off x="1032" y="1872"/>
                    <a:ext cx="123" cy="57"/>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61492" name="Oval 52"/>
                <p:cNvSpPr>
                  <a:spLocks noChangeArrowheads="1"/>
                </p:cNvSpPr>
                <p:nvPr/>
              </p:nvSpPr>
              <p:spPr bwMode="auto">
                <a:xfrm>
                  <a:off x="864" y="163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93" name="Oval 53"/>
                <p:cNvSpPr>
                  <a:spLocks noChangeArrowheads="1"/>
                </p:cNvSpPr>
                <p:nvPr/>
              </p:nvSpPr>
              <p:spPr bwMode="auto">
                <a:xfrm>
                  <a:off x="864" y="91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94" name="Text Box 54"/>
                <p:cNvSpPr txBox="1">
                  <a:spLocks noChangeArrowheads="1"/>
                </p:cNvSpPr>
                <p:nvPr/>
              </p:nvSpPr>
              <p:spPr bwMode="auto">
                <a:xfrm>
                  <a:off x="783" y="960"/>
                  <a:ext cx="1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61495" name="Text Box 55"/>
                <p:cNvSpPr txBox="1">
                  <a:spLocks noChangeArrowheads="1"/>
                </p:cNvSpPr>
                <p:nvPr/>
              </p:nvSpPr>
              <p:spPr bwMode="auto">
                <a:xfrm>
                  <a:off x="796" y="1392"/>
                  <a:ext cx="1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pSp>
          <p:sp>
            <p:nvSpPr>
              <p:cNvPr id="61496" name="Text Box 56"/>
              <p:cNvSpPr txBox="1">
                <a:spLocks noChangeArrowheads="1"/>
              </p:cNvSpPr>
              <p:nvPr/>
            </p:nvSpPr>
            <p:spPr bwMode="auto">
              <a:xfrm>
                <a:off x="158" y="1965"/>
                <a:ext cx="7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时域模型</a:t>
                </a:r>
              </a:p>
            </p:txBody>
          </p:sp>
        </p:grpSp>
      </p:grpSp>
      <p:grpSp>
        <p:nvGrpSpPr>
          <p:cNvPr id="61497" name="Group 57"/>
          <p:cNvGrpSpPr>
            <a:grpSpLocks/>
          </p:cNvGrpSpPr>
          <p:nvPr/>
        </p:nvGrpSpPr>
        <p:grpSpPr bwMode="auto">
          <a:xfrm>
            <a:off x="2133600" y="685800"/>
            <a:ext cx="3087688" cy="5748338"/>
            <a:chOff x="1300" y="432"/>
            <a:chExt cx="1945" cy="3621"/>
          </a:xfrm>
        </p:grpSpPr>
        <p:sp>
          <p:nvSpPr>
            <p:cNvPr id="61498" name="Text Box 58"/>
            <p:cNvSpPr txBox="1">
              <a:spLocks noChangeArrowheads="1"/>
            </p:cNvSpPr>
            <p:nvPr/>
          </p:nvSpPr>
          <p:spPr bwMode="auto">
            <a:xfrm>
              <a:off x="1952" y="432"/>
              <a:ext cx="502" cy="288"/>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时域</a:t>
              </a:r>
            </a:p>
          </p:txBody>
        </p:sp>
        <p:graphicFrame>
          <p:nvGraphicFramePr>
            <p:cNvPr id="61499" name="Object 59"/>
            <p:cNvGraphicFramePr>
              <a:graphicFrameLocks noChangeAspect="1"/>
            </p:cNvGraphicFramePr>
            <p:nvPr/>
          </p:nvGraphicFramePr>
          <p:xfrm>
            <a:off x="1387" y="864"/>
            <a:ext cx="1335" cy="304"/>
          </p:xfrm>
          <a:graphic>
            <a:graphicData uri="http://schemas.openxmlformats.org/presentationml/2006/ole">
              <mc:AlternateContent xmlns:mc="http://schemas.openxmlformats.org/markup-compatibility/2006">
                <mc:Choice xmlns:v="urn:schemas-microsoft-com:vml" Requires="v">
                  <p:oleObj name="公式" r:id="rId14" imgW="1054080" imgH="241200" progId="Equation.3">
                    <p:embed/>
                  </p:oleObj>
                </mc:Choice>
                <mc:Fallback>
                  <p:oleObj name="公式" r:id="rId14" imgW="1054080" imgH="241200" progId="Equation.3">
                    <p:embed/>
                    <p:pic>
                      <p:nvPicPr>
                        <p:cNvPr id="61499" name="Object 59"/>
                        <p:cNvPicPr preferRelativeResize="0">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87" y="864"/>
                          <a:ext cx="1335"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00" name="Object 60"/>
            <p:cNvGraphicFramePr>
              <a:graphicFrameLocks noChangeAspect="1"/>
            </p:cNvGraphicFramePr>
            <p:nvPr/>
          </p:nvGraphicFramePr>
          <p:xfrm>
            <a:off x="1395" y="1198"/>
            <a:ext cx="1850" cy="1184"/>
          </p:xfrm>
          <a:graphic>
            <a:graphicData uri="http://schemas.openxmlformats.org/presentationml/2006/ole">
              <mc:AlternateContent xmlns:mc="http://schemas.openxmlformats.org/markup-compatibility/2006">
                <mc:Choice xmlns:v="urn:schemas-microsoft-com:vml" Requires="v">
                  <p:oleObj name="公式" r:id="rId16" imgW="1447560" imgH="927000" progId="Equation.3">
                    <p:embed/>
                  </p:oleObj>
                </mc:Choice>
                <mc:Fallback>
                  <p:oleObj name="公式" r:id="rId16" imgW="1447560" imgH="927000" progId="Equation.3">
                    <p:embed/>
                    <p:pic>
                      <p:nvPicPr>
                        <p:cNvPr id="61500" name="Object 6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95" y="1198"/>
                          <a:ext cx="1850" cy="1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501" name="Group 61"/>
            <p:cNvGrpSpPr>
              <a:grpSpLocks/>
            </p:cNvGrpSpPr>
            <p:nvPr/>
          </p:nvGrpSpPr>
          <p:grpSpPr bwMode="auto">
            <a:xfrm>
              <a:off x="1300" y="2656"/>
              <a:ext cx="1913" cy="1397"/>
              <a:chOff x="1300" y="2656"/>
              <a:chExt cx="1913" cy="1397"/>
            </a:xfrm>
          </p:grpSpPr>
          <p:grpSp>
            <p:nvGrpSpPr>
              <p:cNvPr id="61502" name="Group 62"/>
              <p:cNvGrpSpPr>
                <a:grpSpLocks/>
              </p:cNvGrpSpPr>
              <p:nvPr/>
            </p:nvGrpSpPr>
            <p:grpSpPr bwMode="auto">
              <a:xfrm>
                <a:off x="1300" y="2656"/>
                <a:ext cx="1913" cy="1104"/>
                <a:chOff x="1300" y="2656"/>
                <a:chExt cx="1913" cy="1104"/>
              </a:xfrm>
            </p:grpSpPr>
            <p:sp>
              <p:nvSpPr>
                <p:cNvPr id="61503" name="Line 63"/>
                <p:cNvSpPr>
                  <a:spLocks noChangeShapeType="1"/>
                </p:cNvSpPr>
                <p:nvPr/>
              </p:nvSpPr>
              <p:spPr bwMode="auto">
                <a:xfrm flipV="1">
                  <a:off x="1685" y="2707"/>
                  <a:ext cx="0" cy="1053"/>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4" name="Line 64"/>
                <p:cNvSpPr>
                  <a:spLocks noChangeShapeType="1"/>
                </p:cNvSpPr>
                <p:nvPr/>
              </p:nvSpPr>
              <p:spPr bwMode="auto">
                <a:xfrm flipV="1">
                  <a:off x="1371" y="3320"/>
                  <a:ext cx="1736" cy="5"/>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5" name="Text Box 65"/>
                <p:cNvSpPr txBox="1">
                  <a:spLocks noChangeArrowheads="1"/>
                </p:cNvSpPr>
                <p:nvPr/>
              </p:nvSpPr>
              <p:spPr bwMode="auto">
                <a:xfrm>
                  <a:off x="2864" y="3283"/>
                  <a:ext cx="3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t</a:t>
                  </a:r>
                </a:p>
              </p:txBody>
            </p:sp>
            <p:sp>
              <p:nvSpPr>
                <p:cNvPr id="61506" name="Freeform 66"/>
                <p:cNvSpPr>
                  <a:spLocks/>
                </p:cNvSpPr>
                <p:nvPr/>
              </p:nvSpPr>
              <p:spPr bwMode="auto">
                <a:xfrm>
                  <a:off x="1300" y="2983"/>
                  <a:ext cx="1514" cy="680"/>
                </a:xfrm>
                <a:custGeom>
                  <a:avLst/>
                  <a:gdLst>
                    <a:gd name="T0" fmla="*/ 0 w 2118"/>
                    <a:gd name="T1" fmla="*/ 734 h 868"/>
                    <a:gd name="T2" fmla="*/ 260 w 2118"/>
                    <a:gd name="T3" fmla="*/ 286 h 868"/>
                    <a:gd name="T4" fmla="*/ 335 w 2118"/>
                    <a:gd name="T5" fmla="*/ 162 h 868"/>
                    <a:gd name="T6" fmla="*/ 430 w 2118"/>
                    <a:gd name="T7" fmla="*/ 53 h 868"/>
                    <a:gd name="T8" fmla="*/ 538 w 2118"/>
                    <a:gd name="T9" fmla="*/ 2 h 868"/>
                    <a:gd name="T10" fmla="*/ 672 w 2118"/>
                    <a:gd name="T11" fmla="*/ 64 h 868"/>
                    <a:gd name="T12" fmla="*/ 806 w 2118"/>
                    <a:gd name="T13" fmla="*/ 246 h 868"/>
                    <a:gd name="T14" fmla="*/ 906 w 2118"/>
                    <a:gd name="T15" fmla="*/ 430 h 868"/>
                    <a:gd name="T16" fmla="*/ 1019 w 2118"/>
                    <a:gd name="T17" fmla="*/ 628 h 868"/>
                    <a:gd name="T18" fmla="*/ 1130 w 2118"/>
                    <a:gd name="T19" fmla="*/ 788 h 868"/>
                    <a:gd name="T20" fmla="*/ 1284 w 2118"/>
                    <a:gd name="T21" fmla="*/ 862 h 868"/>
                    <a:gd name="T22" fmla="*/ 1449 w 2118"/>
                    <a:gd name="T23" fmla="*/ 747 h 868"/>
                    <a:gd name="T24" fmla="*/ 1637 w 2118"/>
                    <a:gd name="T25" fmla="*/ 442 h 868"/>
                    <a:gd name="T26" fmla="*/ 1724 w 2118"/>
                    <a:gd name="T27" fmla="*/ 277 h 868"/>
                    <a:gd name="T28" fmla="*/ 1876 w 2118"/>
                    <a:gd name="T29" fmla="*/ 67 h 868"/>
                    <a:gd name="T30" fmla="*/ 2002 w 2118"/>
                    <a:gd name="T31" fmla="*/ 5 h 868"/>
                    <a:gd name="T32" fmla="*/ 2118 w 2118"/>
                    <a:gd name="T33" fmla="*/ 53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8" h="868">
                      <a:moveTo>
                        <a:pt x="0" y="734"/>
                      </a:moveTo>
                      <a:cubicBezTo>
                        <a:pt x="43" y="660"/>
                        <a:pt x="204" y="381"/>
                        <a:pt x="260" y="286"/>
                      </a:cubicBezTo>
                      <a:cubicBezTo>
                        <a:pt x="316" y="191"/>
                        <a:pt x="307" y="201"/>
                        <a:pt x="335" y="162"/>
                      </a:cubicBezTo>
                      <a:cubicBezTo>
                        <a:pt x="363" y="123"/>
                        <a:pt x="397" y="79"/>
                        <a:pt x="430" y="53"/>
                      </a:cubicBezTo>
                      <a:cubicBezTo>
                        <a:pt x="464" y="26"/>
                        <a:pt x="498" y="0"/>
                        <a:pt x="538" y="2"/>
                      </a:cubicBezTo>
                      <a:cubicBezTo>
                        <a:pt x="579" y="5"/>
                        <a:pt x="627" y="24"/>
                        <a:pt x="672" y="64"/>
                      </a:cubicBezTo>
                      <a:cubicBezTo>
                        <a:pt x="717" y="105"/>
                        <a:pt x="767" y="185"/>
                        <a:pt x="806" y="246"/>
                      </a:cubicBezTo>
                      <a:cubicBezTo>
                        <a:pt x="844" y="306"/>
                        <a:pt x="870" y="366"/>
                        <a:pt x="906" y="430"/>
                      </a:cubicBezTo>
                      <a:cubicBezTo>
                        <a:pt x="942" y="493"/>
                        <a:pt x="982" y="568"/>
                        <a:pt x="1019" y="628"/>
                      </a:cubicBezTo>
                      <a:cubicBezTo>
                        <a:pt x="1057" y="687"/>
                        <a:pt x="1086" y="749"/>
                        <a:pt x="1130" y="788"/>
                      </a:cubicBezTo>
                      <a:cubicBezTo>
                        <a:pt x="1174" y="827"/>
                        <a:pt x="1231" y="868"/>
                        <a:pt x="1284" y="862"/>
                      </a:cubicBezTo>
                      <a:cubicBezTo>
                        <a:pt x="1338" y="855"/>
                        <a:pt x="1390" y="817"/>
                        <a:pt x="1449" y="747"/>
                      </a:cubicBezTo>
                      <a:cubicBezTo>
                        <a:pt x="1508" y="677"/>
                        <a:pt x="1591" y="520"/>
                        <a:pt x="1637" y="442"/>
                      </a:cubicBezTo>
                      <a:cubicBezTo>
                        <a:pt x="1682" y="364"/>
                        <a:pt x="1685" y="339"/>
                        <a:pt x="1724" y="277"/>
                      </a:cubicBezTo>
                      <a:cubicBezTo>
                        <a:pt x="1764" y="215"/>
                        <a:pt x="1830" y="112"/>
                        <a:pt x="1876" y="67"/>
                      </a:cubicBezTo>
                      <a:cubicBezTo>
                        <a:pt x="1922" y="21"/>
                        <a:pt x="1962" y="7"/>
                        <a:pt x="2002" y="5"/>
                      </a:cubicBezTo>
                      <a:cubicBezTo>
                        <a:pt x="2043" y="2"/>
                        <a:pt x="2094" y="43"/>
                        <a:pt x="2118" y="53"/>
                      </a:cubicBezTo>
                    </a:path>
                  </a:pathLst>
                </a:custGeom>
                <a:noFill/>
                <a:ln w="285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507" name="Freeform 67"/>
                <p:cNvSpPr>
                  <a:spLocks/>
                </p:cNvSpPr>
                <p:nvPr/>
              </p:nvSpPr>
              <p:spPr bwMode="auto">
                <a:xfrm>
                  <a:off x="1439" y="3161"/>
                  <a:ext cx="1649" cy="339"/>
                </a:xfrm>
                <a:custGeom>
                  <a:avLst/>
                  <a:gdLst>
                    <a:gd name="T0" fmla="*/ 0 w 2307"/>
                    <a:gd name="T1" fmla="*/ 430 h 432"/>
                    <a:gd name="T2" fmla="*/ 160 w 2307"/>
                    <a:gd name="T3" fmla="*/ 385 h 432"/>
                    <a:gd name="T4" fmla="*/ 363 w 2307"/>
                    <a:gd name="T5" fmla="*/ 215 h 432"/>
                    <a:gd name="T6" fmla="*/ 561 w 2307"/>
                    <a:gd name="T7" fmla="*/ 53 h 432"/>
                    <a:gd name="T8" fmla="*/ 741 w 2307"/>
                    <a:gd name="T9" fmla="*/ 2 h 432"/>
                    <a:gd name="T10" fmla="*/ 916 w 2307"/>
                    <a:gd name="T11" fmla="*/ 67 h 432"/>
                    <a:gd name="T12" fmla="*/ 1094 w 2307"/>
                    <a:gd name="T13" fmla="*/ 217 h 432"/>
                    <a:gd name="T14" fmla="*/ 1311 w 2307"/>
                    <a:gd name="T15" fmla="*/ 385 h 432"/>
                    <a:gd name="T16" fmla="*/ 1446 w 2307"/>
                    <a:gd name="T17" fmla="*/ 430 h 432"/>
                    <a:gd name="T18" fmla="*/ 1588 w 2307"/>
                    <a:gd name="T19" fmla="*/ 397 h 432"/>
                    <a:gd name="T20" fmla="*/ 1731 w 2307"/>
                    <a:gd name="T21" fmla="*/ 286 h 432"/>
                    <a:gd name="T22" fmla="*/ 1830 w 2307"/>
                    <a:gd name="T23" fmla="*/ 205 h 432"/>
                    <a:gd name="T24" fmla="*/ 1968 w 2307"/>
                    <a:gd name="T25" fmla="*/ 82 h 432"/>
                    <a:gd name="T26" fmla="*/ 2139 w 2307"/>
                    <a:gd name="T27" fmla="*/ 13 h 432"/>
                    <a:gd name="T28" fmla="*/ 2256 w 2307"/>
                    <a:gd name="T29" fmla="*/ 28 h 432"/>
                    <a:gd name="T30" fmla="*/ 2307 w 2307"/>
                    <a:gd name="T31" fmla="*/ 5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07" h="432">
                      <a:moveTo>
                        <a:pt x="0" y="430"/>
                      </a:moveTo>
                      <a:cubicBezTo>
                        <a:pt x="27" y="423"/>
                        <a:pt x="99" y="421"/>
                        <a:pt x="160" y="385"/>
                      </a:cubicBezTo>
                      <a:cubicBezTo>
                        <a:pt x="220" y="349"/>
                        <a:pt x="296" y="270"/>
                        <a:pt x="363" y="215"/>
                      </a:cubicBezTo>
                      <a:cubicBezTo>
                        <a:pt x="430" y="160"/>
                        <a:pt x="498" y="88"/>
                        <a:pt x="561" y="53"/>
                      </a:cubicBezTo>
                      <a:cubicBezTo>
                        <a:pt x="624" y="18"/>
                        <a:pt x="682" y="0"/>
                        <a:pt x="741" y="2"/>
                      </a:cubicBezTo>
                      <a:cubicBezTo>
                        <a:pt x="800" y="5"/>
                        <a:pt x="858" y="31"/>
                        <a:pt x="916" y="67"/>
                      </a:cubicBezTo>
                      <a:cubicBezTo>
                        <a:pt x="974" y="103"/>
                        <a:pt x="1028" y="164"/>
                        <a:pt x="1094" y="217"/>
                      </a:cubicBezTo>
                      <a:cubicBezTo>
                        <a:pt x="1160" y="270"/>
                        <a:pt x="1252" y="349"/>
                        <a:pt x="1311" y="385"/>
                      </a:cubicBezTo>
                      <a:cubicBezTo>
                        <a:pt x="1370" y="421"/>
                        <a:pt x="1400" y="428"/>
                        <a:pt x="1446" y="430"/>
                      </a:cubicBezTo>
                      <a:cubicBezTo>
                        <a:pt x="1492" y="432"/>
                        <a:pt x="1540" y="421"/>
                        <a:pt x="1588" y="397"/>
                      </a:cubicBezTo>
                      <a:cubicBezTo>
                        <a:pt x="1636" y="373"/>
                        <a:pt x="1691" y="318"/>
                        <a:pt x="1731" y="286"/>
                      </a:cubicBezTo>
                      <a:cubicBezTo>
                        <a:pt x="1771" y="254"/>
                        <a:pt x="1791" y="239"/>
                        <a:pt x="1830" y="205"/>
                      </a:cubicBezTo>
                      <a:cubicBezTo>
                        <a:pt x="1869" y="171"/>
                        <a:pt x="1917" y="114"/>
                        <a:pt x="1968" y="82"/>
                      </a:cubicBezTo>
                      <a:cubicBezTo>
                        <a:pt x="2019" y="50"/>
                        <a:pt x="2091" y="22"/>
                        <a:pt x="2139" y="13"/>
                      </a:cubicBezTo>
                      <a:cubicBezTo>
                        <a:pt x="2187" y="4"/>
                        <a:pt x="2228" y="21"/>
                        <a:pt x="2256" y="28"/>
                      </a:cubicBezTo>
                      <a:cubicBezTo>
                        <a:pt x="2284" y="35"/>
                        <a:pt x="2297" y="47"/>
                        <a:pt x="2307" y="52"/>
                      </a:cubicBezTo>
                    </a:path>
                  </a:pathLst>
                </a:custGeom>
                <a:noFill/>
                <a:ln w="28575" cap="flat" cmpd="sng">
                  <a:solidFill>
                    <a:srgbClr val="3333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508" name="Text Box 68"/>
                <p:cNvSpPr txBox="1">
                  <a:spLocks noChangeArrowheads="1"/>
                </p:cNvSpPr>
                <p:nvPr/>
              </p:nvSpPr>
              <p:spPr bwMode="auto">
                <a:xfrm>
                  <a:off x="1377" y="265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sp>
              <p:nvSpPr>
                <p:cNvPr id="61509" name="Text Box 69"/>
                <p:cNvSpPr txBox="1">
                  <a:spLocks noChangeArrowheads="1"/>
                </p:cNvSpPr>
                <p:nvPr/>
              </p:nvSpPr>
              <p:spPr bwMode="auto">
                <a:xfrm>
                  <a:off x="1896" y="27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FF0000"/>
                      </a:solidFill>
                      <a:latin typeface="Times New Roman" panose="02020603050405020304" pitchFamily="18" charset="0"/>
                    </a:rPr>
                    <a:t>u</a:t>
                  </a:r>
                  <a:endParaRPr kumimoji="1" lang="en-US" altLang="zh-CN" sz="2400" b="1">
                    <a:latin typeface="Times New Roman" panose="02020603050405020304" pitchFamily="18" charset="0"/>
                  </a:endParaRPr>
                </a:p>
              </p:txBody>
            </p:sp>
            <p:sp>
              <p:nvSpPr>
                <p:cNvPr id="61510" name="Text Box 70"/>
                <p:cNvSpPr txBox="1">
                  <a:spLocks noChangeArrowheads="1"/>
                </p:cNvSpPr>
                <p:nvPr/>
              </p:nvSpPr>
              <p:spPr bwMode="auto">
                <a:xfrm>
                  <a:off x="2176" y="3060"/>
                  <a:ext cx="2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3333FF"/>
                      </a:solidFill>
                      <a:latin typeface="Times New Roman" panose="02020603050405020304" pitchFamily="18" charset="0"/>
                    </a:rPr>
                    <a:t> </a:t>
                  </a:r>
                  <a:r>
                    <a:rPr kumimoji="1" lang="en-US" altLang="zh-CN" sz="2400" b="1" i="1">
                      <a:solidFill>
                        <a:srgbClr val="3333FF"/>
                      </a:solidFill>
                      <a:latin typeface="Times New Roman" panose="02020603050405020304" pitchFamily="18" charset="0"/>
                    </a:rPr>
                    <a:t>i</a:t>
                  </a:r>
                  <a:endParaRPr kumimoji="1" lang="en-US" altLang="zh-CN" sz="2400" b="1">
                    <a:latin typeface="Times New Roman" panose="02020603050405020304" pitchFamily="18" charset="0"/>
                  </a:endParaRPr>
                </a:p>
              </p:txBody>
            </p:sp>
            <p:sp>
              <p:nvSpPr>
                <p:cNvPr id="61511" name="Text Box 71"/>
                <p:cNvSpPr txBox="1">
                  <a:spLocks noChangeArrowheads="1"/>
                </p:cNvSpPr>
                <p:nvPr/>
              </p:nvSpPr>
              <p:spPr bwMode="auto">
                <a:xfrm>
                  <a:off x="1679" y="3309"/>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0</a:t>
                  </a:r>
                </a:p>
              </p:txBody>
            </p:sp>
          </p:grpSp>
          <p:sp>
            <p:nvSpPr>
              <p:cNvPr id="61512" name="Text Box 72"/>
              <p:cNvSpPr txBox="1">
                <a:spLocks noChangeArrowheads="1"/>
              </p:cNvSpPr>
              <p:nvPr/>
            </p:nvSpPr>
            <p:spPr bwMode="auto">
              <a:xfrm>
                <a:off x="1718" y="3765"/>
                <a:ext cx="6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波形图</a:t>
                </a:r>
              </a:p>
            </p:txBody>
          </p:sp>
        </p:grpSp>
      </p:grpSp>
    </p:spTree>
    <p:extLst>
      <p:ext uri="{BB962C8B-B14F-4D97-AF65-F5344CB8AC3E}">
        <p14:creationId xmlns:p14="http://schemas.microsoft.com/office/powerpoint/2010/main" val="15184657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75"/>
                                        </p:tgtEl>
                                        <p:attrNameLst>
                                          <p:attrName>style.visibility</p:attrName>
                                        </p:attrNameLst>
                                      </p:cBhvr>
                                      <p:to>
                                        <p:strVal val="visible"/>
                                      </p:to>
                                    </p:set>
                                    <p:animEffect transition="in" filter="wipe(left)">
                                      <p:cBhvr>
                                        <p:cTn id="7" dur="500"/>
                                        <p:tgtEl>
                                          <p:spTgt spid="61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1497"/>
                                        </p:tgtEl>
                                        <p:attrNameLst>
                                          <p:attrName>style.visibility</p:attrName>
                                        </p:attrNameLst>
                                      </p:cBhvr>
                                      <p:to>
                                        <p:strVal val="visible"/>
                                      </p:to>
                                    </p:set>
                                    <p:animEffect transition="in" filter="wipe(up)">
                                      <p:cBhvr>
                                        <p:cTn id="12" dur="500"/>
                                        <p:tgtEl>
                                          <p:spTgt spid="614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1442"/>
                                        </p:tgtEl>
                                        <p:attrNameLst>
                                          <p:attrName>style.visibility</p:attrName>
                                        </p:attrNameLst>
                                      </p:cBhvr>
                                      <p:to>
                                        <p:strVal val="visible"/>
                                      </p:to>
                                    </p:set>
                                    <p:animEffect transition="in" filter="wipe(left)">
                                      <p:cBhvr>
                                        <p:cTn id="17" dur="500"/>
                                        <p:tgtEl>
                                          <p:spTgt spid="614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1448"/>
                                        </p:tgtEl>
                                        <p:attrNameLst>
                                          <p:attrName>style.visibility</p:attrName>
                                        </p:attrNameLst>
                                      </p:cBhvr>
                                      <p:to>
                                        <p:strVal val="visible"/>
                                      </p:to>
                                    </p:set>
                                    <p:animEffect transition="in" filter="wipe(left)">
                                      <p:cBhvr>
                                        <p:cTn id="22" dur="500"/>
                                        <p:tgtEl>
                                          <p:spTgt spid="61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descr="蓝色砂纸"/>
          <p:cNvSpPr txBox="1">
            <a:spLocks noChangeArrowheads="1"/>
          </p:cNvSpPr>
          <p:nvPr/>
        </p:nvSpPr>
        <p:spPr bwMode="auto">
          <a:xfrm>
            <a:off x="441325" y="2012950"/>
            <a:ext cx="2759075" cy="457200"/>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感抗的物理意义：</a:t>
            </a:r>
          </a:p>
        </p:txBody>
      </p:sp>
      <p:sp>
        <p:nvSpPr>
          <p:cNvPr id="63491" name="Text Box 3" descr="横虚线"/>
          <p:cNvSpPr txBox="1">
            <a:spLocks noChangeArrowheads="1"/>
          </p:cNvSpPr>
          <p:nvPr/>
        </p:nvSpPr>
        <p:spPr bwMode="auto">
          <a:xfrm>
            <a:off x="1219200" y="2565400"/>
            <a:ext cx="3892550"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(1) </a:t>
            </a:r>
            <a:r>
              <a:rPr kumimoji="1" lang="zh-CN" altLang="en-US" sz="2400" b="1">
                <a:latin typeface="Times New Roman" panose="02020603050405020304" pitchFamily="18" charset="0"/>
              </a:rPr>
              <a:t>表示限制电流的能力；</a:t>
            </a:r>
            <a:endParaRPr kumimoji="1" lang="zh-CN" altLang="en-US" sz="2400" b="1" i="1">
              <a:latin typeface="Times New Roman" panose="02020603050405020304" pitchFamily="18" charset="0"/>
              <a:sym typeface="Symbol" panose="05050102010706020507" pitchFamily="18" charset="2"/>
            </a:endParaRPr>
          </a:p>
        </p:txBody>
      </p:sp>
      <p:sp>
        <p:nvSpPr>
          <p:cNvPr id="63492" name="Text Box 4" descr="横虚线"/>
          <p:cNvSpPr txBox="1">
            <a:spLocks noChangeArrowheads="1"/>
          </p:cNvSpPr>
          <p:nvPr/>
        </p:nvSpPr>
        <p:spPr bwMode="auto">
          <a:xfrm>
            <a:off x="1219200" y="3225800"/>
            <a:ext cx="3381375"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(2) </a:t>
            </a:r>
            <a:r>
              <a:rPr kumimoji="1" lang="zh-CN" altLang="en-US" sz="2400" b="1">
                <a:latin typeface="Times New Roman" panose="02020603050405020304" pitchFamily="18" charset="0"/>
              </a:rPr>
              <a:t>感抗和频率成正比。</a:t>
            </a:r>
          </a:p>
        </p:txBody>
      </p:sp>
      <p:grpSp>
        <p:nvGrpSpPr>
          <p:cNvPr id="63493" name="Group 5"/>
          <p:cNvGrpSpPr>
            <a:grpSpLocks/>
          </p:cNvGrpSpPr>
          <p:nvPr/>
        </p:nvGrpSpPr>
        <p:grpSpPr bwMode="auto">
          <a:xfrm>
            <a:off x="1600200" y="3587750"/>
            <a:ext cx="2374900" cy="1822450"/>
            <a:chOff x="1680" y="1828"/>
            <a:chExt cx="1496" cy="1148"/>
          </a:xfrm>
        </p:grpSpPr>
        <p:sp>
          <p:nvSpPr>
            <p:cNvPr id="63494" name="Line 6"/>
            <p:cNvSpPr>
              <a:spLocks noChangeShapeType="1"/>
            </p:cNvSpPr>
            <p:nvPr/>
          </p:nvSpPr>
          <p:spPr bwMode="auto">
            <a:xfrm flipV="1">
              <a:off x="2016" y="1972"/>
              <a:ext cx="0" cy="768"/>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495" name="Line 7"/>
            <p:cNvSpPr>
              <a:spLocks noChangeShapeType="1"/>
            </p:cNvSpPr>
            <p:nvPr/>
          </p:nvSpPr>
          <p:spPr bwMode="auto">
            <a:xfrm>
              <a:off x="2016" y="2740"/>
              <a:ext cx="96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496" name="Line 8"/>
            <p:cNvSpPr>
              <a:spLocks noChangeShapeType="1"/>
            </p:cNvSpPr>
            <p:nvPr/>
          </p:nvSpPr>
          <p:spPr bwMode="auto">
            <a:xfrm flipV="1">
              <a:off x="2016" y="2260"/>
              <a:ext cx="864" cy="48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497" name="Text Box 9"/>
            <p:cNvSpPr txBox="1">
              <a:spLocks noChangeArrowheads="1"/>
            </p:cNvSpPr>
            <p:nvPr/>
          </p:nvSpPr>
          <p:spPr bwMode="auto">
            <a:xfrm>
              <a:off x="2928" y="2688"/>
              <a:ext cx="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spcBef>
                  <a:spcPct val="0"/>
                </a:spcBef>
              </a:pPr>
              <a:r>
                <a:rPr kumimoji="1" lang="en-US" altLang="zh-CN" sz="2400" b="1" i="1">
                  <a:latin typeface="Symbol" panose="05050102010706020507" pitchFamily="18" charset="2"/>
                </a:rPr>
                <a:t>w</a:t>
              </a:r>
              <a:endParaRPr kumimoji="1" lang="en-US" altLang="zh-CN" sz="2400" b="1">
                <a:latin typeface="Times New Roman" panose="02020603050405020304" pitchFamily="18" charset="0"/>
              </a:endParaRPr>
            </a:p>
          </p:txBody>
        </p:sp>
        <p:sp>
          <p:nvSpPr>
            <p:cNvPr id="63498" name="Rectangle 10"/>
            <p:cNvSpPr>
              <a:spLocks noChangeArrowheads="1"/>
            </p:cNvSpPr>
            <p:nvPr/>
          </p:nvSpPr>
          <p:spPr bwMode="auto">
            <a:xfrm>
              <a:off x="1680" y="1828"/>
              <a:ext cx="3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X</a:t>
              </a:r>
              <a:r>
                <a:rPr kumimoji="1" lang="en-US" altLang="zh-CN" sz="2400" b="1" i="1" baseline="-25000">
                  <a:latin typeface="Times New Roman" panose="02020603050405020304" pitchFamily="18" charset="0"/>
                </a:rPr>
                <a:t>L</a:t>
              </a:r>
            </a:p>
          </p:txBody>
        </p:sp>
      </p:grpSp>
      <p:sp>
        <p:nvSpPr>
          <p:cNvPr id="63499" name="Text Box 11"/>
          <p:cNvSpPr txBox="1">
            <a:spLocks noChangeArrowheads="1"/>
          </p:cNvSpPr>
          <p:nvPr/>
        </p:nvSpPr>
        <p:spPr bwMode="auto">
          <a:xfrm>
            <a:off x="762000" y="914400"/>
            <a:ext cx="5041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r>
              <a:rPr kumimoji="1" lang="en-US" altLang="zh-CN" sz="2400" b="1" i="1" dirty="0">
                <a:latin typeface="Times New Roman" panose="02020603050405020304" pitchFamily="18" charset="0"/>
              </a:rPr>
              <a:t>X</a:t>
            </a:r>
            <a:r>
              <a:rPr kumimoji="1" lang="en-US" altLang="zh-CN" sz="2400" b="1" i="1" baseline="-25000" dirty="0">
                <a:latin typeface="Times New Roman" panose="02020603050405020304" pitchFamily="18" charset="0"/>
              </a:rPr>
              <a:t>L</a:t>
            </a:r>
            <a:r>
              <a:rPr kumimoji="1" lang="en-US" altLang="zh-CN" sz="2400" b="1" dirty="0">
                <a:latin typeface="Times New Roman" panose="02020603050405020304" pitchFamily="18" charset="0"/>
              </a:rPr>
              <a:t>= </a:t>
            </a:r>
            <a:r>
              <a:rPr kumimoji="1" lang="en-US" altLang="zh-CN" sz="2400" b="1" i="1" dirty="0">
                <a:latin typeface="Times New Roman" panose="02020603050405020304" pitchFamily="18" charset="0"/>
              </a:rPr>
              <a:t>U</a:t>
            </a:r>
            <a:r>
              <a:rPr kumimoji="1" lang="en-US" altLang="zh-CN" sz="2400" b="1" dirty="0">
                <a:latin typeface="Times New Roman" panose="02020603050405020304" pitchFamily="18" charset="0"/>
              </a:rPr>
              <a:t>/</a:t>
            </a:r>
            <a:r>
              <a:rPr kumimoji="1" lang="en-US" altLang="zh-CN" sz="2400" b="1" i="1" dirty="0">
                <a:latin typeface="Times New Roman" panose="02020603050405020304" pitchFamily="18" charset="0"/>
              </a:rPr>
              <a:t>I =</a:t>
            </a:r>
            <a:r>
              <a:rPr kumimoji="1" lang="en-US" altLang="zh-CN" sz="2400" b="1" i="1" dirty="0">
                <a:latin typeface="Times New Roman" panose="02020603050405020304" pitchFamily="18" charset="0"/>
                <a:sym typeface="Symbol" panose="05050102010706020507" pitchFamily="18" charset="2"/>
              </a:rPr>
              <a:t> L</a:t>
            </a:r>
            <a:r>
              <a:rPr kumimoji="1" lang="en-US" altLang="zh-CN" sz="2400" b="1" dirty="0">
                <a:latin typeface="Times New Roman" panose="02020603050405020304" pitchFamily="18" charset="0"/>
                <a:sym typeface="Symbol" panose="05050102010706020507" pitchFamily="18" charset="2"/>
              </a:rPr>
              <a:t>= 2 </a:t>
            </a:r>
            <a:r>
              <a:rPr kumimoji="1" lang="en-US" altLang="zh-CN" sz="2400" b="1" i="1" dirty="0">
                <a:latin typeface="Times New Roman" panose="02020603050405020304" pitchFamily="18" charset="0"/>
                <a:sym typeface="Symbol" panose="05050102010706020507" pitchFamily="18" charset="2"/>
              </a:rPr>
              <a:t>f L</a:t>
            </a:r>
            <a:r>
              <a:rPr kumimoji="1" lang="zh-CN" altLang="en-US" sz="2400" b="1" dirty="0">
                <a:latin typeface="Times New Roman" panose="02020603050405020304" pitchFamily="18" charset="0"/>
                <a:sym typeface="Symbol" panose="05050102010706020507" pitchFamily="18" charset="2"/>
              </a:rPr>
              <a:t>，   单位</a:t>
            </a:r>
            <a:r>
              <a:rPr kumimoji="1" lang="en-US" altLang="zh-CN" sz="2400" b="1" dirty="0">
                <a:latin typeface="Times New Roman" panose="02020603050405020304" pitchFamily="18" charset="0"/>
                <a:sym typeface="Symbol" panose="05050102010706020507" pitchFamily="18" charset="2"/>
              </a:rPr>
              <a:t>: </a:t>
            </a:r>
          </a:p>
        </p:txBody>
      </p:sp>
      <p:sp>
        <p:nvSpPr>
          <p:cNvPr id="63500" name="Text Box 12"/>
          <p:cNvSpPr txBox="1">
            <a:spLocks noChangeArrowheads="1"/>
          </p:cNvSpPr>
          <p:nvPr/>
        </p:nvSpPr>
        <p:spPr bwMode="auto">
          <a:xfrm>
            <a:off x="1295400" y="1392238"/>
            <a:ext cx="34401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dirty="0">
                <a:solidFill>
                  <a:srgbClr val="FF0000"/>
                </a:solidFill>
                <a:latin typeface="Times New Roman" panose="02020603050405020304" pitchFamily="18" charset="0"/>
              </a:rPr>
              <a:t>感抗</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inductive reactance</a:t>
            </a:r>
            <a:r>
              <a:rPr kumimoji="1" lang="en-US" altLang="zh-CN" sz="2400" b="1" dirty="0">
                <a:solidFill>
                  <a:srgbClr val="FF0000"/>
                </a:solidFill>
                <a:latin typeface="Times New Roman" panose="02020603050405020304" pitchFamily="18" charset="0"/>
              </a:rPr>
              <a:t>)</a:t>
            </a:r>
          </a:p>
        </p:txBody>
      </p:sp>
      <p:graphicFrame>
        <p:nvGraphicFramePr>
          <p:cNvPr id="63501" name="Object 13"/>
          <p:cNvGraphicFramePr>
            <a:graphicFrameLocks noChangeAspect="1"/>
          </p:cNvGraphicFramePr>
          <p:nvPr/>
        </p:nvGraphicFramePr>
        <p:xfrm>
          <a:off x="4495800" y="3879850"/>
          <a:ext cx="3581400" cy="920750"/>
        </p:xfrm>
        <a:graphic>
          <a:graphicData uri="http://schemas.openxmlformats.org/presentationml/2006/ole">
            <mc:AlternateContent xmlns:mc="http://schemas.openxmlformats.org/markup-compatibility/2006">
              <mc:Choice xmlns:v="urn:schemas-microsoft-com:vml" Requires="v">
                <p:oleObj name="公式" r:id="rId4" imgW="1777680" imgH="457200" progId="Equation.3">
                  <p:embed/>
                </p:oleObj>
              </mc:Choice>
              <mc:Fallback>
                <p:oleObj name="公式" r:id="rId4" imgW="1777680" imgH="457200" progId="Equation.3">
                  <p:embed/>
                  <p:pic>
                    <p:nvPicPr>
                      <p:cNvPr id="63501"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3879850"/>
                        <a:ext cx="3581400"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2" name="Rectangle 14"/>
          <p:cNvSpPr>
            <a:spLocks noChangeArrowheads="1"/>
          </p:cNvSpPr>
          <p:nvPr/>
        </p:nvSpPr>
        <p:spPr bwMode="auto">
          <a:xfrm>
            <a:off x="762000" y="304800"/>
            <a:ext cx="1244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 I</a:t>
            </a:r>
          </a:p>
        </p:txBody>
      </p:sp>
      <p:sp>
        <p:nvSpPr>
          <p:cNvPr id="63503" name="Text Box 15" descr="横虚线"/>
          <p:cNvSpPr txBox="1">
            <a:spLocks noChangeArrowheads="1"/>
          </p:cNvSpPr>
          <p:nvPr/>
        </p:nvSpPr>
        <p:spPr bwMode="auto">
          <a:xfrm>
            <a:off x="1371600" y="5373216"/>
            <a:ext cx="6189515" cy="461665"/>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dirty="0">
                <a:solidFill>
                  <a:srgbClr val="FF0000"/>
                </a:solidFill>
                <a:latin typeface="Times New Roman" panose="02020603050405020304" pitchFamily="18" charset="0"/>
                <a:sym typeface="Wingdings 2" panose="05020102010507070707" pitchFamily="18" charset="2"/>
              </a:rPr>
              <a:t>(3)</a:t>
            </a:r>
            <a:r>
              <a:rPr kumimoji="1" lang="en-US" altLang="zh-CN" sz="2400" b="1" dirty="0">
                <a:latin typeface="Times New Roman" panose="02020603050405020304" pitchFamily="18" charset="0"/>
                <a:sym typeface="Wingdings 2" panose="05020102010507070707" pitchFamily="18" charset="2"/>
              </a:rPr>
              <a:t> </a:t>
            </a:r>
            <a:r>
              <a:rPr kumimoji="1" lang="zh-CN" altLang="en-US" sz="2400" b="1" dirty="0">
                <a:latin typeface="Times New Roman" panose="02020603050405020304" pitchFamily="18" charset="0"/>
                <a:sym typeface="Wingdings 2" panose="05020102010507070707" pitchFamily="18" charset="2"/>
              </a:rPr>
              <a:t>由于</a:t>
            </a:r>
            <a:r>
              <a:rPr kumimoji="1" lang="zh-CN" altLang="en-US" sz="2400" b="1" dirty="0">
                <a:latin typeface="Times New Roman" panose="02020603050405020304" pitchFamily="18" charset="0"/>
              </a:rPr>
              <a:t>感抗的存在使电流的相位落后电压。</a:t>
            </a:r>
          </a:p>
        </p:txBody>
      </p:sp>
      <p:sp>
        <p:nvSpPr>
          <p:cNvPr id="63504" name="Text Box 16"/>
          <p:cNvSpPr txBox="1">
            <a:spLocks noChangeArrowheads="1"/>
          </p:cNvSpPr>
          <p:nvPr/>
        </p:nvSpPr>
        <p:spPr bwMode="auto">
          <a:xfrm>
            <a:off x="6410325" y="476250"/>
            <a:ext cx="1841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800" b="1">
              <a:latin typeface="Times New Roman" panose="02020603050405020304" pitchFamily="18" charset="0"/>
            </a:endParaRPr>
          </a:p>
        </p:txBody>
      </p:sp>
      <p:grpSp>
        <p:nvGrpSpPr>
          <p:cNvPr id="63505" name="Group 17"/>
          <p:cNvGrpSpPr>
            <a:grpSpLocks/>
          </p:cNvGrpSpPr>
          <p:nvPr/>
        </p:nvGrpSpPr>
        <p:grpSpPr bwMode="auto">
          <a:xfrm>
            <a:off x="6613525" y="261938"/>
            <a:ext cx="1846263" cy="2098675"/>
            <a:chOff x="4166" y="165"/>
            <a:chExt cx="1078" cy="1322"/>
          </a:xfrm>
        </p:grpSpPr>
        <p:graphicFrame>
          <p:nvGraphicFramePr>
            <p:cNvPr id="63506" name="Object 18"/>
            <p:cNvGraphicFramePr>
              <a:graphicFrameLocks noChangeAspect="1"/>
            </p:cNvGraphicFramePr>
            <p:nvPr/>
          </p:nvGraphicFramePr>
          <p:xfrm>
            <a:off x="4516" y="452"/>
            <a:ext cx="639" cy="508"/>
          </p:xfrm>
          <a:graphic>
            <a:graphicData uri="http://schemas.openxmlformats.org/presentationml/2006/ole">
              <mc:AlternateContent xmlns:mc="http://schemas.openxmlformats.org/markup-compatibility/2006">
                <mc:Choice xmlns:v="urn:schemas-microsoft-com:vml" Requires="v">
                  <p:oleObj name="公式" r:id="rId6" imgW="495000" imgH="393480" progId="Equation.3">
                    <p:embed/>
                  </p:oleObj>
                </mc:Choice>
                <mc:Fallback>
                  <p:oleObj name="公式" r:id="rId6" imgW="495000" imgH="393480" progId="Equation.3">
                    <p:embed/>
                    <p:pic>
                      <p:nvPicPr>
                        <p:cNvPr id="63506"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6" y="452"/>
                          <a:ext cx="639" cy="5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7" name="Object 19"/>
            <p:cNvGraphicFramePr>
              <a:graphicFrameLocks noChangeAspect="1"/>
            </p:cNvGraphicFramePr>
            <p:nvPr/>
          </p:nvGraphicFramePr>
          <p:xfrm>
            <a:off x="4568" y="988"/>
            <a:ext cx="632" cy="499"/>
          </p:xfrm>
          <a:graphic>
            <a:graphicData uri="http://schemas.openxmlformats.org/presentationml/2006/ole">
              <mc:AlternateContent xmlns:mc="http://schemas.openxmlformats.org/markup-compatibility/2006">
                <mc:Choice xmlns:v="urn:schemas-microsoft-com:vml" Requires="v">
                  <p:oleObj name="公式" r:id="rId8" imgW="533160" imgH="419040" progId="Equation.3">
                    <p:embed/>
                  </p:oleObj>
                </mc:Choice>
                <mc:Fallback>
                  <p:oleObj name="公式" r:id="rId8" imgW="533160" imgH="419040" progId="Equation.3">
                    <p:embed/>
                    <p:pic>
                      <p:nvPicPr>
                        <p:cNvPr id="63507"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68" y="988"/>
                          <a:ext cx="632" cy="4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8" name="Text Box 20"/>
            <p:cNvSpPr txBox="1">
              <a:spLocks noChangeArrowheads="1"/>
            </p:cNvSpPr>
            <p:nvPr/>
          </p:nvSpPr>
          <p:spPr bwMode="auto">
            <a:xfrm>
              <a:off x="4166" y="165"/>
              <a:ext cx="107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solidFill>
                    <a:srgbClr val="6600FF"/>
                  </a:solidFill>
                  <a:latin typeface="Times New Roman" panose="02020603050405020304" pitchFamily="18" charset="0"/>
                  <a:ea typeface="华文行楷" panose="02010800040101010101" pitchFamily="2" charset="-122"/>
                </a:rPr>
                <a:t>错误的写法</a:t>
              </a:r>
            </a:p>
          </p:txBody>
        </p:sp>
        <p:grpSp>
          <p:nvGrpSpPr>
            <p:cNvPr id="63509" name="Group 21"/>
            <p:cNvGrpSpPr>
              <a:grpSpLocks/>
            </p:cNvGrpSpPr>
            <p:nvPr/>
          </p:nvGrpSpPr>
          <p:grpSpPr bwMode="auto">
            <a:xfrm>
              <a:off x="4832" y="1184"/>
              <a:ext cx="152" cy="160"/>
              <a:chOff x="3392" y="1736"/>
              <a:chExt cx="152" cy="160"/>
            </a:xfrm>
          </p:grpSpPr>
          <p:sp>
            <p:nvSpPr>
              <p:cNvPr id="63510" name="Line 22"/>
              <p:cNvSpPr>
                <a:spLocks noChangeShapeType="1"/>
              </p:cNvSpPr>
              <p:nvPr/>
            </p:nvSpPr>
            <p:spPr bwMode="auto">
              <a:xfrm>
                <a:off x="3392"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511" name="Line 23"/>
              <p:cNvSpPr>
                <a:spLocks noChangeShapeType="1"/>
              </p:cNvSpPr>
              <p:nvPr/>
            </p:nvSpPr>
            <p:spPr bwMode="auto">
              <a:xfrm flipH="1">
                <a:off x="3400"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63512" name="Group 24"/>
            <p:cNvGrpSpPr>
              <a:grpSpLocks/>
            </p:cNvGrpSpPr>
            <p:nvPr/>
          </p:nvGrpSpPr>
          <p:grpSpPr bwMode="auto">
            <a:xfrm>
              <a:off x="4800" y="624"/>
              <a:ext cx="152" cy="160"/>
              <a:chOff x="3392" y="1736"/>
              <a:chExt cx="152" cy="160"/>
            </a:xfrm>
          </p:grpSpPr>
          <p:sp>
            <p:nvSpPr>
              <p:cNvPr id="63513" name="Line 25"/>
              <p:cNvSpPr>
                <a:spLocks noChangeShapeType="1"/>
              </p:cNvSpPr>
              <p:nvPr/>
            </p:nvSpPr>
            <p:spPr bwMode="auto">
              <a:xfrm>
                <a:off x="3392"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514" name="Line 26"/>
              <p:cNvSpPr>
                <a:spLocks noChangeShapeType="1"/>
              </p:cNvSpPr>
              <p:nvPr/>
            </p:nvSpPr>
            <p:spPr bwMode="auto">
              <a:xfrm flipH="1">
                <a:off x="3400"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27" name="Text Box 12"/>
          <p:cNvSpPr txBox="1">
            <a:spLocks noChangeArrowheads="1"/>
          </p:cNvSpPr>
          <p:nvPr/>
        </p:nvSpPr>
        <p:spPr bwMode="auto">
          <a:xfrm>
            <a:off x="441325" y="5906616"/>
            <a:ext cx="407675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dirty="0">
                <a:solidFill>
                  <a:srgbClr val="FF0000"/>
                </a:solidFill>
                <a:latin typeface="Times New Roman" panose="02020603050405020304" pitchFamily="18" charset="0"/>
              </a:rPr>
              <a:t>感纳</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inductive </a:t>
            </a:r>
            <a:r>
              <a:rPr kumimoji="1" lang="en-US" altLang="zh-CN" sz="2400" b="1" i="1" dirty="0" err="1">
                <a:solidFill>
                  <a:srgbClr val="FF0000"/>
                </a:solidFill>
                <a:latin typeface="Times New Roman" panose="02020603050405020304" pitchFamily="18" charset="0"/>
              </a:rPr>
              <a:t>susceptance</a:t>
            </a:r>
            <a:r>
              <a:rPr kumimoji="1" lang="en-US" altLang="zh-CN" sz="2400" b="1" dirty="0">
                <a:solidFill>
                  <a:srgbClr val="FF0000"/>
                </a:solidFill>
                <a:latin typeface="Times New Roman" panose="02020603050405020304" pitchFamily="18" charset="0"/>
              </a:rPr>
              <a:t>)</a:t>
            </a:r>
            <a:r>
              <a:rPr kumimoji="1" lang="zh-CN" altLang="en-US" sz="2400" b="1" dirty="0">
                <a:solidFill>
                  <a:srgbClr val="FF0000"/>
                </a:solidFill>
                <a:latin typeface="Times New Roman" panose="02020603050405020304" pitchFamily="18" charset="0"/>
              </a:rPr>
              <a:t>：</a:t>
            </a:r>
            <a:endParaRPr kumimoji="1" lang="en-US" altLang="zh-CN" sz="2400" b="1" dirty="0">
              <a:solidFill>
                <a:srgbClr val="FF0000"/>
              </a:solidFill>
              <a:latin typeface="Times New Roman" panose="02020603050405020304" pitchFamily="18" charset="0"/>
            </a:endParaRPr>
          </a:p>
        </p:txBody>
      </p:sp>
      <p:sp>
        <p:nvSpPr>
          <p:cNvPr id="28" name="Text Box 11"/>
          <p:cNvSpPr txBox="1">
            <a:spLocks noChangeArrowheads="1"/>
          </p:cNvSpPr>
          <p:nvPr/>
        </p:nvSpPr>
        <p:spPr bwMode="auto">
          <a:xfrm>
            <a:off x="4355976" y="5918925"/>
            <a:ext cx="40284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r>
              <a:rPr kumimoji="1" lang="en-US" altLang="zh-CN" sz="2400" b="1" i="1" dirty="0">
                <a:latin typeface="Times New Roman" panose="02020603050405020304" pitchFamily="18" charset="0"/>
              </a:rPr>
              <a:t>B</a:t>
            </a:r>
            <a:r>
              <a:rPr kumimoji="1" lang="en-US" altLang="zh-CN" sz="2400" b="1" i="1" baseline="-25000" dirty="0">
                <a:latin typeface="Times New Roman" panose="02020603050405020304" pitchFamily="18" charset="0"/>
              </a:rPr>
              <a:t>L</a:t>
            </a:r>
            <a:r>
              <a:rPr kumimoji="1" lang="en-US" altLang="zh-CN" sz="2400" b="1" dirty="0">
                <a:latin typeface="Times New Roman" panose="02020603050405020304" pitchFamily="18" charset="0"/>
              </a:rPr>
              <a:t>= 1/</a:t>
            </a:r>
            <a:r>
              <a:rPr lang="en-US" altLang="zh-CN" sz="2400" i="1" dirty="0"/>
              <a:t> X</a:t>
            </a:r>
            <a:r>
              <a:rPr lang="en-US" altLang="zh-CN" sz="2400" i="1" baseline="-25000" dirty="0"/>
              <a:t>L </a:t>
            </a:r>
            <a:r>
              <a:rPr kumimoji="1" lang="en-US" altLang="zh-CN" sz="2400" b="1" i="1" dirty="0">
                <a:latin typeface="Times New Roman" panose="02020603050405020304" pitchFamily="18" charset="0"/>
              </a:rPr>
              <a:t>=1/</a:t>
            </a:r>
            <a:r>
              <a:rPr kumimoji="1" lang="en-US" altLang="zh-CN" sz="2400" b="1" i="1" dirty="0">
                <a:latin typeface="Times New Roman" panose="02020603050405020304" pitchFamily="18" charset="0"/>
                <a:sym typeface="Symbol" panose="05050102010706020507" pitchFamily="18" charset="2"/>
              </a:rPr>
              <a:t> L</a:t>
            </a:r>
            <a:r>
              <a:rPr kumimoji="1" lang="zh-CN" altLang="en-US" sz="2400" b="1" dirty="0">
                <a:latin typeface="Times New Roman" panose="02020603050405020304" pitchFamily="18" charset="0"/>
                <a:sym typeface="Symbol" panose="05050102010706020507" pitchFamily="18" charset="2"/>
              </a:rPr>
              <a:t>，   单位</a:t>
            </a:r>
            <a:r>
              <a:rPr kumimoji="1" lang="en-US" altLang="zh-CN" sz="2400" b="1" dirty="0">
                <a:latin typeface="Times New Roman" panose="02020603050405020304" pitchFamily="18" charset="0"/>
                <a:sym typeface="Symbol" panose="05050102010706020507" pitchFamily="18" charset="2"/>
              </a:rPr>
              <a:t>: S</a:t>
            </a:r>
          </a:p>
        </p:txBody>
      </p:sp>
    </p:spTree>
    <p:extLst>
      <p:ext uri="{BB962C8B-B14F-4D97-AF65-F5344CB8AC3E}">
        <p14:creationId xmlns:p14="http://schemas.microsoft.com/office/powerpoint/2010/main" val="23855345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9"/>
                                        </p:tgtEl>
                                        <p:attrNameLst>
                                          <p:attrName>style.visibility</p:attrName>
                                        </p:attrNameLst>
                                      </p:cBhvr>
                                      <p:to>
                                        <p:strVal val="visible"/>
                                      </p:to>
                                    </p:set>
                                    <p:animEffect transition="in" filter="wipe(left)">
                                      <p:cBhvr>
                                        <p:cTn id="7" dur="500"/>
                                        <p:tgtEl>
                                          <p:spTgt spid="634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63500"/>
                                        </p:tgtEl>
                                        <p:attrNameLst>
                                          <p:attrName>style.visibility</p:attrName>
                                        </p:attrNameLst>
                                      </p:cBhvr>
                                      <p:to>
                                        <p:strVal val="visible"/>
                                      </p:to>
                                    </p:set>
                                    <p:anim calcmode="lin" valueType="num">
                                      <p:cBhvr additive="base">
                                        <p:cTn id="12" dur="500" fill="hold"/>
                                        <p:tgtEl>
                                          <p:spTgt spid="63500"/>
                                        </p:tgtEl>
                                        <p:attrNameLst>
                                          <p:attrName>ppt_x</p:attrName>
                                        </p:attrNameLst>
                                      </p:cBhvr>
                                      <p:tavLst>
                                        <p:tav tm="0">
                                          <p:val>
                                            <p:strVal val="#ppt_x"/>
                                          </p:val>
                                        </p:tav>
                                        <p:tav tm="100000">
                                          <p:val>
                                            <p:strVal val="#ppt_x"/>
                                          </p:val>
                                        </p:tav>
                                      </p:tavLst>
                                    </p:anim>
                                    <p:anim calcmode="lin" valueType="num">
                                      <p:cBhvr additive="base">
                                        <p:cTn id="13" dur="500" fill="hold"/>
                                        <p:tgtEl>
                                          <p:spTgt spid="63500"/>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63505"/>
                                        </p:tgtEl>
                                        <p:attrNameLst>
                                          <p:attrName>style.visibility</p:attrName>
                                        </p:attrNameLst>
                                      </p:cBhvr>
                                      <p:to>
                                        <p:strVal val="visible"/>
                                      </p:to>
                                    </p:set>
                                    <p:animEffect transition="in" filter="wipe(left)">
                                      <p:cBhvr>
                                        <p:cTn id="18" dur="500"/>
                                        <p:tgtEl>
                                          <p:spTgt spid="6350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3490"/>
                                        </p:tgtEl>
                                        <p:attrNameLst>
                                          <p:attrName>style.visibility</p:attrName>
                                        </p:attrNameLst>
                                      </p:cBhvr>
                                      <p:to>
                                        <p:strVal val="visible"/>
                                      </p:to>
                                    </p:set>
                                    <p:anim calcmode="lin" valueType="num">
                                      <p:cBhvr additive="base">
                                        <p:cTn id="23" dur="500" fill="hold"/>
                                        <p:tgtEl>
                                          <p:spTgt spid="63490"/>
                                        </p:tgtEl>
                                        <p:attrNameLst>
                                          <p:attrName>ppt_x</p:attrName>
                                        </p:attrNameLst>
                                      </p:cBhvr>
                                      <p:tavLst>
                                        <p:tav tm="0">
                                          <p:val>
                                            <p:strVal val="0-#ppt_w/2"/>
                                          </p:val>
                                        </p:tav>
                                        <p:tav tm="100000">
                                          <p:val>
                                            <p:strVal val="#ppt_x"/>
                                          </p:val>
                                        </p:tav>
                                      </p:tavLst>
                                    </p:anim>
                                    <p:anim calcmode="lin" valueType="num">
                                      <p:cBhvr additive="base">
                                        <p:cTn id="24" dur="500" fill="hold"/>
                                        <p:tgtEl>
                                          <p:spTgt spid="6349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3491"/>
                                        </p:tgtEl>
                                        <p:attrNameLst>
                                          <p:attrName>style.visibility</p:attrName>
                                        </p:attrNameLst>
                                      </p:cBhvr>
                                      <p:to>
                                        <p:strVal val="visible"/>
                                      </p:to>
                                    </p:set>
                                    <p:anim calcmode="lin" valueType="num">
                                      <p:cBhvr additive="base">
                                        <p:cTn id="29" dur="500" fill="hold"/>
                                        <p:tgtEl>
                                          <p:spTgt spid="63491"/>
                                        </p:tgtEl>
                                        <p:attrNameLst>
                                          <p:attrName>ppt_x</p:attrName>
                                        </p:attrNameLst>
                                      </p:cBhvr>
                                      <p:tavLst>
                                        <p:tav tm="0">
                                          <p:val>
                                            <p:strVal val="#ppt_x"/>
                                          </p:val>
                                        </p:tav>
                                        <p:tav tm="100000">
                                          <p:val>
                                            <p:strVal val="#ppt_x"/>
                                          </p:val>
                                        </p:tav>
                                      </p:tavLst>
                                    </p:anim>
                                    <p:anim calcmode="lin" valueType="num">
                                      <p:cBhvr additive="base">
                                        <p:cTn id="30" dur="500" fill="hold"/>
                                        <p:tgtEl>
                                          <p:spTgt spid="63491"/>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3492"/>
                                        </p:tgtEl>
                                        <p:attrNameLst>
                                          <p:attrName>style.visibility</p:attrName>
                                        </p:attrNameLst>
                                      </p:cBhvr>
                                      <p:to>
                                        <p:strVal val="visible"/>
                                      </p:to>
                                    </p:set>
                                    <p:anim calcmode="lin" valueType="num">
                                      <p:cBhvr additive="base">
                                        <p:cTn id="35" dur="500" fill="hold"/>
                                        <p:tgtEl>
                                          <p:spTgt spid="63492"/>
                                        </p:tgtEl>
                                        <p:attrNameLst>
                                          <p:attrName>ppt_x</p:attrName>
                                        </p:attrNameLst>
                                      </p:cBhvr>
                                      <p:tavLst>
                                        <p:tav tm="0">
                                          <p:val>
                                            <p:strVal val="#ppt_x"/>
                                          </p:val>
                                        </p:tav>
                                        <p:tav tm="100000">
                                          <p:val>
                                            <p:strVal val="#ppt_x"/>
                                          </p:val>
                                        </p:tav>
                                      </p:tavLst>
                                    </p:anim>
                                    <p:anim calcmode="lin" valueType="num">
                                      <p:cBhvr additive="base">
                                        <p:cTn id="36" dur="500" fill="hold"/>
                                        <p:tgtEl>
                                          <p:spTgt spid="63492"/>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nodeType="clickEffect">
                                  <p:stCondLst>
                                    <p:cond delay="0"/>
                                  </p:stCondLst>
                                  <p:childTnLst>
                                    <p:set>
                                      <p:cBhvr>
                                        <p:cTn id="40" dur="1" fill="hold">
                                          <p:stCondLst>
                                            <p:cond delay="0"/>
                                          </p:stCondLst>
                                        </p:cTn>
                                        <p:tgtEl>
                                          <p:spTgt spid="63493"/>
                                        </p:tgtEl>
                                        <p:attrNameLst>
                                          <p:attrName>style.visibility</p:attrName>
                                        </p:attrNameLst>
                                      </p:cBhvr>
                                      <p:to>
                                        <p:strVal val="visible"/>
                                      </p:to>
                                    </p:set>
                                    <p:anim calcmode="lin" valueType="num">
                                      <p:cBhvr>
                                        <p:cTn id="41" dur="500" fill="hold"/>
                                        <p:tgtEl>
                                          <p:spTgt spid="63493"/>
                                        </p:tgtEl>
                                        <p:attrNameLst>
                                          <p:attrName>ppt_x</p:attrName>
                                        </p:attrNameLst>
                                      </p:cBhvr>
                                      <p:tavLst>
                                        <p:tav tm="0">
                                          <p:val>
                                            <p:strVal val="#ppt_x-#ppt_w/2"/>
                                          </p:val>
                                        </p:tav>
                                        <p:tav tm="100000">
                                          <p:val>
                                            <p:strVal val="#ppt_x"/>
                                          </p:val>
                                        </p:tav>
                                      </p:tavLst>
                                    </p:anim>
                                    <p:anim calcmode="lin" valueType="num">
                                      <p:cBhvr>
                                        <p:cTn id="42" dur="500" fill="hold"/>
                                        <p:tgtEl>
                                          <p:spTgt spid="63493"/>
                                        </p:tgtEl>
                                        <p:attrNameLst>
                                          <p:attrName>ppt_y</p:attrName>
                                        </p:attrNameLst>
                                      </p:cBhvr>
                                      <p:tavLst>
                                        <p:tav tm="0">
                                          <p:val>
                                            <p:strVal val="#ppt_y"/>
                                          </p:val>
                                        </p:tav>
                                        <p:tav tm="100000">
                                          <p:val>
                                            <p:strVal val="#ppt_y"/>
                                          </p:val>
                                        </p:tav>
                                      </p:tavLst>
                                    </p:anim>
                                    <p:anim calcmode="lin" valueType="num">
                                      <p:cBhvr>
                                        <p:cTn id="43" dur="500" fill="hold"/>
                                        <p:tgtEl>
                                          <p:spTgt spid="63493"/>
                                        </p:tgtEl>
                                        <p:attrNameLst>
                                          <p:attrName>ppt_w</p:attrName>
                                        </p:attrNameLst>
                                      </p:cBhvr>
                                      <p:tavLst>
                                        <p:tav tm="0">
                                          <p:val>
                                            <p:fltVal val="0"/>
                                          </p:val>
                                        </p:tav>
                                        <p:tav tm="100000">
                                          <p:val>
                                            <p:strVal val="#ppt_w"/>
                                          </p:val>
                                        </p:tav>
                                      </p:tavLst>
                                    </p:anim>
                                    <p:anim calcmode="lin" valueType="num">
                                      <p:cBhvr>
                                        <p:cTn id="44" dur="500" fill="hold"/>
                                        <p:tgtEl>
                                          <p:spTgt spid="63493"/>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63501"/>
                                        </p:tgtEl>
                                        <p:attrNameLst>
                                          <p:attrName>style.visibility</p:attrName>
                                        </p:attrNameLst>
                                      </p:cBhvr>
                                      <p:to>
                                        <p:strVal val="visible"/>
                                      </p:to>
                                    </p:set>
                                    <p:anim calcmode="lin" valueType="num">
                                      <p:cBhvr additive="base">
                                        <p:cTn id="49" dur="500" fill="hold"/>
                                        <p:tgtEl>
                                          <p:spTgt spid="63501"/>
                                        </p:tgtEl>
                                        <p:attrNameLst>
                                          <p:attrName>ppt_x</p:attrName>
                                        </p:attrNameLst>
                                      </p:cBhvr>
                                      <p:tavLst>
                                        <p:tav tm="0">
                                          <p:val>
                                            <p:strVal val="1+#ppt_w/2"/>
                                          </p:val>
                                        </p:tav>
                                        <p:tav tm="100000">
                                          <p:val>
                                            <p:strVal val="#ppt_x"/>
                                          </p:val>
                                        </p:tav>
                                      </p:tavLst>
                                    </p:anim>
                                    <p:anim calcmode="lin" valueType="num">
                                      <p:cBhvr additive="base">
                                        <p:cTn id="50" dur="500" fill="hold"/>
                                        <p:tgtEl>
                                          <p:spTgt spid="63501"/>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3503"/>
                                        </p:tgtEl>
                                        <p:attrNameLst>
                                          <p:attrName>style.visibility</p:attrName>
                                        </p:attrNameLst>
                                      </p:cBhvr>
                                      <p:to>
                                        <p:strVal val="visible"/>
                                      </p:to>
                                    </p:set>
                                    <p:anim calcmode="lin" valueType="num">
                                      <p:cBhvr additive="base">
                                        <p:cTn id="55" dur="500" fill="hold"/>
                                        <p:tgtEl>
                                          <p:spTgt spid="63503"/>
                                        </p:tgtEl>
                                        <p:attrNameLst>
                                          <p:attrName>ppt_x</p:attrName>
                                        </p:attrNameLst>
                                      </p:cBhvr>
                                      <p:tavLst>
                                        <p:tav tm="0">
                                          <p:val>
                                            <p:strVal val="#ppt_x"/>
                                          </p:val>
                                        </p:tav>
                                        <p:tav tm="100000">
                                          <p:val>
                                            <p:strVal val="#ppt_x"/>
                                          </p:val>
                                        </p:tav>
                                      </p:tavLst>
                                    </p:anim>
                                    <p:anim calcmode="lin" valueType="num">
                                      <p:cBhvr additive="base">
                                        <p:cTn id="56" dur="500" fill="hold"/>
                                        <p:tgtEl>
                                          <p:spTgt spid="6350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1"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fill="hold"/>
                                        <p:tgtEl>
                                          <p:spTgt spid="27"/>
                                        </p:tgtEl>
                                        <p:attrNameLst>
                                          <p:attrName>ppt_x</p:attrName>
                                        </p:attrNameLst>
                                      </p:cBhvr>
                                      <p:tavLst>
                                        <p:tav tm="0">
                                          <p:val>
                                            <p:strVal val="#ppt_x"/>
                                          </p:val>
                                        </p:tav>
                                        <p:tav tm="100000">
                                          <p:val>
                                            <p:strVal val="#ppt_x"/>
                                          </p:val>
                                        </p:tav>
                                      </p:tavLst>
                                    </p:anim>
                                    <p:anim calcmode="lin" valueType="num">
                                      <p:cBhvr additive="base">
                                        <p:cTn id="62"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nimBg="1" autoUpdateAnimBg="0"/>
      <p:bldP spid="63491" grpId="0" autoUpdateAnimBg="0"/>
      <p:bldP spid="63492" grpId="0" autoUpdateAnimBg="0"/>
      <p:bldP spid="63499" grpId="0" autoUpdateAnimBg="0"/>
      <p:bldP spid="63500" grpId="0" autoUpdateAnimBg="0"/>
      <p:bldP spid="63503" grpId="0" autoUpdateAnimBg="0"/>
      <p:bldP spid="27" grpId="0" autoUpdateAnimBg="0"/>
      <p:bldP spid="28" grpId="0"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8" name="Group 2"/>
          <p:cNvGrpSpPr>
            <a:grpSpLocks/>
          </p:cNvGrpSpPr>
          <p:nvPr/>
        </p:nvGrpSpPr>
        <p:grpSpPr bwMode="auto">
          <a:xfrm>
            <a:off x="5378453" y="698500"/>
            <a:ext cx="1917701" cy="3859213"/>
            <a:chOff x="3388" y="440"/>
            <a:chExt cx="1208" cy="2431"/>
          </a:xfrm>
        </p:grpSpPr>
        <p:sp>
          <p:nvSpPr>
            <p:cNvPr id="65539" name="Text Box 3"/>
            <p:cNvSpPr txBox="1">
              <a:spLocks noChangeArrowheads="1"/>
            </p:cNvSpPr>
            <p:nvPr/>
          </p:nvSpPr>
          <p:spPr bwMode="auto">
            <a:xfrm>
              <a:off x="3494" y="440"/>
              <a:ext cx="701" cy="291"/>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dirty="0">
                  <a:latin typeface="Times New Roman" panose="02020603050405020304" pitchFamily="18" charset="0"/>
                </a:rPr>
                <a:t>相量域</a:t>
              </a:r>
            </a:p>
          </p:txBody>
        </p:sp>
        <p:sp>
          <p:nvSpPr>
            <p:cNvPr id="65540" name="Text Box 4"/>
            <p:cNvSpPr txBox="1">
              <a:spLocks noChangeArrowheads="1"/>
            </p:cNvSpPr>
            <p:nvPr/>
          </p:nvSpPr>
          <p:spPr bwMode="auto">
            <a:xfrm>
              <a:off x="3388" y="1691"/>
              <a:ext cx="1208" cy="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latin typeface="Times New Roman" panose="02020603050405020304" pitchFamily="18" charset="0"/>
                </a:rPr>
                <a:t>有效值关系</a:t>
              </a:r>
            </a:p>
            <a:p>
              <a:pPr algn="l">
                <a:lnSpc>
                  <a:spcPct val="120000"/>
                </a:lnSpc>
                <a:spcBef>
                  <a:spcPct val="5000"/>
                </a:spcBef>
              </a:pPr>
              <a:r>
                <a:rPr kumimoji="1" lang="zh-CN" altLang="en-US" sz="2400" b="1">
                  <a:solidFill>
                    <a:srgbClr val="FF0000"/>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rPr>
                <a:t>I</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Symbol" panose="05050102010706020507" pitchFamily="18" charset="2"/>
                </a:rPr>
                <a:t>w </a:t>
              </a:r>
              <a:r>
                <a:rPr kumimoji="1" lang="en-US" altLang="zh-CN" sz="2400" b="1" i="1">
                  <a:solidFill>
                    <a:srgbClr val="FF0000"/>
                  </a:solidFill>
                  <a:latin typeface="Times New Roman" panose="02020603050405020304" pitchFamily="18" charset="0"/>
                </a:rPr>
                <a:t>C U</a:t>
              </a:r>
            </a:p>
          </p:txBody>
        </p:sp>
        <p:sp>
          <p:nvSpPr>
            <p:cNvPr id="65541" name="Text Box 5"/>
            <p:cNvSpPr txBox="1">
              <a:spLocks noChangeArrowheads="1"/>
            </p:cNvSpPr>
            <p:nvPr/>
          </p:nvSpPr>
          <p:spPr bwMode="auto">
            <a:xfrm>
              <a:off x="3438" y="2318"/>
              <a:ext cx="1143" cy="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相位关系</a:t>
              </a:r>
            </a:p>
            <a:p>
              <a:pPr algn="l">
                <a:lnSpc>
                  <a:spcPct val="65000"/>
                </a:lnSpc>
              </a:pPr>
              <a:r>
                <a:rPr kumimoji="1" lang="en-US" altLang="zh-CN" sz="2400" b="1" i="1">
                  <a:solidFill>
                    <a:srgbClr val="FF0000"/>
                  </a:solidFill>
                  <a:latin typeface="Times New Roman" panose="02020603050405020304" pitchFamily="18" charset="0"/>
                  <a:sym typeface="Symbol" panose="05050102010706020507" pitchFamily="18" charset="2"/>
                </a:rPr>
                <a:t>i </a:t>
              </a:r>
              <a:r>
                <a:rPr kumimoji="1" lang="zh-CN" altLang="en-US" sz="2400" b="1">
                  <a:solidFill>
                    <a:srgbClr val="FF0000"/>
                  </a:solidFill>
                  <a:latin typeface="Times New Roman" panose="02020603050405020304" pitchFamily="18" charset="0"/>
                  <a:sym typeface="Symbol" panose="05050102010706020507" pitchFamily="18" charset="2"/>
                </a:rPr>
                <a:t>超前</a:t>
              </a:r>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2400" b="1">
                  <a:solidFill>
                    <a:srgbClr val="FF0000"/>
                  </a:solidFill>
                  <a:latin typeface="Times New Roman" panose="02020603050405020304" pitchFamily="18" charset="0"/>
                  <a:sym typeface="Symbol" panose="05050102010706020507" pitchFamily="18" charset="2"/>
                </a:rPr>
                <a:t> 90°</a:t>
              </a:r>
              <a:endParaRPr kumimoji="1" lang="en-US" altLang="zh-CN" sz="2400" b="1">
                <a:solidFill>
                  <a:srgbClr val="FF0000"/>
                </a:solidFill>
                <a:latin typeface="Times New Roman" panose="02020603050405020304" pitchFamily="18" charset="0"/>
              </a:endParaRPr>
            </a:p>
          </p:txBody>
        </p:sp>
        <p:graphicFrame>
          <p:nvGraphicFramePr>
            <p:cNvPr id="65542" name="Object 6"/>
            <p:cNvGraphicFramePr>
              <a:graphicFrameLocks noChangeAspect="1"/>
            </p:cNvGraphicFramePr>
            <p:nvPr/>
          </p:nvGraphicFramePr>
          <p:xfrm>
            <a:off x="3424" y="1260"/>
            <a:ext cx="887" cy="287"/>
          </p:xfrm>
          <a:graphic>
            <a:graphicData uri="http://schemas.openxmlformats.org/presentationml/2006/ole">
              <mc:AlternateContent xmlns:mc="http://schemas.openxmlformats.org/markup-compatibility/2006">
                <mc:Choice xmlns:v="urn:schemas-microsoft-com:vml" Requires="v">
                  <p:oleObj name="公式" r:id="rId3" imgW="698400" imgH="228600" progId="Equation.3">
                    <p:embed/>
                  </p:oleObj>
                </mc:Choice>
                <mc:Fallback>
                  <p:oleObj name="公式" r:id="rId3" imgW="698400" imgH="228600" progId="Equation.3">
                    <p:embed/>
                    <p:pic>
                      <p:nvPicPr>
                        <p:cNvPr id="6554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4" y="1260"/>
                          <a:ext cx="887"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3" name="Object 7"/>
            <p:cNvGraphicFramePr>
              <a:graphicFrameLocks noChangeAspect="1"/>
            </p:cNvGraphicFramePr>
            <p:nvPr/>
          </p:nvGraphicFramePr>
          <p:xfrm>
            <a:off x="3424" y="869"/>
            <a:ext cx="838" cy="253"/>
          </p:xfrm>
          <a:graphic>
            <a:graphicData uri="http://schemas.openxmlformats.org/presentationml/2006/ole">
              <mc:AlternateContent xmlns:mc="http://schemas.openxmlformats.org/markup-compatibility/2006">
                <mc:Choice xmlns:v="urn:schemas-microsoft-com:vml" Requires="v">
                  <p:oleObj name="公式" r:id="rId5" imgW="660240" imgH="203040" progId="Equation.3">
                    <p:embed/>
                  </p:oleObj>
                </mc:Choice>
                <mc:Fallback>
                  <p:oleObj name="公式" r:id="rId5" imgW="660240" imgH="203040" progId="Equation.3">
                    <p:embed/>
                    <p:pic>
                      <p:nvPicPr>
                        <p:cNvPr id="6554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4" y="869"/>
                          <a:ext cx="838"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5544" name="Group 8"/>
          <p:cNvGrpSpPr>
            <a:grpSpLocks/>
          </p:cNvGrpSpPr>
          <p:nvPr/>
        </p:nvGrpSpPr>
        <p:grpSpPr bwMode="auto">
          <a:xfrm>
            <a:off x="2076450" y="685800"/>
            <a:ext cx="3113088" cy="5545138"/>
            <a:chOff x="1308" y="432"/>
            <a:chExt cx="1961" cy="3493"/>
          </a:xfrm>
        </p:grpSpPr>
        <p:sp>
          <p:nvSpPr>
            <p:cNvPr id="65545" name="Text Box 9"/>
            <p:cNvSpPr txBox="1">
              <a:spLocks noChangeArrowheads="1"/>
            </p:cNvSpPr>
            <p:nvPr/>
          </p:nvSpPr>
          <p:spPr bwMode="auto">
            <a:xfrm>
              <a:off x="1952" y="432"/>
              <a:ext cx="502" cy="288"/>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时域</a:t>
              </a:r>
            </a:p>
          </p:txBody>
        </p:sp>
        <p:graphicFrame>
          <p:nvGraphicFramePr>
            <p:cNvPr id="65546" name="Object 10"/>
            <p:cNvGraphicFramePr>
              <a:graphicFrameLocks noChangeAspect="1"/>
            </p:cNvGraphicFramePr>
            <p:nvPr/>
          </p:nvGraphicFramePr>
          <p:xfrm>
            <a:off x="1347" y="864"/>
            <a:ext cx="1415" cy="304"/>
          </p:xfrm>
          <a:graphic>
            <a:graphicData uri="http://schemas.openxmlformats.org/presentationml/2006/ole">
              <mc:AlternateContent xmlns:mc="http://schemas.openxmlformats.org/markup-compatibility/2006">
                <mc:Choice xmlns:v="urn:schemas-microsoft-com:vml" Requires="v">
                  <p:oleObj name="公式" r:id="rId7" imgW="1117440" imgH="241200" progId="Equation.3">
                    <p:embed/>
                  </p:oleObj>
                </mc:Choice>
                <mc:Fallback>
                  <p:oleObj name="公式" r:id="rId7" imgW="1117440" imgH="241200" progId="Equation.3">
                    <p:embed/>
                    <p:pic>
                      <p:nvPicPr>
                        <p:cNvPr id="65546" name="Object 10"/>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7" y="864"/>
                          <a:ext cx="1415"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7" name="Object 11"/>
            <p:cNvGraphicFramePr>
              <a:graphicFrameLocks noChangeAspect="1"/>
            </p:cNvGraphicFramePr>
            <p:nvPr/>
          </p:nvGraphicFramePr>
          <p:xfrm>
            <a:off x="1371" y="1198"/>
            <a:ext cx="1898" cy="1184"/>
          </p:xfrm>
          <a:graphic>
            <a:graphicData uri="http://schemas.openxmlformats.org/presentationml/2006/ole">
              <mc:AlternateContent xmlns:mc="http://schemas.openxmlformats.org/markup-compatibility/2006">
                <mc:Choice xmlns:v="urn:schemas-microsoft-com:vml" Requires="v">
                  <p:oleObj name="公式" r:id="rId9" imgW="1485720" imgH="927000" progId="Equation.3">
                    <p:embed/>
                  </p:oleObj>
                </mc:Choice>
                <mc:Fallback>
                  <p:oleObj name="公式" r:id="rId9" imgW="1485720" imgH="927000" progId="Equation.3">
                    <p:embed/>
                    <p:pic>
                      <p:nvPicPr>
                        <p:cNvPr id="65547"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 y="1198"/>
                          <a:ext cx="1898" cy="1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548" name="Group 12"/>
            <p:cNvGrpSpPr>
              <a:grpSpLocks/>
            </p:cNvGrpSpPr>
            <p:nvPr/>
          </p:nvGrpSpPr>
          <p:grpSpPr bwMode="auto">
            <a:xfrm>
              <a:off x="1308" y="2528"/>
              <a:ext cx="1913" cy="1104"/>
              <a:chOff x="1308" y="2528"/>
              <a:chExt cx="1913" cy="1104"/>
            </a:xfrm>
          </p:grpSpPr>
          <p:sp>
            <p:nvSpPr>
              <p:cNvPr id="65549" name="Line 13"/>
              <p:cNvSpPr>
                <a:spLocks noChangeShapeType="1"/>
              </p:cNvSpPr>
              <p:nvPr/>
            </p:nvSpPr>
            <p:spPr bwMode="auto">
              <a:xfrm flipV="1">
                <a:off x="1693" y="2579"/>
                <a:ext cx="0" cy="1053"/>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0" name="Line 14"/>
              <p:cNvSpPr>
                <a:spLocks noChangeShapeType="1"/>
              </p:cNvSpPr>
              <p:nvPr/>
            </p:nvSpPr>
            <p:spPr bwMode="auto">
              <a:xfrm flipV="1">
                <a:off x="1379" y="3192"/>
                <a:ext cx="1736" cy="5"/>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1" name="Text Box 15"/>
              <p:cNvSpPr txBox="1">
                <a:spLocks noChangeArrowheads="1"/>
              </p:cNvSpPr>
              <p:nvPr/>
            </p:nvSpPr>
            <p:spPr bwMode="auto">
              <a:xfrm>
                <a:off x="2872" y="3155"/>
                <a:ext cx="3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t</a:t>
                </a:r>
              </a:p>
            </p:txBody>
          </p:sp>
          <p:sp>
            <p:nvSpPr>
              <p:cNvPr id="65552" name="Freeform 16"/>
              <p:cNvSpPr>
                <a:spLocks/>
              </p:cNvSpPr>
              <p:nvPr/>
            </p:nvSpPr>
            <p:spPr bwMode="auto">
              <a:xfrm>
                <a:off x="1308" y="2855"/>
                <a:ext cx="1514" cy="680"/>
              </a:xfrm>
              <a:custGeom>
                <a:avLst/>
                <a:gdLst>
                  <a:gd name="T0" fmla="*/ 0 w 2118"/>
                  <a:gd name="T1" fmla="*/ 734 h 868"/>
                  <a:gd name="T2" fmla="*/ 260 w 2118"/>
                  <a:gd name="T3" fmla="*/ 286 h 868"/>
                  <a:gd name="T4" fmla="*/ 335 w 2118"/>
                  <a:gd name="T5" fmla="*/ 162 h 868"/>
                  <a:gd name="T6" fmla="*/ 430 w 2118"/>
                  <a:gd name="T7" fmla="*/ 53 h 868"/>
                  <a:gd name="T8" fmla="*/ 538 w 2118"/>
                  <a:gd name="T9" fmla="*/ 2 h 868"/>
                  <a:gd name="T10" fmla="*/ 672 w 2118"/>
                  <a:gd name="T11" fmla="*/ 64 h 868"/>
                  <a:gd name="T12" fmla="*/ 806 w 2118"/>
                  <a:gd name="T13" fmla="*/ 246 h 868"/>
                  <a:gd name="T14" fmla="*/ 906 w 2118"/>
                  <a:gd name="T15" fmla="*/ 430 h 868"/>
                  <a:gd name="T16" fmla="*/ 1019 w 2118"/>
                  <a:gd name="T17" fmla="*/ 628 h 868"/>
                  <a:gd name="T18" fmla="*/ 1130 w 2118"/>
                  <a:gd name="T19" fmla="*/ 788 h 868"/>
                  <a:gd name="T20" fmla="*/ 1284 w 2118"/>
                  <a:gd name="T21" fmla="*/ 862 h 868"/>
                  <a:gd name="T22" fmla="*/ 1449 w 2118"/>
                  <a:gd name="T23" fmla="*/ 747 h 868"/>
                  <a:gd name="T24" fmla="*/ 1637 w 2118"/>
                  <a:gd name="T25" fmla="*/ 442 h 868"/>
                  <a:gd name="T26" fmla="*/ 1724 w 2118"/>
                  <a:gd name="T27" fmla="*/ 277 h 868"/>
                  <a:gd name="T28" fmla="*/ 1876 w 2118"/>
                  <a:gd name="T29" fmla="*/ 67 h 868"/>
                  <a:gd name="T30" fmla="*/ 2002 w 2118"/>
                  <a:gd name="T31" fmla="*/ 5 h 868"/>
                  <a:gd name="T32" fmla="*/ 2118 w 2118"/>
                  <a:gd name="T33" fmla="*/ 53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8" h="868">
                    <a:moveTo>
                      <a:pt x="0" y="734"/>
                    </a:moveTo>
                    <a:cubicBezTo>
                      <a:pt x="43" y="660"/>
                      <a:pt x="204" y="381"/>
                      <a:pt x="260" y="286"/>
                    </a:cubicBezTo>
                    <a:cubicBezTo>
                      <a:pt x="316" y="191"/>
                      <a:pt x="307" y="201"/>
                      <a:pt x="335" y="162"/>
                    </a:cubicBezTo>
                    <a:cubicBezTo>
                      <a:pt x="363" y="123"/>
                      <a:pt x="397" y="79"/>
                      <a:pt x="430" y="53"/>
                    </a:cubicBezTo>
                    <a:cubicBezTo>
                      <a:pt x="464" y="26"/>
                      <a:pt x="498" y="0"/>
                      <a:pt x="538" y="2"/>
                    </a:cubicBezTo>
                    <a:cubicBezTo>
                      <a:pt x="579" y="5"/>
                      <a:pt x="627" y="24"/>
                      <a:pt x="672" y="64"/>
                    </a:cubicBezTo>
                    <a:cubicBezTo>
                      <a:pt x="717" y="105"/>
                      <a:pt x="767" y="185"/>
                      <a:pt x="806" y="246"/>
                    </a:cubicBezTo>
                    <a:cubicBezTo>
                      <a:pt x="844" y="306"/>
                      <a:pt x="870" y="366"/>
                      <a:pt x="906" y="430"/>
                    </a:cubicBezTo>
                    <a:cubicBezTo>
                      <a:pt x="942" y="493"/>
                      <a:pt x="982" y="568"/>
                      <a:pt x="1019" y="628"/>
                    </a:cubicBezTo>
                    <a:cubicBezTo>
                      <a:pt x="1057" y="687"/>
                      <a:pt x="1086" y="749"/>
                      <a:pt x="1130" y="788"/>
                    </a:cubicBezTo>
                    <a:cubicBezTo>
                      <a:pt x="1174" y="827"/>
                      <a:pt x="1231" y="868"/>
                      <a:pt x="1284" y="862"/>
                    </a:cubicBezTo>
                    <a:cubicBezTo>
                      <a:pt x="1338" y="855"/>
                      <a:pt x="1390" y="817"/>
                      <a:pt x="1449" y="747"/>
                    </a:cubicBezTo>
                    <a:cubicBezTo>
                      <a:pt x="1508" y="677"/>
                      <a:pt x="1591" y="520"/>
                      <a:pt x="1637" y="442"/>
                    </a:cubicBezTo>
                    <a:cubicBezTo>
                      <a:pt x="1682" y="364"/>
                      <a:pt x="1685" y="339"/>
                      <a:pt x="1724" y="277"/>
                    </a:cubicBezTo>
                    <a:cubicBezTo>
                      <a:pt x="1764" y="215"/>
                      <a:pt x="1830" y="112"/>
                      <a:pt x="1876" y="67"/>
                    </a:cubicBezTo>
                    <a:cubicBezTo>
                      <a:pt x="1922" y="21"/>
                      <a:pt x="1962" y="7"/>
                      <a:pt x="2002" y="5"/>
                    </a:cubicBezTo>
                    <a:cubicBezTo>
                      <a:pt x="2043" y="2"/>
                      <a:pt x="2094" y="43"/>
                      <a:pt x="2118" y="53"/>
                    </a:cubicBezTo>
                  </a:path>
                </a:pathLst>
              </a:custGeom>
              <a:noFill/>
              <a:ln w="285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53" name="Freeform 17"/>
              <p:cNvSpPr>
                <a:spLocks/>
              </p:cNvSpPr>
              <p:nvPr/>
            </p:nvSpPr>
            <p:spPr bwMode="auto">
              <a:xfrm>
                <a:off x="1447" y="3033"/>
                <a:ext cx="1649" cy="339"/>
              </a:xfrm>
              <a:custGeom>
                <a:avLst/>
                <a:gdLst>
                  <a:gd name="T0" fmla="*/ 0 w 2307"/>
                  <a:gd name="T1" fmla="*/ 430 h 432"/>
                  <a:gd name="T2" fmla="*/ 160 w 2307"/>
                  <a:gd name="T3" fmla="*/ 385 h 432"/>
                  <a:gd name="T4" fmla="*/ 363 w 2307"/>
                  <a:gd name="T5" fmla="*/ 215 h 432"/>
                  <a:gd name="T6" fmla="*/ 561 w 2307"/>
                  <a:gd name="T7" fmla="*/ 53 h 432"/>
                  <a:gd name="T8" fmla="*/ 741 w 2307"/>
                  <a:gd name="T9" fmla="*/ 2 h 432"/>
                  <a:gd name="T10" fmla="*/ 916 w 2307"/>
                  <a:gd name="T11" fmla="*/ 67 h 432"/>
                  <a:gd name="T12" fmla="*/ 1094 w 2307"/>
                  <a:gd name="T13" fmla="*/ 217 h 432"/>
                  <a:gd name="T14" fmla="*/ 1311 w 2307"/>
                  <a:gd name="T15" fmla="*/ 385 h 432"/>
                  <a:gd name="T16" fmla="*/ 1446 w 2307"/>
                  <a:gd name="T17" fmla="*/ 430 h 432"/>
                  <a:gd name="T18" fmla="*/ 1588 w 2307"/>
                  <a:gd name="T19" fmla="*/ 397 h 432"/>
                  <a:gd name="T20" fmla="*/ 1731 w 2307"/>
                  <a:gd name="T21" fmla="*/ 286 h 432"/>
                  <a:gd name="T22" fmla="*/ 1830 w 2307"/>
                  <a:gd name="T23" fmla="*/ 205 h 432"/>
                  <a:gd name="T24" fmla="*/ 1968 w 2307"/>
                  <a:gd name="T25" fmla="*/ 82 h 432"/>
                  <a:gd name="T26" fmla="*/ 2139 w 2307"/>
                  <a:gd name="T27" fmla="*/ 13 h 432"/>
                  <a:gd name="T28" fmla="*/ 2256 w 2307"/>
                  <a:gd name="T29" fmla="*/ 28 h 432"/>
                  <a:gd name="T30" fmla="*/ 2307 w 2307"/>
                  <a:gd name="T31" fmla="*/ 5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07" h="432">
                    <a:moveTo>
                      <a:pt x="0" y="430"/>
                    </a:moveTo>
                    <a:cubicBezTo>
                      <a:pt x="27" y="423"/>
                      <a:pt x="99" y="421"/>
                      <a:pt x="160" y="385"/>
                    </a:cubicBezTo>
                    <a:cubicBezTo>
                      <a:pt x="220" y="349"/>
                      <a:pt x="296" y="270"/>
                      <a:pt x="363" y="215"/>
                    </a:cubicBezTo>
                    <a:cubicBezTo>
                      <a:pt x="430" y="160"/>
                      <a:pt x="498" y="88"/>
                      <a:pt x="561" y="53"/>
                    </a:cubicBezTo>
                    <a:cubicBezTo>
                      <a:pt x="624" y="18"/>
                      <a:pt x="682" y="0"/>
                      <a:pt x="741" y="2"/>
                    </a:cubicBezTo>
                    <a:cubicBezTo>
                      <a:pt x="800" y="5"/>
                      <a:pt x="858" y="31"/>
                      <a:pt x="916" y="67"/>
                    </a:cubicBezTo>
                    <a:cubicBezTo>
                      <a:pt x="974" y="103"/>
                      <a:pt x="1028" y="164"/>
                      <a:pt x="1094" y="217"/>
                    </a:cubicBezTo>
                    <a:cubicBezTo>
                      <a:pt x="1160" y="270"/>
                      <a:pt x="1252" y="349"/>
                      <a:pt x="1311" y="385"/>
                    </a:cubicBezTo>
                    <a:cubicBezTo>
                      <a:pt x="1370" y="421"/>
                      <a:pt x="1400" y="428"/>
                      <a:pt x="1446" y="430"/>
                    </a:cubicBezTo>
                    <a:cubicBezTo>
                      <a:pt x="1492" y="432"/>
                      <a:pt x="1540" y="421"/>
                      <a:pt x="1588" y="397"/>
                    </a:cubicBezTo>
                    <a:cubicBezTo>
                      <a:pt x="1636" y="373"/>
                      <a:pt x="1691" y="318"/>
                      <a:pt x="1731" y="286"/>
                    </a:cubicBezTo>
                    <a:cubicBezTo>
                      <a:pt x="1771" y="254"/>
                      <a:pt x="1791" y="239"/>
                      <a:pt x="1830" y="205"/>
                    </a:cubicBezTo>
                    <a:cubicBezTo>
                      <a:pt x="1869" y="171"/>
                      <a:pt x="1917" y="114"/>
                      <a:pt x="1968" y="82"/>
                    </a:cubicBezTo>
                    <a:cubicBezTo>
                      <a:pt x="2019" y="50"/>
                      <a:pt x="2091" y="22"/>
                      <a:pt x="2139" y="13"/>
                    </a:cubicBezTo>
                    <a:cubicBezTo>
                      <a:pt x="2187" y="4"/>
                      <a:pt x="2228" y="21"/>
                      <a:pt x="2256" y="28"/>
                    </a:cubicBezTo>
                    <a:cubicBezTo>
                      <a:pt x="2284" y="35"/>
                      <a:pt x="2297" y="47"/>
                      <a:pt x="2307" y="52"/>
                    </a:cubicBezTo>
                  </a:path>
                </a:pathLst>
              </a:custGeom>
              <a:noFill/>
              <a:ln w="28575" cap="flat" cmpd="sng">
                <a:solidFill>
                  <a:srgbClr val="3333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54" name="Text Box 18"/>
              <p:cNvSpPr txBox="1">
                <a:spLocks noChangeArrowheads="1"/>
              </p:cNvSpPr>
              <p:nvPr/>
            </p:nvSpPr>
            <p:spPr bwMode="auto">
              <a:xfrm>
                <a:off x="1385" y="2528"/>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sp>
            <p:nvSpPr>
              <p:cNvPr id="65555" name="Text Box 19"/>
              <p:cNvSpPr txBox="1">
                <a:spLocks noChangeArrowheads="1"/>
              </p:cNvSpPr>
              <p:nvPr/>
            </p:nvSpPr>
            <p:spPr bwMode="auto">
              <a:xfrm>
                <a:off x="2208" y="288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6600FF"/>
                    </a:solidFill>
                    <a:latin typeface="Times New Roman" panose="02020603050405020304" pitchFamily="18" charset="0"/>
                  </a:rPr>
                  <a:t>u</a:t>
                </a:r>
                <a:endParaRPr kumimoji="1" lang="en-US" altLang="zh-CN" sz="2400" b="1">
                  <a:solidFill>
                    <a:srgbClr val="6600FF"/>
                  </a:solidFill>
                  <a:latin typeface="Times New Roman" panose="02020603050405020304" pitchFamily="18" charset="0"/>
                </a:endParaRPr>
              </a:p>
            </p:txBody>
          </p:sp>
          <p:sp>
            <p:nvSpPr>
              <p:cNvPr id="65556" name="Text Box 20"/>
              <p:cNvSpPr txBox="1">
                <a:spLocks noChangeArrowheads="1"/>
              </p:cNvSpPr>
              <p:nvPr/>
            </p:nvSpPr>
            <p:spPr bwMode="auto">
              <a:xfrm>
                <a:off x="1824" y="2640"/>
                <a:ext cx="2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rPr>
                  <a:t>i</a:t>
                </a:r>
                <a:endParaRPr kumimoji="1" lang="en-US" altLang="zh-CN" sz="2400" b="1">
                  <a:solidFill>
                    <a:srgbClr val="FF0000"/>
                  </a:solidFill>
                  <a:latin typeface="Times New Roman" panose="02020603050405020304" pitchFamily="18" charset="0"/>
                </a:endParaRPr>
              </a:p>
            </p:txBody>
          </p:sp>
          <p:sp>
            <p:nvSpPr>
              <p:cNvPr id="65557" name="Text Box 21"/>
              <p:cNvSpPr txBox="1">
                <a:spLocks noChangeArrowheads="1"/>
              </p:cNvSpPr>
              <p:nvPr/>
            </p:nvSpPr>
            <p:spPr bwMode="auto">
              <a:xfrm>
                <a:off x="1687" y="318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0</a:t>
                </a:r>
              </a:p>
            </p:txBody>
          </p:sp>
        </p:grpSp>
        <p:sp>
          <p:nvSpPr>
            <p:cNvPr id="65558" name="Text Box 22"/>
            <p:cNvSpPr txBox="1">
              <a:spLocks noChangeArrowheads="1"/>
            </p:cNvSpPr>
            <p:nvPr/>
          </p:nvSpPr>
          <p:spPr bwMode="auto">
            <a:xfrm>
              <a:off x="1726" y="3637"/>
              <a:ext cx="6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波形图</a:t>
              </a:r>
            </a:p>
          </p:txBody>
        </p:sp>
      </p:grpSp>
      <p:grpSp>
        <p:nvGrpSpPr>
          <p:cNvPr id="65559" name="Group 23"/>
          <p:cNvGrpSpPr>
            <a:grpSpLocks/>
          </p:cNvGrpSpPr>
          <p:nvPr/>
        </p:nvGrpSpPr>
        <p:grpSpPr bwMode="auto">
          <a:xfrm>
            <a:off x="228600" y="260350"/>
            <a:ext cx="1901825" cy="2959100"/>
            <a:chOff x="144" y="170"/>
            <a:chExt cx="1026" cy="1858"/>
          </a:xfrm>
        </p:grpSpPr>
        <p:sp>
          <p:nvSpPr>
            <p:cNvPr id="65560" name="Text Box 24"/>
            <p:cNvSpPr txBox="1">
              <a:spLocks noChangeArrowheads="1"/>
            </p:cNvSpPr>
            <p:nvPr/>
          </p:nvSpPr>
          <p:spPr bwMode="auto">
            <a:xfrm>
              <a:off x="144" y="170"/>
              <a:ext cx="74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rPr>
                <a:t>3 . </a:t>
              </a:r>
              <a:r>
                <a:rPr kumimoji="1" lang="zh-CN" altLang="en-US" sz="2400" b="1">
                  <a:solidFill>
                    <a:srgbClr val="FF0000"/>
                  </a:solidFill>
                  <a:latin typeface="Times New Roman" panose="02020603050405020304" pitchFamily="18" charset="0"/>
                </a:rPr>
                <a:t>电容</a:t>
              </a:r>
            </a:p>
          </p:txBody>
        </p:sp>
        <p:grpSp>
          <p:nvGrpSpPr>
            <p:cNvPr id="65561" name="Group 25"/>
            <p:cNvGrpSpPr>
              <a:grpSpLocks/>
            </p:cNvGrpSpPr>
            <p:nvPr/>
          </p:nvGrpSpPr>
          <p:grpSpPr bwMode="auto">
            <a:xfrm>
              <a:off x="144" y="576"/>
              <a:ext cx="1026" cy="1452"/>
              <a:chOff x="144" y="576"/>
              <a:chExt cx="1026" cy="1452"/>
            </a:xfrm>
          </p:grpSpPr>
          <p:sp>
            <p:nvSpPr>
              <p:cNvPr id="65562" name="Text Box 26"/>
              <p:cNvSpPr txBox="1">
                <a:spLocks noChangeArrowheads="1"/>
              </p:cNvSpPr>
              <p:nvPr/>
            </p:nvSpPr>
            <p:spPr bwMode="auto">
              <a:xfrm>
                <a:off x="182" y="1741"/>
                <a:ext cx="760"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时域模型</a:t>
                </a:r>
              </a:p>
            </p:txBody>
          </p:sp>
          <p:sp>
            <p:nvSpPr>
              <p:cNvPr id="65563" name="Freeform 27"/>
              <p:cNvSpPr>
                <a:spLocks/>
              </p:cNvSpPr>
              <p:nvPr/>
            </p:nvSpPr>
            <p:spPr bwMode="auto">
              <a:xfrm>
                <a:off x="893" y="936"/>
                <a:ext cx="1" cy="306"/>
              </a:xfrm>
              <a:custGeom>
                <a:avLst/>
                <a:gdLst>
                  <a:gd name="T0" fmla="*/ 1 w 1"/>
                  <a:gd name="T1" fmla="*/ 306 h 306"/>
                  <a:gd name="T2" fmla="*/ 0 w 1"/>
                  <a:gd name="T3" fmla="*/ 0 h 306"/>
                </a:gdLst>
                <a:ahLst/>
                <a:cxnLst>
                  <a:cxn ang="0">
                    <a:pos x="T0" y="T1"/>
                  </a:cxn>
                  <a:cxn ang="0">
                    <a:pos x="T2" y="T3"/>
                  </a:cxn>
                </a:cxnLst>
                <a:rect l="0" t="0" r="r" b="b"/>
                <a:pathLst>
                  <a:path w="1" h="306">
                    <a:moveTo>
                      <a:pt x="1" y="306"/>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64" name="Freeform 28"/>
              <p:cNvSpPr>
                <a:spLocks/>
              </p:cNvSpPr>
              <p:nvPr/>
            </p:nvSpPr>
            <p:spPr bwMode="auto">
              <a:xfrm>
                <a:off x="887" y="1350"/>
                <a:ext cx="1" cy="312"/>
              </a:xfrm>
              <a:custGeom>
                <a:avLst/>
                <a:gdLst>
                  <a:gd name="T0" fmla="*/ 1 w 1"/>
                  <a:gd name="T1" fmla="*/ 0 h 312"/>
                  <a:gd name="T2" fmla="*/ 0 w 1"/>
                  <a:gd name="T3" fmla="*/ 312 h 312"/>
                </a:gdLst>
                <a:ahLst/>
                <a:cxnLst>
                  <a:cxn ang="0">
                    <a:pos x="T0" y="T1"/>
                  </a:cxn>
                  <a:cxn ang="0">
                    <a:pos x="T2" y="T3"/>
                  </a:cxn>
                </a:cxnLst>
                <a:rect l="0" t="0" r="r" b="b"/>
                <a:pathLst>
                  <a:path w="1" h="312">
                    <a:moveTo>
                      <a:pt x="1" y="0"/>
                    </a:moveTo>
                    <a:lnTo>
                      <a:pt x="0" y="312"/>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65" name="Freeform 29"/>
              <p:cNvSpPr>
                <a:spLocks/>
              </p:cNvSpPr>
              <p:nvPr/>
            </p:nvSpPr>
            <p:spPr bwMode="auto">
              <a:xfrm>
                <a:off x="317" y="936"/>
                <a:ext cx="576" cy="6"/>
              </a:xfrm>
              <a:custGeom>
                <a:avLst/>
                <a:gdLst>
                  <a:gd name="T0" fmla="*/ 0 w 576"/>
                  <a:gd name="T1" fmla="*/ 6 h 6"/>
                  <a:gd name="T2" fmla="*/ 576 w 576"/>
                  <a:gd name="T3" fmla="*/ 0 h 6"/>
                </a:gdLst>
                <a:ahLst/>
                <a:cxnLst>
                  <a:cxn ang="0">
                    <a:pos x="T0" y="T1"/>
                  </a:cxn>
                  <a:cxn ang="0">
                    <a:pos x="T2" y="T3"/>
                  </a:cxn>
                </a:cxnLst>
                <a:rect l="0" t="0" r="r" b="b"/>
                <a:pathLst>
                  <a:path w="576" h="6">
                    <a:moveTo>
                      <a:pt x="0" y="6"/>
                    </a:moveTo>
                    <a:lnTo>
                      <a:pt x="576"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66" name="Freeform 30"/>
              <p:cNvSpPr>
                <a:spLocks/>
              </p:cNvSpPr>
              <p:nvPr/>
            </p:nvSpPr>
            <p:spPr bwMode="auto">
              <a:xfrm>
                <a:off x="314" y="1656"/>
                <a:ext cx="570" cy="3"/>
              </a:xfrm>
              <a:custGeom>
                <a:avLst/>
                <a:gdLst>
                  <a:gd name="T0" fmla="*/ 0 w 570"/>
                  <a:gd name="T1" fmla="*/ 3 h 3"/>
                  <a:gd name="T2" fmla="*/ 570 w 570"/>
                  <a:gd name="T3" fmla="*/ 0 h 3"/>
                </a:gdLst>
                <a:ahLst/>
                <a:cxnLst>
                  <a:cxn ang="0">
                    <a:pos x="T0" y="T1"/>
                  </a:cxn>
                  <a:cxn ang="0">
                    <a:pos x="T2" y="T3"/>
                  </a:cxn>
                </a:cxnLst>
                <a:rect l="0" t="0" r="r" b="b"/>
                <a:pathLst>
                  <a:path w="570" h="3">
                    <a:moveTo>
                      <a:pt x="0" y="3"/>
                    </a:moveTo>
                    <a:lnTo>
                      <a:pt x="57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67" name="Line 31"/>
              <p:cNvSpPr>
                <a:spLocks noChangeShapeType="1"/>
              </p:cNvSpPr>
              <p:nvPr/>
            </p:nvSpPr>
            <p:spPr bwMode="auto">
              <a:xfrm>
                <a:off x="297" y="864"/>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68" name="Text Box 32"/>
              <p:cNvSpPr txBox="1">
                <a:spLocks noChangeArrowheads="1"/>
              </p:cNvSpPr>
              <p:nvPr/>
            </p:nvSpPr>
            <p:spPr bwMode="auto">
              <a:xfrm>
                <a:off x="249" y="576"/>
                <a:ext cx="327" cy="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i="1" baseline="-25000">
                    <a:latin typeface="Times New Roman" panose="02020603050405020304" pitchFamily="18" charset="0"/>
                  </a:rPr>
                  <a:t> </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5569" name="Text Box 33"/>
              <p:cNvSpPr txBox="1">
                <a:spLocks noChangeArrowheads="1"/>
              </p:cNvSpPr>
              <p:nvPr/>
            </p:nvSpPr>
            <p:spPr bwMode="auto">
              <a:xfrm>
                <a:off x="144" y="1152"/>
                <a:ext cx="48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5570" name="Text Box 34"/>
              <p:cNvSpPr txBox="1">
                <a:spLocks noChangeArrowheads="1"/>
              </p:cNvSpPr>
              <p:nvPr/>
            </p:nvSpPr>
            <p:spPr bwMode="auto">
              <a:xfrm>
                <a:off x="961" y="1152"/>
                <a:ext cx="209" cy="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C</a:t>
                </a:r>
              </a:p>
            </p:txBody>
          </p:sp>
          <p:sp>
            <p:nvSpPr>
              <p:cNvPr id="65571" name="Oval 35"/>
              <p:cNvSpPr>
                <a:spLocks noChangeArrowheads="1"/>
              </p:cNvSpPr>
              <p:nvPr/>
            </p:nvSpPr>
            <p:spPr bwMode="auto">
              <a:xfrm>
                <a:off x="263" y="163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72" name="Oval 36"/>
              <p:cNvSpPr>
                <a:spLocks noChangeArrowheads="1"/>
              </p:cNvSpPr>
              <p:nvPr/>
            </p:nvSpPr>
            <p:spPr bwMode="auto">
              <a:xfrm>
                <a:off x="263" y="91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73" name="Text Box 37"/>
              <p:cNvSpPr txBox="1">
                <a:spLocks noChangeArrowheads="1"/>
              </p:cNvSpPr>
              <p:nvPr/>
            </p:nvSpPr>
            <p:spPr bwMode="auto">
              <a:xfrm>
                <a:off x="182" y="960"/>
                <a:ext cx="192"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65574" name="Text Box 38"/>
              <p:cNvSpPr txBox="1">
                <a:spLocks noChangeArrowheads="1"/>
              </p:cNvSpPr>
              <p:nvPr/>
            </p:nvSpPr>
            <p:spPr bwMode="auto">
              <a:xfrm>
                <a:off x="195" y="1392"/>
                <a:ext cx="18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sp>
            <p:nvSpPr>
              <p:cNvPr id="65575" name="Line 39"/>
              <p:cNvSpPr>
                <a:spLocks noChangeShapeType="1"/>
              </p:cNvSpPr>
              <p:nvPr/>
            </p:nvSpPr>
            <p:spPr bwMode="auto">
              <a:xfrm>
                <a:off x="768" y="124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5576" name="Line 40"/>
              <p:cNvSpPr>
                <a:spLocks noChangeShapeType="1"/>
              </p:cNvSpPr>
              <p:nvPr/>
            </p:nvSpPr>
            <p:spPr bwMode="auto">
              <a:xfrm>
                <a:off x="768" y="1344"/>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grpSp>
        <p:nvGrpSpPr>
          <p:cNvPr id="65604" name="Group 68"/>
          <p:cNvGrpSpPr>
            <a:grpSpLocks/>
          </p:cNvGrpSpPr>
          <p:nvPr/>
        </p:nvGrpSpPr>
        <p:grpSpPr bwMode="auto">
          <a:xfrm>
            <a:off x="7391400" y="995363"/>
            <a:ext cx="1752600" cy="5106987"/>
            <a:chOff x="4656" y="627"/>
            <a:chExt cx="1104" cy="3217"/>
          </a:xfrm>
        </p:grpSpPr>
        <p:graphicFrame>
          <p:nvGraphicFramePr>
            <p:cNvPr id="65579" name="Object 43"/>
            <p:cNvGraphicFramePr>
              <a:graphicFrameLocks noChangeAspect="1"/>
            </p:cNvGraphicFramePr>
            <p:nvPr/>
          </p:nvGraphicFramePr>
          <p:xfrm>
            <a:off x="5559" y="3228"/>
            <a:ext cx="201" cy="248"/>
          </p:xfrm>
          <a:graphic>
            <a:graphicData uri="http://schemas.openxmlformats.org/presentationml/2006/ole">
              <mc:AlternateContent xmlns:mc="http://schemas.openxmlformats.org/markup-compatibility/2006">
                <mc:Choice xmlns:v="urn:schemas-microsoft-com:vml" Requires="v">
                  <p:oleObj name="公式" r:id="rId11" imgW="164880" imgH="203040" progId="Equation.3">
                    <p:embed/>
                  </p:oleObj>
                </mc:Choice>
                <mc:Fallback>
                  <p:oleObj name="公式" r:id="rId11" imgW="164880" imgH="203040" progId="Equation.3">
                    <p:embed/>
                    <p:pic>
                      <p:nvPicPr>
                        <p:cNvPr id="65579" name="Object 43"/>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59" y="3228"/>
                          <a:ext cx="20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80" name="Object 44"/>
            <p:cNvGraphicFramePr>
              <a:graphicFrameLocks noChangeAspect="1"/>
            </p:cNvGraphicFramePr>
            <p:nvPr/>
          </p:nvGraphicFramePr>
          <p:xfrm>
            <a:off x="4743" y="2748"/>
            <a:ext cx="166" cy="252"/>
          </p:xfrm>
          <a:graphic>
            <a:graphicData uri="http://schemas.openxmlformats.org/presentationml/2006/ole">
              <mc:AlternateContent xmlns:mc="http://schemas.openxmlformats.org/markup-compatibility/2006">
                <mc:Choice xmlns:v="urn:schemas-microsoft-com:vml" Requires="v">
                  <p:oleObj name="公式" r:id="rId13" imgW="126720" imgH="190440" progId="Equation.3">
                    <p:embed/>
                  </p:oleObj>
                </mc:Choice>
                <mc:Fallback>
                  <p:oleObj name="公式" r:id="rId13" imgW="126720" imgH="190440" progId="Equation.3">
                    <p:embed/>
                    <p:pic>
                      <p:nvPicPr>
                        <p:cNvPr id="65580" name="Object 44"/>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43" y="2748"/>
                          <a:ext cx="1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81" name="Line 45"/>
            <p:cNvSpPr>
              <a:spLocks noChangeShapeType="1"/>
            </p:cNvSpPr>
            <p:nvPr/>
          </p:nvSpPr>
          <p:spPr bwMode="auto">
            <a:xfrm>
              <a:off x="4935" y="3439"/>
              <a:ext cx="568" cy="0"/>
            </a:xfrm>
            <a:prstGeom prst="line">
              <a:avLst/>
            </a:prstGeom>
            <a:noFill/>
            <a:ln w="25400">
              <a:solidFill>
                <a:srgbClr val="66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582" name="Line 46"/>
            <p:cNvSpPr>
              <a:spLocks noChangeShapeType="1"/>
            </p:cNvSpPr>
            <p:nvPr/>
          </p:nvSpPr>
          <p:spPr bwMode="auto">
            <a:xfrm flipV="1">
              <a:off x="4935" y="2775"/>
              <a:ext cx="0" cy="664"/>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583" name="Text Box 47"/>
            <p:cNvSpPr txBox="1">
              <a:spLocks noChangeArrowheads="1"/>
            </p:cNvSpPr>
            <p:nvPr/>
          </p:nvSpPr>
          <p:spPr bwMode="auto">
            <a:xfrm>
              <a:off x="4877" y="3556"/>
              <a:ext cx="6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相量图</a:t>
              </a:r>
            </a:p>
          </p:txBody>
        </p:sp>
        <p:grpSp>
          <p:nvGrpSpPr>
            <p:cNvPr id="65584" name="Group 48"/>
            <p:cNvGrpSpPr>
              <a:grpSpLocks/>
            </p:cNvGrpSpPr>
            <p:nvPr/>
          </p:nvGrpSpPr>
          <p:grpSpPr bwMode="auto">
            <a:xfrm>
              <a:off x="4656" y="627"/>
              <a:ext cx="944" cy="1469"/>
              <a:chOff x="4656" y="627"/>
              <a:chExt cx="944" cy="1469"/>
            </a:xfrm>
          </p:grpSpPr>
          <p:sp>
            <p:nvSpPr>
              <p:cNvPr id="65585" name="Text Box 49"/>
              <p:cNvSpPr txBox="1">
                <a:spLocks noChangeArrowheads="1"/>
              </p:cNvSpPr>
              <p:nvPr/>
            </p:nvSpPr>
            <p:spPr bwMode="auto">
              <a:xfrm>
                <a:off x="4712" y="1808"/>
                <a:ext cx="88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相量模型</a:t>
                </a:r>
              </a:p>
            </p:txBody>
          </p:sp>
          <p:graphicFrame>
            <p:nvGraphicFramePr>
              <p:cNvPr id="65586" name="Object 50"/>
              <p:cNvGraphicFramePr>
                <a:graphicFrameLocks noChangeAspect="1"/>
              </p:cNvGraphicFramePr>
              <p:nvPr/>
            </p:nvGraphicFramePr>
            <p:xfrm>
              <a:off x="4886" y="627"/>
              <a:ext cx="148" cy="224"/>
            </p:xfrm>
            <a:graphic>
              <a:graphicData uri="http://schemas.openxmlformats.org/presentationml/2006/ole">
                <mc:AlternateContent xmlns:mc="http://schemas.openxmlformats.org/markup-compatibility/2006">
                  <mc:Choice xmlns:v="urn:schemas-microsoft-com:vml" Requires="v">
                    <p:oleObj name="公式" r:id="rId15" imgW="126720" imgH="190440" progId="Equation.3">
                      <p:embed/>
                    </p:oleObj>
                  </mc:Choice>
                  <mc:Fallback>
                    <p:oleObj name="公式" r:id="rId15" imgW="126720" imgH="190440" progId="Equation.3">
                      <p:embed/>
                      <p:pic>
                        <p:nvPicPr>
                          <p:cNvPr id="65586" name="Object 5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86" y="627"/>
                            <a:ext cx="14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87" name="Object 51"/>
              <p:cNvGraphicFramePr>
                <a:graphicFrameLocks noChangeAspect="1"/>
              </p:cNvGraphicFramePr>
              <p:nvPr/>
            </p:nvGraphicFramePr>
            <p:xfrm>
              <a:off x="4656" y="1230"/>
              <a:ext cx="192" cy="237"/>
            </p:xfrm>
            <a:graphic>
              <a:graphicData uri="http://schemas.openxmlformats.org/presentationml/2006/ole">
                <mc:AlternateContent xmlns:mc="http://schemas.openxmlformats.org/markup-compatibility/2006">
                  <mc:Choice xmlns:v="urn:schemas-microsoft-com:vml" Requires="v">
                    <p:oleObj name="公式" r:id="rId17" imgW="164880" imgH="203040" progId="Equation.3">
                      <p:embed/>
                    </p:oleObj>
                  </mc:Choice>
                  <mc:Fallback>
                    <p:oleObj name="公式" r:id="rId17" imgW="164880" imgH="203040" progId="Equation.3">
                      <p:embed/>
                      <p:pic>
                        <p:nvPicPr>
                          <p:cNvPr id="65587"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56" y="1230"/>
                            <a:ext cx="192"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88" name="Freeform 52"/>
              <p:cNvSpPr>
                <a:spLocks/>
              </p:cNvSpPr>
              <p:nvPr/>
            </p:nvSpPr>
            <p:spPr bwMode="auto">
              <a:xfrm>
                <a:off x="5482" y="952"/>
                <a:ext cx="1" cy="306"/>
              </a:xfrm>
              <a:custGeom>
                <a:avLst/>
                <a:gdLst>
                  <a:gd name="T0" fmla="*/ 1 w 1"/>
                  <a:gd name="T1" fmla="*/ 306 h 306"/>
                  <a:gd name="T2" fmla="*/ 0 w 1"/>
                  <a:gd name="T3" fmla="*/ 0 h 306"/>
                </a:gdLst>
                <a:ahLst/>
                <a:cxnLst>
                  <a:cxn ang="0">
                    <a:pos x="T0" y="T1"/>
                  </a:cxn>
                  <a:cxn ang="0">
                    <a:pos x="T2" y="T3"/>
                  </a:cxn>
                </a:cxnLst>
                <a:rect l="0" t="0" r="r" b="b"/>
                <a:pathLst>
                  <a:path w="1" h="306">
                    <a:moveTo>
                      <a:pt x="1" y="306"/>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89" name="Freeform 53"/>
              <p:cNvSpPr>
                <a:spLocks/>
              </p:cNvSpPr>
              <p:nvPr/>
            </p:nvSpPr>
            <p:spPr bwMode="auto">
              <a:xfrm>
                <a:off x="5476" y="1366"/>
                <a:ext cx="1" cy="312"/>
              </a:xfrm>
              <a:custGeom>
                <a:avLst/>
                <a:gdLst>
                  <a:gd name="T0" fmla="*/ 1 w 1"/>
                  <a:gd name="T1" fmla="*/ 0 h 312"/>
                  <a:gd name="T2" fmla="*/ 0 w 1"/>
                  <a:gd name="T3" fmla="*/ 312 h 312"/>
                </a:gdLst>
                <a:ahLst/>
                <a:cxnLst>
                  <a:cxn ang="0">
                    <a:pos x="T0" y="T1"/>
                  </a:cxn>
                  <a:cxn ang="0">
                    <a:pos x="T2" y="T3"/>
                  </a:cxn>
                </a:cxnLst>
                <a:rect l="0" t="0" r="r" b="b"/>
                <a:pathLst>
                  <a:path w="1" h="312">
                    <a:moveTo>
                      <a:pt x="1" y="0"/>
                    </a:moveTo>
                    <a:lnTo>
                      <a:pt x="0" y="312"/>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90" name="Line 54"/>
              <p:cNvSpPr>
                <a:spLocks noChangeShapeType="1"/>
              </p:cNvSpPr>
              <p:nvPr/>
            </p:nvSpPr>
            <p:spPr bwMode="auto">
              <a:xfrm>
                <a:off x="4798" y="880"/>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91" name="Oval 55"/>
              <p:cNvSpPr>
                <a:spLocks noChangeArrowheads="1"/>
              </p:cNvSpPr>
              <p:nvPr/>
            </p:nvSpPr>
            <p:spPr bwMode="auto">
              <a:xfrm>
                <a:off x="4764" y="164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92" name="Oval 56"/>
              <p:cNvSpPr>
                <a:spLocks noChangeArrowheads="1"/>
              </p:cNvSpPr>
              <p:nvPr/>
            </p:nvSpPr>
            <p:spPr bwMode="auto">
              <a:xfrm>
                <a:off x="4764" y="92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93" name="Text Box 57"/>
              <p:cNvSpPr txBox="1">
                <a:spLocks noChangeArrowheads="1"/>
              </p:cNvSpPr>
              <p:nvPr/>
            </p:nvSpPr>
            <p:spPr bwMode="auto">
              <a:xfrm>
                <a:off x="4683" y="928"/>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65594" name="Text Box 58"/>
              <p:cNvSpPr txBox="1">
                <a:spLocks noChangeArrowheads="1"/>
              </p:cNvSpPr>
              <p:nvPr/>
            </p:nvSpPr>
            <p:spPr bwMode="auto">
              <a:xfrm>
                <a:off x="4680"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sp>
            <p:nvSpPr>
              <p:cNvPr id="65595" name="Line 59"/>
              <p:cNvSpPr>
                <a:spLocks noChangeShapeType="1"/>
              </p:cNvSpPr>
              <p:nvPr/>
            </p:nvSpPr>
            <p:spPr bwMode="auto">
              <a:xfrm>
                <a:off x="5357" y="1264"/>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5596" name="Line 60"/>
              <p:cNvSpPr>
                <a:spLocks noChangeShapeType="1"/>
              </p:cNvSpPr>
              <p:nvPr/>
            </p:nvSpPr>
            <p:spPr bwMode="auto">
              <a:xfrm>
                <a:off x="5357" y="1360"/>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aphicFrame>
            <p:nvGraphicFramePr>
              <p:cNvPr id="65597" name="Object 61"/>
              <p:cNvGraphicFramePr>
                <a:graphicFrameLocks noChangeAspect="1"/>
              </p:cNvGraphicFramePr>
              <p:nvPr/>
            </p:nvGraphicFramePr>
            <p:xfrm>
              <a:off x="4861" y="1031"/>
              <a:ext cx="449" cy="548"/>
            </p:xfrm>
            <a:graphic>
              <a:graphicData uri="http://schemas.openxmlformats.org/presentationml/2006/ole">
                <mc:AlternateContent xmlns:mc="http://schemas.openxmlformats.org/markup-compatibility/2006">
                  <mc:Choice xmlns:v="urn:schemas-microsoft-com:vml" Requires="v">
                    <p:oleObj name="公式" r:id="rId18" imgW="355320" imgH="431640" progId="Equation.3">
                      <p:embed/>
                    </p:oleObj>
                  </mc:Choice>
                  <mc:Fallback>
                    <p:oleObj name="公式" r:id="rId18" imgW="355320" imgH="431640" progId="Equation.3">
                      <p:embed/>
                      <p:pic>
                        <p:nvPicPr>
                          <p:cNvPr id="65597" name="Object 6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61" y="1031"/>
                            <a:ext cx="449" cy="5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98" name="Line 62"/>
              <p:cNvSpPr>
                <a:spLocks noChangeShapeType="1"/>
              </p:cNvSpPr>
              <p:nvPr/>
            </p:nvSpPr>
            <p:spPr bwMode="auto">
              <a:xfrm>
                <a:off x="4814" y="1680"/>
                <a:ext cx="672" cy="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599" name="Line 63"/>
              <p:cNvSpPr>
                <a:spLocks noChangeShapeType="1"/>
              </p:cNvSpPr>
              <p:nvPr/>
            </p:nvSpPr>
            <p:spPr bwMode="auto">
              <a:xfrm>
                <a:off x="4814" y="960"/>
                <a:ext cx="672" cy="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65602" name="Freeform 66"/>
            <p:cNvSpPr>
              <a:spLocks/>
            </p:cNvSpPr>
            <p:nvPr/>
          </p:nvSpPr>
          <p:spPr bwMode="auto">
            <a:xfrm>
              <a:off x="4939" y="3339"/>
              <a:ext cx="91" cy="114"/>
            </a:xfrm>
            <a:custGeom>
              <a:avLst/>
              <a:gdLst>
                <a:gd name="T0" fmla="*/ 0 w 136"/>
                <a:gd name="T1" fmla="*/ 0 h 114"/>
                <a:gd name="T2" fmla="*/ 136 w 136"/>
                <a:gd name="T3" fmla="*/ 0 h 114"/>
                <a:gd name="T4" fmla="*/ 136 w 136"/>
                <a:gd name="T5" fmla="*/ 114 h 114"/>
              </a:gdLst>
              <a:ahLst/>
              <a:cxnLst>
                <a:cxn ang="0">
                  <a:pos x="T0" y="T1"/>
                </a:cxn>
                <a:cxn ang="0">
                  <a:pos x="T2" y="T3"/>
                </a:cxn>
                <a:cxn ang="0">
                  <a:pos x="T4" y="T5"/>
                </a:cxn>
              </a:cxnLst>
              <a:rect l="0" t="0" r="r" b="b"/>
              <a:pathLst>
                <a:path w="136" h="114">
                  <a:moveTo>
                    <a:pt x="0" y="0"/>
                  </a:moveTo>
                  <a:lnTo>
                    <a:pt x="136" y="0"/>
                  </a:lnTo>
                  <a:lnTo>
                    <a:pt x="136" y="114"/>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Tree>
    <p:extLst>
      <p:ext uri="{BB962C8B-B14F-4D97-AF65-F5344CB8AC3E}">
        <p14:creationId xmlns:p14="http://schemas.microsoft.com/office/powerpoint/2010/main" val="290385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5544"/>
                                        </p:tgtEl>
                                        <p:attrNameLst>
                                          <p:attrName>style.visibility</p:attrName>
                                        </p:attrNameLst>
                                      </p:cBhvr>
                                      <p:to>
                                        <p:strVal val="visible"/>
                                      </p:to>
                                    </p:set>
                                    <p:animEffect transition="in" filter="wipe(up)">
                                      <p:cBhvr>
                                        <p:cTn id="7" dur="500"/>
                                        <p:tgtEl>
                                          <p:spTgt spid="655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5538"/>
                                        </p:tgtEl>
                                        <p:attrNameLst>
                                          <p:attrName>style.visibility</p:attrName>
                                        </p:attrNameLst>
                                      </p:cBhvr>
                                      <p:to>
                                        <p:strVal val="visible"/>
                                      </p:to>
                                    </p:set>
                                    <p:animEffect transition="in" filter="wipe(left)">
                                      <p:cBhvr>
                                        <p:cTn id="12" dur="500"/>
                                        <p:tgtEl>
                                          <p:spTgt spid="655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5604"/>
                                        </p:tgtEl>
                                        <p:attrNameLst>
                                          <p:attrName>style.visibility</p:attrName>
                                        </p:attrNameLst>
                                      </p:cBhvr>
                                      <p:to>
                                        <p:strVal val="visible"/>
                                      </p:to>
                                    </p:set>
                                    <p:animEffect transition="in" filter="wipe(up)">
                                      <p:cBhvr>
                                        <p:cTn id="17" dur="500"/>
                                        <p:tgtEl>
                                          <p:spTgt spid="6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descr="蓝色砂纸"/>
          <p:cNvSpPr txBox="1">
            <a:spLocks noChangeArrowheads="1"/>
          </p:cNvSpPr>
          <p:nvPr/>
        </p:nvSpPr>
        <p:spPr bwMode="auto">
          <a:xfrm>
            <a:off x="441325" y="2012950"/>
            <a:ext cx="2759075" cy="457200"/>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容抗的物理意义：</a:t>
            </a:r>
          </a:p>
        </p:txBody>
      </p:sp>
      <p:sp>
        <p:nvSpPr>
          <p:cNvPr id="67587" name="Text Box 3" descr="横虚线"/>
          <p:cNvSpPr txBox="1">
            <a:spLocks noChangeArrowheads="1"/>
          </p:cNvSpPr>
          <p:nvPr/>
        </p:nvSpPr>
        <p:spPr bwMode="auto">
          <a:xfrm>
            <a:off x="1219200" y="2667000"/>
            <a:ext cx="3892550"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(1) </a:t>
            </a:r>
            <a:r>
              <a:rPr kumimoji="1" lang="zh-CN" altLang="en-US" sz="2400" b="1">
                <a:latin typeface="Times New Roman" panose="02020603050405020304" pitchFamily="18" charset="0"/>
              </a:rPr>
              <a:t>表示限制电流的能力；</a:t>
            </a:r>
            <a:endParaRPr kumimoji="1" lang="zh-CN" altLang="en-US" sz="2400" b="1" i="1">
              <a:latin typeface="Times New Roman" panose="02020603050405020304" pitchFamily="18" charset="0"/>
              <a:sym typeface="Symbol" panose="05050102010706020507" pitchFamily="18" charset="2"/>
            </a:endParaRPr>
          </a:p>
        </p:txBody>
      </p:sp>
      <p:sp>
        <p:nvSpPr>
          <p:cNvPr id="67588" name="Text Box 4" descr="横虚线"/>
          <p:cNvSpPr txBox="1">
            <a:spLocks noChangeArrowheads="1"/>
          </p:cNvSpPr>
          <p:nvPr/>
        </p:nvSpPr>
        <p:spPr bwMode="auto">
          <a:xfrm>
            <a:off x="1219200" y="3225800"/>
            <a:ext cx="4613275"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(2) </a:t>
            </a:r>
            <a:r>
              <a:rPr kumimoji="1" lang="zh-CN" altLang="en-US" sz="2400" b="1">
                <a:latin typeface="Times New Roman" panose="02020603050405020304" pitchFamily="18" charset="0"/>
              </a:rPr>
              <a:t>容抗的绝对值和频率成反比。</a:t>
            </a:r>
          </a:p>
        </p:txBody>
      </p:sp>
      <p:sp>
        <p:nvSpPr>
          <p:cNvPr id="67589" name="Text Box 5"/>
          <p:cNvSpPr txBox="1">
            <a:spLocks noChangeArrowheads="1"/>
          </p:cNvSpPr>
          <p:nvPr/>
        </p:nvSpPr>
        <p:spPr bwMode="auto">
          <a:xfrm>
            <a:off x="2438400" y="1295400"/>
            <a:ext cx="3695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容抗 </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Times New Roman" panose="02020603050405020304" pitchFamily="18" charset="0"/>
              </a:rPr>
              <a:t>capacitive reactance</a:t>
            </a:r>
            <a:r>
              <a:rPr kumimoji="1" lang="en-US" altLang="zh-CN" sz="2400" b="1">
                <a:solidFill>
                  <a:srgbClr val="FF0000"/>
                </a:solidFill>
                <a:latin typeface="Times New Roman" panose="02020603050405020304" pitchFamily="18" charset="0"/>
              </a:rPr>
              <a:t>) </a:t>
            </a:r>
          </a:p>
        </p:txBody>
      </p:sp>
      <p:graphicFrame>
        <p:nvGraphicFramePr>
          <p:cNvPr id="67590" name="Object 6"/>
          <p:cNvGraphicFramePr>
            <a:graphicFrameLocks noChangeAspect="1"/>
          </p:cNvGraphicFramePr>
          <p:nvPr/>
        </p:nvGraphicFramePr>
        <p:xfrm>
          <a:off x="4191000" y="3810000"/>
          <a:ext cx="4527550" cy="969963"/>
        </p:xfrm>
        <a:graphic>
          <a:graphicData uri="http://schemas.openxmlformats.org/presentationml/2006/ole">
            <mc:AlternateContent xmlns:mc="http://schemas.openxmlformats.org/markup-compatibility/2006">
              <mc:Choice xmlns:v="urn:schemas-microsoft-com:vml" Requires="v">
                <p:oleObj name="公式" r:id="rId4" imgW="2247840" imgH="482400" progId="Equation.3">
                  <p:embed/>
                </p:oleObj>
              </mc:Choice>
              <mc:Fallback>
                <p:oleObj name="公式" r:id="rId4" imgW="2247840" imgH="482400" progId="Equation.3">
                  <p:embed/>
                  <p:pic>
                    <p:nvPicPr>
                      <p:cNvPr id="6759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3810000"/>
                        <a:ext cx="4527550"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1" name="Rectangle 7"/>
          <p:cNvSpPr>
            <a:spLocks noChangeArrowheads="1"/>
          </p:cNvSpPr>
          <p:nvPr/>
        </p:nvSpPr>
        <p:spPr bwMode="auto">
          <a:xfrm>
            <a:off x="533400" y="228600"/>
            <a:ext cx="11858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CU</a:t>
            </a:r>
          </a:p>
        </p:txBody>
      </p:sp>
      <p:sp>
        <p:nvSpPr>
          <p:cNvPr id="67592" name="Text Box 8" descr="横虚线"/>
          <p:cNvSpPr txBox="1">
            <a:spLocks noChangeArrowheads="1"/>
          </p:cNvSpPr>
          <p:nvPr/>
        </p:nvSpPr>
        <p:spPr bwMode="auto">
          <a:xfrm>
            <a:off x="1228725" y="5505450"/>
            <a:ext cx="5211763"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(3)</a:t>
            </a:r>
            <a:r>
              <a:rPr kumimoji="1" lang="en-US" altLang="zh-CN" sz="2400" b="1">
                <a:latin typeface="Times New Roman" panose="02020603050405020304" pitchFamily="18" charset="0"/>
                <a:sym typeface="Wingdings 2" panose="05020102010507070707" pitchFamily="18" charset="2"/>
              </a:rPr>
              <a:t> </a:t>
            </a:r>
            <a:r>
              <a:rPr kumimoji="1" lang="zh-CN" altLang="en-US" sz="2400" b="1">
                <a:latin typeface="Times New Roman" panose="02020603050405020304" pitchFamily="18" charset="0"/>
                <a:sym typeface="Wingdings 2" panose="05020102010507070707" pitchFamily="18" charset="2"/>
              </a:rPr>
              <a:t>由于</a:t>
            </a:r>
            <a:r>
              <a:rPr kumimoji="1" lang="zh-CN" altLang="en-US" sz="2400" b="1">
                <a:latin typeface="Times New Roman" panose="02020603050405020304" pitchFamily="18" charset="0"/>
              </a:rPr>
              <a:t>容抗的存在使电流领先电压。</a:t>
            </a:r>
          </a:p>
        </p:txBody>
      </p:sp>
      <p:sp>
        <p:nvSpPr>
          <p:cNvPr id="67593" name="Text Box 9"/>
          <p:cNvSpPr txBox="1">
            <a:spLocks noChangeArrowheads="1"/>
          </p:cNvSpPr>
          <p:nvPr/>
        </p:nvSpPr>
        <p:spPr bwMode="auto">
          <a:xfrm>
            <a:off x="6410325" y="476250"/>
            <a:ext cx="1841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800" b="1">
              <a:latin typeface="Times New Roman" panose="02020603050405020304" pitchFamily="18" charset="0"/>
            </a:endParaRPr>
          </a:p>
        </p:txBody>
      </p:sp>
      <p:graphicFrame>
        <p:nvGraphicFramePr>
          <p:cNvPr id="67594" name="Object 10"/>
          <p:cNvGraphicFramePr>
            <a:graphicFrameLocks noChangeAspect="1"/>
          </p:cNvGraphicFramePr>
          <p:nvPr/>
        </p:nvGraphicFramePr>
        <p:xfrm>
          <a:off x="7118350" y="717550"/>
          <a:ext cx="1117600" cy="806450"/>
        </p:xfrm>
        <a:graphic>
          <a:graphicData uri="http://schemas.openxmlformats.org/presentationml/2006/ole">
            <mc:AlternateContent xmlns:mc="http://schemas.openxmlformats.org/markup-compatibility/2006">
              <mc:Choice xmlns:v="urn:schemas-microsoft-com:vml" Requires="v">
                <p:oleObj name="公式" r:id="rId6" imgW="545760" imgH="393480" progId="Equation.3">
                  <p:embed/>
                </p:oleObj>
              </mc:Choice>
              <mc:Fallback>
                <p:oleObj name="公式" r:id="rId6" imgW="545760" imgH="393480" progId="Equation.3">
                  <p:embed/>
                  <p:pic>
                    <p:nvPicPr>
                      <p:cNvPr id="67594"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18350" y="717550"/>
                        <a:ext cx="1117600"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5" name="Object 11"/>
          <p:cNvGraphicFramePr>
            <a:graphicFrameLocks noChangeAspect="1"/>
          </p:cNvGraphicFramePr>
          <p:nvPr/>
        </p:nvGraphicFramePr>
        <p:xfrm>
          <a:off x="7204075" y="1568450"/>
          <a:ext cx="1100138" cy="792163"/>
        </p:xfrm>
        <a:graphic>
          <a:graphicData uri="http://schemas.openxmlformats.org/presentationml/2006/ole">
            <mc:AlternateContent xmlns:mc="http://schemas.openxmlformats.org/markup-compatibility/2006">
              <mc:Choice xmlns:v="urn:schemas-microsoft-com:vml" Requires="v">
                <p:oleObj name="公式" r:id="rId8" imgW="583920" imgH="419040" progId="Equation.3">
                  <p:embed/>
                </p:oleObj>
              </mc:Choice>
              <mc:Fallback>
                <p:oleObj name="公式" r:id="rId8" imgW="583920" imgH="419040" progId="Equation.3">
                  <p:embed/>
                  <p:pic>
                    <p:nvPicPr>
                      <p:cNvPr id="67595"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04075" y="1568450"/>
                        <a:ext cx="1100138"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6" name="Text Box 12"/>
          <p:cNvSpPr txBox="1">
            <a:spLocks noChangeArrowheads="1"/>
          </p:cNvSpPr>
          <p:nvPr/>
        </p:nvSpPr>
        <p:spPr bwMode="auto">
          <a:xfrm>
            <a:off x="6705600" y="279400"/>
            <a:ext cx="170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6600FF"/>
                </a:solidFill>
                <a:latin typeface="Times New Roman" panose="02020603050405020304" pitchFamily="18" charset="0"/>
                <a:ea typeface="华文行楷" panose="02010800040101010101" pitchFamily="2" charset="-122"/>
              </a:rPr>
              <a:t>错误的写法</a:t>
            </a:r>
          </a:p>
        </p:txBody>
      </p:sp>
      <p:grpSp>
        <p:nvGrpSpPr>
          <p:cNvPr id="67597" name="Group 13"/>
          <p:cNvGrpSpPr>
            <a:grpSpLocks/>
          </p:cNvGrpSpPr>
          <p:nvPr/>
        </p:nvGrpSpPr>
        <p:grpSpPr bwMode="auto">
          <a:xfrm>
            <a:off x="7670800" y="1879600"/>
            <a:ext cx="241300" cy="254000"/>
            <a:chOff x="3392" y="1736"/>
            <a:chExt cx="152" cy="160"/>
          </a:xfrm>
        </p:grpSpPr>
        <p:sp>
          <p:nvSpPr>
            <p:cNvPr id="67598" name="Line 14"/>
            <p:cNvSpPr>
              <a:spLocks noChangeShapeType="1"/>
            </p:cNvSpPr>
            <p:nvPr/>
          </p:nvSpPr>
          <p:spPr bwMode="auto">
            <a:xfrm>
              <a:off x="3392"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599" name="Line 15"/>
            <p:cNvSpPr>
              <a:spLocks noChangeShapeType="1"/>
            </p:cNvSpPr>
            <p:nvPr/>
          </p:nvSpPr>
          <p:spPr bwMode="auto">
            <a:xfrm flipH="1">
              <a:off x="3400"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67600" name="Group 16"/>
          <p:cNvGrpSpPr>
            <a:grpSpLocks/>
          </p:cNvGrpSpPr>
          <p:nvPr/>
        </p:nvGrpSpPr>
        <p:grpSpPr bwMode="auto">
          <a:xfrm>
            <a:off x="7620000" y="990600"/>
            <a:ext cx="241300" cy="254000"/>
            <a:chOff x="3392" y="1736"/>
            <a:chExt cx="152" cy="160"/>
          </a:xfrm>
        </p:grpSpPr>
        <p:sp>
          <p:nvSpPr>
            <p:cNvPr id="67601" name="Line 17"/>
            <p:cNvSpPr>
              <a:spLocks noChangeShapeType="1"/>
            </p:cNvSpPr>
            <p:nvPr/>
          </p:nvSpPr>
          <p:spPr bwMode="auto">
            <a:xfrm>
              <a:off x="3392"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602" name="Line 18"/>
            <p:cNvSpPr>
              <a:spLocks noChangeShapeType="1"/>
            </p:cNvSpPr>
            <p:nvPr/>
          </p:nvSpPr>
          <p:spPr bwMode="auto">
            <a:xfrm flipH="1">
              <a:off x="3400"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67603" name="Object 19"/>
          <p:cNvGraphicFramePr>
            <a:graphicFrameLocks noChangeAspect="1"/>
          </p:cNvGraphicFramePr>
          <p:nvPr/>
        </p:nvGraphicFramePr>
        <p:xfrm>
          <a:off x="609600" y="838200"/>
          <a:ext cx="1219200" cy="820738"/>
        </p:xfrm>
        <a:graphic>
          <a:graphicData uri="http://schemas.openxmlformats.org/presentationml/2006/ole">
            <mc:AlternateContent xmlns:mc="http://schemas.openxmlformats.org/markup-compatibility/2006">
              <mc:Choice xmlns:v="urn:schemas-microsoft-com:vml" Requires="v">
                <p:oleObj name="公式" r:id="rId10" imgW="583920" imgH="393480" progId="Equation.3">
                  <p:embed/>
                </p:oleObj>
              </mc:Choice>
              <mc:Fallback>
                <p:oleObj name="公式" r:id="rId10" imgW="583920" imgH="393480" progId="Equation.3">
                  <p:embed/>
                  <p:pic>
                    <p:nvPicPr>
                      <p:cNvPr id="67603"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 y="838200"/>
                        <a:ext cx="1219200"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4" name="Object 20"/>
          <p:cNvGraphicFramePr>
            <a:graphicFrameLocks noChangeAspect="1"/>
          </p:cNvGraphicFramePr>
          <p:nvPr/>
        </p:nvGraphicFramePr>
        <p:xfrm>
          <a:off x="2692400" y="214313"/>
          <a:ext cx="1547813" cy="949325"/>
        </p:xfrm>
        <a:graphic>
          <a:graphicData uri="http://schemas.openxmlformats.org/presentationml/2006/ole">
            <mc:AlternateContent xmlns:mc="http://schemas.openxmlformats.org/markup-compatibility/2006">
              <mc:Choice xmlns:v="urn:schemas-microsoft-com:vml" Requires="v">
                <p:oleObj name="Equation" r:id="rId12" imgW="660240" imgH="406080" progId="Equation.DSMT4">
                  <p:embed/>
                </p:oleObj>
              </mc:Choice>
              <mc:Fallback>
                <p:oleObj name="Equation" r:id="rId12" imgW="660240" imgH="406080" progId="Equation.DSMT4">
                  <p:embed/>
                  <p:pic>
                    <p:nvPicPr>
                      <p:cNvPr id="67604" name="Object 20"/>
                      <p:cNvPicPr>
                        <a:picLocks noChangeAspect="1" noChangeArrowheads="1"/>
                      </p:cNvPicPr>
                      <p:nvPr/>
                    </p:nvPicPr>
                    <p:blipFill>
                      <a:blip r:embed="rId13"/>
                      <a:srcRect/>
                      <a:stretch>
                        <a:fillRect/>
                      </a:stretch>
                    </p:blipFill>
                    <p:spPr bwMode="auto">
                      <a:xfrm>
                        <a:off x="2692400" y="214313"/>
                        <a:ext cx="1547813" cy="949325"/>
                      </a:xfrm>
                      <a:prstGeom prst="rect">
                        <a:avLst/>
                      </a:prstGeom>
                      <a:solidFill>
                        <a:srgbClr val="FF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7605" name="Group 21"/>
          <p:cNvGrpSpPr>
            <a:grpSpLocks/>
          </p:cNvGrpSpPr>
          <p:nvPr/>
        </p:nvGrpSpPr>
        <p:grpSpPr bwMode="auto">
          <a:xfrm>
            <a:off x="1524000" y="3810000"/>
            <a:ext cx="2251075" cy="1679575"/>
            <a:chOff x="960" y="2400"/>
            <a:chExt cx="1418" cy="1058"/>
          </a:xfrm>
        </p:grpSpPr>
        <p:sp>
          <p:nvSpPr>
            <p:cNvPr id="67606" name="Line 22"/>
            <p:cNvSpPr>
              <a:spLocks noChangeShapeType="1"/>
            </p:cNvSpPr>
            <p:nvPr/>
          </p:nvSpPr>
          <p:spPr bwMode="auto">
            <a:xfrm flipV="1">
              <a:off x="1344" y="2448"/>
              <a:ext cx="0" cy="768"/>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607" name="Line 23"/>
            <p:cNvSpPr>
              <a:spLocks noChangeShapeType="1"/>
            </p:cNvSpPr>
            <p:nvPr/>
          </p:nvSpPr>
          <p:spPr bwMode="auto">
            <a:xfrm>
              <a:off x="1344" y="3216"/>
              <a:ext cx="960"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608" name="Text Box 24"/>
            <p:cNvSpPr txBox="1">
              <a:spLocks noChangeArrowheads="1"/>
            </p:cNvSpPr>
            <p:nvPr/>
          </p:nvSpPr>
          <p:spPr bwMode="auto">
            <a:xfrm>
              <a:off x="2130" y="3170"/>
              <a:ext cx="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spcBef>
                  <a:spcPct val="0"/>
                </a:spcBef>
              </a:pPr>
              <a:r>
                <a:rPr kumimoji="1" lang="en-US" altLang="zh-CN" sz="2400" b="1" i="1">
                  <a:latin typeface="Symbol" panose="05050102010706020507" pitchFamily="18" charset="2"/>
                </a:rPr>
                <a:t>w</a:t>
              </a:r>
              <a:endParaRPr kumimoji="1" lang="en-US" altLang="zh-CN" sz="2400" b="1">
                <a:latin typeface="Times New Roman" panose="02020603050405020304" pitchFamily="18" charset="0"/>
              </a:endParaRPr>
            </a:p>
          </p:txBody>
        </p:sp>
        <p:graphicFrame>
          <p:nvGraphicFramePr>
            <p:cNvPr id="67609" name="Object 25"/>
            <p:cNvGraphicFramePr>
              <a:graphicFrameLocks noChangeAspect="1"/>
            </p:cNvGraphicFramePr>
            <p:nvPr/>
          </p:nvGraphicFramePr>
          <p:xfrm>
            <a:off x="960" y="2400"/>
            <a:ext cx="336" cy="280"/>
          </p:xfrm>
          <a:graphic>
            <a:graphicData uri="http://schemas.openxmlformats.org/presentationml/2006/ole">
              <mc:AlternateContent xmlns:mc="http://schemas.openxmlformats.org/markup-compatibility/2006">
                <mc:Choice xmlns:v="urn:schemas-microsoft-com:vml" Requires="v">
                  <p:oleObj name="公式" r:id="rId14" imgW="304560" imgH="253800" progId="Equation.3">
                    <p:embed/>
                  </p:oleObj>
                </mc:Choice>
                <mc:Fallback>
                  <p:oleObj name="公式" r:id="rId14" imgW="304560" imgH="253800" progId="Equation.3">
                    <p:embed/>
                    <p:pic>
                      <p:nvPicPr>
                        <p:cNvPr id="67609"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60" y="2400"/>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10" name="Freeform 26"/>
            <p:cNvSpPr>
              <a:spLocks/>
            </p:cNvSpPr>
            <p:nvPr/>
          </p:nvSpPr>
          <p:spPr bwMode="auto">
            <a:xfrm>
              <a:off x="1416" y="2640"/>
              <a:ext cx="624" cy="532"/>
            </a:xfrm>
            <a:custGeom>
              <a:avLst/>
              <a:gdLst>
                <a:gd name="T0" fmla="*/ 0 w 624"/>
                <a:gd name="T1" fmla="*/ 0 h 532"/>
                <a:gd name="T2" fmla="*/ 12 w 624"/>
                <a:gd name="T3" fmla="*/ 120 h 532"/>
                <a:gd name="T4" fmla="*/ 66 w 624"/>
                <a:gd name="T5" fmla="*/ 294 h 532"/>
                <a:gd name="T6" fmla="*/ 180 w 624"/>
                <a:gd name="T7" fmla="*/ 432 h 532"/>
                <a:gd name="T8" fmla="*/ 408 w 624"/>
                <a:gd name="T9" fmla="*/ 516 h 532"/>
                <a:gd name="T10" fmla="*/ 624 w 624"/>
                <a:gd name="T11" fmla="*/ 528 h 532"/>
              </a:gdLst>
              <a:ahLst/>
              <a:cxnLst>
                <a:cxn ang="0">
                  <a:pos x="T0" y="T1"/>
                </a:cxn>
                <a:cxn ang="0">
                  <a:pos x="T2" y="T3"/>
                </a:cxn>
                <a:cxn ang="0">
                  <a:pos x="T4" y="T5"/>
                </a:cxn>
                <a:cxn ang="0">
                  <a:pos x="T6" y="T7"/>
                </a:cxn>
                <a:cxn ang="0">
                  <a:pos x="T8" y="T9"/>
                </a:cxn>
                <a:cxn ang="0">
                  <a:pos x="T10" y="T11"/>
                </a:cxn>
              </a:cxnLst>
              <a:rect l="0" t="0" r="r" b="b"/>
              <a:pathLst>
                <a:path w="624" h="532">
                  <a:moveTo>
                    <a:pt x="0" y="0"/>
                  </a:moveTo>
                  <a:cubicBezTo>
                    <a:pt x="0" y="38"/>
                    <a:pt x="1" y="71"/>
                    <a:pt x="12" y="120"/>
                  </a:cubicBezTo>
                  <a:cubicBezTo>
                    <a:pt x="23" y="169"/>
                    <a:pt x="38" y="242"/>
                    <a:pt x="66" y="294"/>
                  </a:cubicBezTo>
                  <a:cubicBezTo>
                    <a:pt x="94" y="346"/>
                    <a:pt x="123" y="395"/>
                    <a:pt x="180" y="432"/>
                  </a:cubicBezTo>
                  <a:cubicBezTo>
                    <a:pt x="237" y="469"/>
                    <a:pt x="334" y="500"/>
                    <a:pt x="408" y="516"/>
                  </a:cubicBezTo>
                  <a:cubicBezTo>
                    <a:pt x="482" y="532"/>
                    <a:pt x="588" y="526"/>
                    <a:pt x="624" y="528"/>
                  </a:cubicBezTo>
                </a:path>
              </a:pathLst>
            </a:custGeom>
            <a:noFill/>
            <a:ln w="2857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7" name="Text Box 12"/>
          <p:cNvSpPr txBox="1">
            <a:spLocks noChangeArrowheads="1"/>
          </p:cNvSpPr>
          <p:nvPr/>
        </p:nvSpPr>
        <p:spPr bwMode="auto">
          <a:xfrm>
            <a:off x="504796" y="6125517"/>
            <a:ext cx="417774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dirty="0">
                <a:solidFill>
                  <a:srgbClr val="FF0000"/>
                </a:solidFill>
                <a:latin typeface="Times New Roman" panose="02020603050405020304" pitchFamily="18" charset="0"/>
              </a:rPr>
              <a:t>容纳</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capacitive </a:t>
            </a:r>
            <a:r>
              <a:rPr kumimoji="1" lang="en-US" altLang="zh-CN" sz="2400" b="1" i="1" dirty="0" err="1">
                <a:solidFill>
                  <a:srgbClr val="FF0000"/>
                </a:solidFill>
                <a:latin typeface="Times New Roman" panose="02020603050405020304" pitchFamily="18" charset="0"/>
              </a:rPr>
              <a:t>susceptance</a:t>
            </a:r>
            <a:r>
              <a:rPr kumimoji="1" lang="en-US" altLang="zh-CN" sz="2400" b="1" dirty="0">
                <a:solidFill>
                  <a:srgbClr val="FF0000"/>
                </a:solidFill>
                <a:latin typeface="Times New Roman" panose="02020603050405020304" pitchFamily="18" charset="0"/>
              </a:rPr>
              <a:t>)</a:t>
            </a:r>
            <a:r>
              <a:rPr kumimoji="1" lang="zh-CN" altLang="en-US" sz="2400" b="1" dirty="0">
                <a:solidFill>
                  <a:srgbClr val="FF0000"/>
                </a:solidFill>
                <a:latin typeface="Times New Roman" panose="02020603050405020304" pitchFamily="18" charset="0"/>
              </a:rPr>
              <a:t>：</a:t>
            </a:r>
            <a:endParaRPr kumimoji="1" lang="en-US" altLang="zh-CN" sz="2400" b="1" dirty="0">
              <a:solidFill>
                <a:srgbClr val="FF0000"/>
              </a:solidFill>
              <a:latin typeface="Times New Roman" panose="02020603050405020304" pitchFamily="18" charset="0"/>
            </a:endParaRPr>
          </a:p>
        </p:txBody>
      </p:sp>
      <p:sp>
        <p:nvSpPr>
          <p:cNvPr id="28" name="Text Box 11"/>
          <p:cNvSpPr txBox="1">
            <a:spLocks noChangeArrowheads="1"/>
          </p:cNvSpPr>
          <p:nvPr/>
        </p:nvSpPr>
        <p:spPr bwMode="auto">
          <a:xfrm>
            <a:off x="4419447" y="6137826"/>
            <a:ext cx="40284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r>
              <a:rPr kumimoji="1" lang="en-US" altLang="zh-CN" sz="2400" b="1" i="1" dirty="0" err="1">
                <a:latin typeface="Times New Roman" panose="02020603050405020304" pitchFamily="18" charset="0"/>
              </a:rPr>
              <a:t>B</a:t>
            </a:r>
            <a:r>
              <a:rPr kumimoji="1" lang="en-US" altLang="zh-CN" sz="2400" b="1" i="1" baseline="-25000" dirty="0" err="1">
                <a:latin typeface="Times New Roman" panose="02020603050405020304" pitchFamily="18" charset="0"/>
              </a:rPr>
              <a:t>c</a:t>
            </a:r>
            <a:r>
              <a:rPr kumimoji="1" lang="en-US" altLang="zh-CN" sz="2400" b="1" dirty="0">
                <a:latin typeface="Times New Roman" panose="02020603050405020304" pitchFamily="18" charset="0"/>
              </a:rPr>
              <a:t>= 1/</a:t>
            </a:r>
            <a:r>
              <a:rPr lang="en-US" altLang="zh-CN" sz="2400" i="1" dirty="0"/>
              <a:t> </a:t>
            </a:r>
            <a:r>
              <a:rPr lang="en-US" altLang="zh-CN" sz="2400" i="1" dirty="0" err="1"/>
              <a:t>X</a:t>
            </a:r>
            <a:r>
              <a:rPr lang="en-US" altLang="zh-CN" sz="2400" i="1" baseline="-25000" dirty="0" err="1"/>
              <a:t>c</a:t>
            </a:r>
            <a:r>
              <a:rPr lang="en-US" altLang="zh-CN" sz="2400" i="1" baseline="-25000" dirty="0"/>
              <a:t> </a:t>
            </a:r>
            <a:r>
              <a:rPr kumimoji="1" lang="en-US" altLang="zh-CN" sz="2400" b="1" i="1" dirty="0">
                <a:latin typeface="Times New Roman" panose="02020603050405020304" pitchFamily="18" charset="0"/>
              </a:rPr>
              <a:t>=</a:t>
            </a:r>
            <a:r>
              <a:rPr kumimoji="1" lang="en-US" altLang="zh-CN" sz="2400" b="1" i="1" dirty="0">
                <a:latin typeface="Times New Roman" panose="02020603050405020304" pitchFamily="18" charset="0"/>
                <a:sym typeface="Symbol" panose="05050102010706020507" pitchFamily="18" charset="2"/>
              </a:rPr>
              <a:t> C</a:t>
            </a:r>
            <a:r>
              <a:rPr kumimoji="1" lang="zh-CN" altLang="en-US" sz="2400" b="1" dirty="0">
                <a:latin typeface="Times New Roman" panose="02020603050405020304" pitchFamily="18" charset="0"/>
                <a:sym typeface="Symbol" panose="05050102010706020507" pitchFamily="18" charset="2"/>
              </a:rPr>
              <a:t>，   单位</a:t>
            </a:r>
            <a:r>
              <a:rPr kumimoji="1" lang="en-US" altLang="zh-CN" sz="2400" b="1" dirty="0">
                <a:latin typeface="Times New Roman" panose="02020603050405020304" pitchFamily="18" charset="0"/>
                <a:sym typeface="Symbol" panose="05050102010706020507" pitchFamily="18" charset="2"/>
              </a:rPr>
              <a:t>: S</a:t>
            </a:r>
          </a:p>
        </p:txBody>
      </p:sp>
    </p:spTree>
    <p:extLst>
      <p:ext uri="{BB962C8B-B14F-4D97-AF65-F5344CB8AC3E}">
        <p14:creationId xmlns:p14="http://schemas.microsoft.com/office/powerpoint/2010/main" val="32422235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7603"/>
                                        </p:tgtEl>
                                        <p:attrNameLst>
                                          <p:attrName>style.visibility</p:attrName>
                                        </p:attrNameLst>
                                      </p:cBhvr>
                                      <p:to>
                                        <p:strVal val="visible"/>
                                      </p:to>
                                    </p:set>
                                    <p:animEffect transition="in" filter="wipe(left)">
                                      <p:cBhvr>
                                        <p:cTn id="7" dur="500"/>
                                        <p:tgtEl>
                                          <p:spTgt spid="676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604"/>
                                        </p:tgtEl>
                                        <p:attrNameLst>
                                          <p:attrName>style.visibility</p:attrName>
                                        </p:attrNameLst>
                                      </p:cBhvr>
                                      <p:to>
                                        <p:strVal val="visible"/>
                                      </p:to>
                                    </p:set>
                                    <p:animEffect transition="in" filter="wipe(left)">
                                      <p:cBhvr>
                                        <p:cTn id="12" dur="500"/>
                                        <p:tgtEl>
                                          <p:spTgt spid="676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67589"/>
                                        </p:tgtEl>
                                        <p:attrNameLst>
                                          <p:attrName>style.visibility</p:attrName>
                                        </p:attrNameLst>
                                      </p:cBhvr>
                                      <p:to>
                                        <p:strVal val="visible"/>
                                      </p:to>
                                    </p:set>
                                    <p:anim calcmode="lin" valueType="num">
                                      <p:cBhvr additive="base">
                                        <p:cTn id="17" dur="500" fill="hold"/>
                                        <p:tgtEl>
                                          <p:spTgt spid="67589"/>
                                        </p:tgtEl>
                                        <p:attrNameLst>
                                          <p:attrName>ppt_x</p:attrName>
                                        </p:attrNameLst>
                                      </p:cBhvr>
                                      <p:tavLst>
                                        <p:tav tm="0">
                                          <p:val>
                                            <p:strVal val="#ppt_x"/>
                                          </p:val>
                                        </p:tav>
                                        <p:tav tm="100000">
                                          <p:val>
                                            <p:strVal val="#ppt_x"/>
                                          </p:val>
                                        </p:tav>
                                      </p:tavLst>
                                    </p:anim>
                                    <p:anim calcmode="lin" valueType="num">
                                      <p:cBhvr additive="base">
                                        <p:cTn id="18" dur="500" fill="hold"/>
                                        <p:tgtEl>
                                          <p:spTgt spid="67589"/>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7596">
                                            <p:txEl>
                                              <p:pRg st="0" end="0"/>
                                            </p:txEl>
                                          </p:spTgt>
                                        </p:tgtEl>
                                        <p:attrNameLst>
                                          <p:attrName>style.visibility</p:attrName>
                                        </p:attrNameLst>
                                      </p:cBhvr>
                                      <p:to>
                                        <p:strVal val="visible"/>
                                      </p:to>
                                    </p:set>
                                    <p:animEffect transition="in" filter="wipe(left)">
                                      <p:cBhvr>
                                        <p:cTn id="23" dur="500"/>
                                        <p:tgtEl>
                                          <p:spTgt spid="67596">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67594"/>
                                        </p:tgtEl>
                                        <p:attrNameLst>
                                          <p:attrName>style.visibility</p:attrName>
                                        </p:attrNameLst>
                                      </p:cBhvr>
                                      <p:to>
                                        <p:strVal val="visible"/>
                                      </p:to>
                                    </p:set>
                                    <p:animEffect transition="in" filter="wipe(left)">
                                      <p:cBhvr>
                                        <p:cTn id="28" dur="500"/>
                                        <p:tgtEl>
                                          <p:spTgt spid="6759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288" fill="hold" nodeType="clickEffect">
                                  <p:stCondLst>
                                    <p:cond delay="0"/>
                                  </p:stCondLst>
                                  <p:childTnLst>
                                    <p:set>
                                      <p:cBhvr>
                                        <p:cTn id="32" dur="1" fill="hold">
                                          <p:stCondLst>
                                            <p:cond delay="0"/>
                                          </p:stCondLst>
                                        </p:cTn>
                                        <p:tgtEl>
                                          <p:spTgt spid="67600"/>
                                        </p:tgtEl>
                                        <p:attrNameLst>
                                          <p:attrName>style.visibility</p:attrName>
                                        </p:attrNameLst>
                                      </p:cBhvr>
                                      <p:to>
                                        <p:strVal val="visible"/>
                                      </p:to>
                                    </p:set>
                                    <p:anim calcmode="lin" valueType="num">
                                      <p:cBhvr>
                                        <p:cTn id="33" dur="500" fill="hold"/>
                                        <p:tgtEl>
                                          <p:spTgt spid="67600"/>
                                        </p:tgtEl>
                                        <p:attrNameLst>
                                          <p:attrName>ppt_w</p:attrName>
                                        </p:attrNameLst>
                                      </p:cBhvr>
                                      <p:tavLst>
                                        <p:tav tm="0">
                                          <p:val>
                                            <p:strVal val="4/3*#ppt_w"/>
                                          </p:val>
                                        </p:tav>
                                        <p:tav tm="100000">
                                          <p:val>
                                            <p:strVal val="#ppt_w"/>
                                          </p:val>
                                        </p:tav>
                                      </p:tavLst>
                                    </p:anim>
                                    <p:anim calcmode="lin" valueType="num">
                                      <p:cBhvr>
                                        <p:cTn id="34" dur="500" fill="hold"/>
                                        <p:tgtEl>
                                          <p:spTgt spid="67600"/>
                                        </p:tgtEl>
                                        <p:attrNameLst>
                                          <p:attrName>ppt_h</p:attrName>
                                        </p:attrNameLst>
                                      </p:cBhvr>
                                      <p:tavLst>
                                        <p:tav tm="0">
                                          <p:val>
                                            <p:strVal val="4/3*#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67595"/>
                                        </p:tgtEl>
                                        <p:attrNameLst>
                                          <p:attrName>style.visibility</p:attrName>
                                        </p:attrNameLst>
                                      </p:cBhvr>
                                      <p:to>
                                        <p:strVal val="visible"/>
                                      </p:to>
                                    </p:set>
                                    <p:animEffect transition="in" filter="wipe(left)">
                                      <p:cBhvr>
                                        <p:cTn id="39" dur="500"/>
                                        <p:tgtEl>
                                          <p:spTgt spid="6759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288" fill="hold" nodeType="clickEffect">
                                  <p:stCondLst>
                                    <p:cond delay="0"/>
                                  </p:stCondLst>
                                  <p:childTnLst>
                                    <p:set>
                                      <p:cBhvr>
                                        <p:cTn id="43" dur="1" fill="hold">
                                          <p:stCondLst>
                                            <p:cond delay="0"/>
                                          </p:stCondLst>
                                        </p:cTn>
                                        <p:tgtEl>
                                          <p:spTgt spid="67597"/>
                                        </p:tgtEl>
                                        <p:attrNameLst>
                                          <p:attrName>style.visibility</p:attrName>
                                        </p:attrNameLst>
                                      </p:cBhvr>
                                      <p:to>
                                        <p:strVal val="visible"/>
                                      </p:to>
                                    </p:set>
                                    <p:anim calcmode="lin" valueType="num">
                                      <p:cBhvr>
                                        <p:cTn id="44" dur="500" fill="hold"/>
                                        <p:tgtEl>
                                          <p:spTgt spid="67597"/>
                                        </p:tgtEl>
                                        <p:attrNameLst>
                                          <p:attrName>ppt_w</p:attrName>
                                        </p:attrNameLst>
                                      </p:cBhvr>
                                      <p:tavLst>
                                        <p:tav tm="0">
                                          <p:val>
                                            <p:strVal val="4/3*#ppt_w"/>
                                          </p:val>
                                        </p:tav>
                                        <p:tav tm="100000">
                                          <p:val>
                                            <p:strVal val="#ppt_w"/>
                                          </p:val>
                                        </p:tav>
                                      </p:tavLst>
                                    </p:anim>
                                    <p:anim calcmode="lin" valueType="num">
                                      <p:cBhvr>
                                        <p:cTn id="45" dur="500" fill="hold"/>
                                        <p:tgtEl>
                                          <p:spTgt spid="67597"/>
                                        </p:tgtEl>
                                        <p:attrNameLst>
                                          <p:attrName>ppt_h</p:attrName>
                                        </p:attrNameLst>
                                      </p:cBhvr>
                                      <p:tavLst>
                                        <p:tav tm="0">
                                          <p:val>
                                            <p:strVal val="4/3*#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67586"/>
                                        </p:tgtEl>
                                        <p:attrNameLst>
                                          <p:attrName>style.visibility</p:attrName>
                                        </p:attrNameLst>
                                      </p:cBhvr>
                                      <p:to>
                                        <p:strVal val="visible"/>
                                      </p:to>
                                    </p:set>
                                    <p:anim calcmode="lin" valueType="num">
                                      <p:cBhvr additive="base">
                                        <p:cTn id="50" dur="500" fill="hold"/>
                                        <p:tgtEl>
                                          <p:spTgt spid="67586"/>
                                        </p:tgtEl>
                                        <p:attrNameLst>
                                          <p:attrName>ppt_x</p:attrName>
                                        </p:attrNameLst>
                                      </p:cBhvr>
                                      <p:tavLst>
                                        <p:tav tm="0">
                                          <p:val>
                                            <p:strVal val="0-#ppt_w/2"/>
                                          </p:val>
                                        </p:tav>
                                        <p:tav tm="100000">
                                          <p:val>
                                            <p:strVal val="#ppt_x"/>
                                          </p:val>
                                        </p:tav>
                                      </p:tavLst>
                                    </p:anim>
                                    <p:anim calcmode="lin" valueType="num">
                                      <p:cBhvr additive="base">
                                        <p:cTn id="51" dur="500" fill="hold"/>
                                        <p:tgtEl>
                                          <p:spTgt spid="67586"/>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67587"/>
                                        </p:tgtEl>
                                        <p:attrNameLst>
                                          <p:attrName>style.visibility</p:attrName>
                                        </p:attrNameLst>
                                      </p:cBhvr>
                                      <p:to>
                                        <p:strVal val="visible"/>
                                      </p:to>
                                    </p:set>
                                    <p:anim calcmode="lin" valueType="num">
                                      <p:cBhvr additive="base">
                                        <p:cTn id="56" dur="500" fill="hold"/>
                                        <p:tgtEl>
                                          <p:spTgt spid="67587"/>
                                        </p:tgtEl>
                                        <p:attrNameLst>
                                          <p:attrName>ppt_x</p:attrName>
                                        </p:attrNameLst>
                                      </p:cBhvr>
                                      <p:tavLst>
                                        <p:tav tm="0">
                                          <p:val>
                                            <p:strVal val="#ppt_x"/>
                                          </p:val>
                                        </p:tav>
                                        <p:tav tm="100000">
                                          <p:val>
                                            <p:strVal val="#ppt_x"/>
                                          </p:val>
                                        </p:tav>
                                      </p:tavLst>
                                    </p:anim>
                                    <p:anim calcmode="lin" valueType="num">
                                      <p:cBhvr additive="base">
                                        <p:cTn id="57" dur="500" fill="hold"/>
                                        <p:tgtEl>
                                          <p:spTgt spid="67587"/>
                                        </p:tgtEl>
                                        <p:attrNameLst>
                                          <p:attrName>ppt_y</p:attrName>
                                        </p:attrNameLst>
                                      </p:cBhvr>
                                      <p:tavLst>
                                        <p:tav tm="0">
                                          <p:val>
                                            <p:strVal val="1+#ppt_h/2"/>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67588"/>
                                        </p:tgtEl>
                                        <p:attrNameLst>
                                          <p:attrName>style.visibility</p:attrName>
                                        </p:attrNameLst>
                                      </p:cBhvr>
                                      <p:to>
                                        <p:strVal val="visible"/>
                                      </p:to>
                                    </p:set>
                                    <p:anim calcmode="lin" valueType="num">
                                      <p:cBhvr additive="base">
                                        <p:cTn id="62" dur="500" fill="hold"/>
                                        <p:tgtEl>
                                          <p:spTgt spid="67588"/>
                                        </p:tgtEl>
                                        <p:attrNameLst>
                                          <p:attrName>ppt_x</p:attrName>
                                        </p:attrNameLst>
                                      </p:cBhvr>
                                      <p:tavLst>
                                        <p:tav tm="0">
                                          <p:val>
                                            <p:strVal val="#ppt_x"/>
                                          </p:val>
                                        </p:tav>
                                        <p:tav tm="100000">
                                          <p:val>
                                            <p:strVal val="#ppt_x"/>
                                          </p:val>
                                        </p:tav>
                                      </p:tavLst>
                                    </p:anim>
                                    <p:anim calcmode="lin" valueType="num">
                                      <p:cBhvr additive="base">
                                        <p:cTn id="63" dur="500" fill="hold"/>
                                        <p:tgtEl>
                                          <p:spTgt spid="67588"/>
                                        </p:tgtEl>
                                        <p:attrNameLst>
                                          <p:attrName>ppt_y</p:attrName>
                                        </p:attrNameLst>
                                      </p:cBhvr>
                                      <p:tavLst>
                                        <p:tav tm="0">
                                          <p:val>
                                            <p:strVal val="1+#ppt_h/2"/>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67605"/>
                                        </p:tgtEl>
                                        <p:attrNameLst>
                                          <p:attrName>style.visibility</p:attrName>
                                        </p:attrNameLst>
                                      </p:cBhvr>
                                      <p:to>
                                        <p:strVal val="visible"/>
                                      </p:to>
                                    </p:set>
                                    <p:animEffect transition="in" filter="wipe(left)">
                                      <p:cBhvr>
                                        <p:cTn id="68" dur="500"/>
                                        <p:tgtEl>
                                          <p:spTgt spid="6760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nodeType="clickEffect">
                                  <p:stCondLst>
                                    <p:cond delay="0"/>
                                  </p:stCondLst>
                                  <p:childTnLst>
                                    <p:set>
                                      <p:cBhvr>
                                        <p:cTn id="72" dur="1" fill="hold">
                                          <p:stCondLst>
                                            <p:cond delay="0"/>
                                          </p:stCondLst>
                                        </p:cTn>
                                        <p:tgtEl>
                                          <p:spTgt spid="67590"/>
                                        </p:tgtEl>
                                        <p:attrNameLst>
                                          <p:attrName>style.visibility</p:attrName>
                                        </p:attrNameLst>
                                      </p:cBhvr>
                                      <p:to>
                                        <p:strVal val="visible"/>
                                      </p:to>
                                    </p:set>
                                    <p:anim calcmode="lin" valueType="num">
                                      <p:cBhvr additive="base">
                                        <p:cTn id="73" dur="500" fill="hold"/>
                                        <p:tgtEl>
                                          <p:spTgt spid="67590"/>
                                        </p:tgtEl>
                                        <p:attrNameLst>
                                          <p:attrName>ppt_x</p:attrName>
                                        </p:attrNameLst>
                                      </p:cBhvr>
                                      <p:tavLst>
                                        <p:tav tm="0">
                                          <p:val>
                                            <p:strVal val="1+#ppt_w/2"/>
                                          </p:val>
                                        </p:tav>
                                        <p:tav tm="100000">
                                          <p:val>
                                            <p:strVal val="#ppt_x"/>
                                          </p:val>
                                        </p:tav>
                                      </p:tavLst>
                                    </p:anim>
                                    <p:anim calcmode="lin" valueType="num">
                                      <p:cBhvr additive="base">
                                        <p:cTn id="74" dur="500" fill="hold"/>
                                        <p:tgtEl>
                                          <p:spTgt spid="67590"/>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7592"/>
                                        </p:tgtEl>
                                        <p:attrNameLst>
                                          <p:attrName>style.visibility</p:attrName>
                                        </p:attrNameLst>
                                      </p:cBhvr>
                                      <p:to>
                                        <p:strVal val="visible"/>
                                      </p:to>
                                    </p:set>
                                    <p:anim calcmode="lin" valueType="num">
                                      <p:cBhvr additive="base">
                                        <p:cTn id="79" dur="500" fill="hold"/>
                                        <p:tgtEl>
                                          <p:spTgt spid="67592"/>
                                        </p:tgtEl>
                                        <p:attrNameLst>
                                          <p:attrName>ppt_x</p:attrName>
                                        </p:attrNameLst>
                                      </p:cBhvr>
                                      <p:tavLst>
                                        <p:tav tm="0">
                                          <p:val>
                                            <p:strVal val="#ppt_x"/>
                                          </p:val>
                                        </p:tav>
                                        <p:tav tm="100000">
                                          <p:val>
                                            <p:strVal val="#ppt_x"/>
                                          </p:val>
                                        </p:tav>
                                      </p:tavLst>
                                    </p:anim>
                                    <p:anim calcmode="lin" valueType="num">
                                      <p:cBhvr additive="base">
                                        <p:cTn id="80" dur="500" fill="hold"/>
                                        <p:tgtEl>
                                          <p:spTgt spid="6759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1" fill="hold" grpId="0" nodeType="clickEffect">
                                  <p:stCondLst>
                                    <p:cond delay="0"/>
                                  </p:stCondLst>
                                  <p:childTnLst>
                                    <p:set>
                                      <p:cBhvr>
                                        <p:cTn id="84" dur="1" fill="hold">
                                          <p:stCondLst>
                                            <p:cond delay="0"/>
                                          </p:stCondLst>
                                        </p:cTn>
                                        <p:tgtEl>
                                          <p:spTgt spid="27"/>
                                        </p:tgtEl>
                                        <p:attrNameLst>
                                          <p:attrName>style.visibility</p:attrName>
                                        </p:attrNameLst>
                                      </p:cBhvr>
                                      <p:to>
                                        <p:strVal val="visible"/>
                                      </p:to>
                                    </p:set>
                                    <p:anim calcmode="lin" valueType="num">
                                      <p:cBhvr additive="base">
                                        <p:cTn id="85" dur="500" fill="hold"/>
                                        <p:tgtEl>
                                          <p:spTgt spid="27"/>
                                        </p:tgtEl>
                                        <p:attrNameLst>
                                          <p:attrName>ppt_x</p:attrName>
                                        </p:attrNameLst>
                                      </p:cBhvr>
                                      <p:tavLst>
                                        <p:tav tm="0">
                                          <p:val>
                                            <p:strVal val="#ppt_x"/>
                                          </p:val>
                                        </p:tav>
                                        <p:tav tm="100000">
                                          <p:val>
                                            <p:strVal val="#ppt_x"/>
                                          </p:val>
                                        </p:tav>
                                      </p:tavLst>
                                    </p:anim>
                                    <p:anim calcmode="lin" valueType="num">
                                      <p:cBhvr additive="base">
                                        <p:cTn id="86"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wipe(left)">
                                      <p:cBhvr>
                                        <p:cTn id="9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nimBg="1" autoUpdateAnimBg="0"/>
      <p:bldP spid="67587" grpId="0" autoUpdateAnimBg="0"/>
      <p:bldP spid="67588" grpId="0" autoUpdateAnimBg="0"/>
      <p:bldP spid="67589" grpId="0" autoUpdateAnimBg="0"/>
      <p:bldP spid="67592" grpId="0" autoUpdateAnimBg="0"/>
      <p:bldP spid="67596" grpId="0" build="p" autoUpdateAnimBg="0"/>
      <p:bldP spid="27" grpId="0" autoUpdateAnimBg="0"/>
      <p:bldP spid="28" grpId="0"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323850" y="549275"/>
            <a:ext cx="811839" cy="584775"/>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8000" rIns="198000">
            <a:spAutoFit/>
          </a:bodyPr>
          <a:lstStyle/>
          <a:p>
            <a:pPr>
              <a:spcBef>
                <a:spcPct val="50000"/>
              </a:spcBef>
            </a:pPr>
            <a:r>
              <a:rPr lang="zh-CN" altLang="en-US" sz="3200" dirty="0">
                <a:latin typeface="宋体" panose="02010600030101010101" pitchFamily="2" charset="-122"/>
                <a:ea typeface="宋体" panose="02010600030101010101" pitchFamily="2" charset="-122"/>
              </a:rPr>
              <a:t>例</a:t>
            </a:r>
            <a:endParaRPr lang="en-US" altLang="zh-CN" sz="3200" b="0" dirty="0">
              <a:latin typeface="Times New Roman" panose="02020603050405020304" pitchFamily="18" charset="0"/>
              <a:ea typeface="宋体" panose="02010600030101010101" pitchFamily="2" charset="-122"/>
            </a:endParaRPr>
          </a:p>
        </p:txBody>
      </p:sp>
      <p:graphicFrame>
        <p:nvGraphicFramePr>
          <p:cNvPr id="37892" name="Object 4"/>
          <p:cNvGraphicFramePr>
            <a:graphicFrameLocks noChangeAspect="1"/>
          </p:cNvGraphicFramePr>
          <p:nvPr/>
        </p:nvGraphicFramePr>
        <p:xfrm>
          <a:off x="1400969" y="554435"/>
          <a:ext cx="4996878" cy="542131"/>
        </p:xfrm>
        <a:graphic>
          <a:graphicData uri="http://schemas.openxmlformats.org/presentationml/2006/ole">
            <mc:AlternateContent xmlns:mc="http://schemas.openxmlformats.org/markup-compatibility/2006">
              <mc:Choice xmlns:v="urn:schemas-microsoft-com:vml" Requires="v">
                <p:oleObj name="Equation" r:id="rId2" imgW="2222280" imgH="241200" progId="Equation.DSMT4">
                  <p:embed/>
                </p:oleObj>
              </mc:Choice>
              <mc:Fallback>
                <p:oleObj name="Equation" r:id="rId2" imgW="2222280" imgH="241200" progId="Equation.DSMT4">
                  <p:embed/>
                  <p:pic>
                    <p:nvPicPr>
                      <p:cNvPr id="37892" name="Object 4"/>
                      <p:cNvPicPr>
                        <a:picLocks noChangeAspect="1" noChangeArrowheads="1"/>
                      </p:cNvPicPr>
                      <p:nvPr/>
                    </p:nvPicPr>
                    <p:blipFill>
                      <a:blip r:embed="rId3"/>
                      <a:srcRect/>
                      <a:stretch>
                        <a:fillRect/>
                      </a:stretch>
                    </p:blipFill>
                    <p:spPr bwMode="auto">
                      <a:xfrm>
                        <a:off x="1400969" y="554435"/>
                        <a:ext cx="4996878" cy="542131"/>
                      </a:xfrm>
                      <a:prstGeom prst="rect">
                        <a:avLst/>
                      </a:prstGeom>
                      <a:noFill/>
                      <a:ln>
                        <a:noFill/>
                      </a:ln>
                      <a:effectLst/>
                    </p:spPr>
                  </p:pic>
                </p:oleObj>
              </mc:Fallback>
            </mc:AlternateContent>
          </a:graphicData>
        </a:graphic>
      </p:graphicFrame>
      <p:sp>
        <p:nvSpPr>
          <p:cNvPr id="37939" name="Text Box 51"/>
          <p:cNvSpPr txBox="1">
            <a:spLocks noChangeArrowheads="1"/>
          </p:cNvSpPr>
          <p:nvPr/>
        </p:nvSpPr>
        <p:spPr bwMode="auto">
          <a:xfrm>
            <a:off x="683568" y="3500438"/>
            <a:ext cx="576907" cy="523220"/>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solidFill>
                  <a:schemeClr val="bg1"/>
                </a:solidFill>
                <a:latin typeface="宋体" panose="02010600030101010101" pitchFamily="2" charset="-122"/>
                <a:ea typeface="宋体" panose="02010600030101010101" pitchFamily="2" charset="-122"/>
              </a:rPr>
              <a:t>解</a:t>
            </a:r>
          </a:p>
        </p:txBody>
      </p:sp>
      <p:graphicFrame>
        <p:nvGraphicFramePr>
          <p:cNvPr id="37940" name="Object 52"/>
          <p:cNvGraphicFramePr>
            <a:graphicFrameLocks noChangeAspect="1"/>
          </p:cNvGraphicFramePr>
          <p:nvPr/>
        </p:nvGraphicFramePr>
        <p:xfrm>
          <a:off x="1585913" y="3527425"/>
          <a:ext cx="1684337" cy="442913"/>
        </p:xfrm>
        <a:graphic>
          <a:graphicData uri="http://schemas.openxmlformats.org/presentationml/2006/ole">
            <mc:AlternateContent xmlns:mc="http://schemas.openxmlformats.org/markup-compatibility/2006">
              <mc:Choice xmlns:v="urn:schemas-microsoft-com:vml" Requires="v">
                <p:oleObj name="Equation" r:id="rId4" imgW="774360" imgH="203040" progId="Equation.DSMT4">
                  <p:embed/>
                </p:oleObj>
              </mc:Choice>
              <mc:Fallback>
                <p:oleObj name="Equation" r:id="rId4" imgW="774360" imgH="203040" progId="Equation.DSMT4">
                  <p:embed/>
                  <p:pic>
                    <p:nvPicPr>
                      <p:cNvPr id="37940" name="Object 52"/>
                      <p:cNvPicPr>
                        <a:picLocks noChangeAspect="1" noChangeArrowheads="1"/>
                      </p:cNvPicPr>
                      <p:nvPr/>
                    </p:nvPicPr>
                    <p:blipFill>
                      <a:blip r:embed="rId5"/>
                      <a:srcRect/>
                      <a:stretch>
                        <a:fillRect/>
                      </a:stretch>
                    </p:blipFill>
                    <p:spPr bwMode="auto">
                      <a:xfrm>
                        <a:off x="1585913" y="3527425"/>
                        <a:ext cx="1684337"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41" name="Object 53"/>
          <p:cNvGraphicFramePr>
            <a:graphicFrameLocks noChangeAspect="1"/>
          </p:cNvGraphicFramePr>
          <p:nvPr/>
        </p:nvGraphicFramePr>
        <p:xfrm>
          <a:off x="1517650" y="4305300"/>
          <a:ext cx="2581275" cy="482600"/>
        </p:xfrm>
        <a:graphic>
          <a:graphicData uri="http://schemas.openxmlformats.org/presentationml/2006/ole">
            <mc:AlternateContent xmlns:mc="http://schemas.openxmlformats.org/markup-compatibility/2006">
              <mc:Choice xmlns:v="urn:schemas-microsoft-com:vml" Requires="v">
                <p:oleObj name="Equation" r:id="rId6" imgW="1231560" imgH="228600" progId="Equation.DSMT4">
                  <p:embed/>
                </p:oleObj>
              </mc:Choice>
              <mc:Fallback>
                <p:oleObj name="Equation" r:id="rId6" imgW="1231560" imgH="228600" progId="Equation.DSMT4">
                  <p:embed/>
                  <p:pic>
                    <p:nvPicPr>
                      <p:cNvPr id="37941" name="Object 53"/>
                      <p:cNvPicPr>
                        <a:picLocks noChangeAspect="1" noChangeArrowheads="1"/>
                      </p:cNvPicPr>
                      <p:nvPr/>
                    </p:nvPicPr>
                    <p:blipFill>
                      <a:blip r:embed="rId7"/>
                      <a:srcRect/>
                      <a:stretch>
                        <a:fillRect/>
                      </a:stretch>
                    </p:blipFill>
                    <p:spPr bwMode="auto">
                      <a:xfrm>
                        <a:off x="1517650" y="4305300"/>
                        <a:ext cx="2581275"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42" name="Object 54"/>
          <p:cNvGraphicFramePr>
            <a:graphicFrameLocks noChangeAspect="1"/>
          </p:cNvGraphicFramePr>
          <p:nvPr/>
        </p:nvGraphicFramePr>
        <p:xfrm>
          <a:off x="1501798" y="4961334"/>
          <a:ext cx="3725862" cy="923925"/>
        </p:xfrm>
        <a:graphic>
          <a:graphicData uri="http://schemas.openxmlformats.org/presentationml/2006/ole">
            <mc:AlternateContent xmlns:mc="http://schemas.openxmlformats.org/markup-compatibility/2006">
              <mc:Choice xmlns:v="urn:schemas-microsoft-com:vml" Requires="v">
                <p:oleObj name="Equation" r:id="rId8" imgW="1701720" imgH="419040" progId="Equation.DSMT4">
                  <p:embed/>
                </p:oleObj>
              </mc:Choice>
              <mc:Fallback>
                <p:oleObj name="Equation" r:id="rId8" imgW="1701720" imgH="419040" progId="Equation.DSMT4">
                  <p:embed/>
                  <p:pic>
                    <p:nvPicPr>
                      <p:cNvPr id="37942" name="Object 54"/>
                      <p:cNvPicPr>
                        <a:picLocks noChangeAspect="1" noChangeArrowheads="1"/>
                      </p:cNvPicPr>
                      <p:nvPr/>
                    </p:nvPicPr>
                    <p:blipFill>
                      <a:blip r:embed="rId9"/>
                      <a:srcRect/>
                      <a:stretch>
                        <a:fillRect/>
                      </a:stretch>
                    </p:blipFill>
                    <p:spPr bwMode="auto">
                      <a:xfrm>
                        <a:off x="1501798" y="4961334"/>
                        <a:ext cx="3725862"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8019" name="Group 131"/>
          <p:cNvGrpSpPr>
            <a:grpSpLocks/>
          </p:cNvGrpSpPr>
          <p:nvPr/>
        </p:nvGrpSpPr>
        <p:grpSpPr bwMode="auto">
          <a:xfrm>
            <a:off x="3851275" y="1844675"/>
            <a:ext cx="1839913" cy="646113"/>
            <a:chOff x="3127" y="1163"/>
            <a:chExt cx="1159" cy="407"/>
          </a:xfrm>
        </p:grpSpPr>
        <p:sp>
          <p:nvSpPr>
            <p:cNvPr id="37969" name="Line 81"/>
            <p:cNvSpPr>
              <a:spLocks noChangeShapeType="1"/>
            </p:cNvSpPr>
            <p:nvPr/>
          </p:nvSpPr>
          <p:spPr bwMode="auto">
            <a:xfrm>
              <a:off x="3198" y="1570"/>
              <a:ext cx="816"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70" name="Text Box 82"/>
            <p:cNvSpPr txBox="1">
              <a:spLocks noChangeArrowheads="1"/>
            </p:cNvSpPr>
            <p:nvPr/>
          </p:nvSpPr>
          <p:spPr bwMode="auto">
            <a:xfrm>
              <a:off x="3127" y="1163"/>
              <a:ext cx="1159" cy="23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相量模型</a:t>
              </a:r>
            </a:p>
          </p:txBody>
        </p:sp>
      </p:grpSp>
      <p:grpSp>
        <p:nvGrpSpPr>
          <p:cNvPr id="37994" name="Group 106"/>
          <p:cNvGrpSpPr>
            <a:grpSpLocks/>
          </p:cNvGrpSpPr>
          <p:nvPr/>
        </p:nvGrpSpPr>
        <p:grpSpPr bwMode="auto">
          <a:xfrm>
            <a:off x="539750" y="1268413"/>
            <a:ext cx="3209925" cy="1873250"/>
            <a:chOff x="249" y="2432"/>
            <a:chExt cx="2022" cy="1180"/>
          </a:xfrm>
        </p:grpSpPr>
        <p:sp>
          <p:nvSpPr>
            <p:cNvPr id="37995" name="Oval 107"/>
            <p:cNvSpPr>
              <a:spLocks noChangeArrowheads="1"/>
            </p:cNvSpPr>
            <p:nvPr/>
          </p:nvSpPr>
          <p:spPr bwMode="auto">
            <a:xfrm>
              <a:off x="249" y="2840"/>
              <a:ext cx="363" cy="3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6" name="Text Box 108"/>
            <p:cNvSpPr txBox="1">
              <a:spLocks noChangeArrowheads="1"/>
            </p:cNvSpPr>
            <p:nvPr/>
          </p:nvSpPr>
          <p:spPr bwMode="auto">
            <a:xfrm>
              <a:off x="531" y="2678"/>
              <a:ext cx="224"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a:t>
              </a:r>
            </a:p>
          </p:txBody>
        </p:sp>
        <p:sp>
          <p:nvSpPr>
            <p:cNvPr id="37997" name="Text Box 109"/>
            <p:cNvSpPr txBox="1">
              <a:spLocks noChangeArrowheads="1"/>
            </p:cNvSpPr>
            <p:nvPr/>
          </p:nvSpPr>
          <p:spPr bwMode="auto">
            <a:xfrm>
              <a:off x="476" y="2995"/>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_</a:t>
              </a:r>
            </a:p>
          </p:txBody>
        </p:sp>
        <p:sp>
          <p:nvSpPr>
            <p:cNvPr id="37998" name="Line 110"/>
            <p:cNvSpPr>
              <a:spLocks noChangeShapeType="1"/>
            </p:cNvSpPr>
            <p:nvPr/>
          </p:nvSpPr>
          <p:spPr bwMode="auto">
            <a:xfrm flipV="1">
              <a:off x="2031" y="2881"/>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99" name="Line 111"/>
            <p:cNvSpPr>
              <a:spLocks noChangeShapeType="1"/>
            </p:cNvSpPr>
            <p:nvPr/>
          </p:nvSpPr>
          <p:spPr bwMode="auto">
            <a:xfrm>
              <a:off x="2031" y="2976"/>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000" name="Line 112"/>
            <p:cNvSpPr>
              <a:spLocks noChangeShapeType="1"/>
            </p:cNvSpPr>
            <p:nvPr/>
          </p:nvSpPr>
          <p:spPr bwMode="auto">
            <a:xfrm>
              <a:off x="439" y="2432"/>
              <a:ext cx="176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01" name="Line 113"/>
            <p:cNvSpPr>
              <a:spLocks noChangeShapeType="1"/>
            </p:cNvSpPr>
            <p:nvPr/>
          </p:nvSpPr>
          <p:spPr bwMode="auto">
            <a:xfrm>
              <a:off x="431" y="3612"/>
              <a:ext cx="176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02" name="Line 114"/>
            <p:cNvSpPr>
              <a:spLocks noChangeShapeType="1"/>
            </p:cNvSpPr>
            <p:nvPr/>
          </p:nvSpPr>
          <p:spPr bwMode="auto">
            <a:xfrm>
              <a:off x="431" y="2432"/>
              <a:ext cx="8" cy="116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03" name="Text Box 115"/>
            <p:cNvSpPr txBox="1">
              <a:spLocks noChangeArrowheads="1"/>
            </p:cNvSpPr>
            <p:nvPr/>
          </p:nvSpPr>
          <p:spPr bwMode="auto">
            <a:xfrm>
              <a:off x="1048" y="2723"/>
              <a:ext cx="4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Times New Roman" panose="02020603050405020304" pitchFamily="18" charset="0"/>
                  <a:ea typeface="宋体" panose="02010600030101010101" pitchFamily="2" charset="-122"/>
                </a:rPr>
                <a:t>15</a:t>
              </a:r>
              <a:r>
                <a:rPr kumimoji="1" lang="en-US" altLang="zh-CN" sz="2400" b="0">
                  <a:latin typeface="Symbol" panose="05050102010706020507" pitchFamily="18" charset="2"/>
                  <a:ea typeface="宋体" panose="02010600030101010101" pitchFamily="2" charset="-122"/>
                </a:rPr>
                <a:t>W</a:t>
              </a:r>
              <a:endParaRPr kumimoji="1" lang="en-US" altLang="zh-CN" sz="2400" b="0">
                <a:ea typeface="宋体" panose="02010600030101010101" pitchFamily="2" charset="-122"/>
              </a:endParaRPr>
            </a:p>
          </p:txBody>
        </p:sp>
        <p:sp>
          <p:nvSpPr>
            <p:cNvPr id="38004" name="Line 116"/>
            <p:cNvSpPr>
              <a:spLocks noChangeShapeType="1"/>
            </p:cNvSpPr>
            <p:nvPr/>
          </p:nvSpPr>
          <p:spPr bwMode="auto">
            <a:xfrm>
              <a:off x="638" y="2523"/>
              <a:ext cx="24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05" name="Line 117"/>
            <p:cNvSpPr>
              <a:spLocks noChangeShapeType="1"/>
            </p:cNvSpPr>
            <p:nvPr/>
          </p:nvSpPr>
          <p:spPr bwMode="auto">
            <a:xfrm>
              <a:off x="1047" y="2432"/>
              <a:ext cx="0" cy="1180"/>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06" name="Line 118"/>
            <p:cNvSpPr>
              <a:spLocks noChangeShapeType="1"/>
            </p:cNvSpPr>
            <p:nvPr/>
          </p:nvSpPr>
          <p:spPr bwMode="auto">
            <a:xfrm flipH="1">
              <a:off x="1528" y="2432"/>
              <a:ext cx="5" cy="319"/>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07" name="Line 119"/>
            <p:cNvSpPr>
              <a:spLocks noChangeShapeType="1"/>
            </p:cNvSpPr>
            <p:nvPr/>
          </p:nvSpPr>
          <p:spPr bwMode="auto">
            <a:xfrm>
              <a:off x="1533" y="3203"/>
              <a:ext cx="0" cy="409"/>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08" name="Line 120"/>
            <p:cNvSpPr>
              <a:spLocks noChangeShapeType="1"/>
            </p:cNvSpPr>
            <p:nvPr/>
          </p:nvSpPr>
          <p:spPr bwMode="auto">
            <a:xfrm>
              <a:off x="2181" y="2432"/>
              <a:ext cx="0" cy="45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09" name="Line 121"/>
            <p:cNvSpPr>
              <a:spLocks noChangeShapeType="1"/>
            </p:cNvSpPr>
            <p:nvPr/>
          </p:nvSpPr>
          <p:spPr bwMode="auto">
            <a:xfrm>
              <a:off x="2181" y="2977"/>
              <a:ext cx="0" cy="63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10" name="Text Box 122"/>
            <p:cNvSpPr txBox="1">
              <a:spLocks noChangeArrowheads="1"/>
            </p:cNvSpPr>
            <p:nvPr/>
          </p:nvSpPr>
          <p:spPr bwMode="auto">
            <a:xfrm>
              <a:off x="665" y="290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i="1">
                  <a:latin typeface="Times New Roman" panose="02020603050405020304" pitchFamily="18" charset="0"/>
                  <a:ea typeface="宋体" panose="02010600030101010101" pitchFamily="2" charset="-122"/>
                </a:rPr>
                <a:t>u</a:t>
              </a:r>
            </a:p>
          </p:txBody>
        </p:sp>
        <p:sp>
          <p:nvSpPr>
            <p:cNvPr id="38011" name="Text Box 123"/>
            <p:cNvSpPr txBox="1">
              <a:spLocks noChangeArrowheads="1"/>
            </p:cNvSpPr>
            <p:nvPr/>
          </p:nvSpPr>
          <p:spPr bwMode="auto">
            <a:xfrm>
              <a:off x="1175" y="3132"/>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Times New Roman" panose="02020603050405020304" pitchFamily="18" charset="0"/>
                  <a:ea typeface="宋体" panose="02010600030101010101" pitchFamily="2" charset="-122"/>
                </a:rPr>
                <a:t>4H</a:t>
              </a:r>
            </a:p>
          </p:txBody>
        </p:sp>
        <p:sp>
          <p:nvSpPr>
            <p:cNvPr id="38012" name="Text Box 124"/>
            <p:cNvSpPr txBox="1">
              <a:spLocks noChangeArrowheads="1"/>
            </p:cNvSpPr>
            <p:nvPr/>
          </p:nvSpPr>
          <p:spPr bwMode="auto">
            <a:xfrm>
              <a:off x="1640" y="2478"/>
              <a:ext cx="5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dirty="0">
                  <a:latin typeface="Times New Roman" panose="02020603050405020304" pitchFamily="18" charset="0"/>
                  <a:ea typeface="宋体" panose="02010600030101010101" pitchFamily="2" charset="-122"/>
                </a:rPr>
                <a:t>0.02F</a:t>
              </a:r>
            </a:p>
          </p:txBody>
        </p:sp>
        <p:sp>
          <p:nvSpPr>
            <p:cNvPr id="38013" name="Text Box 125"/>
            <p:cNvSpPr txBox="1">
              <a:spLocks noChangeArrowheads="1"/>
            </p:cNvSpPr>
            <p:nvPr/>
          </p:nvSpPr>
          <p:spPr bwMode="auto">
            <a:xfrm>
              <a:off x="707" y="2497"/>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i="1">
                  <a:latin typeface="Times New Roman" panose="02020603050405020304" pitchFamily="18" charset="0"/>
                  <a:ea typeface="宋体" panose="02010600030101010101" pitchFamily="2" charset="-122"/>
                </a:rPr>
                <a:t>i</a:t>
              </a:r>
            </a:p>
          </p:txBody>
        </p:sp>
        <p:sp>
          <p:nvSpPr>
            <p:cNvPr id="38014" name="Rectangle 126"/>
            <p:cNvSpPr>
              <a:spLocks noChangeArrowheads="1"/>
            </p:cNvSpPr>
            <p:nvPr/>
          </p:nvSpPr>
          <p:spPr bwMode="auto">
            <a:xfrm>
              <a:off x="975" y="2840"/>
              <a:ext cx="127" cy="31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8015" name="Group 127"/>
            <p:cNvGrpSpPr>
              <a:grpSpLocks/>
            </p:cNvGrpSpPr>
            <p:nvPr/>
          </p:nvGrpSpPr>
          <p:grpSpPr bwMode="auto">
            <a:xfrm rot="5400000">
              <a:off x="1241" y="2730"/>
              <a:ext cx="430" cy="489"/>
              <a:chOff x="482" y="538"/>
              <a:chExt cx="663" cy="714"/>
            </a:xfrm>
          </p:grpSpPr>
          <p:sp>
            <p:nvSpPr>
              <p:cNvPr id="38016" name="AutoShape 128"/>
              <p:cNvSpPr>
                <a:spLocks noChangeArrowheads="1"/>
              </p:cNvSpPr>
              <p:nvPr/>
            </p:nvSpPr>
            <p:spPr bwMode="auto">
              <a:xfrm>
                <a:off x="482" y="539"/>
                <a:ext cx="209" cy="713"/>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17" name="AutoShape 129"/>
              <p:cNvSpPr>
                <a:spLocks noChangeArrowheads="1"/>
              </p:cNvSpPr>
              <p:nvPr/>
            </p:nvSpPr>
            <p:spPr bwMode="auto">
              <a:xfrm>
                <a:off x="709" y="538"/>
                <a:ext cx="209" cy="713"/>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18" name="AutoShape 130"/>
              <p:cNvSpPr>
                <a:spLocks noChangeArrowheads="1"/>
              </p:cNvSpPr>
              <p:nvPr/>
            </p:nvSpPr>
            <p:spPr bwMode="auto">
              <a:xfrm>
                <a:off x="936" y="539"/>
                <a:ext cx="209" cy="713"/>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8020" name="Group 132"/>
          <p:cNvGrpSpPr>
            <a:grpSpLocks/>
          </p:cNvGrpSpPr>
          <p:nvPr/>
        </p:nvGrpSpPr>
        <p:grpSpPr bwMode="auto">
          <a:xfrm>
            <a:off x="5435600" y="1268413"/>
            <a:ext cx="3209925" cy="1873250"/>
            <a:chOff x="2381" y="1253"/>
            <a:chExt cx="2022" cy="1180"/>
          </a:xfrm>
        </p:grpSpPr>
        <p:graphicFrame>
          <p:nvGraphicFramePr>
            <p:cNvPr id="38021" name="Object 133"/>
            <p:cNvGraphicFramePr>
              <a:graphicFrameLocks noChangeAspect="1"/>
            </p:cNvGraphicFramePr>
            <p:nvPr/>
          </p:nvGraphicFramePr>
          <p:xfrm>
            <a:off x="2796" y="1721"/>
            <a:ext cx="194" cy="240"/>
          </p:xfrm>
          <a:graphic>
            <a:graphicData uri="http://schemas.openxmlformats.org/presentationml/2006/ole">
              <mc:AlternateContent xmlns:mc="http://schemas.openxmlformats.org/markup-compatibility/2006">
                <mc:Choice xmlns:v="urn:schemas-microsoft-com:vml" Requires="v">
                  <p:oleObj name="Equation" r:id="rId10" imgW="164880" imgH="203040" progId="Equation.DSMT4">
                    <p:embed/>
                  </p:oleObj>
                </mc:Choice>
                <mc:Fallback>
                  <p:oleObj name="Equation" r:id="rId10" imgW="164880" imgH="203040" progId="Equation.DSMT4">
                    <p:embed/>
                    <p:pic>
                      <p:nvPicPr>
                        <p:cNvPr id="38021" name="Object 133"/>
                        <p:cNvPicPr>
                          <a:picLocks noChangeAspect="1" noChangeArrowheads="1"/>
                        </p:cNvPicPr>
                        <p:nvPr/>
                      </p:nvPicPr>
                      <p:blipFill>
                        <a:blip r:embed="rId11"/>
                        <a:srcRect/>
                        <a:stretch>
                          <a:fillRect/>
                        </a:stretch>
                      </p:blipFill>
                      <p:spPr bwMode="auto">
                        <a:xfrm>
                          <a:off x="2796" y="1721"/>
                          <a:ext cx="19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022" name="Text Box 134"/>
            <p:cNvSpPr txBox="1">
              <a:spLocks noChangeArrowheads="1"/>
            </p:cNvSpPr>
            <p:nvPr/>
          </p:nvSpPr>
          <p:spPr bwMode="auto">
            <a:xfrm>
              <a:off x="3775" y="1771"/>
              <a:ext cx="5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dirty="0">
                  <a:latin typeface="Times New Roman" panose="02020603050405020304" pitchFamily="18" charset="0"/>
                  <a:ea typeface="宋体" panose="02010600030101010101" pitchFamily="2" charset="-122"/>
                </a:rPr>
                <a:t>j20</a:t>
              </a:r>
              <a:r>
                <a:rPr kumimoji="1" lang="en-US" altLang="zh-CN" sz="2400" b="0" dirty="0">
                  <a:latin typeface="Symbol" panose="05050102010706020507" pitchFamily="18" charset="2"/>
                  <a:ea typeface="宋体" panose="02010600030101010101" pitchFamily="2" charset="-122"/>
                </a:rPr>
                <a:t>W</a:t>
              </a:r>
              <a:endParaRPr kumimoji="1" lang="en-US" altLang="zh-CN" sz="2400" b="0" dirty="0">
                <a:ea typeface="宋体" panose="02010600030101010101" pitchFamily="2" charset="-122"/>
              </a:endParaRPr>
            </a:p>
          </p:txBody>
        </p:sp>
        <p:sp>
          <p:nvSpPr>
            <p:cNvPr id="38023" name="Text Box 135"/>
            <p:cNvSpPr txBox="1">
              <a:spLocks noChangeArrowheads="1"/>
            </p:cNvSpPr>
            <p:nvPr/>
          </p:nvSpPr>
          <p:spPr bwMode="auto">
            <a:xfrm>
              <a:off x="3692" y="1363"/>
              <a:ext cx="6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宋体" panose="02010600030101010101" pitchFamily="2" charset="-122"/>
                  <a:ea typeface="宋体" panose="02010600030101010101" pitchFamily="2" charset="-122"/>
                </a:rPr>
                <a:t>-</a:t>
              </a:r>
              <a:r>
                <a:rPr kumimoji="1" lang="en-US" altLang="zh-CN" sz="2400" b="0">
                  <a:latin typeface="Times New Roman" panose="02020603050405020304" pitchFamily="18" charset="0"/>
                  <a:ea typeface="宋体" panose="02010600030101010101" pitchFamily="2" charset="-122"/>
                </a:rPr>
                <a:t>j10</a:t>
              </a:r>
              <a:r>
                <a:rPr kumimoji="1" lang="en-US" altLang="zh-CN" sz="2400" b="0">
                  <a:latin typeface="Symbol" panose="05050102010706020507" pitchFamily="18" charset="2"/>
                  <a:ea typeface="宋体" panose="02010600030101010101" pitchFamily="2" charset="-122"/>
                </a:rPr>
                <a:t>W</a:t>
              </a:r>
              <a:endParaRPr kumimoji="1" lang="en-US" altLang="zh-CN" sz="2400" b="0">
                <a:ea typeface="宋体" panose="02010600030101010101" pitchFamily="2" charset="-122"/>
              </a:endParaRPr>
            </a:p>
          </p:txBody>
        </p:sp>
        <p:graphicFrame>
          <p:nvGraphicFramePr>
            <p:cNvPr id="38024" name="Object 136"/>
            <p:cNvGraphicFramePr>
              <a:graphicFrameLocks noChangeAspect="1"/>
            </p:cNvGraphicFramePr>
            <p:nvPr/>
          </p:nvGraphicFramePr>
          <p:xfrm>
            <a:off x="2887" y="2084"/>
            <a:ext cx="170" cy="297"/>
          </p:xfrm>
          <a:graphic>
            <a:graphicData uri="http://schemas.openxmlformats.org/presentationml/2006/ole">
              <mc:AlternateContent xmlns:mc="http://schemas.openxmlformats.org/markup-compatibility/2006">
                <mc:Choice xmlns:v="urn:schemas-microsoft-com:vml" Requires="v">
                  <p:oleObj name="Equation" r:id="rId12" imgW="139680" imgH="241200" progId="Equation.DSMT4">
                    <p:embed/>
                  </p:oleObj>
                </mc:Choice>
                <mc:Fallback>
                  <p:oleObj name="Equation" r:id="rId12" imgW="139680" imgH="241200" progId="Equation.DSMT4">
                    <p:embed/>
                    <p:pic>
                      <p:nvPicPr>
                        <p:cNvPr id="38024" name="Object 136"/>
                        <p:cNvPicPr>
                          <a:picLocks noChangeAspect="1" noChangeArrowheads="1"/>
                        </p:cNvPicPr>
                        <p:nvPr/>
                      </p:nvPicPr>
                      <p:blipFill>
                        <a:blip r:embed="rId13"/>
                        <a:srcRect/>
                        <a:stretch>
                          <a:fillRect/>
                        </a:stretch>
                      </p:blipFill>
                      <p:spPr bwMode="auto">
                        <a:xfrm>
                          <a:off x="2887" y="2084"/>
                          <a:ext cx="170"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25" name="Object 137"/>
            <p:cNvGraphicFramePr>
              <a:graphicFrameLocks noChangeAspect="1"/>
            </p:cNvGraphicFramePr>
            <p:nvPr/>
          </p:nvGraphicFramePr>
          <p:xfrm>
            <a:off x="3296" y="2040"/>
            <a:ext cx="196" cy="313"/>
          </p:xfrm>
          <a:graphic>
            <a:graphicData uri="http://schemas.openxmlformats.org/presentationml/2006/ole">
              <mc:AlternateContent xmlns:mc="http://schemas.openxmlformats.org/markup-compatibility/2006">
                <mc:Choice xmlns:v="urn:schemas-microsoft-com:vml" Requires="v">
                  <p:oleObj name="Equation" r:id="rId14" imgW="152280" imgH="241200" progId="Equation.DSMT4">
                    <p:embed/>
                  </p:oleObj>
                </mc:Choice>
                <mc:Fallback>
                  <p:oleObj name="Equation" r:id="rId14" imgW="152280" imgH="241200" progId="Equation.DSMT4">
                    <p:embed/>
                    <p:pic>
                      <p:nvPicPr>
                        <p:cNvPr id="38025" name="Object 137"/>
                        <p:cNvPicPr>
                          <a:picLocks noChangeAspect="1" noChangeArrowheads="1"/>
                        </p:cNvPicPr>
                        <p:nvPr/>
                      </p:nvPicPr>
                      <p:blipFill>
                        <a:blip r:embed="rId15"/>
                        <a:srcRect/>
                        <a:stretch>
                          <a:fillRect/>
                        </a:stretch>
                      </p:blipFill>
                      <p:spPr bwMode="auto">
                        <a:xfrm>
                          <a:off x="3296" y="2040"/>
                          <a:ext cx="196"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26" name="Object 138"/>
            <p:cNvGraphicFramePr>
              <a:graphicFrameLocks noChangeAspect="1"/>
            </p:cNvGraphicFramePr>
            <p:nvPr/>
          </p:nvGraphicFramePr>
          <p:xfrm>
            <a:off x="3977" y="2085"/>
            <a:ext cx="196" cy="312"/>
          </p:xfrm>
          <a:graphic>
            <a:graphicData uri="http://schemas.openxmlformats.org/presentationml/2006/ole">
              <mc:AlternateContent xmlns:mc="http://schemas.openxmlformats.org/markup-compatibility/2006">
                <mc:Choice xmlns:v="urn:schemas-microsoft-com:vml" Requires="v">
                  <p:oleObj name="Equation" r:id="rId16" imgW="152280" imgH="241200" progId="Equation.DSMT4">
                    <p:embed/>
                  </p:oleObj>
                </mc:Choice>
                <mc:Fallback>
                  <p:oleObj name="Equation" r:id="rId16" imgW="152280" imgH="241200" progId="Equation.DSMT4">
                    <p:embed/>
                    <p:pic>
                      <p:nvPicPr>
                        <p:cNvPr id="38026" name="Object 138"/>
                        <p:cNvPicPr>
                          <a:picLocks noChangeAspect="1" noChangeArrowheads="1"/>
                        </p:cNvPicPr>
                        <p:nvPr/>
                      </p:nvPicPr>
                      <p:blipFill>
                        <a:blip r:embed="rId17"/>
                        <a:srcRect/>
                        <a:stretch>
                          <a:fillRect/>
                        </a:stretch>
                      </p:blipFill>
                      <p:spPr bwMode="auto">
                        <a:xfrm>
                          <a:off x="3977" y="2085"/>
                          <a:ext cx="196"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27" name="Object 139"/>
            <p:cNvGraphicFramePr>
              <a:graphicFrameLocks noChangeAspect="1"/>
            </p:cNvGraphicFramePr>
            <p:nvPr/>
          </p:nvGraphicFramePr>
          <p:xfrm>
            <a:off x="2880" y="1405"/>
            <a:ext cx="163" cy="247"/>
          </p:xfrm>
          <a:graphic>
            <a:graphicData uri="http://schemas.openxmlformats.org/presentationml/2006/ole">
              <mc:AlternateContent xmlns:mc="http://schemas.openxmlformats.org/markup-compatibility/2006">
                <mc:Choice xmlns:v="urn:schemas-microsoft-com:vml" Requires="v">
                  <p:oleObj name="Equation" r:id="rId18" imgW="126720" imgH="190440" progId="Equation.DSMT4">
                    <p:embed/>
                  </p:oleObj>
                </mc:Choice>
                <mc:Fallback>
                  <p:oleObj name="Equation" r:id="rId18" imgW="126720" imgH="190440" progId="Equation.DSMT4">
                    <p:embed/>
                    <p:pic>
                      <p:nvPicPr>
                        <p:cNvPr id="38027" name="Object 139"/>
                        <p:cNvPicPr>
                          <a:picLocks noChangeAspect="1" noChangeArrowheads="1"/>
                        </p:cNvPicPr>
                        <p:nvPr/>
                      </p:nvPicPr>
                      <p:blipFill>
                        <a:blip r:embed="rId19"/>
                        <a:srcRect/>
                        <a:stretch>
                          <a:fillRect/>
                        </a:stretch>
                      </p:blipFill>
                      <p:spPr bwMode="auto">
                        <a:xfrm>
                          <a:off x="2880" y="1405"/>
                          <a:ext cx="163"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028" name="Line 140"/>
            <p:cNvSpPr>
              <a:spLocks noChangeShapeType="1"/>
            </p:cNvSpPr>
            <p:nvPr/>
          </p:nvSpPr>
          <p:spPr bwMode="auto">
            <a:xfrm>
              <a:off x="3107" y="2115"/>
              <a:ext cx="0" cy="22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29" name="Line 141"/>
            <p:cNvSpPr>
              <a:spLocks noChangeShapeType="1"/>
            </p:cNvSpPr>
            <p:nvPr/>
          </p:nvSpPr>
          <p:spPr bwMode="auto">
            <a:xfrm>
              <a:off x="3560" y="2115"/>
              <a:ext cx="0" cy="2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30" name="Line 142"/>
            <p:cNvSpPr>
              <a:spLocks noChangeShapeType="1"/>
            </p:cNvSpPr>
            <p:nvPr/>
          </p:nvSpPr>
          <p:spPr bwMode="auto">
            <a:xfrm>
              <a:off x="4241" y="2069"/>
              <a:ext cx="0" cy="2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31" name="Oval 143"/>
            <p:cNvSpPr>
              <a:spLocks noChangeArrowheads="1"/>
            </p:cNvSpPr>
            <p:nvPr/>
          </p:nvSpPr>
          <p:spPr bwMode="auto">
            <a:xfrm>
              <a:off x="2381" y="1661"/>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32" name="Text Box 144"/>
            <p:cNvSpPr txBox="1">
              <a:spLocks noChangeArrowheads="1"/>
            </p:cNvSpPr>
            <p:nvPr/>
          </p:nvSpPr>
          <p:spPr bwMode="auto">
            <a:xfrm>
              <a:off x="2663" y="1499"/>
              <a:ext cx="224"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a:t>
              </a:r>
            </a:p>
          </p:txBody>
        </p:sp>
        <p:sp>
          <p:nvSpPr>
            <p:cNvPr id="38033" name="Text Box 145"/>
            <p:cNvSpPr txBox="1">
              <a:spLocks noChangeArrowheads="1"/>
            </p:cNvSpPr>
            <p:nvPr/>
          </p:nvSpPr>
          <p:spPr bwMode="auto">
            <a:xfrm>
              <a:off x="2608" y="1816"/>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_</a:t>
              </a:r>
            </a:p>
          </p:txBody>
        </p:sp>
        <p:sp>
          <p:nvSpPr>
            <p:cNvPr id="38034" name="Line 146"/>
            <p:cNvSpPr>
              <a:spLocks noChangeShapeType="1"/>
            </p:cNvSpPr>
            <p:nvPr/>
          </p:nvSpPr>
          <p:spPr bwMode="auto">
            <a:xfrm flipV="1">
              <a:off x="4163" y="1702"/>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035" name="Line 147"/>
            <p:cNvSpPr>
              <a:spLocks noChangeShapeType="1"/>
            </p:cNvSpPr>
            <p:nvPr/>
          </p:nvSpPr>
          <p:spPr bwMode="auto">
            <a:xfrm>
              <a:off x="4163" y="1797"/>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036" name="Line 148"/>
            <p:cNvSpPr>
              <a:spLocks noChangeShapeType="1"/>
            </p:cNvSpPr>
            <p:nvPr/>
          </p:nvSpPr>
          <p:spPr bwMode="auto">
            <a:xfrm>
              <a:off x="2571" y="1253"/>
              <a:ext cx="176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37" name="Line 149"/>
            <p:cNvSpPr>
              <a:spLocks noChangeShapeType="1"/>
            </p:cNvSpPr>
            <p:nvPr/>
          </p:nvSpPr>
          <p:spPr bwMode="auto">
            <a:xfrm>
              <a:off x="2563" y="2433"/>
              <a:ext cx="176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38" name="Line 150"/>
            <p:cNvSpPr>
              <a:spLocks noChangeShapeType="1"/>
            </p:cNvSpPr>
            <p:nvPr/>
          </p:nvSpPr>
          <p:spPr bwMode="auto">
            <a:xfrm>
              <a:off x="2563" y="1253"/>
              <a:ext cx="8" cy="116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39" name="Text Box 151"/>
            <p:cNvSpPr txBox="1">
              <a:spLocks noChangeArrowheads="1"/>
            </p:cNvSpPr>
            <p:nvPr/>
          </p:nvSpPr>
          <p:spPr bwMode="auto">
            <a:xfrm>
              <a:off x="3180" y="1544"/>
              <a:ext cx="4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Times New Roman" panose="02020603050405020304" pitchFamily="18" charset="0"/>
                  <a:ea typeface="宋体" panose="02010600030101010101" pitchFamily="2" charset="-122"/>
                </a:rPr>
                <a:t>15</a:t>
              </a:r>
              <a:r>
                <a:rPr kumimoji="1" lang="en-US" altLang="zh-CN" sz="2400" b="0">
                  <a:latin typeface="Symbol" panose="05050102010706020507" pitchFamily="18" charset="2"/>
                  <a:ea typeface="宋体" panose="02010600030101010101" pitchFamily="2" charset="-122"/>
                </a:rPr>
                <a:t>W</a:t>
              </a:r>
              <a:endParaRPr kumimoji="1" lang="en-US" altLang="zh-CN" sz="2400" b="0">
                <a:ea typeface="宋体" panose="02010600030101010101" pitchFamily="2" charset="-122"/>
              </a:endParaRPr>
            </a:p>
          </p:txBody>
        </p:sp>
        <p:sp>
          <p:nvSpPr>
            <p:cNvPr id="38040" name="Line 152"/>
            <p:cNvSpPr>
              <a:spLocks noChangeShapeType="1"/>
            </p:cNvSpPr>
            <p:nvPr/>
          </p:nvSpPr>
          <p:spPr bwMode="auto">
            <a:xfrm>
              <a:off x="2770" y="1344"/>
              <a:ext cx="24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41" name="Line 153"/>
            <p:cNvSpPr>
              <a:spLocks noChangeShapeType="1"/>
            </p:cNvSpPr>
            <p:nvPr/>
          </p:nvSpPr>
          <p:spPr bwMode="auto">
            <a:xfrm>
              <a:off x="3179" y="1253"/>
              <a:ext cx="0" cy="1180"/>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2" name="Line 154"/>
            <p:cNvSpPr>
              <a:spLocks noChangeShapeType="1"/>
            </p:cNvSpPr>
            <p:nvPr/>
          </p:nvSpPr>
          <p:spPr bwMode="auto">
            <a:xfrm flipH="1">
              <a:off x="3651" y="1253"/>
              <a:ext cx="14" cy="363"/>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3" name="Line 155"/>
            <p:cNvSpPr>
              <a:spLocks noChangeShapeType="1"/>
            </p:cNvSpPr>
            <p:nvPr/>
          </p:nvSpPr>
          <p:spPr bwMode="auto">
            <a:xfrm>
              <a:off x="3665" y="2024"/>
              <a:ext cx="0" cy="409"/>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4" name="Line 156"/>
            <p:cNvSpPr>
              <a:spLocks noChangeShapeType="1"/>
            </p:cNvSpPr>
            <p:nvPr/>
          </p:nvSpPr>
          <p:spPr bwMode="auto">
            <a:xfrm>
              <a:off x="4313" y="1253"/>
              <a:ext cx="0" cy="45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5" name="Line 157"/>
            <p:cNvSpPr>
              <a:spLocks noChangeShapeType="1"/>
            </p:cNvSpPr>
            <p:nvPr/>
          </p:nvSpPr>
          <p:spPr bwMode="auto">
            <a:xfrm>
              <a:off x="4313" y="1798"/>
              <a:ext cx="0" cy="63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6" name="Rectangle 158"/>
            <p:cNvSpPr>
              <a:spLocks noChangeArrowheads="1"/>
            </p:cNvSpPr>
            <p:nvPr/>
          </p:nvSpPr>
          <p:spPr bwMode="auto">
            <a:xfrm>
              <a:off x="3107" y="1661"/>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8047" name="Group 159"/>
            <p:cNvGrpSpPr>
              <a:grpSpLocks/>
            </p:cNvGrpSpPr>
            <p:nvPr/>
          </p:nvGrpSpPr>
          <p:grpSpPr bwMode="auto">
            <a:xfrm rot="5400000">
              <a:off x="3197" y="1526"/>
              <a:ext cx="499" cy="590"/>
              <a:chOff x="476" y="663"/>
              <a:chExt cx="771" cy="862"/>
            </a:xfrm>
          </p:grpSpPr>
          <p:sp>
            <p:nvSpPr>
              <p:cNvPr id="38048" name="AutoShape 160"/>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49" name="AutoShape 161"/>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50" name="AutoShape 162"/>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28171478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1000" fill="hold"/>
                                        <p:tgtEl>
                                          <p:spTgt spid="37890"/>
                                        </p:tgtEl>
                                        <p:attrNameLst>
                                          <p:attrName>ppt_w</p:attrName>
                                        </p:attrNameLst>
                                      </p:cBhvr>
                                      <p:tavLst>
                                        <p:tav tm="0">
                                          <p:val>
                                            <p:fltVal val="0"/>
                                          </p:val>
                                        </p:tav>
                                        <p:tav tm="100000">
                                          <p:val>
                                            <p:strVal val="#ppt_w"/>
                                          </p:val>
                                        </p:tav>
                                      </p:tavLst>
                                    </p:anim>
                                    <p:anim calcmode="lin" valueType="num">
                                      <p:cBhvr>
                                        <p:cTn id="8" dur="1000" fill="hold"/>
                                        <p:tgtEl>
                                          <p:spTgt spid="37890"/>
                                        </p:tgtEl>
                                        <p:attrNameLst>
                                          <p:attrName>ppt_h</p:attrName>
                                        </p:attrNameLst>
                                      </p:cBhvr>
                                      <p:tavLst>
                                        <p:tav tm="0">
                                          <p:val>
                                            <p:fltVal val="0"/>
                                          </p:val>
                                        </p:tav>
                                        <p:tav tm="100000">
                                          <p:val>
                                            <p:strVal val="#ppt_h"/>
                                          </p:val>
                                        </p:tav>
                                      </p:tavLst>
                                    </p:anim>
                                    <p:anim calcmode="lin" valueType="num">
                                      <p:cBhvr>
                                        <p:cTn id="9" dur="1000" fill="hold"/>
                                        <p:tgtEl>
                                          <p:spTgt spid="3789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7890"/>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37994"/>
                                        </p:tgtEl>
                                        <p:attrNameLst>
                                          <p:attrName>style.visibility</p:attrName>
                                        </p:attrNameLst>
                                      </p:cBhvr>
                                      <p:to>
                                        <p:strVal val="visible"/>
                                      </p:to>
                                    </p:set>
                                    <p:animEffect transition="in" filter="blinds(horizontal)">
                                      <p:cBhvr>
                                        <p:cTn id="14" dur="500"/>
                                        <p:tgtEl>
                                          <p:spTgt spid="37994"/>
                                        </p:tgtEl>
                                      </p:cBhvr>
                                    </p:animEffect>
                                  </p:childTnLst>
                                </p:cTn>
                              </p:par>
                            </p:childTnLst>
                          </p:cTn>
                        </p:par>
                        <p:par>
                          <p:cTn id="15" fill="hold" nodeType="afterGroup">
                            <p:stCondLst>
                              <p:cond delay="1500"/>
                            </p:stCondLst>
                            <p:childTnLst>
                              <p:par>
                                <p:cTn id="16" presetID="22" presetClass="entr" presetSubtype="1" fill="hold" nodeType="afterEffect">
                                  <p:stCondLst>
                                    <p:cond delay="0"/>
                                  </p:stCondLst>
                                  <p:childTnLst>
                                    <p:set>
                                      <p:cBhvr>
                                        <p:cTn id="17" dur="1" fill="hold">
                                          <p:stCondLst>
                                            <p:cond delay="0"/>
                                          </p:stCondLst>
                                        </p:cTn>
                                        <p:tgtEl>
                                          <p:spTgt spid="37892"/>
                                        </p:tgtEl>
                                        <p:attrNameLst>
                                          <p:attrName>style.visibility</p:attrName>
                                        </p:attrNameLst>
                                      </p:cBhvr>
                                      <p:to>
                                        <p:strVal val="visible"/>
                                      </p:to>
                                    </p:set>
                                    <p:animEffect transition="in" filter="wipe(up)">
                                      <p:cBhvr>
                                        <p:cTn id="18" dur="1000"/>
                                        <p:tgtEl>
                                          <p:spTgt spid="3789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7939"/>
                                        </p:tgtEl>
                                        <p:attrNameLst>
                                          <p:attrName>style.visibility</p:attrName>
                                        </p:attrNameLst>
                                      </p:cBhvr>
                                      <p:to>
                                        <p:strVal val="visible"/>
                                      </p:to>
                                    </p:set>
                                    <p:anim calcmode="lin" valueType="num">
                                      <p:cBhvr>
                                        <p:cTn id="23" dur="1000" fill="hold"/>
                                        <p:tgtEl>
                                          <p:spTgt spid="37939"/>
                                        </p:tgtEl>
                                        <p:attrNameLst>
                                          <p:attrName>ppt_w</p:attrName>
                                        </p:attrNameLst>
                                      </p:cBhvr>
                                      <p:tavLst>
                                        <p:tav tm="0">
                                          <p:val>
                                            <p:fltVal val="0"/>
                                          </p:val>
                                        </p:tav>
                                        <p:tav tm="100000">
                                          <p:val>
                                            <p:strVal val="#ppt_w"/>
                                          </p:val>
                                        </p:tav>
                                      </p:tavLst>
                                    </p:anim>
                                    <p:anim calcmode="lin" valueType="num">
                                      <p:cBhvr>
                                        <p:cTn id="24" dur="1000" fill="hold"/>
                                        <p:tgtEl>
                                          <p:spTgt spid="37939"/>
                                        </p:tgtEl>
                                        <p:attrNameLst>
                                          <p:attrName>ppt_h</p:attrName>
                                        </p:attrNameLst>
                                      </p:cBhvr>
                                      <p:tavLst>
                                        <p:tav tm="0">
                                          <p:val>
                                            <p:fltVal val="0"/>
                                          </p:val>
                                        </p:tav>
                                        <p:tav tm="100000">
                                          <p:val>
                                            <p:strVal val="#ppt_h"/>
                                          </p:val>
                                        </p:tav>
                                      </p:tavLst>
                                    </p:anim>
                                    <p:anim calcmode="lin" valueType="num">
                                      <p:cBhvr>
                                        <p:cTn id="25" dur="1000" fill="hold"/>
                                        <p:tgtEl>
                                          <p:spTgt spid="37939"/>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793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7940"/>
                                        </p:tgtEl>
                                        <p:attrNameLst>
                                          <p:attrName>style.visibility</p:attrName>
                                        </p:attrNameLst>
                                      </p:cBhvr>
                                      <p:to>
                                        <p:strVal val="visible"/>
                                      </p:to>
                                    </p:set>
                                    <p:animEffect transition="in" filter="wipe(left)">
                                      <p:cBhvr>
                                        <p:cTn id="31" dur="1000"/>
                                        <p:tgtEl>
                                          <p:spTgt spid="3794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7941"/>
                                        </p:tgtEl>
                                        <p:attrNameLst>
                                          <p:attrName>style.visibility</p:attrName>
                                        </p:attrNameLst>
                                      </p:cBhvr>
                                      <p:to>
                                        <p:strVal val="visible"/>
                                      </p:to>
                                    </p:set>
                                    <p:animEffect transition="in" filter="wipe(left)">
                                      <p:cBhvr>
                                        <p:cTn id="36" dur="2000"/>
                                        <p:tgtEl>
                                          <p:spTgt spid="3794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37942"/>
                                        </p:tgtEl>
                                        <p:attrNameLst>
                                          <p:attrName>style.visibility</p:attrName>
                                        </p:attrNameLst>
                                      </p:cBhvr>
                                      <p:to>
                                        <p:strVal val="visible"/>
                                      </p:to>
                                    </p:set>
                                    <p:animEffect transition="in" filter="wipe(left)">
                                      <p:cBhvr>
                                        <p:cTn id="41" dur="2000"/>
                                        <p:tgtEl>
                                          <p:spTgt spid="3794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nodeType="clickEffect">
                                  <p:stCondLst>
                                    <p:cond delay="0"/>
                                  </p:stCondLst>
                                  <p:childTnLst>
                                    <p:set>
                                      <p:cBhvr>
                                        <p:cTn id="45" dur="1" fill="hold">
                                          <p:stCondLst>
                                            <p:cond delay="0"/>
                                          </p:stCondLst>
                                        </p:cTn>
                                        <p:tgtEl>
                                          <p:spTgt spid="38019"/>
                                        </p:tgtEl>
                                        <p:attrNameLst>
                                          <p:attrName>style.visibility</p:attrName>
                                        </p:attrNameLst>
                                      </p:cBhvr>
                                      <p:to>
                                        <p:strVal val="visible"/>
                                      </p:to>
                                    </p:set>
                                    <p:animEffect transition="in" filter="slide(fromLeft)">
                                      <p:cBhvr>
                                        <p:cTn id="46" dur="500"/>
                                        <p:tgtEl>
                                          <p:spTgt spid="38019"/>
                                        </p:tgtEl>
                                      </p:cBhvr>
                                    </p:animEffect>
                                  </p:childTnLst>
                                </p:cTn>
                              </p:par>
                            </p:childTnLst>
                          </p:cTn>
                        </p:par>
                        <p:par>
                          <p:cTn id="47" fill="hold" nodeType="afterGroup">
                            <p:stCondLst>
                              <p:cond delay="500"/>
                            </p:stCondLst>
                            <p:childTnLst>
                              <p:par>
                                <p:cTn id="48" presetID="3" presetClass="entr" presetSubtype="10" fill="hold" nodeType="afterEffect">
                                  <p:stCondLst>
                                    <p:cond delay="0"/>
                                  </p:stCondLst>
                                  <p:childTnLst>
                                    <p:set>
                                      <p:cBhvr>
                                        <p:cTn id="49" dur="1" fill="hold">
                                          <p:stCondLst>
                                            <p:cond delay="0"/>
                                          </p:stCondLst>
                                        </p:cTn>
                                        <p:tgtEl>
                                          <p:spTgt spid="38020"/>
                                        </p:tgtEl>
                                        <p:attrNameLst>
                                          <p:attrName>style.visibility</p:attrName>
                                        </p:attrNameLst>
                                      </p:cBhvr>
                                      <p:to>
                                        <p:strVal val="visible"/>
                                      </p:to>
                                    </p:set>
                                    <p:animEffect transition="in" filter="blinds(horizontal)">
                                      <p:cBhvr>
                                        <p:cTn id="50" dur="500"/>
                                        <p:tgtEl>
                                          <p:spTgt spid="38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939"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Text Box 3"/>
          <p:cNvSpPr txBox="1">
            <a:spLocks noChangeArrowheads="1"/>
          </p:cNvSpPr>
          <p:nvPr/>
        </p:nvSpPr>
        <p:spPr bwMode="auto">
          <a:xfrm>
            <a:off x="468312" y="908050"/>
            <a:ext cx="4319711"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0"/>
              </a:spcBef>
            </a:pPr>
            <a:r>
              <a:rPr kumimoji="1" lang="en-US" altLang="zh-CN" sz="2400" b="1" dirty="0">
                <a:solidFill>
                  <a:srgbClr val="FF0000"/>
                </a:solidFill>
                <a:latin typeface="Times New Roman" panose="02020603050405020304" pitchFamily="18" charset="0"/>
              </a:rPr>
              <a:t>1.  </a:t>
            </a:r>
            <a:r>
              <a:rPr kumimoji="1" lang="zh-CN" altLang="en-US" sz="2400" b="1" dirty="0">
                <a:solidFill>
                  <a:srgbClr val="FF0000"/>
                </a:solidFill>
                <a:latin typeface="Times New Roman" panose="02020603050405020304" pitchFamily="18" charset="0"/>
              </a:rPr>
              <a:t>复阻抗</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complex</a:t>
            </a:r>
            <a:r>
              <a:rPr kumimoji="1" lang="en-US" altLang="zh-CN" sz="2400" b="1" dirty="0">
                <a:solidFill>
                  <a:srgbClr val="FF0000"/>
                </a:solidFill>
                <a:latin typeface="Times New Roman" panose="02020603050405020304" pitchFamily="18" charset="0"/>
              </a:rPr>
              <a:t> </a:t>
            </a:r>
            <a:r>
              <a:rPr kumimoji="1" lang="en-US" altLang="zh-CN" sz="2400" b="1" i="1" dirty="0">
                <a:solidFill>
                  <a:srgbClr val="FF0000"/>
                </a:solidFill>
                <a:latin typeface="Times New Roman" panose="02020603050405020304" pitchFamily="18" charset="0"/>
              </a:rPr>
              <a:t>impedance</a:t>
            </a:r>
            <a:r>
              <a:rPr kumimoji="1" lang="en-US" altLang="zh-CN" sz="2400" b="1" dirty="0">
                <a:solidFill>
                  <a:srgbClr val="FF0000"/>
                </a:solidFill>
                <a:latin typeface="Times New Roman" panose="02020603050405020304" pitchFamily="18" charset="0"/>
              </a:rPr>
              <a:t>)</a:t>
            </a:r>
            <a:endParaRPr kumimoji="1" lang="en-US" altLang="zh-CN" sz="2400" b="1" dirty="0">
              <a:latin typeface="Times New Roman" panose="02020603050405020304" pitchFamily="18" charset="0"/>
            </a:endParaRPr>
          </a:p>
        </p:txBody>
      </p:sp>
      <p:sp>
        <p:nvSpPr>
          <p:cNvPr id="77865" name="Text Box 41"/>
          <p:cNvSpPr txBox="1">
            <a:spLocks noChangeArrowheads="1"/>
          </p:cNvSpPr>
          <p:nvPr/>
        </p:nvSpPr>
        <p:spPr bwMode="auto">
          <a:xfrm>
            <a:off x="179388" y="296863"/>
            <a:ext cx="3198311" cy="46166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dirty="0">
                <a:latin typeface="Times New Roman" panose="02020603050405020304" pitchFamily="18" charset="0"/>
              </a:rPr>
              <a:t>10.4</a:t>
            </a:r>
            <a:r>
              <a:rPr kumimoji="1" lang="zh-CN" altLang="en-US" sz="2400" b="1" dirty="0">
                <a:latin typeface="Times New Roman" panose="02020603050405020304" pitchFamily="18" charset="0"/>
              </a:rPr>
              <a:t>、复阻抗和复导纳</a:t>
            </a:r>
          </a:p>
        </p:txBody>
      </p:sp>
      <p:sp>
        <p:nvSpPr>
          <p:cNvPr id="77870" name="AutoShape 46"/>
          <p:cNvSpPr>
            <a:spLocks noChangeArrowheads="1"/>
          </p:cNvSpPr>
          <p:nvPr/>
        </p:nvSpPr>
        <p:spPr bwMode="auto">
          <a:xfrm>
            <a:off x="6804025" y="4213051"/>
            <a:ext cx="738188" cy="444500"/>
          </a:xfrm>
          <a:prstGeom prst="wedgeRoundRectCallout">
            <a:avLst>
              <a:gd name="adj1" fmla="val -56880"/>
              <a:gd name="adj2" fmla="val -90713"/>
              <a:gd name="adj3" fmla="val 16667"/>
            </a:avLst>
          </a:prstGeom>
          <a:solidFill>
            <a:srgbClr val="0000FF"/>
          </a:solid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kumimoji="1" lang="zh-CN" altLang="en-US" sz="2400" b="1">
                <a:solidFill>
                  <a:schemeClr val="bg1"/>
                </a:solidFill>
                <a:latin typeface="Times New Roman" panose="02020603050405020304" pitchFamily="18" charset="0"/>
              </a:rPr>
              <a:t>电抗</a:t>
            </a:r>
          </a:p>
        </p:txBody>
      </p:sp>
      <p:sp>
        <p:nvSpPr>
          <p:cNvPr id="77871" name="AutoShape 47"/>
          <p:cNvSpPr>
            <a:spLocks noChangeArrowheads="1"/>
          </p:cNvSpPr>
          <p:nvPr/>
        </p:nvSpPr>
        <p:spPr bwMode="auto">
          <a:xfrm>
            <a:off x="5327650" y="4249564"/>
            <a:ext cx="796925" cy="396875"/>
          </a:xfrm>
          <a:prstGeom prst="wedgeRoundRectCallout">
            <a:avLst>
              <a:gd name="adj1" fmla="val 40440"/>
              <a:gd name="adj2" fmla="val -94801"/>
              <a:gd name="adj3" fmla="val 16667"/>
            </a:avLst>
          </a:prstGeom>
          <a:solidFill>
            <a:srgbClr val="0000FF"/>
          </a:solid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kumimoji="1" lang="zh-CN" altLang="en-US" sz="2400" b="1">
                <a:solidFill>
                  <a:schemeClr val="bg1"/>
                </a:solidFill>
                <a:latin typeface="Times New Roman" panose="02020603050405020304" pitchFamily="18" charset="0"/>
              </a:rPr>
              <a:t>电阻</a:t>
            </a:r>
            <a:endParaRPr kumimoji="1" lang="zh-CN" altLang="en-US" sz="2800" b="1">
              <a:solidFill>
                <a:schemeClr val="bg1"/>
              </a:solidFill>
              <a:latin typeface="Times New Roman" panose="02020603050405020304" pitchFamily="18" charset="0"/>
            </a:endParaRPr>
          </a:p>
        </p:txBody>
      </p:sp>
      <p:grpSp>
        <p:nvGrpSpPr>
          <p:cNvPr id="77872" name="Group 48"/>
          <p:cNvGrpSpPr>
            <a:grpSpLocks/>
          </p:cNvGrpSpPr>
          <p:nvPr/>
        </p:nvGrpSpPr>
        <p:grpSpPr bwMode="auto">
          <a:xfrm>
            <a:off x="827088" y="1412875"/>
            <a:ext cx="3357562" cy="2214563"/>
            <a:chOff x="349" y="133"/>
            <a:chExt cx="2115" cy="1395"/>
          </a:xfrm>
        </p:grpSpPr>
        <p:graphicFrame>
          <p:nvGraphicFramePr>
            <p:cNvPr id="77873" name="Object 49"/>
            <p:cNvGraphicFramePr>
              <a:graphicFrameLocks noChangeAspect="1"/>
            </p:cNvGraphicFramePr>
            <p:nvPr/>
          </p:nvGraphicFramePr>
          <p:xfrm>
            <a:off x="537" y="133"/>
            <a:ext cx="151" cy="319"/>
          </p:xfrm>
          <a:graphic>
            <a:graphicData uri="http://schemas.openxmlformats.org/presentationml/2006/ole">
              <mc:AlternateContent xmlns:mc="http://schemas.openxmlformats.org/markup-compatibility/2006">
                <mc:Choice xmlns:v="urn:schemas-microsoft-com:vml" Requires="v">
                  <p:oleObj name="公式" r:id="rId3" imgW="126720" imgH="266400" progId="Equation.3">
                    <p:embed/>
                  </p:oleObj>
                </mc:Choice>
                <mc:Fallback>
                  <p:oleObj name="公式" r:id="rId3" imgW="126720" imgH="266400" progId="Equation.3">
                    <p:embed/>
                    <p:pic>
                      <p:nvPicPr>
                        <p:cNvPr id="77873"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 y="133"/>
                          <a:ext cx="151"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74" name="Line 50"/>
            <p:cNvSpPr>
              <a:spLocks noChangeShapeType="1"/>
            </p:cNvSpPr>
            <p:nvPr/>
          </p:nvSpPr>
          <p:spPr bwMode="auto">
            <a:xfrm>
              <a:off x="1933" y="1028"/>
              <a:ext cx="22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5" name="Line 51"/>
            <p:cNvSpPr>
              <a:spLocks noChangeShapeType="1"/>
            </p:cNvSpPr>
            <p:nvPr/>
          </p:nvSpPr>
          <p:spPr bwMode="auto">
            <a:xfrm flipV="1">
              <a:off x="1933" y="1121"/>
              <a:ext cx="221"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6" name="Freeform 52"/>
            <p:cNvSpPr>
              <a:spLocks noChangeArrowheads="1"/>
            </p:cNvSpPr>
            <p:nvPr/>
          </p:nvSpPr>
          <p:spPr bwMode="auto">
            <a:xfrm>
              <a:off x="2040" y="596"/>
              <a:ext cx="1" cy="432"/>
            </a:xfrm>
            <a:custGeom>
              <a:avLst/>
              <a:gdLst>
                <a:gd name="T0" fmla="*/ 0 w 1"/>
                <a:gd name="T1" fmla="*/ 0 h 432"/>
                <a:gd name="T2" fmla="*/ 1 w 1"/>
                <a:gd name="T3" fmla="*/ 6 h 432"/>
                <a:gd name="T4" fmla="*/ 1 w 1"/>
                <a:gd name="T5" fmla="*/ 432 h 432"/>
              </a:gdLst>
              <a:ahLst/>
              <a:cxnLst>
                <a:cxn ang="0">
                  <a:pos x="T0" y="T1"/>
                </a:cxn>
                <a:cxn ang="0">
                  <a:pos x="T2" y="T3"/>
                </a:cxn>
                <a:cxn ang="0">
                  <a:pos x="T4" y="T5"/>
                </a:cxn>
              </a:cxnLst>
              <a:rect l="0" t="0" r="r" b="b"/>
              <a:pathLst>
                <a:path w="1" h="432">
                  <a:moveTo>
                    <a:pt x="0" y="0"/>
                  </a:moveTo>
                  <a:lnTo>
                    <a:pt x="1" y="6"/>
                  </a:lnTo>
                  <a:lnTo>
                    <a:pt x="1" y="432"/>
                  </a:lnTo>
                </a:path>
              </a:pathLst>
            </a:custGeom>
            <a:solidFill>
              <a:srgbClr val="FFFFFF"/>
            </a:solidFill>
            <a:ln w="19050" cmpd="sng">
              <a:solidFill>
                <a:srgbClr val="000000"/>
              </a:solidFill>
              <a:round/>
              <a:headEnd/>
              <a:tailEnd/>
            </a:ln>
          </p:spPr>
          <p:txBody>
            <a:bodyPr/>
            <a:lstStyle/>
            <a:p>
              <a:endParaRPr lang="zh-CN" altLang="en-US"/>
            </a:p>
          </p:txBody>
        </p:sp>
        <p:sp>
          <p:nvSpPr>
            <p:cNvPr id="77877" name="Freeform 53"/>
            <p:cNvSpPr>
              <a:spLocks noChangeArrowheads="1"/>
            </p:cNvSpPr>
            <p:nvPr/>
          </p:nvSpPr>
          <p:spPr bwMode="auto">
            <a:xfrm>
              <a:off x="2040" y="1120"/>
              <a:ext cx="1" cy="388"/>
            </a:xfrm>
            <a:custGeom>
              <a:avLst/>
              <a:gdLst>
                <a:gd name="T0" fmla="*/ 0 w 1"/>
                <a:gd name="T1" fmla="*/ 0 h 388"/>
                <a:gd name="T2" fmla="*/ 1 w 1"/>
                <a:gd name="T3" fmla="*/ 388 h 388"/>
                <a:gd name="T4" fmla="*/ 1 w 1"/>
                <a:gd name="T5" fmla="*/ 382 h 388"/>
              </a:gdLst>
              <a:ahLst/>
              <a:cxnLst>
                <a:cxn ang="0">
                  <a:pos x="T0" y="T1"/>
                </a:cxn>
                <a:cxn ang="0">
                  <a:pos x="T2" y="T3"/>
                </a:cxn>
                <a:cxn ang="0">
                  <a:pos x="T4" y="T5"/>
                </a:cxn>
              </a:cxnLst>
              <a:rect l="0" t="0" r="r" b="b"/>
              <a:pathLst>
                <a:path w="1" h="388">
                  <a:moveTo>
                    <a:pt x="0" y="0"/>
                  </a:moveTo>
                  <a:lnTo>
                    <a:pt x="1" y="388"/>
                  </a:lnTo>
                  <a:lnTo>
                    <a:pt x="1" y="382"/>
                  </a:lnTo>
                </a:path>
              </a:pathLst>
            </a:custGeom>
            <a:solidFill>
              <a:srgbClr val="FFFFFF"/>
            </a:solidFill>
            <a:ln w="19050" cmpd="sng">
              <a:solidFill>
                <a:srgbClr val="000000"/>
              </a:solidFill>
              <a:round/>
              <a:headEnd/>
              <a:tailEnd/>
            </a:ln>
          </p:spPr>
          <p:txBody>
            <a:bodyPr/>
            <a:lstStyle/>
            <a:p>
              <a:endParaRPr lang="zh-CN" altLang="en-US"/>
            </a:p>
          </p:txBody>
        </p:sp>
        <p:sp>
          <p:nvSpPr>
            <p:cNvPr id="77878" name="Rectangle 54"/>
            <p:cNvSpPr>
              <a:spLocks noChangeArrowheads="1"/>
            </p:cNvSpPr>
            <p:nvPr/>
          </p:nvSpPr>
          <p:spPr bwMode="auto">
            <a:xfrm rot="5400000">
              <a:off x="882" y="457"/>
              <a:ext cx="102" cy="272"/>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7879" name="Freeform 55"/>
            <p:cNvSpPr>
              <a:spLocks/>
            </p:cNvSpPr>
            <p:nvPr/>
          </p:nvSpPr>
          <p:spPr bwMode="auto">
            <a:xfrm>
              <a:off x="517" y="1502"/>
              <a:ext cx="1518" cy="1"/>
            </a:xfrm>
            <a:custGeom>
              <a:avLst/>
              <a:gdLst>
                <a:gd name="T0" fmla="*/ 1518 w 1518"/>
                <a:gd name="T1" fmla="*/ 0 h 1"/>
                <a:gd name="T2" fmla="*/ 0 w 1518"/>
                <a:gd name="T3" fmla="*/ 0 h 1"/>
              </a:gdLst>
              <a:ahLst/>
              <a:cxnLst>
                <a:cxn ang="0">
                  <a:pos x="T0" y="T1"/>
                </a:cxn>
                <a:cxn ang="0">
                  <a:pos x="T2" y="T3"/>
                </a:cxn>
              </a:cxnLst>
              <a:rect l="0" t="0" r="r" b="b"/>
              <a:pathLst>
                <a:path w="1518" h="1">
                  <a:moveTo>
                    <a:pt x="1518" y="0"/>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80" name="Text Box 56"/>
            <p:cNvSpPr txBox="1">
              <a:spLocks noChangeArrowheads="1"/>
            </p:cNvSpPr>
            <p:nvPr/>
          </p:nvSpPr>
          <p:spPr bwMode="auto">
            <a:xfrm>
              <a:off x="1323" y="212"/>
              <a:ext cx="56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rPr>
                <a:t>L</a:t>
              </a:r>
            </a:p>
          </p:txBody>
        </p:sp>
        <p:sp>
          <p:nvSpPr>
            <p:cNvPr id="77881" name="Text Box 57"/>
            <p:cNvSpPr txBox="1">
              <a:spLocks noChangeArrowheads="1"/>
            </p:cNvSpPr>
            <p:nvPr/>
          </p:nvSpPr>
          <p:spPr bwMode="auto">
            <a:xfrm>
              <a:off x="825" y="260"/>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77882" name="Line 58"/>
            <p:cNvSpPr>
              <a:spLocks noChangeShapeType="1"/>
            </p:cNvSpPr>
            <p:nvPr/>
          </p:nvSpPr>
          <p:spPr bwMode="auto">
            <a:xfrm>
              <a:off x="445" y="452"/>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7883" name="Group 59"/>
            <p:cNvGrpSpPr>
              <a:grpSpLocks/>
            </p:cNvGrpSpPr>
            <p:nvPr/>
          </p:nvGrpSpPr>
          <p:grpSpPr bwMode="auto">
            <a:xfrm>
              <a:off x="1357" y="548"/>
              <a:ext cx="384" cy="57"/>
              <a:chOff x="576" y="711"/>
              <a:chExt cx="384" cy="57"/>
            </a:xfrm>
          </p:grpSpPr>
          <p:sp>
            <p:nvSpPr>
              <p:cNvPr id="77884" name="Freeform 60"/>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7885" name="Freeform 61"/>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7886" name="Freeform 62"/>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7887" name="Freeform 63"/>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77888" name="Text Box 64"/>
            <p:cNvSpPr txBox="1">
              <a:spLocks noChangeArrowheads="1"/>
            </p:cNvSpPr>
            <p:nvPr/>
          </p:nvSpPr>
          <p:spPr bwMode="auto">
            <a:xfrm>
              <a:off x="356" y="596"/>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77889" name="Text Box 65"/>
            <p:cNvSpPr txBox="1">
              <a:spLocks noChangeArrowheads="1"/>
            </p:cNvSpPr>
            <p:nvPr/>
          </p:nvSpPr>
          <p:spPr bwMode="auto">
            <a:xfrm>
              <a:off x="349" y="122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sp>
          <p:nvSpPr>
            <p:cNvPr id="77890" name="Line 66"/>
            <p:cNvSpPr>
              <a:spLocks noChangeShapeType="1"/>
            </p:cNvSpPr>
            <p:nvPr/>
          </p:nvSpPr>
          <p:spPr bwMode="auto">
            <a:xfrm>
              <a:off x="1069" y="596"/>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91" name="Freeform 67"/>
            <p:cNvSpPr>
              <a:spLocks/>
            </p:cNvSpPr>
            <p:nvPr/>
          </p:nvSpPr>
          <p:spPr bwMode="auto">
            <a:xfrm>
              <a:off x="1741" y="590"/>
              <a:ext cx="306" cy="6"/>
            </a:xfrm>
            <a:custGeom>
              <a:avLst/>
              <a:gdLst>
                <a:gd name="T0" fmla="*/ 0 w 306"/>
                <a:gd name="T1" fmla="*/ 6 h 6"/>
                <a:gd name="T2" fmla="*/ 306 w 306"/>
                <a:gd name="T3" fmla="*/ 0 h 6"/>
              </a:gdLst>
              <a:ahLst/>
              <a:cxnLst>
                <a:cxn ang="0">
                  <a:pos x="T0" y="T1"/>
                </a:cxn>
                <a:cxn ang="0">
                  <a:pos x="T2" y="T3"/>
                </a:cxn>
              </a:cxnLst>
              <a:rect l="0" t="0" r="r" b="b"/>
              <a:pathLst>
                <a:path w="306" h="6">
                  <a:moveTo>
                    <a:pt x="0" y="6"/>
                  </a:moveTo>
                  <a:lnTo>
                    <a:pt x="306"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92" name="Text Box 68"/>
            <p:cNvSpPr txBox="1">
              <a:spLocks noChangeArrowheads="1"/>
            </p:cNvSpPr>
            <p:nvPr/>
          </p:nvSpPr>
          <p:spPr bwMode="auto">
            <a:xfrm>
              <a:off x="2077" y="692"/>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77893" name="Text Box 69"/>
            <p:cNvSpPr txBox="1">
              <a:spLocks noChangeArrowheads="1"/>
            </p:cNvSpPr>
            <p:nvPr/>
          </p:nvSpPr>
          <p:spPr bwMode="auto">
            <a:xfrm>
              <a:off x="2077" y="117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sp>
          <p:nvSpPr>
            <p:cNvPr id="77894" name="Text Box 70"/>
            <p:cNvSpPr txBox="1">
              <a:spLocks noChangeArrowheads="1"/>
            </p:cNvSpPr>
            <p:nvPr/>
          </p:nvSpPr>
          <p:spPr bwMode="auto">
            <a:xfrm>
              <a:off x="1231" y="548"/>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77895" name="Text Box 71"/>
            <p:cNvSpPr txBox="1">
              <a:spLocks noChangeArrowheads="1"/>
            </p:cNvSpPr>
            <p:nvPr/>
          </p:nvSpPr>
          <p:spPr bwMode="auto">
            <a:xfrm>
              <a:off x="1648" y="548"/>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sp>
          <p:nvSpPr>
            <p:cNvPr id="77896" name="Freeform 72"/>
            <p:cNvSpPr>
              <a:spLocks/>
            </p:cNvSpPr>
            <p:nvPr/>
          </p:nvSpPr>
          <p:spPr bwMode="auto">
            <a:xfrm>
              <a:off x="493" y="579"/>
              <a:ext cx="300" cy="7"/>
            </a:xfrm>
            <a:custGeom>
              <a:avLst/>
              <a:gdLst>
                <a:gd name="T0" fmla="*/ 300 w 300"/>
                <a:gd name="T1" fmla="*/ 0 h 7"/>
                <a:gd name="T2" fmla="*/ 0 w 300"/>
                <a:gd name="T3" fmla="*/ 7 h 7"/>
              </a:gdLst>
              <a:ahLst/>
              <a:cxnLst>
                <a:cxn ang="0">
                  <a:pos x="T0" y="T1"/>
                </a:cxn>
                <a:cxn ang="0">
                  <a:pos x="T2" y="T3"/>
                </a:cxn>
              </a:cxnLst>
              <a:rect l="0" t="0" r="r" b="b"/>
              <a:pathLst>
                <a:path w="300" h="7">
                  <a:moveTo>
                    <a:pt x="300" y="0"/>
                  </a:moveTo>
                  <a:lnTo>
                    <a:pt x="0" y="7"/>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97" name="Oval 73"/>
            <p:cNvSpPr>
              <a:spLocks noChangeArrowheads="1"/>
            </p:cNvSpPr>
            <p:nvPr/>
          </p:nvSpPr>
          <p:spPr bwMode="auto">
            <a:xfrm>
              <a:off x="445" y="1460"/>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98" name="Oval 74"/>
            <p:cNvSpPr>
              <a:spLocks noChangeArrowheads="1"/>
            </p:cNvSpPr>
            <p:nvPr/>
          </p:nvSpPr>
          <p:spPr bwMode="auto">
            <a:xfrm>
              <a:off x="425" y="548"/>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77899" name="Object 75"/>
            <p:cNvGraphicFramePr>
              <a:graphicFrameLocks noChangeAspect="1"/>
            </p:cNvGraphicFramePr>
            <p:nvPr/>
          </p:nvGraphicFramePr>
          <p:xfrm>
            <a:off x="349" y="884"/>
            <a:ext cx="197" cy="336"/>
          </p:xfrm>
          <a:graphic>
            <a:graphicData uri="http://schemas.openxmlformats.org/presentationml/2006/ole">
              <mc:AlternateContent xmlns:mc="http://schemas.openxmlformats.org/markup-compatibility/2006">
                <mc:Choice xmlns:v="urn:schemas-microsoft-com:vml" Requires="v">
                  <p:oleObj name="公式" r:id="rId5" imgW="164880" imgH="279360" progId="Equation.3">
                    <p:embed/>
                  </p:oleObj>
                </mc:Choice>
                <mc:Fallback>
                  <p:oleObj name="公式" r:id="rId5" imgW="164880" imgH="279360" progId="Equation.3">
                    <p:embed/>
                    <p:pic>
                      <p:nvPicPr>
                        <p:cNvPr id="77899" name="Object 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 y="884"/>
                          <a:ext cx="19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0" name="Object 76"/>
            <p:cNvGraphicFramePr>
              <a:graphicFrameLocks noChangeAspect="1"/>
            </p:cNvGraphicFramePr>
            <p:nvPr/>
          </p:nvGraphicFramePr>
          <p:xfrm>
            <a:off x="1404" y="548"/>
            <a:ext cx="289" cy="336"/>
          </p:xfrm>
          <a:graphic>
            <a:graphicData uri="http://schemas.openxmlformats.org/presentationml/2006/ole">
              <mc:AlternateContent xmlns:mc="http://schemas.openxmlformats.org/markup-compatibility/2006">
                <mc:Choice xmlns:v="urn:schemas-microsoft-com:vml" Requires="v">
                  <p:oleObj name="公式" r:id="rId7" imgW="241200" imgH="279360" progId="Equation.3">
                    <p:embed/>
                  </p:oleObj>
                </mc:Choice>
                <mc:Fallback>
                  <p:oleObj name="公式" r:id="rId7" imgW="241200" imgH="279360" progId="Equation.3">
                    <p:embed/>
                    <p:pic>
                      <p:nvPicPr>
                        <p:cNvPr id="77900" name="Object 7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4" y="548"/>
                          <a:ext cx="28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1" name="Object 77"/>
            <p:cNvGraphicFramePr>
              <a:graphicFrameLocks noChangeAspect="1"/>
            </p:cNvGraphicFramePr>
            <p:nvPr/>
          </p:nvGraphicFramePr>
          <p:xfrm>
            <a:off x="2175" y="884"/>
            <a:ext cx="289" cy="336"/>
          </p:xfrm>
          <a:graphic>
            <a:graphicData uri="http://schemas.openxmlformats.org/presentationml/2006/ole">
              <mc:AlternateContent xmlns:mc="http://schemas.openxmlformats.org/markup-compatibility/2006">
                <mc:Choice xmlns:v="urn:schemas-microsoft-com:vml" Requires="v">
                  <p:oleObj name="公式" r:id="rId9" imgW="241200" imgH="279360" progId="Equation.3">
                    <p:embed/>
                  </p:oleObj>
                </mc:Choice>
                <mc:Fallback>
                  <p:oleObj name="公式" r:id="rId9" imgW="241200" imgH="279360" progId="Equation.3">
                    <p:embed/>
                    <p:pic>
                      <p:nvPicPr>
                        <p:cNvPr id="77901" name="Object 7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75" y="884"/>
                          <a:ext cx="28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2" name="Object 78"/>
            <p:cNvGraphicFramePr>
              <a:graphicFrameLocks noChangeAspect="1"/>
            </p:cNvGraphicFramePr>
            <p:nvPr/>
          </p:nvGraphicFramePr>
          <p:xfrm>
            <a:off x="1441" y="847"/>
            <a:ext cx="444" cy="517"/>
          </p:xfrm>
          <a:graphic>
            <a:graphicData uri="http://schemas.openxmlformats.org/presentationml/2006/ole">
              <mc:AlternateContent xmlns:mc="http://schemas.openxmlformats.org/markup-compatibility/2006">
                <mc:Choice xmlns:v="urn:schemas-microsoft-com:vml" Requires="v">
                  <p:oleObj name="公式" r:id="rId11" imgW="368280" imgH="431640" progId="Equation.3">
                    <p:embed/>
                  </p:oleObj>
                </mc:Choice>
                <mc:Fallback>
                  <p:oleObj name="公式" r:id="rId11" imgW="368280" imgH="431640" progId="Equation.3">
                    <p:embed/>
                    <p:pic>
                      <p:nvPicPr>
                        <p:cNvPr id="77902" name="Object 7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41" y="847"/>
                          <a:ext cx="444"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903" name="Text Box 79"/>
            <p:cNvSpPr txBox="1">
              <a:spLocks noChangeArrowheads="1"/>
            </p:cNvSpPr>
            <p:nvPr/>
          </p:nvSpPr>
          <p:spPr bwMode="auto">
            <a:xfrm>
              <a:off x="589" y="616"/>
              <a:ext cx="24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a:latin typeface="Times New Roman" panose="02020603050405020304" pitchFamily="18" charset="0"/>
                </a:rPr>
                <a:t>+</a:t>
              </a:r>
            </a:p>
          </p:txBody>
        </p:sp>
        <p:sp>
          <p:nvSpPr>
            <p:cNvPr id="77904" name="Text Box 80"/>
            <p:cNvSpPr txBox="1">
              <a:spLocks noChangeArrowheads="1"/>
            </p:cNvSpPr>
            <p:nvPr/>
          </p:nvSpPr>
          <p:spPr bwMode="auto">
            <a:xfrm>
              <a:off x="1002" y="616"/>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aphicFrame>
          <p:nvGraphicFramePr>
            <p:cNvPr id="77905" name="Object 81"/>
            <p:cNvGraphicFramePr>
              <a:graphicFrameLocks noChangeAspect="1"/>
            </p:cNvGraphicFramePr>
            <p:nvPr/>
          </p:nvGraphicFramePr>
          <p:xfrm>
            <a:off x="784" y="664"/>
            <a:ext cx="312" cy="312"/>
          </p:xfrm>
          <a:graphic>
            <a:graphicData uri="http://schemas.openxmlformats.org/presentationml/2006/ole">
              <mc:AlternateContent xmlns:mc="http://schemas.openxmlformats.org/markup-compatibility/2006">
                <mc:Choice xmlns:v="urn:schemas-microsoft-com:vml" Requires="v">
                  <p:oleObj name="公式" r:id="rId13" imgW="228600" imgH="228600" progId="Equation.3">
                    <p:embed/>
                  </p:oleObj>
                </mc:Choice>
                <mc:Fallback>
                  <p:oleObj name="公式" r:id="rId13" imgW="228600" imgH="228600" progId="Equation.3">
                    <p:embed/>
                    <p:pic>
                      <p:nvPicPr>
                        <p:cNvPr id="77905" name="Object 8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4" y="664"/>
                          <a:ext cx="312"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7906" name="Object 82"/>
          <p:cNvGraphicFramePr>
            <a:graphicFrameLocks noChangeAspect="1"/>
          </p:cNvGraphicFramePr>
          <p:nvPr/>
        </p:nvGraphicFramePr>
        <p:xfrm>
          <a:off x="4176713" y="1196975"/>
          <a:ext cx="4149725" cy="846138"/>
        </p:xfrm>
        <a:graphic>
          <a:graphicData uri="http://schemas.openxmlformats.org/presentationml/2006/ole">
            <mc:AlternateContent xmlns:mc="http://schemas.openxmlformats.org/markup-compatibility/2006">
              <mc:Choice xmlns:v="urn:schemas-microsoft-com:vml" Requires="v">
                <p:oleObj name="公式" r:id="rId15" imgW="2057400" imgH="419040" progId="Equation.3">
                  <p:embed/>
                </p:oleObj>
              </mc:Choice>
              <mc:Fallback>
                <p:oleObj name="公式" r:id="rId15" imgW="2057400" imgH="419040" progId="Equation.3">
                  <p:embed/>
                  <p:pic>
                    <p:nvPicPr>
                      <p:cNvPr id="77906" name="Object 8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76713" y="1196975"/>
                        <a:ext cx="4149725"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7" name="Object 83"/>
          <p:cNvGraphicFramePr>
            <a:graphicFrameLocks noChangeAspect="1"/>
          </p:cNvGraphicFramePr>
          <p:nvPr/>
        </p:nvGraphicFramePr>
        <p:xfrm>
          <a:off x="5616575" y="1916113"/>
          <a:ext cx="2189163" cy="822325"/>
        </p:xfrm>
        <a:graphic>
          <a:graphicData uri="http://schemas.openxmlformats.org/presentationml/2006/ole">
            <mc:AlternateContent xmlns:mc="http://schemas.openxmlformats.org/markup-compatibility/2006">
              <mc:Choice xmlns:v="urn:schemas-microsoft-com:vml" Requires="v">
                <p:oleObj name="公式" r:id="rId17" imgW="1117440" imgH="419040" progId="Equation.3">
                  <p:embed/>
                </p:oleObj>
              </mc:Choice>
              <mc:Fallback>
                <p:oleObj name="公式" r:id="rId17" imgW="1117440" imgH="419040" progId="Equation.3">
                  <p:embed/>
                  <p:pic>
                    <p:nvPicPr>
                      <p:cNvPr id="77907" name="Object 8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16575" y="1916113"/>
                        <a:ext cx="218916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8" name="Object 84"/>
          <p:cNvGraphicFramePr>
            <a:graphicFrameLocks noChangeAspect="1"/>
          </p:cNvGraphicFramePr>
          <p:nvPr/>
        </p:nvGraphicFramePr>
        <p:xfrm>
          <a:off x="5629275" y="2605088"/>
          <a:ext cx="2239963" cy="769937"/>
        </p:xfrm>
        <a:graphic>
          <a:graphicData uri="http://schemas.openxmlformats.org/presentationml/2006/ole">
            <mc:AlternateContent xmlns:mc="http://schemas.openxmlformats.org/markup-compatibility/2006">
              <mc:Choice xmlns:v="urn:schemas-microsoft-com:vml" Requires="v">
                <p:oleObj name="公式" r:id="rId19" imgW="1143000" imgH="393480" progId="Equation.3">
                  <p:embed/>
                </p:oleObj>
              </mc:Choice>
              <mc:Fallback>
                <p:oleObj name="公式" r:id="rId19" imgW="1143000" imgH="393480" progId="Equation.3">
                  <p:embed/>
                  <p:pic>
                    <p:nvPicPr>
                      <p:cNvPr id="77908" name="Object 8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629275" y="2605088"/>
                        <a:ext cx="2239963" cy="769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9" name="Object 85"/>
          <p:cNvGraphicFramePr>
            <a:graphicFrameLocks noChangeAspect="1"/>
          </p:cNvGraphicFramePr>
          <p:nvPr/>
        </p:nvGraphicFramePr>
        <p:xfrm>
          <a:off x="5654675" y="3765376"/>
          <a:ext cx="1216025" cy="395288"/>
        </p:xfrm>
        <a:graphic>
          <a:graphicData uri="http://schemas.openxmlformats.org/presentationml/2006/ole">
            <mc:AlternateContent xmlns:mc="http://schemas.openxmlformats.org/markup-compatibility/2006">
              <mc:Choice xmlns:v="urn:schemas-microsoft-com:vml" Requires="v">
                <p:oleObj name="公式" r:id="rId21" imgW="622080" imgH="203040" progId="Equation.3">
                  <p:embed/>
                </p:oleObj>
              </mc:Choice>
              <mc:Fallback>
                <p:oleObj name="公式" r:id="rId21" imgW="622080" imgH="203040" progId="Equation.3">
                  <p:embed/>
                  <p:pic>
                    <p:nvPicPr>
                      <p:cNvPr id="77909" name="Object 8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54675" y="3765376"/>
                        <a:ext cx="1216025"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7910" name="Group 86"/>
          <p:cNvGrpSpPr>
            <a:grpSpLocks/>
          </p:cNvGrpSpPr>
          <p:nvPr/>
        </p:nvGrpSpPr>
        <p:grpSpPr bwMode="auto">
          <a:xfrm>
            <a:off x="5219700" y="4755976"/>
            <a:ext cx="2139950" cy="2057400"/>
            <a:chOff x="3504" y="2544"/>
            <a:chExt cx="1348" cy="1296"/>
          </a:xfrm>
        </p:grpSpPr>
        <p:sp>
          <p:nvSpPr>
            <p:cNvPr id="77911" name="Line 87"/>
            <p:cNvSpPr>
              <a:spLocks noChangeShapeType="1"/>
            </p:cNvSpPr>
            <p:nvPr/>
          </p:nvSpPr>
          <p:spPr bwMode="auto">
            <a:xfrm>
              <a:off x="3504" y="3312"/>
              <a:ext cx="10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912" name="Line 88"/>
            <p:cNvSpPr>
              <a:spLocks noChangeShapeType="1"/>
            </p:cNvSpPr>
            <p:nvPr/>
          </p:nvSpPr>
          <p:spPr bwMode="auto">
            <a:xfrm flipV="1">
              <a:off x="4560" y="2544"/>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913" name="Line 89"/>
            <p:cNvSpPr>
              <a:spLocks noChangeShapeType="1"/>
            </p:cNvSpPr>
            <p:nvPr/>
          </p:nvSpPr>
          <p:spPr bwMode="auto">
            <a:xfrm flipH="1">
              <a:off x="3504" y="2544"/>
              <a:ext cx="1056"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914" name="Freeform 90"/>
            <p:cNvSpPr>
              <a:spLocks/>
            </p:cNvSpPr>
            <p:nvPr/>
          </p:nvSpPr>
          <p:spPr bwMode="auto">
            <a:xfrm>
              <a:off x="3648" y="3204"/>
              <a:ext cx="60" cy="108"/>
            </a:xfrm>
            <a:custGeom>
              <a:avLst/>
              <a:gdLst>
                <a:gd name="T0" fmla="*/ 0 w 60"/>
                <a:gd name="T1" fmla="*/ 0 h 108"/>
                <a:gd name="T2" fmla="*/ 60 w 60"/>
                <a:gd name="T3" fmla="*/ 108 h 108"/>
              </a:gdLst>
              <a:ahLst/>
              <a:cxnLst>
                <a:cxn ang="0">
                  <a:pos x="T0" y="T1"/>
                </a:cxn>
                <a:cxn ang="0">
                  <a:pos x="T2" y="T3"/>
                </a:cxn>
              </a:cxnLst>
              <a:rect l="0" t="0" r="r" b="b"/>
              <a:pathLst>
                <a:path w="60" h="108">
                  <a:moveTo>
                    <a:pt x="0" y="0"/>
                  </a:moveTo>
                  <a:cubicBezTo>
                    <a:pt x="41" y="27"/>
                    <a:pt x="60" y="55"/>
                    <a:pt x="60" y="108"/>
                  </a:cubicBezTo>
                </a:path>
              </a:pathLst>
            </a:cu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77915" name="Text Box 91"/>
            <p:cNvSpPr txBox="1">
              <a:spLocks noChangeArrowheads="1"/>
            </p:cNvSpPr>
            <p:nvPr/>
          </p:nvSpPr>
          <p:spPr bwMode="auto">
            <a:xfrm>
              <a:off x="3744" y="2640"/>
              <a:ext cx="31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|Z|</a:t>
              </a:r>
            </a:p>
          </p:txBody>
        </p:sp>
        <p:sp>
          <p:nvSpPr>
            <p:cNvPr id="77916" name="Text Box 92"/>
            <p:cNvSpPr txBox="1">
              <a:spLocks noChangeArrowheads="1"/>
            </p:cNvSpPr>
            <p:nvPr/>
          </p:nvSpPr>
          <p:spPr bwMode="auto">
            <a:xfrm>
              <a:off x="3984" y="3312"/>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77917" name="Text Box 93"/>
            <p:cNvSpPr txBox="1">
              <a:spLocks noChangeArrowheads="1"/>
            </p:cNvSpPr>
            <p:nvPr/>
          </p:nvSpPr>
          <p:spPr bwMode="auto">
            <a:xfrm>
              <a:off x="4608" y="2832"/>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X</a:t>
              </a:r>
            </a:p>
          </p:txBody>
        </p:sp>
        <p:sp>
          <p:nvSpPr>
            <p:cNvPr id="77918" name="Text Box 94"/>
            <p:cNvSpPr txBox="1">
              <a:spLocks noChangeArrowheads="1"/>
            </p:cNvSpPr>
            <p:nvPr/>
          </p:nvSpPr>
          <p:spPr bwMode="auto">
            <a:xfrm>
              <a:off x="3696" y="3024"/>
              <a:ext cx="23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j</a:t>
              </a:r>
              <a:endParaRPr kumimoji="1" lang="en-US" altLang="zh-CN" sz="2400" b="1" i="1">
                <a:latin typeface="Times New Roman" panose="02020603050405020304" pitchFamily="18" charset="0"/>
              </a:endParaRPr>
            </a:p>
          </p:txBody>
        </p:sp>
        <p:sp>
          <p:nvSpPr>
            <p:cNvPr id="77919" name="Text Box 95"/>
            <p:cNvSpPr txBox="1">
              <a:spLocks noChangeArrowheads="1"/>
            </p:cNvSpPr>
            <p:nvPr/>
          </p:nvSpPr>
          <p:spPr bwMode="auto">
            <a:xfrm>
              <a:off x="3648" y="3552"/>
              <a:ext cx="108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阻抗三角形</a:t>
              </a:r>
            </a:p>
          </p:txBody>
        </p:sp>
        <p:sp>
          <p:nvSpPr>
            <p:cNvPr id="77920" name="Freeform 96"/>
            <p:cNvSpPr>
              <a:spLocks/>
            </p:cNvSpPr>
            <p:nvPr/>
          </p:nvSpPr>
          <p:spPr bwMode="auto">
            <a:xfrm>
              <a:off x="4416" y="3168"/>
              <a:ext cx="144" cy="144"/>
            </a:xfrm>
            <a:custGeom>
              <a:avLst/>
              <a:gdLst>
                <a:gd name="T0" fmla="*/ 96 w 96"/>
                <a:gd name="T1" fmla="*/ 0 h 144"/>
                <a:gd name="T2" fmla="*/ 0 w 96"/>
                <a:gd name="T3" fmla="*/ 0 h 144"/>
                <a:gd name="T4" fmla="*/ 0 w 96"/>
                <a:gd name="T5" fmla="*/ 144 h 144"/>
              </a:gdLst>
              <a:ahLst/>
              <a:cxnLst>
                <a:cxn ang="0">
                  <a:pos x="T0" y="T1"/>
                </a:cxn>
                <a:cxn ang="0">
                  <a:pos x="T2" y="T3"/>
                </a:cxn>
                <a:cxn ang="0">
                  <a:pos x="T4" y="T5"/>
                </a:cxn>
              </a:cxnLst>
              <a:rect l="0" t="0" r="r" b="b"/>
              <a:pathLst>
                <a:path w="96" h="144">
                  <a:moveTo>
                    <a:pt x="96" y="0"/>
                  </a:moveTo>
                  <a:lnTo>
                    <a:pt x="0" y="0"/>
                  </a:lnTo>
                  <a:lnTo>
                    <a:pt x="0" y="144"/>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77921" name="Object 97"/>
          <p:cNvGraphicFramePr>
            <a:graphicFrameLocks noChangeAspect="1"/>
          </p:cNvGraphicFramePr>
          <p:nvPr/>
        </p:nvGraphicFramePr>
        <p:xfrm>
          <a:off x="762000" y="5721350"/>
          <a:ext cx="1406525" cy="428625"/>
        </p:xfrm>
        <a:graphic>
          <a:graphicData uri="http://schemas.openxmlformats.org/presentationml/2006/ole">
            <mc:AlternateContent xmlns:mc="http://schemas.openxmlformats.org/markup-compatibility/2006">
              <mc:Choice xmlns:v="urn:schemas-microsoft-com:vml" Requires="v">
                <p:oleObj name="公式" r:id="rId23" imgW="749160" imgH="228600" progId="Equation.3">
                  <p:embed/>
                </p:oleObj>
              </mc:Choice>
              <mc:Fallback>
                <p:oleObj name="公式" r:id="rId23" imgW="749160" imgH="228600" progId="Equation.3">
                  <p:embed/>
                  <p:pic>
                    <p:nvPicPr>
                      <p:cNvPr id="77921" name="Object 9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2000" y="5721350"/>
                        <a:ext cx="140652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922" name="Text Box 98"/>
          <p:cNvSpPr txBox="1">
            <a:spLocks noChangeArrowheads="1"/>
          </p:cNvSpPr>
          <p:nvPr/>
        </p:nvSpPr>
        <p:spPr bwMode="auto">
          <a:xfrm>
            <a:off x="3198813" y="5022850"/>
            <a:ext cx="1336675" cy="457200"/>
          </a:xfrm>
          <a:prstGeom prst="rect">
            <a:avLst/>
          </a:prstGeom>
          <a:solidFill>
            <a:srgbClr val="FFFFCC"/>
          </a:solidFill>
          <a:ln>
            <a:noFill/>
          </a:ln>
          <a:effectLst/>
          <a:extLs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单位：</a:t>
            </a:r>
            <a:r>
              <a:rPr kumimoji="1" lang="zh-CN" altLang="en-US" sz="2400" b="1">
                <a:latin typeface="Times New Roman" panose="02020603050405020304" pitchFamily="18" charset="0"/>
                <a:sym typeface="Symbol" panose="05050102010706020507" pitchFamily="18" charset="2"/>
              </a:rPr>
              <a:t></a:t>
            </a:r>
            <a:endParaRPr kumimoji="1" lang="zh-CN" altLang="en-US" sz="2400" b="1">
              <a:latin typeface="Times New Roman" panose="02020603050405020304" pitchFamily="18" charset="0"/>
            </a:endParaRPr>
          </a:p>
        </p:txBody>
      </p:sp>
      <p:graphicFrame>
        <p:nvGraphicFramePr>
          <p:cNvPr id="77923" name="Object 99"/>
          <p:cNvGraphicFramePr>
            <a:graphicFrameLocks noChangeAspect="1"/>
          </p:cNvGraphicFramePr>
          <p:nvPr/>
        </p:nvGraphicFramePr>
        <p:xfrm>
          <a:off x="747713" y="4791075"/>
          <a:ext cx="990600" cy="790575"/>
        </p:xfrm>
        <a:graphic>
          <a:graphicData uri="http://schemas.openxmlformats.org/presentationml/2006/ole">
            <mc:AlternateContent xmlns:mc="http://schemas.openxmlformats.org/markup-compatibility/2006">
              <mc:Choice xmlns:v="urn:schemas-microsoft-com:vml" Requires="v">
                <p:oleObj name="公式" r:id="rId25" imgW="507960" imgH="406080" progId="Equation.3">
                  <p:embed/>
                </p:oleObj>
              </mc:Choice>
              <mc:Fallback>
                <p:oleObj name="公式" r:id="rId25" imgW="507960" imgH="406080" progId="Equation.3">
                  <p:embed/>
                  <p:pic>
                    <p:nvPicPr>
                      <p:cNvPr id="77923" name="Object 9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47713" y="4791075"/>
                        <a:ext cx="990600"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924" name="Text Box 100"/>
          <p:cNvSpPr txBox="1">
            <a:spLocks noChangeArrowheads="1"/>
          </p:cNvSpPr>
          <p:nvPr/>
        </p:nvSpPr>
        <p:spPr bwMode="auto">
          <a:xfrm>
            <a:off x="2027238" y="4997450"/>
            <a:ext cx="11033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阻抗模</a:t>
            </a:r>
            <a:endParaRPr kumimoji="1" lang="zh-CN" altLang="en-US" sz="2400" b="1">
              <a:latin typeface="Times New Roman" panose="02020603050405020304" pitchFamily="18" charset="0"/>
            </a:endParaRPr>
          </a:p>
        </p:txBody>
      </p:sp>
      <p:sp>
        <p:nvSpPr>
          <p:cNvPr id="77925" name="Text Box 101"/>
          <p:cNvSpPr txBox="1">
            <a:spLocks noChangeArrowheads="1"/>
          </p:cNvSpPr>
          <p:nvPr/>
        </p:nvSpPr>
        <p:spPr bwMode="auto">
          <a:xfrm>
            <a:off x="2459038" y="5746750"/>
            <a:ext cx="11033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阻抗角</a:t>
            </a:r>
            <a:endParaRPr kumimoji="1" lang="zh-CN" altLang="en-US" sz="2400" b="1">
              <a:latin typeface="Times New Roman" panose="02020603050405020304" pitchFamily="18" charset="0"/>
            </a:endParaRPr>
          </a:p>
        </p:txBody>
      </p:sp>
      <p:sp>
        <p:nvSpPr>
          <p:cNvPr id="77926" name="AutoShape 102"/>
          <p:cNvSpPr>
            <a:spLocks/>
          </p:cNvSpPr>
          <p:nvPr/>
        </p:nvSpPr>
        <p:spPr bwMode="auto">
          <a:xfrm>
            <a:off x="595313" y="5124450"/>
            <a:ext cx="76200" cy="838200"/>
          </a:xfrm>
          <a:prstGeom prst="leftBrace">
            <a:avLst>
              <a:gd name="adj1" fmla="val 91667"/>
              <a:gd name="adj2" fmla="val 50000"/>
            </a:avLst>
          </a:prstGeom>
          <a:noFill/>
          <a:ln w="25400">
            <a:solidFill>
              <a:srgbClr val="FF00FF"/>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77927" name="Object 103"/>
          <p:cNvGraphicFramePr>
            <a:graphicFrameLocks noChangeAspect="1"/>
          </p:cNvGraphicFramePr>
          <p:nvPr/>
        </p:nvGraphicFramePr>
        <p:xfrm>
          <a:off x="857250" y="4078288"/>
          <a:ext cx="2562225" cy="495300"/>
        </p:xfrm>
        <a:graphic>
          <a:graphicData uri="http://schemas.openxmlformats.org/presentationml/2006/ole">
            <mc:AlternateContent xmlns:mc="http://schemas.openxmlformats.org/markup-compatibility/2006">
              <mc:Choice xmlns:v="urn:schemas-microsoft-com:vml" Requires="v">
                <p:oleObj name="公式" r:id="rId27" imgW="1307880" imgH="253800" progId="Equation.3">
                  <p:embed/>
                </p:oleObj>
              </mc:Choice>
              <mc:Fallback>
                <p:oleObj name="公式" r:id="rId27" imgW="1307880" imgH="253800" progId="Equation.3">
                  <p:embed/>
                  <p:pic>
                    <p:nvPicPr>
                      <p:cNvPr id="77927" name="Object 10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57250" y="4078288"/>
                        <a:ext cx="2562225"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85"/>
          <p:cNvGraphicFramePr>
            <a:graphicFrameLocks noChangeAspect="1"/>
          </p:cNvGraphicFramePr>
          <p:nvPr/>
        </p:nvGraphicFramePr>
        <p:xfrm>
          <a:off x="5613587" y="3342953"/>
          <a:ext cx="2159000" cy="446087"/>
        </p:xfrm>
        <a:graphic>
          <a:graphicData uri="http://schemas.openxmlformats.org/presentationml/2006/ole">
            <mc:AlternateContent xmlns:mc="http://schemas.openxmlformats.org/markup-compatibility/2006">
              <mc:Choice xmlns:v="urn:schemas-microsoft-com:vml" Requires="v">
                <p:oleObj name="Equation" r:id="rId29" imgW="1104840" imgH="228600" progId="Equation.DSMT4">
                  <p:embed/>
                </p:oleObj>
              </mc:Choice>
              <mc:Fallback>
                <p:oleObj name="Equation" r:id="rId29" imgW="1104840" imgH="228600" progId="Equation.DSMT4">
                  <p:embed/>
                  <p:pic>
                    <p:nvPicPr>
                      <p:cNvPr id="62" name="Object 85"/>
                      <p:cNvPicPr>
                        <a:picLocks noChangeAspect="1" noChangeArrowheads="1"/>
                      </p:cNvPicPr>
                      <p:nvPr/>
                    </p:nvPicPr>
                    <p:blipFill>
                      <a:blip r:embed="rId30"/>
                      <a:srcRect/>
                      <a:stretch>
                        <a:fillRect/>
                      </a:stretch>
                    </p:blipFill>
                    <p:spPr bwMode="auto">
                      <a:xfrm>
                        <a:off x="5613587" y="3342953"/>
                        <a:ext cx="215900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05678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77865"/>
                                        </p:tgtEl>
                                        <p:attrNameLst>
                                          <p:attrName>style.visibility</p:attrName>
                                        </p:attrNameLst>
                                      </p:cBhvr>
                                      <p:to>
                                        <p:strVal val="visible"/>
                                      </p:to>
                                    </p:set>
                                    <p:anim calcmode="lin" valueType="num">
                                      <p:cBhvr>
                                        <p:cTn id="7" dur="500" fill="hold"/>
                                        <p:tgtEl>
                                          <p:spTgt spid="77865"/>
                                        </p:tgtEl>
                                        <p:attrNameLst>
                                          <p:attrName>ppt_w</p:attrName>
                                        </p:attrNameLst>
                                      </p:cBhvr>
                                      <p:tavLst>
                                        <p:tav tm="0">
                                          <p:val>
                                            <p:fltVal val="0"/>
                                          </p:val>
                                        </p:tav>
                                        <p:tav tm="100000">
                                          <p:val>
                                            <p:strVal val="#ppt_w"/>
                                          </p:val>
                                        </p:tav>
                                      </p:tavLst>
                                    </p:anim>
                                    <p:anim calcmode="lin" valueType="num">
                                      <p:cBhvr>
                                        <p:cTn id="8" dur="500" fill="hold"/>
                                        <p:tgtEl>
                                          <p:spTgt spid="77865"/>
                                        </p:tgtEl>
                                        <p:attrNameLst>
                                          <p:attrName>ppt_h</p:attrName>
                                        </p:attrNameLst>
                                      </p:cBhvr>
                                      <p:tavLst>
                                        <p:tav tm="0">
                                          <p:val>
                                            <p:fltVal val="0"/>
                                          </p:val>
                                        </p:tav>
                                        <p:tav tm="100000">
                                          <p:val>
                                            <p:strVal val="#ppt_h"/>
                                          </p:val>
                                        </p:tav>
                                      </p:tavLst>
                                    </p:anim>
                                    <p:anim calcmode="lin" valueType="num">
                                      <p:cBhvr>
                                        <p:cTn id="9" dur="500" fill="hold"/>
                                        <p:tgtEl>
                                          <p:spTgt spid="77865"/>
                                        </p:tgtEl>
                                        <p:attrNameLst>
                                          <p:attrName>ppt_x</p:attrName>
                                        </p:attrNameLst>
                                      </p:cBhvr>
                                      <p:tavLst>
                                        <p:tav tm="0">
                                          <p:val>
                                            <p:fltVal val="0.5"/>
                                          </p:val>
                                        </p:tav>
                                        <p:tav tm="100000">
                                          <p:val>
                                            <p:strVal val="#ppt_x"/>
                                          </p:val>
                                        </p:tav>
                                      </p:tavLst>
                                    </p:anim>
                                    <p:anim calcmode="lin" valueType="num">
                                      <p:cBhvr>
                                        <p:cTn id="10" dur="500" fill="hold"/>
                                        <p:tgtEl>
                                          <p:spTgt spid="77865"/>
                                        </p:tgtEl>
                                        <p:attrNameLst>
                                          <p:attrName>ppt_y</p:attrName>
                                        </p:attrNameLst>
                                      </p:cBhvr>
                                      <p:tavLst>
                                        <p:tav tm="0">
                                          <p:val>
                                            <p:fltVal val="0.5"/>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77827"/>
                                        </p:tgtEl>
                                        <p:attrNameLst>
                                          <p:attrName>style.visibility</p:attrName>
                                        </p:attrNameLst>
                                      </p:cBhvr>
                                      <p:to>
                                        <p:strVal val="visible"/>
                                      </p:to>
                                    </p:set>
                                    <p:anim calcmode="lin" valueType="num">
                                      <p:cBhvr additive="base">
                                        <p:cTn id="15" dur="500" fill="hold"/>
                                        <p:tgtEl>
                                          <p:spTgt spid="77827"/>
                                        </p:tgtEl>
                                        <p:attrNameLst>
                                          <p:attrName>ppt_x</p:attrName>
                                        </p:attrNameLst>
                                      </p:cBhvr>
                                      <p:tavLst>
                                        <p:tav tm="0">
                                          <p:val>
                                            <p:strVal val="0-#ppt_w/2"/>
                                          </p:val>
                                        </p:tav>
                                        <p:tav tm="100000">
                                          <p:val>
                                            <p:strVal val="#ppt_x"/>
                                          </p:val>
                                        </p:tav>
                                      </p:tavLst>
                                    </p:anim>
                                    <p:anim calcmode="lin" valueType="num">
                                      <p:cBhvr additive="base">
                                        <p:cTn id="16" dur="500" fill="hold"/>
                                        <p:tgtEl>
                                          <p:spTgt spid="77827"/>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nodeType="clickEffect">
                                  <p:stCondLst>
                                    <p:cond delay="0"/>
                                  </p:stCondLst>
                                  <p:childTnLst>
                                    <p:set>
                                      <p:cBhvr>
                                        <p:cTn id="20" dur="1" fill="hold">
                                          <p:stCondLst>
                                            <p:cond delay="0"/>
                                          </p:stCondLst>
                                        </p:cTn>
                                        <p:tgtEl>
                                          <p:spTgt spid="77872"/>
                                        </p:tgtEl>
                                        <p:attrNameLst>
                                          <p:attrName>style.visibility</p:attrName>
                                        </p:attrNameLst>
                                      </p:cBhvr>
                                      <p:to>
                                        <p:strVal val="visible"/>
                                      </p:to>
                                    </p:set>
                                    <p:anim calcmode="lin" valueType="num">
                                      <p:cBhvr>
                                        <p:cTn id="21" dur="500" fill="hold"/>
                                        <p:tgtEl>
                                          <p:spTgt spid="77872"/>
                                        </p:tgtEl>
                                        <p:attrNameLst>
                                          <p:attrName>ppt_w</p:attrName>
                                        </p:attrNameLst>
                                      </p:cBhvr>
                                      <p:tavLst>
                                        <p:tav tm="0">
                                          <p:val>
                                            <p:fltVal val="0"/>
                                          </p:val>
                                        </p:tav>
                                        <p:tav tm="100000">
                                          <p:val>
                                            <p:strVal val="#ppt_w"/>
                                          </p:val>
                                        </p:tav>
                                      </p:tavLst>
                                    </p:anim>
                                    <p:anim calcmode="lin" valueType="num">
                                      <p:cBhvr>
                                        <p:cTn id="22" dur="500" fill="hold"/>
                                        <p:tgtEl>
                                          <p:spTgt spid="77872"/>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nodeType="clickEffect">
                                  <p:stCondLst>
                                    <p:cond delay="0"/>
                                  </p:stCondLst>
                                  <p:childTnLst>
                                    <p:set>
                                      <p:cBhvr>
                                        <p:cTn id="26" dur="1" fill="hold">
                                          <p:stCondLst>
                                            <p:cond delay="0"/>
                                          </p:stCondLst>
                                        </p:cTn>
                                        <p:tgtEl>
                                          <p:spTgt spid="77906"/>
                                        </p:tgtEl>
                                        <p:attrNameLst>
                                          <p:attrName>style.visibility</p:attrName>
                                        </p:attrNameLst>
                                      </p:cBhvr>
                                      <p:to>
                                        <p:strVal val="visible"/>
                                      </p:to>
                                    </p:set>
                                    <p:anim calcmode="lin" valueType="num">
                                      <p:cBhvr additive="base">
                                        <p:cTn id="27" dur="500" fill="hold"/>
                                        <p:tgtEl>
                                          <p:spTgt spid="77906"/>
                                        </p:tgtEl>
                                        <p:attrNameLst>
                                          <p:attrName>ppt_x</p:attrName>
                                        </p:attrNameLst>
                                      </p:cBhvr>
                                      <p:tavLst>
                                        <p:tav tm="0">
                                          <p:val>
                                            <p:strVal val="1+#ppt_w/2"/>
                                          </p:val>
                                        </p:tav>
                                        <p:tav tm="100000">
                                          <p:val>
                                            <p:strVal val="#ppt_x"/>
                                          </p:val>
                                        </p:tav>
                                      </p:tavLst>
                                    </p:anim>
                                    <p:anim calcmode="lin" valueType="num">
                                      <p:cBhvr additive="base">
                                        <p:cTn id="28" dur="500" fill="hold"/>
                                        <p:tgtEl>
                                          <p:spTgt spid="77906"/>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77907"/>
                                        </p:tgtEl>
                                        <p:attrNameLst>
                                          <p:attrName>style.visibility</p:attrName>
                                        </p:attrNameLst>
                                      </p:cBhvr>
                                      <p:to>
                                        <p:strVal val="visible"/>
                                      </p:to>
                                    </p:set>
                                    <p:animEffect transition="in" filter="wipe(left)">
                                      <p:cBhvr>
                                        <p:cTn id="33" dur="500"/>
                                        <p:tgtEl>
                                          <p:spTgt spid="7790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77908"/>
                                        </p:tgtEl>
                                        <p:attrNameLst>
                                          <p:attrName>style.visibility</p:attrName>
                                        </p:attrNameLst>
                                      </p:cBhvr>
                                      <p:to>
                                        <p:strVal val="visible"/>
                                      </p:to>
                                    </p:set>
                                    <p:animEffect transition="in" filter="wipe(left)">
                                      <p:cBhvr>
                                        <p:cTn id="38" dur="500"/>
                                        <p:tgtEl>
                                          <p:spTgt spid="7790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wipe(left)">
                                      <p:cBhvr>
                                        <p:cTn id="43" dur="500"/>
                                        <p:tgtEl>
                                          <p:spTgt spid="6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7909"/>
                                        </p:tgtEl>
                                        <p:attrNameLst>
                                          <p:attrName>style.visibility</p:attrName>
                                        </p:attrNameLst>
                                      </p:cBhvr>
                                      <p:to>
                                        <p:strVal val="visible"/>
                                      </p:to>
                                    </p:set>
                                    <p:animEffect transition="in" filter="wipe(left)">
                                      <p:cBhvr>
                                        <p:cTn id="48" dur="500"/>
                                        <p:tgtEl>
                                          <p:spTgt spid="7790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77871"/>
                                        </p:tgtEl>
                                        <p:attrNameLst>
                                          <p:attrName>style.visibility</p:attrName>
                                        </p:attrNameLst>
                                      </p:cBhvr>
                                      <p:to>
                                        <p:strVal val="visible"/>
                                      </p:to>
                                    </p:set>
                                    <p:animEffect transition="in" filter="wipe(up)">
                                      <p:cBhvr>
                                        <p:cTn id="53" dur="500"/>
                                        <p:tgtEl>
                                          <p:spTgt spid="7787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77870"/>
                                        </p:tgtEl>
                                        <p:attrNameLst>
                                          <p:attrName>style.visibility</p:attrName>
                                        </p:attrNameLst>
                                      </p:cBhvr>
                                      <p:to>
                                        <p:strVal val="visible"/>
                                      </p:to>
                                    </p:set>
                                    <p:animEffect transition="in" filter="wipe(up)">
                                      <p:cBhvr>
                                        <p:cTn id="58" dur="500"/>
                                        <p:tgtEl>
                                          <p:spTgt spid="7787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77927"/>
                                        </p:tgtEl>
                                        <p:attrNameLst>
                                          <p:attrName>style.visibility</p:attrName>
                                        </p:attrNameLst>
                                      </p:cBhvr>
                                      <p:to>
                                        <p:strVal val="visible"/>
                                      </p:to>
                                    </p:set>
                                    <p:animEffect transition="in" filter="wipe(left)">
                                      <p:cBhvr>
                                        <p:cTn id="63" dur="500"/>
                                        <p:tgtEl>
                                          <p:spTgt spid="77927"/>
                                        </p:tgtEl>
                                      </p:cBhvr>
                                    </p:animEffect>
                                  </p:childTnLst>
                                </p:cTn>
                              </p:par>
                            </p:childTnLst>
                          </p:cTn>
                        </p:par>
                        <p:par>
                          <p:cTn id="64" fill="hold" nodeType="afterGroup">
                            <p:stCondLst>
                              <p:cond delay="500"/>
                            </p:stCondLst>
                            <p:childTnLst>
                              <p:par>
                                <p:cTn id="65" presetID="9" presetClass="entr" presetSubtype="0" fill="hold" nodeType="afterEffect">
                                  <p:stCondLst>
                                    <p:cond delay="0"/>
                                  </p:stCondLst>
                                  <p:childTnLst>
                                    <p:set>
                                      <p:cBhvr>
                                        <p:cTn id="66" dur="1" fill="hold">
                                          <p:stCondLst>
                                            <p:cond delay="0"/>
                                          </p:stCondLst>
                                        </p:cTn>
                                        <p:tgtEl>
                                          <p:spTgt spid="77926"/>
                                        </p:tgtEl>
                                        <p:attrNameLst>
                                          <p:attrName>style.visibility</p:attrName>
                                        </p:attrNameLst>
                                      </p:cBhvr>
                                      <p:to>
                                        <p:strVal val="visible"/>
                                      </p:to>
                                    </p:set>
                                    <p:animEffect transition="in" filter="dissolve">
                                      <p:cBhvr>
                                        <p:cTn id="67" dur="500"/>
                                        <p:tgtEl>
                                          <p:spTgt spid="7792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77923"/>
                                        </p:tgtEl>
                                        <p:attrNameLst>
                                          <p:attrName>style.visibility</p:attrName>
                                        </p:attrNameLst>
                                      </p:cBhvr>
                                      <p:to>
                                        <p:strVal val="visible"/>
                                      </p:to>
                                    </p:set>
                                    <p:animEffect transition="in" filter="wipe(left)">
                                      <p:cBhvr>
                                        <p:cTn id="72" dur="500"/>
                                        <p:tgtEl>
                                          <p:spTgt spid="7792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77924"/>
                                        </p:tgtEl>
                                        <p:attrNameLst>
                                          <p:attrName>style.visibility</p:attrName>
                                        </p:attrNameLst>
                                      </p:cBhvr>
                                      <p:to>
                                        <p:strVal val="visible"/>
                                      </p:to>
                                    </p:set>
                                    <p:animEffect transition="in" filter="box(out)">
                                      <p:cBhvr>
                                        <p:cTn id="77" dur="500"/>
                                        <p:tgtEl>
                                          <p:spTgt spid="7792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77922"/>
                                        </p:tgtEl>
                                        <p:attrNameLst>
                                          <p:attrName>style.visibility</p:attrName>
                                        </p:attrNameLst>
                                      </p:cBhvr>
                                      <p:to>
                                        <p:strVal val="visible"/>
                                      </p:to>
                                    </p:set>
                                    <p:animEffect transition="in" filter="randombar(horizontal)">
                                      <p:cBhvr>
                                        <p:cTn id="82" dur="500"/>
                                        <p:tgtEl>
                                          <p:spTgt spid="7792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77921"/>
                                        </p:tgtEl>
                                        <p:attrNameLst>
                                          <p:attrName>style.visibility</p:attrName>
                                        </p:attrNameLst>
                                      </p:cBhvr>
                                      <p:to>
                                        <p:strVal val="visible"/>
                                      </p:to>
                                    </p:set>
                                    <p:animEffect transition="in" filter="wipe(left)">
                                      <p:cBhvr>
                                        <p:cTn id="87" dur="500"/>
                                        <p:tgtEl>
                                          <p:spTgt spid="7792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77925"/>
                                        </p:tgtEl>
                                        <p:attrNameLst>
                                          <p:attrName>style.visibility</p:attrName>
                                        </p:attrNameLst>
                                      </p:cBhvr>
                                      <p:to>
                                        <p:strVal val="visible"/>
                                      </p:to>
                                    </p:set>
                                    <p:animEffect transition="in" filter="box(out)">
                                      <p:cBhvr>
                                        <p:cTn id="92" dur="500"/>
                                        <p:tgtEl>
                                          <p:spTgt spid="7792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2" fill="hold" nodeType="clickEffect">
                                  <p:stCondLst>
                                    <p:cond delay="0"/>
                                  </p:stCondLst>
                                  <p:childTnLst>
                                    <p:set>
                                      <p:cBhvr>
                                        <p:cTn id="96" dur="1" fill="hold">
                                          <p:stCondLst>
                                            <p:cond delay="0"/>
                                          </p:stCondLst>
                                        </p:cTn>
                                        <p:tgtEl>
                                          <p:spTgt spid="77910"/>
                                        </p:tgtEl>
                                        <p:attrNameLst>
                                          <p:attrName>style.visibility</p:attrName>
                                        </p:attrNameLst>
                                      </p:cBhvr>
                                      <p:to>
                                        <p:strVal val="visible"/>
                                      </p:to>
                                    </p:set>
                                    <p:anim calcmode="lin" valueType="num">
                                      <p:cBhvr additive="base">
                                        <p:cTn id="97" dur="500" fill="hold"/>
                                        <p:tgtEl>
                                          <p:spTgt spid="77910"/>
                                        </p:tgtEl>
                                        <p:attrNameLst>
                                          <p:attrName>ppt_x</p:attrName>
                                        </p:attrNameLst>
                                      </p:cBhvr>
                                      <p:tavLst>
                                        <p:tav tm="0">
                                          <p:val>
                                            <p:strVal val="1+#ppt_w/2"/>
                                          </p:val>
                                        </p:tav>
                                        <p:tav tm="100000">
                                          <p:val>
                                            <p:strVal val="#ppt_x"/>
                                          </p:val>
                                        </p:tav>
                                      </p:tavLst>
                                    </p:anim>
                                    <p:anim calcmode="lin" valueType="num">
                                      <p:cBhvr additive="base">
                                        <p:cTn id="98" dur="500" fill="hold"/>
                                        <p:tgtEl>
                                          <p:spTgt spid="779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autoUpdateAnimBg="0"/>
      <p:bldP spid="77865" grpId="0"/>
      <p:bldP spid="77870" grpId="0" animBg="1"/>
      <p:bldP spid="77871" grpId="0" animBg="1"/>
      <p:bldP spid="77922" grpId="0" animBg="1" autoUpdateAnimBg="0"/>
      <p:bldP spid="77924" grpId="0" autoUpdateAnimBg="0"/>
      <p:bldP spid="77925" grpId="0"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406400" y="244475"/>
            <a:ext cx="42989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6600FF"/>
                </a:solidFill>
                <a:latin typeface="Times New Roman" panose="02020603050405020304" pitchFamily="18" charset="0"/>
              </a:rPr>
              <a:t>具体分析一下 </a:t>
            </a:r>
            <a:r>
              <a:rPr kumimoji="1" lang="en-US" altLang="zh-CN" sz="2400" b="1" i="1">
                <a:solidFill>
                  <a:srgbClr val="6600FF"/>
                </a:solidFill>
                <a:latin typeface="Times New Roman" panose="02020603050405020304" pitchFamily="18" charset="0"/>
              </a:rPr>
              <a:t>RLC </a:t>
            </a:r>
            <a:r>
              <a:rPr kumimoji="1" lang="zh-CN" altLang="en-US" sz="2400" b="1">
                <a:solidFill>
                  <a:srgbClr val="6600FF"/>
                </a:solidFill>
                <a:latin typeface="Times New Roman" panose="02020603050405020304" pitchFamily="18" charset="0"/>
              </a:rPr>
              <a:t>串联电路：</a:t>
            </a:r>
          </a:p>
        </p:txBody>
      </p:sp>
      <p:sp>
        <p:nvSpPr>
          <p:cNvPr id="81923" name="Text Box 3"/>
          <p:cNvSpPr txBox="1">
            <a:spLocks noChangeArrowheads="1"/>
          </p:cNvSpPr>
          <p:nvPr/>
        </p:nvSpPr>
        <p:spPr bwMode="auto">
          <a:xfrm>
            <a:off x="838200" y="762000"/>
            <a:ext cx="39624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Z=R+</a:t>
            </a:r>
            <a:r>
              <a:rPr kumimoji="1" lang="en-US" altLang="zh-CN" sz="2400" b="1">
                <a:latin typeface="Times New Roman" panose="02020603050405020304" pitchFamily="18" charset="0"/>
              </a:rPr>
              <a:t>j(</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i="1">
                <a:latin typeface="宋体" panose="02010600030101010101" pitchFamily="2" charset="-122"/>
              </a:rPr>
              <a:t>-</a:t>
            </a: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=|Z|∠</a:t>
            </a:r>
            <a:r>
              <a:rPr kumimoji="1" lang="en-US" altLang="zh-CN" sz="2400" b="1" i="1">
                <a:latin typeface="Symbol" panose="05050102010706020507" pitchFamily="18" charset="2"/>
              </a:rPr>
              <a:t>j</a:t>
            </a:r>
            <a:endParaRPr kumimoji="1" lang="en-US" altLang="zh-CN" sz="2400" b="1" i="1">
              <a:latin typeface="Times New Roman" panose="02020603050405020304" pitchFamily="18" charset="0"/>
            </a:endParaRPr>
          </a:p>
        </p:txBody>
      </p:sp>
      <p:sp>
        <p:nvSpPr>
          <p:cNvPr id="81924" name="Text Box 4"/>
          <p:cNvSpPr txBox="1">
            <a:spLocks noChangeArrowheads="1"/>
          </p:cNvSpPr>
          <p:nvPr/>
        </p:nvSpPr>
        <p:spPr bwMode="auto">
          <a:xfrm>
            <a:off x="685800" y="1295400"/>
            <a:ext cx="78755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&gt; 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X</a:t>
            </a:r>
            <a:r>
              <a:rPr kumimoji="1" lang="en-US" altLang="zh-CN" sz="2400" b="1">
                <a:latin typeface="Times New Roman" panose="02020603050405020304" pitchFamily="18" charset="0"/>
              </a:rPr>
              <a:t>&gt;0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i="1">
                <a:latin typeface="Times New Roman" panose="02020603050405020304" pitchFamily="18" charset="0"/>
              </a:rPr>
              <a:t> </a:t>
            </a:r>
            <a:r>
              <a:rPr kumimoji="1" lang="en-US" altLang="zh-CN" sz="2400" b="1">
                <a:latin typeface="Times New Roman" panose="02020603050405020304" pitchFamily="18" charset="0"/>
              </a:rPr>
              <a:t>&gt;0</a:t>
            </a:r>
            <a:r>
              <a:rPr kumimoji="1" lang="zh-CN" altLang="en-US" sz="2400" b="1">
                <a:latin typeface="Times New Roman" panose="02020603050405020304" pitchFamily="18" charset="0"/>
              </a:rPr>
              <a:t>，电压领先电流，电路呈感性；</a:t>
            </a:r>
          </a:p>
        </p:txBody>
      </p:sp>
      <p:sp>
        <p:nvSpPr>
          <p:cNvPr id="81925" name="Text Box 5"/>
          <p:cNvSpPr txBox="1">
            <a:spLocks noChangeArrowheads="1"/>
          </p:cNvSpPr>
          <p:nvPr/>
        </p:nvSpPr>
        <p:spPr bwMode="auto">
          <a:xfrm>
            <a:off x="685800" y="1870075"/>
            <a:ext cx="78755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&lt;1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X</a:t>
            </a:r>
            <a:r>
              <a:rPr kumimoji="1" lang="en-US" altLang="zh-CN" sz="2400" b="1">
                <a:latin typeface="Times New Roman" panose="02020603050405020304" pitchFamily="18" charset="0"/>
              </a:rPr>
              <a:t>&lt;0</a:t>
            </a:r>
            <a:r>
              <a:rPr kumimoji="1" lang="zh-CN" altLang="en-US" sz="2400" b="1" i="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a:latin typeface="Times New Roman" panose="02020603050405020304" pitchFamily="18" charset="0"/>
              </a:rPr>
              <a:t> &lt;0</a:t>
            </a:r>
            <a:r>
              <a:rPr kumimoji="1" lang="zh-CN" altLang="en-US" sz="2400" b="1">
                <a:latin typeface="Times New Roman" panose="02020603050405020304" pitchFamily="18" charset="0"/>
              </a:rPr>
              <a:t>，电压落后电流，电路呈容性；</a:t>
            </a:r>
          </a:p>
        </p:txBody>
      </p:sp>
      <p:sp>
        <p:nvSpPr>
          <p:cNvPr id="81926" name="Text Box 6"/>
          <p:cNvSpPr txBox="1">
            <a:spLocks noChangeArrowheads="1"/>
          </p:cNvSpPr>
          <p:nvPr/>
        </p:nvSpPr>
        <p:spPr bwMode="auto">
          <a:xfrm>
            <a:off x="762000" y="3086100"/>
            <a:ext cx="59769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FF0000"/>
                </a:solidFill>
                <a:latin typeface="Times New Roman" panose="02020603050405020304" pitchFamily="18" charset="0"/>
              </a:rPr>
              <a:t>画相量图</a:t>
            </a:r>
            <a:r>
              <a:rPr kumimoji="1" lang="zh-CN" altLang="en-US" sz="2400" b="1">
                <a:latin typeface="Times New Roman" panose="02020603050405020304" pitchFamily="18" charset="0"/>
              </a:rPr>
              <a:t>：选电流为参考向量</a:t>
            </a:r>
            <a:r>
              <a:rPr kumimoji="1" lang="en-US" altLang="zh-CN" sz="2400" b="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&gt; 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a:t>
            </a:r>
          </a:p>
        </p:txBody>
      </p:sp>
      <p:grpSp>
        <p:nvGrpSpPr>
          <p:cNvPr id="81927" name="Group 7"/>
          <p:cNvGrpSpPr>
            <a:grpSpLocks/>
          </p:cNvGrpSpPr>
          <p:nvPr/>
        </p:nvGrpSpPr>
        <p:grpSpPr bwMode="auto">
          <a:xfrm>
            <a:off x="1897063" y="3830638"/>
            <a:ext cx="468312" cy="749300"/>
            <a:chOff x="1651" y="2533"/>
            <a:chExt cx="295" cy="472"/>
          </a:xfrm>
        </p:grpSpPr>
        <p:sp>
          <p:nvSpPr>
            <p:cNvPr id="81928" name="Line 8"/>
            <p:cNvSpPr>
              <a:spLocks noChangeShapeType="1"/>
            </p:cNvSpPr>
            <p:nvPr/>
          </p:nvSpPr>
          <p:spPr bwMode="auto">
            <a:xfrm>
              <a:off x="1651" y="2533"/>
              <a:ext cx="0" cy="408"/>
            </a:xfrm>
            <a:prstGeom prst="line">
              <a:avLst/>
            </a:prstGeom>
            <a:noFill/>
            <a:ln w="2857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929" name="Object 9"/>
            <p:cNvGraphicFramePr>
              <a:graphicFrameLocks noChangeAspect="1"/>
            </p:cNvGraphicFramePr>
            <p:nvPr/>
          </p:nvGraphicFramePr>
          <p:xfrm>
            <a:off x="1722" y="2782"/>
            <a:ext cx="224" cy="223"/>
          </p:xfrm>
          <a:graphic>
            <a:graphicData uri="http://schemas.openxmlformats.org/presentationml/2006/ole">
              <mc:AlternateContent xmlns:mc="http://schemas.openxmlformats.org/markup-compatibility/2006">
                <mc:Choice xmlns:v="urn:schemas-microsoft-com:vml" Requires="v">
                  <p:oleObj name="公式" r:id="rId3" imgW="228600" imgH="241200" progId="Equation.3">
                    <p:embed/>
                  </p:oleObj>
                </mc:Choice>
                <mc:Fallback>
                  <p:oleObj name="公式" r:id="rId3" imgW="228600" imgH="241200" progId="Equation.3">
                    <p:embed/>
                    <p:pic>
                      <p:nvPicPr>
                        <p:cNvPr id="8192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2" y="2782"/>
                          <a:ext cx="224"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1930" name="Group 10"/>
          <p:cNvGrpSpPr>
            <a:grpSpLocks/>
          </p:cNvGrpSpPr>
          <p:nvPr/>
        </p:nvGrpSpPr>
        <p:grpSpPr bwMode="auto">
          <a:xfrm>
            <a:off x="509588" y="5276850"/>
            <a:ext cx="2347912" cy="395288"/>
            <a:chOff x="777" y="3444"/>
            <a:chExt cx="1479" cy="249"/>
          </a:xfrm>
        </p:grpSpPr>
        <p:sp>
          <p:nvSpPr>
            <p:cNvPr id="81931" name="Freeform 11"/>
            <p:cNvSpPr>
              <a:spLocks/>
            </p:cNvSpPr>
            <p:nvPr/>
          </p:nvSpPr>
          <p:spPr bwMode="auto">
            <a:xfrm>
              <a:off x="777" y="3444"/>
              <a:ext cx="1479" cy="5"/>
            </a:xfrm>
            <a:custGeom>
              <a:avLst/>
              <a:gdLst>
                <a:gd name="T0" fmla="*/ 0 w 1488"/>
                <a:gd name="T1" fmla="*/ 0 h 6"/>
                <a:gd name="T2" fmla="*/ 1449 w 1488"/>
                <a:gd name="T3" fmla="*/ 3 h 6"/>
                <a:gd name="T4" fmla="*/ 1488 w 1488"/>
                <a:gd name="T5" fmla="*/ 6 h 6"/>
              </a:gdLst>
              <a:ahLst/>
              <a:cxnLst>
                <a:cxn ang="0">
                  <a:pos x="T0" y="T1"/>
                </a:cxn>
                <a:cxn ang="0">
                  <a:pos x="T2" y="T3"/>
                </a:cxn>
                <a:cxn ang="0">
                  <a:pos x="T4" y="T5"/>
                </a:cxn>
              </a:cxnLst>
              <a:rect l="0" t="0" r="r" b="b"/>
              <a:pathLst>
                <a:path w="1488" h="6">
                  <a:moveTo>
                    <a:pt x="0" y="0"/>
                  </a:moveTo>
                  <a:lnTo>
                    <a:pt x="1449" y="3"/>
                  </a:lnTo>
                  <a:lnTo>
                    <a:pt x="1488" y="6"/>
                  </a:lnTo>
                </a:path>
              </a:pathLst>
            </a:custGeom>
            <a:noFill/>
            <a:ln w="28575" cmpd="sng">
              <a:solidFill>
                <a:srgbClr val="6600FF"/>
              </a:solidFill>
              <a:round/>
              <a:headEnd/>
              <a:tailEnd type="stealth"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81932" name="Object 12"/>
            <p:cNvGraphicFramePr>
              <a:graphicFrameLocks noChangeAspect="1"/>
            </p:cNvGraphicFramePr>
            <p:nvPr/>
          </p:nvGraphicFramePr>
          <p:xfrm>
            <a:off x="2128" y="3505"/>
            <a:ext cx="119" cy="188"/>
          </p:xfrm>
          <a:graphic>
            <a:graphicData uri="http://schemas.openxmlformats.org/presentationml/2006/ole">
              <mc:AlternateContent xmlns:mc="http://schemas.openxmlformats.org/markup-compatibility/2006">
                <mc:Choice xmlns:v="urn:schemas-microsoft-com:vml" Requires="v">
                  <p:oleObj name="公式" r:id="rId5" imgW="190440" imgH="317160" progId="Equation.3">
                    <p:embed/>
                  </p:oleObj>
                </mc:Choice>
                <mc:Fallback>
                  <p:oleObj name="公式" r:id="rId5" imgW="190440" imgH="317160" progId="Equation.3">
                    <p:embed/>
                    <p:pic>
                      <p:nvPicPr>
                        <p:cNvPr id="81932"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8" y="3505"/>
                          <a:ext cx="119"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1933" name="Group 13"/>
          <p:cNvGrpSpPr>
            <a:grpSpLocks/>
          </p:cNvGrpSpPr>
          <p:nvPr/>
        </p:nvGrpSpPr>
        <p:grpSpPr bwMode="auto">
          <a:xfrm>
            <a:off x="495300" y="5221288"/>
            <a:ext cx="1403350" cy="468312"/>
            <a:chOff x="312" y="3297"/>
            <a:chExt cx="884" cy="295"/>
          </a:xfrm>
        </p:grpSpPr>
        <p:sp>
          <p:nvSpPr>
            <p:cNvPr id="81934" name="Line 14"/>
            <p:cNvSpPr>
              <a:spLocks noChangeShapeType="1"/>
            </p:cNvSpPr>
            <p:nvPr/>
          </p:nvSpPr>
          <p:spPr bwMode="auto">
            <a:xfrm>
              <a:off x="312" y="3297"/>
              <a:ext cx="859" cy="0"/>
            </a:xfrm>
            <a:prstGeom prst="line">
              <a:avLst/>
            </a:prstGeom>
            <a:noFill/>
            <a:ln w="2857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935" name="Object 15"/>
            <p:cNvGraphicFramePr>
              <a:graphicFrameLocks noChangeAspect="1"/>
            </p:cNvGraphicFramePr>
            <p:nvPr/>
          </p:nvGraphicFramePr>
          <p:xfrm>
            <a:off x="932" y="3342"/>
            <a:ext cx="264" cy="250"/>
          </p:xfrm>
          <a:graphic>
            <a:graphicData uri="http://schemas.openxmlformats.org/presentationml/2006/ole">
              <mc:AlternateContent xmlns:mc="http://schemas.openxmlformats.org/markup-compatibility/2006">
                <mc:Choice xmlns:v="urn:schemas-microsoft-com:vml" Requires="v">
                  <p:oleObj name="公式" r:id="rId7" imgW="228600" imgH="228600" progId="Equation.3">
                    <p:embed/>
                  </p:oleObj>
                </mc:Choice>
                <mc:Fallback>
                  <p:oleObj name="公式" r:id="rId7" imgW="228600" imgH="228600" progId="Equation.3">
                    <p:embed/>
                    <p:pic>
                      <p:nvPicPr>
                        <p:cNvPr id="81935"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2" y="3342"/>
                          <a:ext cx="26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1936" name="Group 16"/>
          <p:cNvGrpSpPr>
            <a:grpSpLocks/>
          </p:cNvGrpSpPr>
          <p:nvPr/>
        </p:nvGrpSpPr>
        <p:grpSpPr bwMode="auto">
          <a:xfrm>
            <a:off x="1392238" y="3709988"/>
            <a:ext cx="449262" cy="1511300"/>
            <a:chOff x="1341" y="2465"/>
            <a:chExt cx="283" cy="952"/>
          </a:xfrm>
        </p:grpSpPr>
        <p:grpSp>
          <p:nvGrpSpPr>
            <p:cNvPr id="81937" name="Group 17"/>
            <p:cNvGrpSpPr>
              <a:grpSpLocks/>
            </p:cNvGrpSpPr>
            <p:nvPr/>
          </p:nvGrpSpPr>
          <p:grpSpPr bwMode="auto">
            <a:xfrm>
              <a:off x="1341" y="2465"/>
              <a:ext cx="283" cy="952"/>
              <a:chOff x="1341" y="2465"/>
              <a:chExt cx="283" cy="952"/>
            </a:xfrm>
          </p:grpSpPr>
          <p:sp>
            <p:nvSpPr>
              <p:cNvPr id="81938" name="Line 18"/>
              <p:cNvSpPr>
                <a:spLocks noChangeShapeType="1"/>
              </p:cNvSpPr>
              <p:nvPr/>
            </p:nvSpPr>
            <p:spPr bwMode="auto">
              <a:xfrm flipV="1">
                <a:off x="1603" y="2510"/>
                <a:ext cx="0" cy="907"/>
              </a:xfrm>
              <a:prstGeom prst="line">
                <a:avLst/>
              </a:prstGeom>
              <a:noFill/>
              <a:ln w="2857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939" name="Object 19"/>
              <p:cNvGraphicFramePr>
                <a:graphicFrameLocks noChangeAspect="1"/>
              </p:cNvGraphicFramePr>
              <p:nvPr/>
            </p:nvGraphicFramePr>
            <p:xfrm>
              <a:off x="1341" y="2465"/>
              <a:ext cx="283" cy="269"/>
            </p:xfrm>
            <a:graphic>
              <a:graphicData uri="http://schemas.openxmlformats.org/presentationml/2006/ole">
                <mc:AlternateContent xmlns:mc="http://schemas.openxmlformats.org/markup-compatibility/2006">
                  <mc:Choice xmlns:v="urn:schemas-microsoft-com:vml" Requires="v">
                    <p:oleObj name="公式" r:id="rId9" imgW="228600" imgH="228600" progId="Equation.3">
                      <p:embed/>
                    </p:oleObj>
                  </mc:Choice>
                  <mc:Fallback>
                    <p:oleObj name="公式" r:id="rId9" imgW="228600" imgH="228600" progId="Equation.3">
                      <p:embed/>
                      <p:pic>
                        <p:nvPicPr>
                          <p:cNvPr id="81939"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41" y="2465"/>
                            <a:ext cx="283"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1940" name="Freeform 20"/>
            <p:cNvSpPr>
              <a:spLocks/>
            </p:cNvSpPr>
            <p:nvPr/>
          </p:nvSpPr>
          <p:spPr bwMode="auto">
            <a:xfrm>
              <a:off x="1484" y="3326"/>
              <a:ext cx="119" cy="91"/>
            </a:xfrm>
            <a:custGeom>
              <a:avLst/>
              <a:gdLst>
                <a:gd name="T0" fmla="*/ 120 w 120"/>
                <a:gd name="T1" fmla="*/ 0 h 96"/>
                <a:gd name="T2" fmla="*/ 0 w 120"/>
                <a:gd name="T3" fmla="*/ 0 h 96"/>
                <a:gd name="T4" fmla="*/ 0 w 120"/>
                <a:gd name="T5" fmla="*/ 96 h 96"/>
              </a:gdLst>
              <a:ahLst/>
              <a:cxnLst>
                <a:cxn ang="0">
                  <a:pos x="T0" y="T1"/>
                </a:cxn>
                <a:cxn ang="0">
                  <a:pos x="T2" y="T3"/>
                </a:cxn>
                <a:cxn ang="0">
                  <a:pos x="T4" y="T5"/>
                </a:cxn>
              </a:cxnLst>
              <a:rect l="0" t="0" r="r" b="b"/>
              <a:pathLst>
                <a:path w="120" h="96">
                  <a:moveTo>
                    <a:pt x="120" y="0"/>
                  </a:moveTo>
                  <a:lnTo>
                    <a:pt x="0" y="0"/>
                  </a:lnTo>
                  <a:lnTo>
                    <a:pt x="0" y="96"/>
                  </a:lnTo>
                </a:path>
              </a:pathLst>
            </a:custGeom>
            <a:noFill/>
            <a:ln w="9525" cap="flat" cmpd="sng">
              <a:solidFill>
                <a:srgbClr val="FF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81941" name="Group 21"/>
          <p:cNvGrpSpPr>
            <a:grpSpLocks/>
          </p:cNvGrpSpPr>
          <p:nvPr/>
        </p:nvGrpSpPr>
        <p:grpSpPr bwMode="auto">
          <a:xfrm>
            <a:off x="495300" y="4370388"/>
            <a:ext cx="1316038" cy="889000"/>
            <a:chOff x="312" y="2753"/>
            <a:chExt cx="829" cy="560"/>
          </a:xfrm>
        </p:grpSpPr>
        <p:sp>
          <p:nvSpPr>
            <p:cNvPr id="81942" name="Freeform 22"/>
            <p:cNvSpPr>
              <a:spLocks/>
            </p:cNvSpPr>
            <p:nvPr/>
          </p:nvSpPr>
          <p:spPr bwMode="auto">
            <a:xfrm>
              <a:off x="312" y="2787"/>
              <a:ext cx="829" cy="510"/>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mpd="sng">
              <a:solidFill>
                <a:srgbClr val="6600FF"/>
              </a:solidFill>
              <a:round/>
              <a:headEnd/>
              <a:tailEnd type="stealth"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943" name="Freeform 23"/>
            <p:cNvSpPr>
              <a:spLocks/>
            </p:cNvSpPr>
            <p:nvPr/>
          </p:nvSpPr>
          <p:spPr bwMode="auto">
            <a:xfrm>
              <a:off x="500" y="3184"/>
              <a:ext cx="27" cy="105"/>
            </a:xfrm>
            <a:custGeom>
              <a:avLst/>
              <a:gdLst>
                <a:gd name="T0" fmla="*/ 0 w 27"/>
                <a:gd name="T1" fmla="*/ 0 h 111"/>
                <a:gd name="T2" fmla="*/ 21 w 27"/>
                <a:gd name="T3" fmla="*/ 57 h 111"/>
                <a:gd name="T4" fmla="*/ 27 w 27"/>
                <a:gd name="T5" fmla="*/ 111 h 111"/>
              </a:gdLst>
              <a:ahLst/>
              <a:cxnLst>
                <a:cxn ang="0">
                  <a:pos x="T0" y="T1"/>
                </a:cxn>
                <a:cxn ang="0">
                  <a:pos x="T2" y="T3"/>
                </a:cxn>
                <a:cxn ang="0">
                  <a:pos x="T4" y="T5"/>
                </a:cxn>
              </a:cxnLst>
              <a:rect l="0" t="0" r="r" b="b"/>
              <a:pathLst>
                <a:path w="27" h="111">
                  <a:moveTo>
                    <a:pt x="0" y="0"/>
                  </a:moveTo>
                  <a:cubicBezTo>
                    <a:pt x="3" y="10"/>
                    <a:pt x="17" y="39"/>
                    <a:pt x="21" y="57"/>
                  </a:cubicBezTo>
                  <a:cubicBezTo>
                    <a:pt x="25" y="75"/>
                    <a:pt x="26" y="100"/>
                    <a:pt x="27" y="111"/>
                  </a:cubicBezTo>
                </a:path>
              </a:pathLst>
            </a:custGeom>
            <a:noFill/>
            <a:ln w="9525" cap="flat" cmpd="sng">
              <a:solidFill>
                <a:srgbClr val="6600FF"/>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81944" name="Group 24"/>
            <p:cNvGrpSpPr>
              <a:grpSpLocks/>
            </p:cNvGrpSpPr>
            <p:nvPr/>
          </p:nvGrpSpPr>
          <p:grpSpPr bwMode="auto">
            <a:xfrm>
              <a:off x="551" y="2753"/>
              <a:ext cx="342" cy="560"/>
              <a:chOff x="1007" y="2873"/>
              <a:chExt cx="342" cy="560"/>
            </a:xfrm>
          </p:grpSpPr>
          <p:graphicFrame>
            <p:nvGraphicFramePr>
              <p:cNvPr id="81945" name="Object 25"/>
              <p:cNvGraphicFramePr>
                <a:graphicFrameLocks noChangeAspect="1"/>
              </p:cNvGraphicFramePr>
              <p:nvPr/>
            </p:nvGraphicFramePr>
            <p:xfrm>
              <a:off x="1150" y="2873"/>
              <a:ext cx="199" cy="234"/>
            </p:xfrm>
            <a:graphic>
              <a:graphicData uri="http://schemas.openxmlformats.org/presentationml/2006/ole">
                <mc:AlternateContent xmlns:mc="http://schemas.openxmlformats.org/markup-compatibility/2006">
                  <mc:Choice xmlns:v="urn:schemas-microsoft-com:vml" Requires="v">
                    <p:oleObj name="公式" r:id="rId11" imgW="164880" imgH="203040" progId="Equation.3">
                      <p:embed/>
                    </p:oleObj>
                  </mc:Choice>
                  <mc:Fallback>
                    <p:oleObj name="公式" r:id="rId11" imgW="164880" imgH="203040" progId="Equation.3">
                      <p:embed/>
                      <p:pic>
                        <p:nvPicPr>
                          <p:cNvPr id="81945"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50" y="2873"/>
                            <a:ext cx="199"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46" name="Text Box 26"/>
              <p:cNvSpPr txBox="1">
                <a:spLocks noChangeArrowheads="1"/>
              </p:cNvSpPr>
              <p:nvPr/>
            </p:nvSpPr>
            <p:spPr bwMode="auto">
              <a:xfrm>
                <a:off x="1007" y="3145"/>
                <a:ext cx="28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solidFill>
                      <a:srgbClr val="6600FF"/>
                    </a:solidFill>
                    <a:latin typeface="Times New Roman" panose="02020603050405020304" pitchFamily="18" charset="0"/>
                    <a:sym typeface="Symbol" panose="05050102010706020507" pitchFamily="18" charset="2"/>
                  </a:rPr>
                  <a:t></a:t>
                </a:r>
                <a:endParaRPr kumimoji="1" lang="en-US" altLang="zh-CN" sz="2400" b="1" i="1">
                  <a:solidFill>
                    <a:srgbClr val="6600FF"/>
                  </a:solidFill>
                  <a:latin typeface="Times New Roman" panose="02020603050405020304" pitchFamily="18" charset="0"/>
                </a:endParaRPr>
              </a:p>
            </p:txBody>
          </p:sp>
        </p:grpSp>
      </p:grpSp>
      <p:graphicFrame>
        <p:nvGraphicFramePr>
          <p:cNvPr id="81947" name="Object 27"/>
          <p:cNvGraphicFramePr>
            <a:graphicFrameLocks noChangeAspect="1"/>
          </p:cNvGraphicFramePr>
          <p:nvPr/>
        </p:nvGraphicFramePr>
        <p:xfrm>
          <a:off x="6473825" y="3768725"/>
          <a:ext cx="2208213" cy="598488"/>
        </p:xfrm>
        <a:graphic>
          <a:graphicData uri="http://schemas.openxmlformats.org/presentationml/2006/ole">
            <mc:AlternateContent xmlns:mc="http://schemas.openxmlformats.org/markup-compatibility/2006">
              <mc:Choice xmlns:v="urn:schemas-microsoft-com:vml" Requires="v">
                <p:oleObj name="公式" r:id="rId13" imgW="1028520" imgH="279360" progId="Equation.3">
                  <p:embed/>
                </p:oleObj>
              </mc:Choice>
              <mc:Fallback>
                <p:oleObj name="公式" r:id="rId13" imgW="1028520" imgH="279360" progId="Equation.3">
                  <p:embed/>
                  <p:pic>
                    <p:nvPicPr>
                      <p:cNvPr id="81947"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73825" y="3768725"/>
                        <a:ext cx="2208213"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48" name="Text Box 28"/>
          <p:cNvSpPr txBox="1">
            <a:spLocks noChangeArrowheads="1"/>
          </p:cNvSpPr>
          <p:nvPr/>
        </p:nvSpPr>
        <p:spPr bwMode="auto">
          <a:xfrm>
            <a:off x="4225925" y="5076825"/>
            <a:ext cx="17176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电压三角形</a:t>
            </a:r>
            <a:endParaRPr kumimoji="1" lang="zh-CN" altLang="en-US" sz="2400" b="1">
              <a:latin typeface="Times New Roman" panose="02020603050405020304" pitchFamily="18" charset="0"/>
            </a:endParaRPr>
          </a:p>
        </p:txBody>
      </p:sp>
      <p:grpSp>
        <p:nvGrpSpPr>
          <p:cNvPr id="81949" name="Group 29"/>
          <p:cNvGrpSpPr>
            <a:grpSpLocks/>
          </p:cNvGrpSpPr>
          <p:nvPr/>
        </p:nvGrpSpPr>
        <p:grpSpPr bwMode="auto">
          <a:xfrm>
            <a:off x="4214813" y="3784600"/>
            <a:ext cx="1778000" cy="1266825"/>
            <a:chOff x="2600" y="2650"/>
            <a:chExt cx="1120" cy="798"/>
          </a:xfrm>
        </p:grpSpPr>
        <p:grpSp>
          <p:nvGrpSpPr>
            <p:cNvPr id="81950" name="Group 30"/>
            <p:cNvGrpSpPr>
              <a:grpSpLocks/>
            </p:cNvGrpSpPr>
            <p:nvPr/>
          </p:nvGrpSpPr>
          <p:grpSpPr bwMode="auto">
            <a:xfrm>
              <a:off x="2600" y="2650"/>
              <a:ext cx="1120" cy="798"/>
              <a:chOff x="1784" y="3290"/>
              <a:chExt cx="1120" cy="798"/>
            </a:xfrm>
          </p:grpSpPr>
          <p:sp>
            <p:nvSpPr>
              <p:cNvPr id="81951" name="Text Box 31"/>
              <p:cNvSpPr txBox="1">
                <a:spLocks noChangeArrowheads="1"/>
              </p:cNvSpPr>
              <p:nvPr/>
            </p:nvSpPr>
            <p:spPr bwMode="auto">
              <a:xfrm>
                <a:off x="2563" y="3446"/>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latin typeface="Times New Roman" panose="02020603050405020304" pitchFamily="18" charset="0"/>
                  </a:rPr>
                  <a:t>U</a:t>
                </a:r>
                <a:r>
                  <a:rPr kumimoji="1" lang="en-US" altLang="zh-CN" sz="2400" b="1" i="1" baseline="-25000">
                    <a:latin typeface="Times New Roman" panose="02020603050405020304" pitchFamily="18" charset="0"/>
                  </a:rPr>
                  <a:t>X</a:t>
                </a:r>
              </a:p>
            </p:txBody>
          </p:sp>
          <p:sp>
            <p:nvSpPr>
              <p:cNvPr id="81952" name="Line 32"/>
              <p:cNvSpPr>
                <a:spLocks noChangeShapeType="1"/>
              </p:cNvSpPr>
              <p:nvPr/>
            </p:nvSpPr>
            <p:spPr bwMode="auto">
              <a:xfrm flipV="1">
                <a:off x="1816" y="3825"/>
                <a:ext cx="803" cy="8"/>
              </a:xfrm>
              <a:prstGeom prst="line">
                <a:avLst/>
              </a:prstGeom>
              <a:noFill/>
              <a:ln w="28575">
                <a:solidFill>
                  <a:srgbClr val="FF0000"/>
                </a:solidFill>
                <a:round/>
                <a:headEn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953" name="Object 33"/>
              <p:cNvGraphicFramePr>
                <a:graphicFrameLocks noChangeAspect="1"/>
              </p:cNvGraphicFramePr>
              <p:nvPr/>
            </p:nvGraphicFramePr>
            <p:xfrm>
              <a:off x="2108" y="3854"/>
              <a:ext cx="264" cy="234"/>
            </p:xfrm>
            <a:graphic>
              <a:graphicData uri="http://schemas.openxmlformats.org/presentationml/2006/ole">
                <mc:AlternateContent xmlns:mc="http://schemas.openxmlformats.org/markup-compatibility/2006">
                  <mc:Choice xmlns:v="urn:schemas-microsoft-com:vml" Requires="v">
                    <p:oleObj name="公式" r:id="rId15" imgW="228600" imgH="215640" progId="Equation.3">
                      <p:embed/>
                    </p:oleObj>
                  </mc:Choice>
                  <mc:Fallback>
                    <p:oleObj name="公式" r:id="rId15" imgW="228600" imgH="215640" progId="Equation.3">
                      <p:embed/>
                      <p:pic>
                        <p:nvPicPr>
                          <p:cNvPr id="81953" name="Object 3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08" y="3854"/>
                            <a:ext cx="264"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54" name="Freeform 34"/>
              <p:cNvSpPr>
                <a:spLocks/>
              </p:cNvSpPr>
              <p:nvPr/>
            </p:nvSpPr>
            <p:spPr bwMode="auto">
              <a:xfrm>
                <a:off x="1784" y="3331"/>
                <a:ext cx="829" cy="510"/>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ap="flat" cmpd="sng">
                <a:solidFill>
                  <a:srgbClr val="FF0000"/>
                </a:solidFill>
                <a:prstDash val="solid"/>
                <a:round/>
                <a:headEnd type="none" w="med" len="med"/>
                <a:tailEnd type="non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955" name="Line 35"/>
              <p:cNvSpPr>
                <a:spLocks noChangeShapeType="1"/>
              </p:cNvSpPr>
              <p:nvPr/>
            </p:nvSpPr>
            <p:spPr bwMode="auto">
              <a:xfrm>
                <a:off x="2608" y="3336"/>
                <a:ext cx="0" cy="49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956" name="Text Box 36"/>
              <p:cNvSpPr txBox="1">
                <a:spLocks noChangeArrowheads="1"/>
              </p:cNvSpPr>
              <p:nvPr/>
            </p:nvSpPr>
            <p:spPr bwMode="auto">
              <a:xfrm>
                <a:off x="2078" y="3290"/>
                <a:ext cx="2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endParaRPr kumimoji="1" lang="en-US" altLang="zh-CN" sz="2400" b="1">
                  <a:latin typeface="Times New Roman" panose="02020603050405020304" pitchFamily="18" charset="0"/>
                </a:endParaRPr>
              </a:p>
            </p:txBody>
          </p:sp>
        </p:grpSp>
        <p:sp>
          <p:nvSpPr>
            <p:cNvPr id="81957" name="Text Box 37"/>
            <p:cNvSpPr txBox="1">
              <a:spLocks noChangeArrowheads="1"/>
            </p:cNvSpPr>
            <p:nvPr/>
          </p:nvSpPr>
          <p:spPr bwMode="auto">
            <a:xfrm>
              <a:off x="2838" y="2942"/>
              <a:ext cx="2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6600FF"/>
                  </a:solidFill>
                  <a:latin typeface="Times New Roman" panose="02020603050405020304" pitchFamily="18" charset="0"/>
                  <a:sym typeface="Symbol" panose="05050102010706020507" pitchFamily="18" charset="2"/>
                </a:rPr>
                <a:t></a:t>
              </a:r>
            </a:p>
          </p:txBody>
        </p:sp>
        <p:sp>
          <p:nvSpPr>
            <p:cNvPr id="81958" name="Arc 38"/>
            <p:cNvSpPr>
              <a:spLocks/>
            </p:cNvSpPr>
            <p:nvPr/>
          </p:nvSpPr>
          <p:spPr bwMode="auto">
            <a:xfrm>
              <a:off x="2784" y="3088"/>
              <a:ext cx="47" cy="9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66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81959" name="Text Box 39"/>
          <p:cNvSpPr txBox="1">
            <a:spLocks noChangeArrowheads="1"/>
          </p:cNvSpPr>
          <p:nvPr/>
        </p:nvSpPr>
        <p:spPr bwMode="auto">
          <a:xfrm>
            <a:off x="771525" y="2422525"/>
            <a:ext cx="84883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X</a:t>
            </a:r>
            <a:r>
              <a:rPr kumimoji="1" lang="en-US" altLang="zh-CN" sz="2400" b="1">
                <a:latin typeface="Times New Roman" panose="02020603050405020304" pitchFamily="18" charset="0"/>
              </a:rPr>
              <a: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a:latin typeface="Times New Roman" panose="02020603050405020304" pitchFamily="18" charset="0"/>
              </a:rPr>
              <a:t> =0</a:t>
            </a:r>
            <a:r>
              <a:rPr kumimoji="1" lang="zh-CN" altLang="en-US" sz="2400" b="1">
                <a:latin typeface="Times New Roman" panose="02020603050405020304" pitchFamily="18" charset="0"/>
              </a:rPr>
              <a:t>，电压与电流同相，电路呈电阻性。</a:t>
            </a:r>
          </a:p>
        </p:txBody>
      </p:sp>
      <p:grpSp>
        <p:nvGrpSpPr>
          <p:cNvPr id="81960" name="Group 40"/>
          <p:cNvGrpSpPr>
            <a:grpSpLocks/>
          </p:cNvGrpSpPr>
          <p:nvPr/>
        </p:nvGrpSpPr>
        <p:grpSpPr bwMode="auto">
          <a:xfrm>
            <a:off x="6657975" y="4749800"/>
            <a:ext cx="1905000" cy="1638300"/>
            <a:chOff x="3504" y="2544"/>
            <a:chExt cx="1457" cy="1398"/>
          </a:xfrm>
        </p:grpSpPr>
        <p:sp>
          <p:nvSpPr>
            <p:cNvPr id="81961" name="Line 41"/>
            <p:cNvSpPr>
              <a:spLocks noChangeShapeType="1"/>
            </p:cNvSpPr>
            <p:nvPr/>
          </p:nvSpPr>
          <p:spPr bwMode="auto">
            <a:xfrm>
              <a:off x="3504" y="3312"/>
              <a:ext cx="10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2" name="Line 42"/>
            <p:cNvSpPr>
              <a:spLocks noChangeShapeType="1"/>
            </p:cNvSpPr>
            <p:nvPr/>
          </p:nvSpPr>
          <p:spPr bwMode="auto">
            <a:xfrm flipV="1">
              <a:off x="4560" y="2544"/>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3" name="Line 43"/>
            <p:cNvSpPr>
              <a:spLocks noChangeShapeType="1"/>
            </p:cNvSpPr>
            <p:nvPr/>
          </p:nvSpPr>
          <p:spPr bwMode="auto">
            <a:xfrm flipH="1">
              <a:off x="3504" y="2544"/>
              <a:ext cx="1056"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4" name="Freeform 44"/>
            <p:cNvSpPr>
              <a:spLocks/>
            </p:cNvSpPr>
            <p:nvPr/>
          </p:nvSpPr>
          <p:spPr bwMode="auto">
            <a:xfrm>
              <a:off x="3648" y="3204"/>
              <a:ext cx="60" cy="108"/>
            </a:xfrm>
            <a:custGeom>
              <a:avLst/>
              <a:gdLst>
                <a:gd name="T0" fmla="*/ 0 w 60"/>
                <a:gd name="T1" fmla="*/ 0 h 108"/>
                <a:gd name="T2" fmla="*/ 60 w 60"/>
                <a:gd name="T3" fmla="*/ 108 h 108"/>
              </a:gdLst>
              <a:ahLst/>
              <a:cxnLst>
                <a:cxn ang="0">
                  <a:pos x="T0" y="T1"/>
                </a:cxn>
                <a:cxn ang="0">
                  <a:pos x="T2" y="T3"/>
                </a:cxn>
              </a:cxnLst>
              <a:rect l="0" t="0" r="r" b="b"/>
              <a:pathLst>
                <a:path w="60" h="108">
                  <a:moveTo>
                    <a:pt x="0" y="0"/>
                  </a:moveTo>
                  <a:cubicBezTo>
                    <a:pt x="41" y="27"/>
                    <a:pt x="60" y="55"/>
                    <a:pt x="60" y="108"/>
                  </a:cubicBezTo>
                </a:path>
              </a:pathLst>
            </a:cu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81965" name="Text Box 45"/>
            <p:cNvSpPr txBox="1">
              <a:spLocks noChangeArrowheads="1"/>
            </p:cNvSpPr>
            <p:nvPr/>
          </p:nvSpPr>
          <p:spPr bwMode="auto">
            <a:xfrm>
              <a:off x="3744" y="2640"/>
              <a:ext cx="385"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|Z|</a:t>
              </a:r>
            </a:p>
          </p:txBody>
        </p:sp>
        <p:sp>
          <p:nvSpPr>
            <p:cNvPr id="81966" name="Text Box 46"/>
            <p:cNvSpPr txBox="1">
              <a:spLocks noChangeArrowheads="1"/>
            </p:cNvSpPr>
            <p:nvPr/>
          </p:nvSpPr>
          <p:spPr bwMode="auto">
            <a:xfrm>
              <a:off x="3984" y="3312"/>
              <a:ext cx="296"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81967" name="Text Box 47"/>
            <p:cNvSpPr txBox="1">
              <a:spLocks noChangeArrowheads="1"/>
            </p:cNvSpPr>
            <p:nvPr/>
          </p:nvSpPr>
          <p:spPr bwMode="auto">
            <a:xfrm>
              <a:off x="4608" y="2833"/>
              <a:ext cx="296"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X</a:t>
              </a:r>
            </a:p>
          </p:txBody>
        </p:sp>
        <p:sp>
          <p:nvSpPr>
            <p:cNvPr id="81968" name="Text Box 48"/>
            <p:cNvSpPr txBox="1">
              <a:spLocks noChangeArrowheads="1"/>
            </p:cNvSpPr>
            <p:nvPr/>
          </p:nvSpPr>
          <p:spPr bwMode="auto">
            <a:xfrm>
              <a:off x="3696" y="3024"/>
              <a:ext cx="282"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j</a:t>
              </a:r>
              <a:endParaRPr kumimoji="1" lang="en-US" altLang="zh-CN" sz="2400" b="1" i="1">
                <a:latin typeface="Times New Roman" panose="02020603050405020304" pitchFamily="18" charset="0"/>
              </a:endParaRPr>
            </a:p>
          </p:txBody>
        </p:sp>
        <p:sp>
          <p:nvSpPr>
            <p:cNvPr id="81969" name="Text Box 49"/>
            <p:cNvSpPr txBox="1">
              <a:spLocks noChangeArrowheads="1"/>
            </p:cNvSpPr>
            <p:nvPr/>
          </p:nvSpPr>
          <p:spPr bwMode="auto">
            <a:xfrm>
              <a:off x="3649" y="3552"/>
              <a:ext cx="1312"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阻抗三角形</a:t>
              </a:r>
            </a:p>
          </p:txBody>
        </p:sp>
        <p:sp>
          <p:nvSpPr>
            <p:cNvPr id="81970" name="Freeform 50"/>
            <p:cNvSpPr>
              <a:spLocks/>
            </p:cNvSpPr>
            <p:nvPr/>
          </p:nvSpPr>
          <p:spPr bwMode="auto">
            <a:xfrm>
              <a:off x="4416" y="3168"/>
              <a:ext cx="144" cy="144"/>
            </a:xfrm>
            <a:custGeom>
              <a:avLst/>
              <a:gdLst>
                <a:gd name="T0" fmla="*/ 96 w 96"/>
                <a:gd name="T1" fmla="*/ 0 h 144"/>
                <a:gd name="T2" fmla="*/ 0 w 96"/>
                <a:gd name="T3" fmla="*/ 0 h 144"/>
                <a:gd name="T4" fmla="*/ 0 w 96"/>
                <a:gd name="T5" fmla="*/ 144 h 144"/>
              </a:gdLst>
              <a:ahLst/>
              <a:cxnLst>
                <a:cxn ang="0">
                  <a:pos x="T0" y="T1"/>
                </a:cxn>
                <a:cxn ang="0">
                  <a:pos x="T2" y="T3"/>
                </a:cxn>
                <a:cxn ang="0">
                  <a:pos x="T4" y="T5"/>
                </a:cxn>
              </a:cxnLst>
              <a:rect l="0" t="0" r="r" b="b"/>
              <a:pathLst>
                <a:path w="96" h="144">
                  <a:moveTo>
                    <a:pt x="96" y="0"/>
                  </a:moveTo>
                  <a:lnTo>
                    <a:pt x="0" y="0"/>
                  </a:lnTo>
                  <a:lnTo>
                    <a:pt x="0" y="144"/>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7021999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23"/>
                                        </p:tgtEl>
                                        <p:attrNameLst>
                                          <p:attrName>style.visibility</p:attrName>
                                        </p:attrNameLst>
                                      </p:cBhvr>
                                      <p:to>
                                        <p:strVal val="visible"/>
                                      </p:to>
                                    </p:set>
                                    <p:anim calcmode="lin" valueType="num">
                                      <p:cBhvr additive="base">
                                        <p:cTn id="7" dur="500" fill="hold"/>
                                        <p:tgtEl>
                                          <p:spTgt spid="81923"/>
                                        </p:tgtEl>
                                        <p:attrNameLst>
                                          <p:attrName>ppt_x</p:attrName>
                                        </p:attrNameLst>
                                      </p:cBhvr>
                                      <p:tavLst>
                                        <p:tav tm="0">
                                          <p:val>
                                            <p:strVal val="0-#ppt_w/2"/>
                                          </p:val>
                                        </p:tav>
                                        <p:tav tm="100000">
                                          <p:val>
                                            <p:strVal val="#ppt_x"/>
                                          </p:val>
                                        </p:tav>
                                      </p:tavLst>
                                    </p:anim>
                                    <p:anim calcmode="lin" valueType="num">
                                      <p:cBhvr additive="base">
                                        <p:cTn id="8" dur="500" fill="hold"/>
                                        <p:tgtEl>
                                          <p:spTgt spid="8192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81924"/>
                                        </p:tgtEl>
                                        <p:attrNameLst>
                                          <p:attrName>style.visibility</p:attrName>
                                        </p:attrNameLst>
                                      </p:cBhvr>
                                      <p:to>
                                        <p:strVal val="visible"/>
                                      </p:to>
                                    </p:set>
                                    <p:animEffect transition="in" filter="slide(fromTop)">
                                      <p:cBhvr>
                                        <p:cTn id="13" dur="500"/>
                                        <p:tgtEl>
                                          <p:spTgt spid="8192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81925"/>
                                        </p:tgtEl>
                                        <p:attrNameLst>
                                          <p:attrName>style.visibility</p:attrName>
                                        </p:attrNameLst>
                                      </p:cBhvr>
                                      <p:to>
                                        <p:strVal val="visible"/>
                                      </p:to>
                                    </p:set>
                                    <p:animEffect transition="in" filter="slide(fromTop)">
                                      <p:cBhvr>
                                        <p:cTn id="18" dur="500"/>
                                        <p:tgtEl>
                                          <p:spTgt spid="8192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1959">
                                            <p:txEl>
                                              <p:pRg st="0" end="0"/>
                                            </p:txEl>
                                          </p:spTgt>
                                        </p:tgtEl>
                                        <p:attrNameLst>
                                          <p:attrName>style.visibility</p:attrName>
                                        </p:attrNameLst>
                                      </p:cBhvr>
                                      <p:to>
                                        <p:strVal val="visible"/>
                                      </p:to>
                                    </p:set>
                                    <p:animEffect transition="in" filter="wipe(left)">
                                      <p:cBhvr>
                                        <p:cTn id="23" dur="500"/>
                                        <p:tgtEl>
                                          <p:spTgt spid="81959">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81926"/>
                                        </p:tgtEl>
                                        <p:attrNameLst>
                                          <p:attrName>style.visibility</p:attrName>
                                        </p:attrNameLst>
                                      </p:cBhvr>
                                      <p:to>
                                        <p:strVal val="visible"/>
                                      </p:to>
                                    </p:set>
                                    <p:anim calcmode="lin" valueType="num">
                                      <p:cBhvr additive="base">
                                        <p:cTn id="28" dur="500" fill="hold"/>
                                        <p:tgtEl>
                                          <p:spTgt spid="81926"/>
                                        </p:tgtEl>
                                        <p:attrNameLst>
                                          <p:attrName>ppt_x</p:attrName>
                                        </p:attrNameLst>
                                      </p:cBhvr>
                                      <p:tavLst>
                                        <p:tav tm="0">
                                          <p:val>
                                            <p:strVal val="0-#ppt_w/2"/>
                                          </p:val>
                                        </p:tav>
                                        <p:tav tm="100000">
                                          <p:val>
                                            <p:strVal val="#ppt_x"/>
                                          </p:val>
                                        </p:tav>
                                      </p:tavLst>
                                    </p:anim>
                                    <p:anim calcmode="lin" valueType="num">
                                      <p:cBhvr additive="base">
                                        <p:cTn id="29" dur="500" fill="hold"/>
                                        <p:tgtEl>
                                          <p:spTgt spid="81926"/>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81930"/>
                                        </p:tgtEl>
                                        <p:attrNameLst>
                                          <p:attrName>style.visibility</p:attrName>
                                        </p:attrNameLst>
                                      </p:cBhvr>
                                      <p:to>
                                        <p:strVal val="visible"/>
                                      </p:to>
                                    </p:set>
                                    <p:animEffect transition="in" filter="wipe(left)">
                                      <p:cBhvr>
                                        <p:cTn id="34" dur="500"/>
                                        <p:tgtEl>
                                          <p:spTgt spid="8193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81933"/>
                                        </p:tgtEl>
                                        <p:attrNameLst>
                                          <p:attrName>style.visibility</p:attrName>
                                        </p:attrNameLst>
                                      </p:cBhvr>
                                      <p:to>
                                        <p:strVal val="visible"/>
                                      </p:to>
                                    </p:set>
                                    <p:animEffect transition="in" filter="wipe(left)">
                                      <p:cBhvr>
                                        <p:cTn id="39" dur="500"/>
                                        <p:tgtEl>
                                          <p:spTgt spid="8193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81936"/>
                                        </p:tgtEl>
                                        <p:attrNameLst>
                                          <p:attrName>style.visibility</p:attrName>
                                        </p:attrNameLst>
                                      </p:cBhvr>
                                      <p:to>
                                        <p:strVal val="visible"/>
                                      </p:to>
                                    </p:set>
                                    <p:animEffect transition="in" filter="dissolve">
                                      <p:cBhvr>
                                        <p:cTn id="44" dur="500"/>
                                        <p:tgtEl>
                                          <p:spTgt spid="8193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81927"/>
                                        </p:tgtEl>
                                        <p:attrNameLst>
                                          <p:attrName>style.visibility</p:attrName>
                                        </p:attrNameLst>
                                      </p:cBhvr>
                                      <p:to>
                                        <p:strVal val="visible"/>
                                      </p:to>
                                    </p:set>
                                    <p:animEffect transition="in" filter="dissolve">
                                      <p:cBhvr>
                                        <p:cTn id="49" dur="500"/>
                                        <p:tgtEl>
                                          <p:spTgt spid="8192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81941"/>
                                        </p:tgtEl>
                                        <p:attrNameLst>
                                          <p:attrName>style.visibility</p:attrName>
                                        </p:attrNameLst>
                                      </p:cBhvr>
                                      <p:to>
                                        <p:strVal val="visible"/>
                                      </p:to>
                                    </p:set>
                                    <p:animEffect transition="in" filter="wipe(left)">
                                      <p:cBhvr>
                                        <p:cTn id="54" dur="500"/>
                                        <p:tgtEl>
                                          <p:spTgt spid="8194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81949"/>
                                        </p:tgtEl>
                                        <p:attrNameLst>
                                          <p:attrName>style.visibility</p:attrName>
                                        </p:attrNameLst>
                                      </p:cBhvr>
                                      <p:to>
                                        <p:strVal val="visible"/>
                                      </p:to>
                                    </p:set>
                                    <p:animEffect transition="in" filter="wipe(left)">
                                      <p:cBhvr>
                                        <p:cTn id="59" dur="500"/>
                                        <p:tgtEl>
                                          <p:spTgt spid="8194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81948">
                                            <p:txEl>
                                              <p:pRg st="0" end="0"/>
                                            </p:txEl>
                                          </p:spTgt>
                                        </p:tgtEl>
                                        <p:attrNameLst>
                                          <p:attrName>style.visibility</p:attrName>
                                        </p:attrNameLst>
                                      </p:cBhvr>
                                      <p:to>
                                        <p:strVal val="visible"/>
                                      </p:to>
                                    </p:set>
                                    <p:animEffect transition="in" filter="wipe(left)">
                                      <p:cBhvr>
                                        <p:cTn id="64" dur="500"/>
                                        <p:tgtEl>
                                          <p:spTgt spid="81948">
                                            <p:txEl>
                                              <p:pRg st="0" end="0"/>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4" fill="hold" nodeType="clickEffect">
                                  <p:stCondLst>
                                    <p:cond delay="0"/>
                                  </p:stCondLst>
                                  <p:childTnLst>
                                    <p:set>
                                      <p:cBhvr>
                                        <p:cTn id="68" dur="1" fill="hold">
                                          <p:stCondLst>
                                            <p:cond delay="0"/>
                                          </p:stCondLst>
                                        </p:cTn>
                                        <p:tgtEl>
                                          <p:spTgt spid="81947"/>
                                        </p:tgtEl>
                                        <p:attrNameLst>
                                          <p:attrName>style.visibility</p:attrName>
                                        </p:attrNameLst>
                                      </p:cBhvr>
                                      <p:to>
                                        <p:strVal val="visible"/>
                                      </p:to>
                                    </p:set>
                                    <p:anim calcmode="lin" valueType="num">
                                      <p:cBhvr additive="base">
                                        <p:cTn id="69" dur="500" fill="hold"/>
                                        <p:tgtEl>
                                          <p:spTgt spid="81947"/>
                                        </p:tgtEl>
                                        <p:attrNameLst>
                                          <p:attrName>ppt_x</p:attrName>
                                        </p:attrNameLst>
                                      </p:cBhvr>
                                      <p:tavLst>
                                        <p:tav tm="0">
                                          <p:val>
                                            <p:strVal val="#ppt_x"/>
                                          </p:val>
                                        </p:tav>
                                        <p:tav tm="100000">
                                          <p:val>
                                            <p:strVal val="#ppt_x"/>
                                          </p:val>
                                        </p:tav>
                                      </p:tavLst>
                                    </p:anim>
                                    <p:anim calcmode="lin" valueType="num">
                                      <p:cBhvr additive="base">
                                        <p:cTn id="70" dur="500" fill="hold"/>
                                        <p:tgtEl>
                                          <p:spTgt spid="81947"/>
                                        </p:tgtEl>
                                        <p:attrNameLst>
                                          <p:attrName>ppt_y</p:attrName>
                                        </p:attrNameLst>
                                      </p:cBhvr>
                                      <p:tavLst>
                                        <p:tav tm="0">
                                          <p:val>
                                            <p:strVal val="1+#ppt_h/2"/>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2" fill="hold" nodeType="clickEffect">
                                  <p:stCondLst>
                                    <p:cond delay="0"/>
                                  </p:stCondLst>
                                  <p:childTnLst>
                                    <p:set>
                                      <p:cBhvr>
                                        <p:cTn id="74" dur="1" fill="hold">
                                          <p:stCondLst>
                                            <p:cond delay="0"/>
                                          </p:stCondLst>
                                        </p:cTn>
                                        <p:tgtEl>
                                          <p:spTgt spid="81960"/>
                                        </p:tgtEl>
                                        <p:attrNameLst>
                                          <p:attrName>style.visibility</p:attrName>
                                        </p:attrNameLst>
                                      </p:cBhvr>
                                      <p:to>
                                        <p:strVal val="visible"/>
                                      </p:to>
                                    </p:set>
                                    <p:anim calcmode="lin" valueType="num">
                                      <p:cBhvr additive="base">
                                        <p:cTn id="75" dur="500" fill="hold"/>
                                        <p:tgtEl>
                                          <p:spTgt spid="81960"/>
                                        </p:tgtEl>
                                        <p:attrNameLst>
                                          <p:attrName>ppt_x</p:attrName>
                                        </p:attrNameLst>
                                      </p:cBhvr>
                                      <p:tavLst>
                                        <p:tav tm="0">
                                          <p:val>
                                            <p:strVal val="1+#ppt_w/2"/>
                                          </p:val>
                                        </p:tav>
                                        <p:tav tm="100000">
                                          <p:val>
                                            <p:strVal val="#ppt_x"/>
                                          </p:val>
                                        </p:tav>
                                      </p:tavLst>
                                    </p:anim>
                                    <p:anim calcmode="lin" valueType="num">
                                      <p:cBhvr additive="base">
                                        <p:cTn id="76" dur="500" fill="hold"/>
                                        <p:tgtEl>
                                          <p:spTgt spid="819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autoUpdateAnimBg="0"/>
      <p:bldP spid="81924" grpId="0" autoUpdateAnimBg="0"/>
      <p:bldP spid="81925" grpId="0" autoUpdateAnimBg="0"/>
      <p:bldP spid="81926" grpId="0" autoUpdateAnimBg="0"/>
      <p:bldP spid="81948" grpId="0" build="p" autoUpdateAnimBg="0"/>
      <p:bldP spid="81959" grpId="0" build="p"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Text Box 3"/>
          <p:cNvSpPr txBox="1">
            <a:spLocks noChangeArrowheads="1"/>
          </p:cNvSpPr>
          <p:nvPr/>
        </p:nvSpPr>
        <p:spPr bwMode="auto">
          <a:xfrm>
            <a:off x="314325" y="307975"/>
            <a:ext cx="32670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rPr>
              <a:t>2. </a:t>
            </a:r>
            <a:r>
              <a:rPr kumimoji="1" lang="zh-CN" altLang="en-US" sz="2400" b="1">
                <a:solidFill>
                  <a:srgbClr val="FF0000"/>
                </a:solidFill>
                <a:latin typeface="Times New Roman" panose="02020603050405020304" pitchFamily="18" charset="0"/>
              </a:rPr>
              <a:t>复导纳</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Times New Roman" panose="02020603050405020304" pitchFamily="18" charset="0"/>
              </a:rPr>
              <a:t>admittance</a:t>
            </a:r>
            <a:r>
              <a:rPr kumimoji="1" lang="en-US" altLang="zh-CN" sz="2400" b="1">
                <a:solidFill>
                  <a:srgbClr val="FF0000"/>
                </a:solidFill>
                <a:latin typeface="Times New Roman" panose="02020603050405020304" pitchFamily="18" charset="0"/>
              </a:rPr>
              <a:t>)</a:t>
            </a:r>
            <a:endParaRPr kumimoji="1" lang="en-US" altLang="zh-CN" sz="2400" b="1">
              <a:latin typeface="Times New Roman" panose="02020603050405020304" pitchFamily="18" charset="0"/>
            </a:endParaRPr>
          </a:p>
        </p:txBody>
      </p:sp>
      <p:grpSp>
        <p:nvGrpSpPr>
          <p:cNvPr id="88107" name="Group 43"/>
          <p:cNvGrpSpPr>
            <a:grpSpLocks/>
          </p:cNvGrpSpPr>
          <p:nvPr/>
        </p:nvGrpSpPr>
        <p:grpSpPr bwMode="auto">
          <a:xfrm>
            <a:off x="4897438" y="3530600"/>
            <a:ext cx="2076450" cy="752475"/>
            <a:chOff x="2989" y="2360"/>
            <a:chExt cx="1308" cy="474"/>
          </a:xfrm>
        </p:grpSpPr>
        <p:grpSp>
          <p:nvGrpSpPr>
            <p:cNvPr id="88108" name="Group 44"/>
            <p:cNvGrpSpPr>
              <a:grpSpLocks/>
            </p:cNvGrpSpPr>
            <p:nvPr/>
          </p:nvGrpSpPr>
          <p:grpSpPr bwMode="auto">
            <a:xfrm>
              <a:off x="2989" y="2368"/>
              <a:ext cx="524" cy="466"/>
              <a:chOff x="2989" y="2368"/>
              <a:chExt cx="524" cy="466"/>
            </a:xfrm>
          </p:grpSpPr>
          <p:sp>
            <p:nvSpPr>
              <p:cNvPr id="88109" name="Rectangle 45"/>
              <p:cNvSpPr>
                <a:spLocks noChangeArrowheads="1"/>
              </p:cNvSpPr>
              <p:nvPr/>
            </p:nvSpPr>
            <p:spPr bwMode="auto">
              <a:xfrm>
                <a:off x="3344" y="2368"/>
                <a:ext cx="160" cy="192"/>
              </a:xfrm>
              <a:prstGeom prst="rect">
                <a:avLst/>
              </a:prstGeom>
              <a:solidFill>
                <a:srgbClr val="FFFFCC"/>
              </a:solidFill>
              <a:ln>
                <a:noFill/>
              </a:ln>
              <a:effectLst/>
              <a:extLs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10" name="Text Box 46"/>
              <p:cNvSpPr txBox="1">
                <a:spLocks noChangeArrowheads="1"/>
              </p:cNvSpPr>
              <p:nvPr/>
            </p:nvSpPr>
            <p:spPr bwMode="auto">
              <a:xfrm>
                <a:off x="2989" y="2546"/>
                <a:ext cx="524" cy="288"/>
              </a:xfrm>
              <a:prstGeom prst="rect">
                <a:avLst/>
              </a:prstGeom>
              <a:solidFill>
                <a:srgbClr val="FFFFCC"/>
              </a:solidFill>
              <a:ln>
                <a:noFill/>
              </a:ln>
              <a:effectLst/>
              <a:extLs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solidFill>
                      <a:srgbClr val="6600FF"/>
                    </a:solidFill>
                    <a:latin typeface="Times New Roman" panose="02020603050405020304" pitchFamily="18" charset="0"/>
                  </a:rPr>
                  <a:t>电导</a:t>
                </a:r>
              </a:p>
            </p:txBody>
          </p:sp>
        </p:grpSp>
        <p:sp>
          <p:nvSpPr>
            <p:cNvPr id="88111" name="Text Box 47"/>
            <p:cNvSpPr txBox="1">
              <a:spLocks noChangeArrowheads="1"/>
            </p:cNvSpPr>
            <p:nvPr/>
          </p:nvSpPr>
          <p:spPr bwMode="auto">
            <a:xfrm>
              <a:off x="3773" y="2546"/>
              <a:ext cx="524" cy="288"/>
            </a:xfrm>
            <a:prstGeom prst="rect">
              <a:avLst/>
            </a:prstGeom>
            <a:solidFill>
              <a:srgbClr val="FFFFCC"/>
            </a:solidFill>
            <a:ln>
              <a:noFill/>
            </a:ln>
            <a:effectLst/>
            <a:extLs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solidFill>
                    <a:srgbClr val="6600FF"/>
                  </a:solidFill>
                  <a:latin typeface="Times New Roman" panose="02020603050405020304" pitchFamily="18" charset="0"/>
                </a:rPr>
                <a:t>电纳</a:t>
              </a:r>
            </a:p>
          </p:txBody>
        </p:sp>
        <p:sp>
          <p:nvSpPr>
            <p:cNvPr id="88112" name="Rectangle 48"/>
            <p:cNvSpPr>
              <a:spLocks noChangeArrowheads="1"/>
            </p:cNvSpPr>
            <p:nvPr/>
          </p:nvSpPr>
          <p:spPr bwMode="auto">
            <a:xfrm>
              <a:off x="3752" y="2360"/>
              <a:ext cx="160" cy="192"/>
            </a:xfrm>
            <a:prstGeom prst="rect">
              <a:avLst/>
            </a:prstGeom>
            <a:solidFill>
              <a:srgbClr val="FFFFCC"/>
            </a:solidFill>
            <a:ln>
              <a:noFill/>
            </a:ln>
            <a:effectLst/>
            <a:extLs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88113" name="Group 49"/>
          <p:cNvGrpSpPr>
            <a:grpSpLocks/>
          </p:cNvGrpSpPr>
          <p:nvPr/>
        </p:nvGrpSpPr>
        <p:grpSpPr bwMode="auto">
          <a:xfrm>
            <a:off x="755650" y="657225"/>
            <a:ext cx="3252788" cy="2209800"/>
            <a:chOff x="3264" y="624"/>
            <a:chExt cx="2049" cy="1392"/>
          </a:xfrm>
        </p:grpSpPr>
        <p:graphicFrame>
          <p:nvGraphicFramePr>
            <p:cNvPr id="88114" name="Object 50"/>
            <p:cNvGraphicFramePr>
              <a:graphicFrameLocks noChangeAspect="1"/>
            </p:cNvGraphicFramePr>
            <p:nvPr/>
          </p:nvGraphicFramePr>
          <p:xfrm>
            <a:off x="3497" y="624"/>
            <a:ext cx="151" cy="319"/>
          </p:xfrm>
          <a:graphic>
            <a:graphicData uri="http://schemas.openxmlformats.org/presentationml/2006/ole">
              <mc:AlternateContent xmlns:mc="http://schemas.openxmlformats.org/markup-compatibility/2006">
                <mc:Choice xmlns:v="urn:schemas-microsoft-com:vml" Requires="v">
                  <p:oleObj name="公式" r:id="rId3" imgW="126720" imgH="266400" progId="Equation.3">
                    <p:embed/>
                  </p:oleObj>
                </mc:Choice>
                <mc:Fallback>
                  <p:oleObj name="公式" r:id="rId3" imgW="126720" imgH="266400" progId="Equation.3">
                    <p:embed/>
                    <p:pic>
                      <p:nvPicPr>
                        <p:cNvPr id="88114"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7" y="624"/>
                          <a:ext cx="151"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15" name="Text Box 51"/>
            <p:cNvSpPr txBox="1">
              <a:spLocks noChangeArrowheads="1"/>
            </p:cNvSpPr>
            <p:nvPr/>
          </p:nvSpPr>
          <p:spPr bwMode="auto">
            <a:xfrm>
              <a:off x="3936" y="1392"/>
              <a:ext cx="57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rPr>
                <a:t>L</a:t>
              </a:r>
            </a:p>
          </p:txBody>
        </p:sp>
        <p:graphicFrame>
          <p:nvGraphicFramePr>
            <p:cNvPr id="88116" name="Object 52"/>
            <p:cNvGraphicFramePr>
              <a:graphicFrameLocks noChangeAspect="1"/>
            </p:cNvGraphicFramePr>
            <p:nvPr/>
          </p:nvGraphicFramePr>
          <p:xfrm>
            <a:off x="3307" y="1344"/>
            <a:ext cx="197" cy="336"/>
          </p:xfrm>
          <a:graphic>
            <a:graphicData uri="http://schemas.openxmlformats.org/presentationml/2006/ole">
              <mc:AlternateContent xmlns:mc="http://schemas.openxmlformats.org/markup-compatibility/2006">
                <mc:Choice xmlns:v="urn:schemas-microsoft-com:vml" Requires="v">
                  <p:oleObj name="公式" r:id="rId5" imgW="164880" imgH="279360" progId="Equation.3">
                    <p:embed/>
                  </p:oleObj>
                </mc:Choice>
                <mc:Fallback>
                  <p:oleObj name="公式" r:id="rId5" imgW="164880" imgH="279360" progId="Equation.3">
                    <p:embed/>
                    <p:pic>
                      <p:nvPicPr>
                        <p:cNvPr id="88116"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7" y="1344"/>
                          <a:ext cx="19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17" name="Object 53"/>
            <p:cNvGraphicFramePr>
              <a:graphicFrameLocks noChangeAspect="1"/>
            </p:cNvGraphicFramePr>
            <p:nvPr/>
          </p:nvGraphicFramePr>
          <p:xfrm>
            <a:off x="4480" y="1017"/>
            <a:ext cx="222" cy="381"/>
          </p:xfrm>
          <a:graphic>
            <a:graphicData uri="http://schemas.openxmlformats.org/presentationml/2006/ole">
              <mc:AlternateContent xmlns:mc="http://schemas.openxmlformats.org/markup-compatibility/2006">
                <mc:Choice xmlns:v="urn:schemas-microsoft-com:vml" Requires="v">
                  <p:oleObj name="公式" r:id="rId7" imgW="177480" imgH="304560" progId="Equation.3">
                    <p:embed/>
                  </p:oleObj>
                </mc:Choice>
                <mc:Fallback>
                  <p:oleObj name="公式" r:id="rId7" imgW="177480" imgH="304560" progId="Equation.3">
                    <p:embed/>
                    <p:pic>
                      <p:nvPicPr>
                        <p:cNvPr id="88117" name="Object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0" y="1017"/>
                          <a:ext cx="222"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18" name="Object 54"/>
            <p:cNvGraphicFramePr>
              <a:graphicFrameLocks noChangeAspect="1"/>
            </p:cNvGraphicFramePr>
            <p:nvPr/>
          </p:nvGraphicFramePr>
          <p:xfrm>
            <a:off x="5084" y="1042"/>
            <a:ext cx="229" cy="365"/>
          </p:xfrm>
          <a:graphic>
            <a:graphicData uri="http://schemas.openxmlformats.org/presentationml/2006/ole">
              <mc:AlternateContent xmlns:mc="http://schemas.openxmlformats.org/markup-compatibility/2006">
                <mc:Choice xmlns:v="urn:schemas-microsoft-com:vml" Requires="v">
                  <p:oleObj name="公式" r:id="rId9" imgW="190440" imgH="304560" progId="Equation.3">
                    <p:embed/>
                  </p:oleObj>
                </mc:Choice>
                <mc:Fallback>
                  <p:oleObj name="公式" r:id="rId9" imgW="190440" imgH="304560" progId="Equation.3">
                    <p:embed/>
                    <p:pic>
                      <p:nvPicPr>
                        <p:cNvPr id="88118" name="Object 5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84" y="1042"/>
                          <a:ext cx="229"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19" name="Object 55"/>
            <p:cNvGraphicFramePr>
              <a:graphicFrameLocks noChangeAspect="1"/>
            </p:cNvGraphicFramePr>
            <p:nvPr/>
          </p:nvGraphicFramePr>
          <p:xfrm>
            <a:off x="4416" y="1307"/>
            <a:ext cx="467" cy="544"/>
          </p:xfrm>
          <a:graphic>
            <a:graphicData uri="http://schemas.openxmlformats.org/presentationml/2006/ole">
              <mc:AlternateContent xmlns:mc="http://schemas.openxmlformats.org/markup-compatibility/2006">
                <mc:Choice xmlns:v="urn:schemas-microsoft-com:vml" Requires="v">
                  <p:oleObj name="公式" r:id="rId11" imgW="368280" imgH="431640" progId="Equation.3">
                    <p:embed/>
                  </p:oleObj>
                </mc:Choice>
                <mc:Fallback>
                  <p:oleObj name="公式" r:id="rId11" imgW="368280" imgH="431640" progId="Equation.3">
                    <p:embed/>
                    <p:pic>
                      <p:nvPicPr>
                        <p:cNvPr id="88119" name="Object 5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6" y="1307"/>
                          <a:ext cx="467"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20" name="Line 56"/>
            <p:cNvSpPr>
              <a:spLocks noChangeShapeType="1"/>
            </p:cNvSpPr>
            <p:nvPr/>
          </p:nvSpPr>
          <p:spPr bwMode="auto">
            <a:xfrm>
              <a:off x="4848" y="1516"/>
              <a:ext cx="22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21" name="Line 57"/>
            <p:cNvSpPr>
              <a:spLocks noChangeShapeType="1"/>
            </p:cNvSpPr>
            <p:nvPr/>
          </p:nvSpPr>
          <p:spPr bwMode="auto">
            <a:xfrm flipV="1">
              <a:off x="4848" y="1609"/>
              <a:ext cx="221"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22" name="Freeform 58"/>
            <p:cNvSpPr>
              <a:spLocks noChangeArrowheads="1"/>
            </p:cNvSpPr>
            <p:nvPr/>
          </p:nvSpPr>
          <p:spPr bwMode="auto">
            <a:xfrm>
              <a:off x="4956" y="1068"/>
              <a:ext cx="1" cy="448"/>
            </a:xfrm>
            <a:custGeom>
              <a:avLst/>
              <a:gdLst>
                <a:gd name="T0" fmla="*/ 0 w 1"/>
                <a:gd name="T1" fmla="*/ 0 h 448"/>
                <a:gd name="T2" fmla="*/ 0 w 1"/>
                <a:gd name="T3" fmla="*/ 22 h 448"/>
                <a:gd name="T4" fmla="*/ 0 w 1"/>
                <a:gd name="T5" fmla="*/ 448 h 448"/>
              </a:gdLst>
              <a:ahLst/>
              <a:cxnLst>
                <a:cxn ang="0">
                  <a:pos x="T0" y="T1"/>
                </a:cxn>
                <a:cxn ang="0">
                  <a:pos x="T2" y="T3"/>
                </a:cxn>
                <a:cxn ang="0">
                  <a:pos x="T4" y="T5"/>
                </a:cxn>
              </a:cxnLst>
              <a:rect l="0" t="0" r="r" b="b"/>
              <a:pathLst>
                <a:path w="1" h="448">
                  <a:moveTo>
                    <a:pt x="0" y="0"/>
                  </a:moveTo>
                  <a:lnTo>
                    <a:pt x="0" y="22"/>
                  </a:lnTo>
                  <a:lnTo>
                    <a:pt x="0" y="448"/>
                  </a:lnTo>
                </a:path>
              </a:pathLst>
            </a:custGeom>
            <a:solidFill>
              <a:srgbClr val="FFFFFF"/>
            </a:solidFill>
            <a:ln w="19050" cmpd="sng">
              <a:solidFill>
                <a:srgbClr val="000000"/>
              </a:solidFill>
              <a:round/>
              <a:headEnd/>
              <a:tailEnd/>
            </a:ln>
          </p:spPr>
          <p:txBody>
            <a:bodyPr/>
            <a:lstStyle/>
            <a:p>
              <a:endParaRPr lang="zh-CN" altLang="en-US"/>
            </a:p>
          </p:txBody>
        </p:sp>
        <p:sp>
          <p:nvSpPr>
            <p:cNvPr id="88123" name="Freeform 59"/>
            <p:cNvSpPr>
              <a:spLocks noChangeArrowheads="1"/>
            </p:cNvSpPr>
            <p:nvPr/>
          </p:nvSpPr>
          <p:spPr bwMode="auto">
            <a:xfrm>
              <a:off x="4955" y="1608"/>
              <a:ext cx="1" cy="388"/>
            </a:xfrm>
            <a:custGeom>
              <a:avLst/>
              <a:gdLst>
                <a:gd name="T0" fmla="*/ 0 w 1"/>
                <a:gd name="T1" fmla="*/ 0 h 388"/>
                <a:gd name="T2" fmla="*/ 1 w 1"/>
                <a:gd name="T3" fmla="*/ 388 h 388"/>
                <a:gd name="T4" fmla="*/ 1 w 1"/>
                <a:gd name="T5" fmla="*/ 382 h 388"/>
              </a:gdLst>
              <a:ahLst/>
              <a:cxnLst>
                <a:cxn ang="0">
                  <a:pos x="T0" y="T1"/>
                </a:cxn>
                <a:cxn ang="0">
                  <a:pos x="T2" y="T3"/>
                </a:cxn>
                <a:cxn ang="0">
                  <a:pos x="T4" y="T5"/>
                </a:cxn>
              </a:cxnLst>
              <a:rect l="0" t="0" r="r" b="b"/>
              <a:pathLst>
                <a:path w="1" h="388">
                  <a:moveTo>
                    <a:pt x="0" y="0"/>
                  </a:moveTo>
                  <a:lnTo>
                    <a:pt x="1" y="388"/>
                  </a:lnTo>
                  <a:lnTo>
                    <a:pt x="1" y="382"/>
                  </a:lnTo>
                </a:path>
              </a:pathLst>
            </a:custGeom>
            <a:solidFill>
              <a:srgbClr val="FFFFFF"/>
            </a:solidFill>
            <a:ln w="19050" cmpd="sng">
              <a:solidFill>
                <a:srgbClr val="000000"/>
              </a:solidFill>
              <a:round/>
              <a:headEnd/>
              <a:tailEnd/>
            </a:ln>
          </p:spPr>
          <p:txBody>
            <a:bodyPr/>
            <a:lstStyle/>
            <a:p>
              <a:endParaRPr lang="zh-CN" altLang="en-US"/>
            </a:p>
          </p:txBody>
        </p:sp>
        <p:sp>
          <p:nvSpPr>
            <p:cNvPr id="88124" name="Rectangle 60"/>
            <p:cNvSpPr>
              <a:spLocks noChangeArrowheads="1"/>
            </p:cNvSpPr>
            <p:nvPr/>
          </p:nvSpPr>
          <p:spPr bwMode="auto">
            <a:xfrm rot="10800000">
              <a:off x="3792" y="1408"/>
              <a:ext cx="102" cy="272"/>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8125" name="Freeform 61"/>
            <p:cNvSpPr>
              <a:spLocks/>
            </p:cNvSpPr>
            <p:nvPr/>
          </p:nvSpPr>
          <p:spPr bwMode="auto">
            <a:xfrm>
              <a:off x="3432" y="1984"/>
              <a:ext cx="1518" cy="6"/>
            </a:xfrm>
            <a:custGeom>
              <a:avLst/>
              <a:gdLst>
                <a:gd name="T0" fmla="*/ 1518 w 1518"/>
                <a:gd name="T1" fmla="*/ 6 h 6"/>
                <a:gd name="T2" fmla="*/ 0 w 1518"/>
                <a:gd name="T3" fmla="*/ 0 h 6"/>
              </a:gdLst>
              <a:ahLst/>
              <a:cxnLst>
                <a:cxn ang="0">
                  <a:pos x="T0" y="T1"/>
                </a:cxn>
                <a:cxn ang="0">
                  <a:pos x="T2" y="T3"/>
                </a:cxn>
              </a:cxnLst>
              <a:rect l="0" t="0" r="r" b="b"/>
              <a:pathLst>
                <a:path w="1518" h="6">
                  <a:moveTo>
                    <a:pt x="1518" y="6"/>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8126" name="Text Box 62"/>
            <p:cNvSpPr txBox="1">
              <a:spLocks noChangeArrowheads="1"/>
            </p:cNvSpPr>
            <p:nvPr/>
          </p:nvSpPr>
          <p:spPr bwMode="auto">
            <a:xfrm>
              <a:off x="3552" y="1392"/>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88127" name="Line 63"/>
            <p:cNvSpPr>
              <a:spLocks noChangeShapeType="1"/>
            </p:cNvSpPr>
            <p:nvPr/>
          </p:nvSpPr>
          <p:spPr bwMode="auto">
            <a:xfrm>
              <a:off x="3408" y="960"/>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8128" name="Group 64"/>
            <p:cNvGrpSpPr>
              <a:grpSpLocks/>
            </p:cNvGrpSpPr>
            <p:nvPr/>
          </p:nvGrpSpPr>
          <p:grpSpPr bwMode="auto">
            <a:xfrm rot="5400000">
              <a:off x="4205" y="1507"/>
              <a:ext cx="384" cy="57"/>
              <a:chOff x="576" y="711"/>
              <a:chExt cx="384" cy="57"/>
            </a:xfrm>
          </p:grpSpPr>
          <p:sp>
            <p:nvSpPr>
              <p:cNvPr id="88129" name="Freeform 65"/>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8130" name="Freeform 66"/>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8131" name="Freeform 67"/>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8132" name="Freeform 68"/>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88133" name="Text Box 69"/>
            <p:cNvSpPr txBox="1">
              <a:spLocks noChangeArrowheads="1"/>
            </p:cNvSpPr>
            <p:nvPr/>
          </p:nvSpPr>
          <p:spPr bwMode="auto">
            <a:xfrm>
              <a:off x="3271" y="1084"/>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88134" name="Text Box 70"/>
            <p:cNvSpPr txBox="1">
              <a:spLocks noChangeArrowheads="1"/>
            </p:cNvSpPr>
            <p:nvPr/>
          </p:nvSpPr>
          <p:spPr bwMode="auto">
            <a:xfrm>
              <a:off x="3264" y="1708"/>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sp>
          <p:nvSpPr>
            <p:cNvPr id="88135" name="Freeform 71"/>
            <p:cNvSpPr>
              <a:spLocks/>
            </p:cNvSpPr>
            <p:nvPr/>
          </p:nvSpPr>
          <p:spPr bwMode="auto">
            <a:xfrm>
              <a:off x="3402" y="1074"/>
              <a:ext cx="1554" cy="6"/>
            </a:xfrm>
            <a:custGeom>
              <a:avLst/>
              <a:gdLst>
                <a:gd name="T0" fmla="*/ 1554 w 1554"/>
                <a:gd name="T1" fmla="*/ 6 h 6"/>
                <a:gd name="T2" fmla="*/ 0 w 1554"/>
                <a:gd name="T3" fmla="*/ 0 h 6"/>
              </a:gdLst>
              <a:ahLst/>
              <a:cxnLst>
                <a:cxn ang="0">
                  <a:pos x="T0" y="T1"/>
                </a:cxn>
                <a:cxn ang="0">
                  <a:pos x="T2" y="T3"/>
                </a:cxn>
              </a:cxnLst>
              <a:rect l="0" t="0" r="r" b="b"/>
              <a:pathLst>
                <a:path w="1554" h="6">
                  <a:moveTo>
                    <a:pt x="1554" y="6"/>
                  </a:moveTo>
                  <a:lnTo>
                    <a:pt x="0"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36" name="Oval 72"/>
            <p:cNvSpPr>
              <a:spLocks noChangeArrowheads="1"/>
            </p:cNvSpPr>
            <p:nvPr/>
          </p:nvSpPr>
          <p:spPr bwMode="auto">
            <a:xfrm>
              <a:off x="3360" y="1948"/>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37" name="Oval 73"/>
            <p:cNvSpPr>
              <a:spLocks noChangeArrowheads="1"/>
            </p:cNvSpPr>
            <p:nvPr/>
          </p:nvSpPr>
          <p:spPr bwMode="auto">
            <a:xfrm>
              <a:off x="3340" y="1036"/>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38" name="Freeform 74"/>
            <p:cNvSpPr>
              <a:spLocks/>
            </p:cNvSpPr>
            <p:nvPr/>
          </p:nvSpPr>
          <p:spPr bwMode="auto">
            <a:xfrm>
              <a:off x="3840" y="1080"/>
              <a:ext cx="1" cy="336"/>
            </a:xfrm>
            <a:custGeom>
              <a:avLst/>
              <a:gdLst>
                <a:gd name="T0" fmla="*/ 0 w 1"/>
                <a:gd name="T1" fmla="*/ 0 h 336"/>
                <a:gd name="T2" fmla="*/ 0 w 1"/>
                <a:gd name="T3" fmla="*/ 336 h 336"/>
              </a:gdLst>
              <a:ahLst/>
              <a:cxnLst>
                <a:cxn ang="0">
                  <a:pos x="T0" y="T1"/>
                </a:cxn>
                <a:cxn ang="0">
                  <a:pos x="T2" y="T3"/>
                </a:cxn>
              </a:cxnLst>
              <a:rect l="0" t="0" r="r" b="b"/>
              <a:pathLst>
                <a:path w="1" h="336">
                  <a:moveTo>
                    <a:pt x="0" y="0"/>
                  </a:moveTo>
                  <a:lnTo>
                    <a:pt x="0" y="336"/>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39" name="Freeform 75"/>
            <p:cNvSpPr>
              <a:spLocks/>
            </p:cNvSpPr>
            <p:nvPr/>
          </p:nvSpPr>
          <p:spPr bwMode="auto">
            <a:xfrm>
              <a:off x="3840" y="1680"/>
              <a:ext cx="1" cy="312"/>
            </a:xfrm>
            <a:custGeom>
              <a:avLst/>
              <a:gdLst>
                <a:gd name="T0" fmla="*/ 0 w 1"/>
                <a:gd name="T1" fmla="*/ 0 h 312"/>
                <a:gd name="T2" fmla="*/ 0 w 1"/>
                <a:gd name="T3" fmla="*/ 312 h 312"/>
              </a:gdLst>
              <a:ahLst/>
              <a:cxnLst>
                <a:cxn ang="0">
                  <a:pos x="T0" y="T1"/>
                </a:cxn>
                <a:cxn ang="0">
                  <a:pos x="T2" y="T3"/>
                </a:cxn>
              </a:cxnLst>
              <a:rect l="0" t="0" r="r" b="b"/>
              <a:pathLst>
                <a:path w="1" h="312">
                  <a:moveTo>
                    <a:pt x="0" y="0"/>
                  </a:moveTo>
                  <a:lnTo>
                    <a:pt x="0" y="312"/>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40" name="Freeform 76"/>
            <p:cNvSpPr>
              <a:spLocks/>
            </p:cNvSpPr>
            <p:nvPr/>
          </p:nvSpPr>
          <p:spPr bwMode="auto">
            <a:xfrm>
              <a:off x="4368" y="1074"/>
              <a:ext cx="1" cy="270"/>
            </a:xfrm>
            <a:custGeom>
              <a:avLst/>
              <a:gdLst>
                <a:gd name="T0" fmla="*/ 0 w 1"/>
                <a:gd name="T1" fmla="*/ 0 h 270"/>
                <a:gd name="T2" fmla="*/ 1 w 1"/>
                <a:gd name="T3" fmla="*/ 270 h 270"/>
              </a:gdLst>
              <a:ahLst/>
              <a:cxnLst>
                <a:cxn ang="0">
                  <a:pos x="T0" y="T1"/>
                </a:cxn>
                <a:cxn ang="0">
                  <a:pos x="T2" y="T3"/>
                </a:cxn>
              </a:cxnLst>
              <a:rect l="0" t="0" r="r" b="b"/>
              <a:pathLst>
                <a:path w="1" h="270">
                  <a:moveTo>
                    <a:pt x="0" y="0"/>
                  </a:moveTo>
                  <a:lnTo>
                    <a:pt x="1" y="27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41" name="Freeform 77"/>
            <p:cNvSpPr>
              <a:spLocks/>
            </p:cNvSpPr>
            <p:nvPr/>
          </p:nvSpPr>
          <p:spPr bwMode="auto">
            <a:xfrm>
              <a:off x="4368" y="1728"/>
              <a:ext cx="1" cy="264"/>
            </a:xfrm>
            <a:custGeom>
              <a:avLst/>
              <a:gdLst>
                <a:gd name="T0" fmla="*/ 0 w 1"/>
                <a:gd name="T1" fmla="*/ 0 h 264"/>
                <a:gd name="T2" fmla="*/ 0 w 1"/>
                <a:gd name="T3" fmla="*/ 264 h 264"/>
              </a:gdLst>
              <a:ahLst/>
              <a:cxnLst>
                <a:cxn ang="0">
                  <a:pos x="T0" y="T1"/>
                </a:cxn>
                <a:cxn ang="0">
                  <a:pos x="T2" y="T3"/>
                </a:cxn>
              </a:cxnLst>
              <a:rect l="0" t="0" r="r" b="b"/>
              <a:pathLst>
                <a:path w="1" h="264">
                  <a:moveTo>
                    <a:pt x="0" y="0"/>
                  </a:moveTo>
                  <a:lnTo>
                    <a:pt x="0" y="264"/>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42" name="Line 78"/>
            <p:cNvSpPr>
              <a:spLocks noChangeShapeType="1"/>
            </p:cNvSpPr>
            <p:nvPr/>
          </p:nvSpPr>
          <p:spPr bwMode="auto">
            <a:xfrm rot="5400000">
              <a:off x="3792" y="1296"/>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43" name="Line 79"/>
            <p:cNvSpPr>
              <a:spLocks noChangeShapeType="1"/>
            </p:cNvSpPr>
            <p:nvPr/>
          </p:nvSpPr>
          <p:spPr bwMode="auto">
            <a:xfrm rot="5400000">
              <a:off x="4320" y="1296"/>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44" name="Line 80"/>
            <p:cNvSpPr>
              <a:spLocks noChangeShapeType="1"/>
            </p:cNvSpPr>
            <p:nvPr/>
          </p:nvSpPr>
          <p:spPr bwMode="auto">
            <a:xfrm rot="5400000">
              <a:off x="4896" y="1296"/>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8145" name="Object 81"/>
            <p:cNvGraphicFramePr>
              <a:graphicFrameLocks noChangeAspect="1"/>
            </p:cNvGraphicFramePr>
            <p:nvPr/>
          </p:nvGraphicFramePr>
          <p:xfrm>
            <a:off x="3988" y="1042"/>
            <a:ext cx="229" cy="365"/>
          </p:xfrm>
          <a:graphic>
            <a:graphicData uri="http://schemas.openxmlformats.org/presentationml/2006/ole">
              <mc:AlternateContent xmlns:mc="http://schemas.openxmlformats.org/markup-compatibility/2006">
                <mc:Choice xmlns:v="urn:schemas-microsoft-com:vml" Requires="v">
                  <p:oleObj name="公式" r:id="rId13" imgW="190440" imgH="304560" progId="Equation.3">
                    <p:embed/>
                  </p:oleObj>
                </mc:Choice>
                <mc:Fallback>
                  <p:oleObj name="公式" r:id="rId13" imgW="190440" imgH="304560" progId="Equation.3">
                    <p:embed/>
                    <p:pic>
                      <p:nvPicPr>
                        <p:cNvPr id="88145" name="Object 8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88" y="1042"/>
                          <a:ext cx="229"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8146" name="Object 82"/>
          <p:cNvGraphicFramePr>
            <a:graphicFrameLocks noChangeAspect="1"/>
          </p:cNvGraphicFramePr>
          <p:nvPr/>
        </p:nvGraphicFramePr>
        <p:xfrm>
          <a:off x="5105400" y="2212975"/>
          <a:ext cx="2235200" cy="784225"/>
        </p:xfrm>
        <a:graphic>
          <a:graphicData uri="http://schemas.openxmlformats.org/presentationml/2006/ole">
            <mc:AlternateContent xmlns:mc="http://schemas.openxmlformats.org/markup-compatibility/2006">
              <mc:Choice xmlns:v="urn:schemas-microsoft-com:vml" Requires="v">
                <p:oleObj name="公式" r:id="rId15" imgW="1117440" imgH="393480" progId="Equation.3">
                  <p:embed/>
                </p:oleObj>
              </mc:Choice>
              <mc:Fallback>
                <p:oleObj name="公式" r:id="rId15" imgW="1117440" imgH="393480" progId="Equation.3">
                  <p:embed/>
                  <p:pic>
                    <p:nvPicPr>
                      <p:cNvPr id="88146" name="Object 8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05400" y="2212975"/>
                        <a:ext cx="2235200"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47" name="Object 83"/>
          <p:cNvGraphicFramePr>
            <a:graphicFrameLocks noChangeAspect="1"/>
          </p:cNvGraphicFramePr>
          <p:nvPr/>
        </p:nvGraphicFramePr>
        <p:xfrm>
          <a:off x="5067300" y="1243013"/>
          <a:ext cx="2590800" cy="1041400"/>
        </p:xfrm>
        <a:graphic>
          <a:graphicData uri="http://schemas.openxmlformats.org/presentationml/2006/ole">
            <mc:AlternateContent xmlns:mc="http://schemas.openxmlformats.org/markup-compatibility/2006">
              <mc:Choice xmlns:v="urn:schemas-microsoft-com:vml" Requires="v">
                <p:oleObj name="公式" r:id="rId17" imgW="1295280" imgH="520560" progId="Equation.3">
                  <p:embed/>
                </p:oleObj>
              </mc:Choice>
              <mc:Fallback>
                <p:oleObj name="公式" r:id="rId17" imgW="1295280" imgH="520560" progId="Equation.3">
                  <p:embed/>
                  <p:pic>
                    <p:nvPicPr>
                      <p:cNvPr id="88147" name="Object 8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67300" y="1243013"/>
                        <a:ext cx="25908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48" name="Object 84"/>
          <p:cNvGraphicFramePr>
            <a:graphicFrameLocks noChangeAspect="1"/>
          </p:cNvGraphicFramePr>
          <p:nvPr/>
        </p:nvGraphicFramePr>
        <p:xfrm>
          <a:off x="5207000" y="2998788"/>
          <a:ext cx="1879600" cy="457200"/>
        </p:xfrm>
        <a:graphic>
          <a:graphicData uri="http://schemas.openxmlformats.org/presentationml/2006/ole">
            <mc:AlternateContent xmlns:mc="http://schemas.openxmlformats.org/markup-compatibility/2006">
              <mc:Choice xmlns:v="urn:schemas-microsoft-com:vml" Requires="v">
                <p:oleObj name="Equation" r:id="rId19" imgW="939600" imgH="228600" progId="Equation.DSMT4">
                  <p:embed/>
                </p:oleObj>
              </mc:Choice>
              <mc:Fallback>
                <p:oleObj name="Equation" r:id="rId19" imgW="939600" imgH="228600" progId="Equation.DSMT4">
                  <p:embed/>
                  <p:pic>
                    <p:nvPicPr>
                      <p:cNvPr id="88148" name="Object 84"/>
                      <p:cNvPicPr>
                        <a:picLocks noChangeAspect="1" noChangeArrowheads="1"/>
                      </p:cNvPicPr>
                      <p:nvPr/>
                    </p:nvPicPr>
                    <p:blipFill>
                      <a:blip r:embed="rId20"/>
                      <a:srcRect/>
                      <a:stretch>
                        <a:fillRect/>
                      </a:stretch>
                    </p:blipFill>
                    <p:spPr bwMode="auto">
                      <a:xfrm>
                        <a:off x="5207000" y="2998788"/>
                        <a:ext cx="187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49" name="Object 85"/>
          <p:cNvGraphicFramePr>
            <a:graphicFrameLocks noChangeAspect="1"/>
          </p:cNvGraphicFramePr>
          <p:nvPr/>
        </p:nvGraphicFramePr>
        <p:xfrm>
          <a:off x="5195888" y="3509963"/>
          <a:ext cx="1165225" cy="401637"/>
        </p:xfrm>
        <a:graphic>
          <a:graphicData uri="http://schemas.openxmlformats.org/presentationml/2006/ole">
            <mc:AlternateContent xmlns:mc="http://schemas.openxmlformats.org/markup-compatibility/2006">
              <mc:Choice xmlns:v="urn:schemas-microsoft-com:vml" Requires="v">
                <p:oleObj name="公式" r:id="rId21" imgW="583920" imgH="203040" progId="Equation.3">
                  <p:embed/>
                </p:oleObj>
              </mc:Choice>
              <mc:Fallback>
                <p:oleObj name="公式" r:id="rId21" imgW="583920" imgH="203040" progId="Equation.3">
                  <p:embed/>
                  <p:pic>
                    <p:nvPicPr>
                      <p:cNvPr id="88149" name="Object 8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95888" y="3509963"/>
                        <a:ext cx="11652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50" name="Rectangle 86"/>
          <p:cNvSpPr>
            <a:spLocks noChangeArrowheads="1"/>
          </p:cNvSpPr>
          <p:nvPr/>
        </p:nvSpPr>
        <p:spPr bwMode="auto">
          <a:xfrm>
            <a:off x="3606800" y="641350"/>
            <a:ext cx="1108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复导纳</a:t>
            </a:r>
          </a:p>
        </p:txBody>
      </p:sp>
      <p:graphicFrame>
        <p:nvGraphicFramePr>
          <p:cNvPr id="88151" name="Object 87"/>
          <p:cNvGraphicFramePr>
            <a:graphicFrameLocks noChangeAspect="1"/>
          </p:cNvGraphicFramePr>
          <p:nvPr/>
        </p:nvGraphicFramePr>
        <p:xfrm>
          <a:off x="714375" y="3744913"/>
          <a:ext cx="3576638" cy="754062"/>
        </p:xfrm>
        <a:graphic>
          <a:graphicData uri="http://schemas.openxmlformats.org/presentationml/2006/ole">
            <mc:AlternateContent xmlns:mc="http://schemas.openxmlformats.org/markup-compatibility/2006">
              <mc:Choice xmlns:v="urn:schemas-microsoft-com:vml" Requires="v">
                <p:oleObj name="公式" r:id="rId23" imgW="1676160" imgH="355320" progId="Equation.3">
                  <p:embed/>
                </p:oleObj>
              </mc:Choice>
              <mc:Fallback>
                <p:oleObj name="公式" r:id="rId23" imgW="1676160" imgH="355320" progId="Equation.3">
                  <p:embed/>
                  <p:pic>
                    <p:nvPicPr>
                      <p:cNvPr id="88151" name="Object 8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14375" y="3744913"/>
                        <a:ext cx="3576638" cy="754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8152" name="Group 88"/>
          <p:cNvGrpSpPr>
            <a:grpSpLocks/>
          </p:cNvGrpSpPr>
          <p:nvPr/>
        </p:nvGrpSpPr>
        <p:grpSpPr bwMode="auto">
          <a:xfrm>
            <a:off x="5930900" y="4559300"/>
            <a:ext cx="2139950" cy="2057400"/>
            <a:chOff x="3271" y="2544"/>
            <a:chExt cx="1348" cy="1296"/>
          </a:xfrm>
        </p:grpSpPr>
        <p:sp>
          <p:nvSpPr>
            <p:cNvPr id="88153" name="Line 89"/>
            <p:cNvSpPr>
              <a:spLocks noChangeShapeType="1"/>
            </p:cNvSpPr>
            <p:nvPr/>
          </p:nvSpPr>
          <p:spPr bwMode="auto">
            <a:xfrm>
              <a:off x="3271" y="3312"/>
              <a:ext cx="10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54" name="Line 90"/>
            <p:cNvSpPr>
              <a:spLocks noChangeShapeType="1"/>
            </p:cNvSpPr>
            <p:nvPr/>
          </p:nvSpPr>
          <p:spPr bwMode="auto">
            <a:xfrm flipV="1">
              <a:off x="4327" y="2544"/>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55" name="Line 91"/>
            <p:cNvSpPr>
              <a:spLocks noChangeShapeType="1"/>
            </p:cNvSpPr>
            <p:nvPr/>
          </p:nvSpPr>
          <p:spPr bwMode="auto">
            <a:xfrm flipH="1">
              <a:off x="3271" y="2544"/>
              <a:ext cx="1056"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56" name="Freeform 92"/>
            <p:cNvSpPr>
              <a:spLocks/>
            </p:cNvSpPr>
            <p:nvPr/>
          </p:nvSpPr>
          <p:spPr bwMode="auto">
            <a:xfrm>
              <a:off x="3415" y="3204"/>
              <a:ext cx="60" cy="108"/>
            </a:xfrm>
            <a:custGeom>
              <a:avLst/>
              <a:gdLst>
                <a:gd name="T0" fmla="*/ 0 w 60"/>
                <a:gd name="T1" fmla="*/ 0 h 108"/>
                <a:gd name="T2" fmla="*/ 60 w 60"/>
                <a:gd name="T3" fmla="*/ 108 h 108"/>
              </a:gdLst>
              <a:ahLst/>
              <a:cxnLst>
                <a:cxn ang="0">
                  <a:pos x="T0" y="T1"/>
                </a:cxn>
                <a:cxn ang="0">
                  <a:pos x="T2" y="T3"/>
                </a:cxn>
              </a:cxnLst>
              <a:rect l="0" t="0" r="r" b="b"/>
              <a:pathLst>
                <a:path w="60" h="108">
                  <a:moveTo>
                    <a:pt x="0" y="0"/>
                  </a:moveTo>
                  <a:cubicBezTo>
                    <a:pt x="41" y="27"/>
                    <a:pt x="60" y="55"/>
                    <a:pt x="60" y="108"/>
                  </a:cubicBezTo>
                </a:path>
              </a:pathLst>
            </a:cu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88157" name="Text Box 93"/>
            <p:cNvSpPr txBox="1">
              <a:spLocks noChangeArrowheads="1"/>
            </p:cNvSpPr>
            <p:nvPr/>
          </p:nvSpPr>
          <p:spPr bwMode="auto">
            <a:xfrm>
              <a:off x="3511" y="2640"/>
              <a:ext cx="31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|Y|</a:t>
              </a:r>
            </a:p>
          </p:txBody>
        </p:sp>
        <p:sp>
          <p:nvSpPr>
            <p:cNvPr id="88158" name="Text Box 94"/>
            <p:cNvSpPr txBox="1">
              <a:spLocks noChangeArrowheads="1"/>
            </p:cNvSpPr>
            <p:nvPr/>
          </p:nvSpPr>
          <p:spPr bwMode="auto">
            <a:xfrm>
              <a:off x="3751" y="3312"/>
              <a:ext cx="25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G</a:t>
              </a:r>
            </a:p>
          </p:txBody>
        </p:sp>
        <p:sp>
          <p:nvSpPr>
            <p:cNvPr id="88159" name="Text Box 95"/>
            <p:cNvSpPr txBox="1">
              <a:spLocks noChangeArrowheads="1"/>
            </p:cNvSpPr>
            <p:nvPr/>
          </p:nvSpPr>
          <p:spPr bwMode="auto">
            <a:xfrm>
              <a:off x="4375" y="2832"/>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B</a:t>
              </a:r>
            </a:p>
          </p:txBody>
        </p:sp>
        <p:sp>
          <p:nvSpPr>
            <p:cNvPr id="88160" name="Text Box 96"/>
            <p:cNvSpPr txBox="1">
              <a:spLocks noChangeArrowheads="1"/>
            </p:cNvSpPr>
            <p:nvPr/>
          </p:nvSpPr>
          <p:spPr bwMode="auto">
            <a:xfrm>
              <a:off x="3463" y="3024"/>
              <a:ext cx="37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Symbol" panose="05050102010706020507" pitchFamily="18" charset="2"/>
                </a:rPr>
                <a:t>j</a:t>
              </a:r>
              <a:r>
                <a:rPr kumimoji="1" lang="en-US" altLang="zh-CN" sz="2400" b="1">
                  <a:latin typeface="Symbol" panose="05050102010706020507" pitchFamily="18" charset="2"/>
                  <a:sym typeface="Symbol" panose="05050102010706020507" pitchFamily="18" charset="2"/>
                </a:rPr>
                <a:t></a:t>
              </a:r>
              <a:endParaRPr kumimoji="1" lang="en-US" altLang="zh-CN" sz="2400" b="1">
                <a:latin typeface="Times New Roman" panose="02020603050405020304" pitchFamily="18" charset="0"/>
              </a:endParaRPr>
            </a:p>
          </p:txBody>
        </p:sp>
        <p:sp>
          <p:nvSpPr>
            <p:cNvPr id="88161" name="Text Box 97"/>
            <p:cNvSpPr txBox="1">
              <a:spLocks noChangeArrowheads="1"/>
            </p:cNvSpPr>
            <p:nvPr/>
          </p:nvSpPr>
          <p:spPr bwMode="auto">
            <a:xfrm>
              <a:off x="3415" y="3552"/>
              <a:ext cx="108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导纳三角形</a:t>
              </a:r>
            </a:p>
          </p:txBody>
        </p:sp>
        <p:sp>
          <p:nvSpPr>
            <p:cNvPr id="88162" name="Freeform 98"/>
            <p:cNvSpPr>
              <a:spLocks/>
            </p:cNvSpPr>
            <p:nvPr/>
          </p:nvSpPr>
          <p:spPr bwMode="auto">
            <a:xfrm>
              <a:off x="4183" y="3168"/>
              <a:ext cx="144" cy="144"/>
            </a:xfrm>
            <a:custGeom>
              <a:avLst/>
              <a:gdLst>
                <a:gd name="T0" fmla="*/ 96 w 96"/>
                <a:gd name="T1" fmla="*/ 0 h 144"/>
                <a:gd name="T2" fmla="*/ 0 w 96"/>
                <a:gd name="T3" fmla="*/ 0 h 144"/>
                <a:gd name="T4" fmla="*/ 0 w 96"/>
                <a:gd name="T5" fmla="*/ 144 h 144"/>
              </a:gdLst>
              <a:ahLst/>
              <a:cxnLst>
                <a:cxn ang="0">
                  <a:pos x="T0" y="T1"/>
                </a:cxn>
                <a:cxn ang="0">
                  <a:pos x="T2" y="T3"/>
                </a:cxn>
                <a:cxn ang="0">
                  <a:pos x="T4" y="T5"/>
                </a:cxn>
              </a:cxnLst>
              <a:rect l="0" t="0" r="r" b="b"/>
              <a:pathLst>
                <a:path w="96" h="144">
                  <a:moveTo>
                    <a:pt x="96" y="0"/>
                  </a:moveTo>
                  <a:lnTo>
                    <a:pt x="0" y="0"/>
                  </a:lnTo>
                  <a:lnTo>
                    <a:pt x="0" y="144"/>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88163" name="Text Box 99"/>
          <p:cNvSpPr txBox="1">
            <a:spLocks noChangeArrowheads="1"/>
          </p:cNvSpPr>
          <p:nvPr/>
        </p:nvSpPr>
        <p:spPr bwMode="auto">
          <a:xfrm>
            <a:off x="3873500" y="4864100"/>
            <a:ext cx="1349375" cy="457200"/>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latin typeface="Times New Roman" panose="02020603050405020304" pitchFamily="18" charset="0"/>
              </a:rPr>
              <a:t>单位：</a:t>
            </a:r>
            <a:r>
              <a:rPr kumimoji="1" lang="en-US" altLang="zh-CN" sz="2400" b="1">
                <a:latin typeface="Times New Roman" panose="02020603050405020304" pitchFamily="18" charset="0"/>
              </a:rPr>
              <a:t>S</a:t>
            </a:r>
          </a:p>
        </p:txBody>
      </p:sp>
      <p:graphicFrame>
        <p:nvGraphicFramePr>
          <p:cNvPr id="88164" name="Object 100"/>
          <p:cNvGraphicFramePr>
            <a:graphicFrameLocks noChangeAspect="1"/>
          </p:cNvGraphicFramePr>
          <p:nvPr/>
        </p:nvGraphicFramePr>
        <p:xfrm>
          <a:off x="1160463" y="4775200"/>
          <a:ext cx="1536700" cy="1258888"/>
        </p:xfrm>
        <a:graphic>
          <a:graphicData uri="http://schemas.openxmlformats.org/presentationml/2006/ole">
            <mc:AlternateContent xmlns:mc="http://schemas.openxmlformats.org/markup-compatibility/2006">
              <mc:Choice xmlns:v="urn:schemas-microsoft-com:vml" Requires="v">
                <p:oleObj name="公式" r:id="rId25" imgW="774360" imgH="634680" progId="Equation.3">
                  <p:embed/>
                </p:oleObj>
              </mc:Choice>
              <mc:Fallback>
                <p:oleObj name="公式" r:id="rId25" imgW="774360" imgH="634680" progId="Equation.3">
                  <p:embed/>
                  <p:pic>
                    <p:nvPicPr>
                      <p:cNvPr id="88164" name="Object 10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160463" y="4775200"/>
                        <a:ext cx="1536700" cy="1258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65" name="AutoShape 101"/>
          <p:cNvSpPr>
            <a:spLocks/>
          </p:cNvSpPr>
          <p:nvPr/>
        </p:nvSpPr>
        <p:spPr bwMode="auto">
          <a:xfrm>
            <a:off x="977900" y="5003800"/>
            <a:ext cx="152400" cy="914400"/>
          </a:xfrm>
          <a:prstGeom prst="leftBrace">
            <a:avLst>
              <a:gd name="adj1" fmla="val 50000"/>
              <a:gd name="adj2" fmla="val 50000"/>
            </a:avLst>
          </a:prstGeom>
          <a:noFill/>
          <a:ln w="25400">
            <a:solidFill>
              <a:srgbClr val="FF00FF"/>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66" name="Text Box 102"/>
          <p:cNvSpPr txBox="1">
            <a:spLocks noChangeArrowheads="1"/>
          </p:cNvSpPr>
          <p:nvPr/>
        </p:nvSpPr>
        <p:spPr bwMode="auto">
          <a:xfrm>
            <a:off x="2397125" y="4910138"/>
            <a:ext cx="1416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导纳的模</a:t>
            </a:r>
          </a:p>
        </p:txBody>
      </p:sp>
      <p:sp>
        <p:nvSpPr>
          <p:cNvPr id="88167" name="Text Box 103"/>
          <p:cNvSpPr txBox="1">
            <a:spLocks noChangeArrowheads="1"/>
          </p:cNvSpPr>
          <p:nvPr/>
        </p:nvSpPr>
        <p:spPr bwMode="auto">
          <a:xfrm>
            <a:off x="2816225" y="5570538"/>
            <a:ext cx="1108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sym typeface="Symbol" panose="05050102010706020507" pitchFamily="18" charset="2"/>
              </a:rPr>
              <a:t>导纳角</a:t>
            </a:r>
          </a:p>
        </p:txBody>
      </p:sp>
      <p:graphicFrame>
        <p:nvGraphicFramePr>
          <p:cNvPr id="88168" name="Object 104"/>
          <p:cNvGraphicFramePr>
            <a:graphicFrameLocks noChangeAspect="1"/>
          </p:cNvGraphicFramePr>
          <p:nvPr/>
        </p:nvGraphicFramePr>
        <p:xfrm>
          <a:off x="4643438" y="260350"/>
          <a:ext cx="2822575" cy="1025525"/>
        </p:xfrm>
        <a:graphic>
          <a:graphicData uri="http://schemas.openxmlformats.org/presentationml/2006/ole">
            <mc:AlternateContent xmlns:mc="http://schemas.openxmlformats.org/markup-compatibility/2006">
              <mc:Choice xmlns:v="urn:schemas-microsoft-com:vml" Requires="v">
                <p:oleObj name="公式" r:id="rId27" imgW="1358640" imgH="495000" progId="Equation.3">
                  <p:embed/>
                </p:oleObj>
              </mc:Choice>
              <mc:Fallback>
                <p:oleObj name="公式" r:id="rId27" imgW="1358640" imgH="495000" progId="Equation.3">
                  <p:embed/>
                  <p:pic>
                    <p:nvPicPr>
                      <p:cNvPr id="88168" name="Object 10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643438" y="260350"/>
                        <a:ext cx="2822575"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8104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8113"/>
                                        </p:tgtEl>
                                        <p:attrNameLst>
                                          <p:attrName>style.visibility</p:attrName>
                                        </p:attrNameLst>
                                      </p:cBhvr>
                                      <p:to>
                                        <p:strVal val="visible"/>
                                      </p:to>
                                    </p:set>
                                    <p:animEffect transition="in" filter="wipe(left)">
                                      <p:cBhvr>
                                        <p:cTn id="7" dur="500"/>
                                        <p:tgtEl>
                                          <p:spTgt spid="881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150">
                                            <p:txEl>
                                              <p:pRg st="0" end="0"/>
                                            </p:txEl>
                                          </p:spTgt>
                                        </p:tgtEl>
                                        <p:attrNameLst>
                                          <p:attrName>style.visibility</p:attrName>
                                        </p:attrNameLst>
                                      </p:cBhvr>
                                      <p:to>
                                        <p:strVal val="visible"/>
                                      </p:to>
                                    </p:set>
                                    <p:animEffect transition="in" filter="wipe(left)">
                                      <p:cBhvr>
                                        <p:cTn id="12" dur="500"/>
                                        <p:tgtEl>
                                          <p:spTgt spid="88150">
                                            <p:txEl>
                                              <p:pRg st="0" end="0"/>
                                            </p:txEl>
                                          </p:spTgt>
                                        </p:tgtEl>
                                      </p:cBhvr>
                                    </p:animEffect>
                                  </p:childTnLst>
                                </p:cTn>
                              </p:par>
                            </p:childTnLst>
                          </p:cTn>
                        </p:par>
                        <p:par>
                          <p:cTn id="13" fill="hold" nodeType="afterGroup">
                            <p:stCondLst>
                              <p:cond delay="500"/>
                            </p:stCondLst>
                            <p:childTnLst>
                              <p:par>
                                <p:cTn id="14" presetID="12" presetClass="entr" presetSubtype="1" fill="hold" nodeType="afterEffect">
                                  <p:stCondLst>
                                    <p:cond delay="0"/>
                                  </p:stCondLst>
                                  <p:childTnLst>
                                    <p:set>
                                      <p:cBhvr>
                                        <p:cTn id="15" dur="1" fill="hold">
                                          <p:stCondLst>
                                            <p:cond delay="0"/>
                                          </p:stCondLst>
                                        </p:cTn>
                                        <p:tgtEl>
                                          <p:spTgt spid="88168"/>
                                        </p:tgtEl>
                                        <p:attrNameLst>
                                          <p:attrName>style.visibility</p:attrName>
                                        </p:attrNameLst>
                                      </p:cBhvr>
                                      <p:to>
                                        <p:strVal val="visible"/>
                                      </p:to>
                                    </p:set>
                                    <p:animEffect transition="in" filter="slide(fromTop)">
                                      <p:cBhvr>
                                        <p:cTn id="16" dur="500"/>
                                        <p:tgtEl>
                                          <p:spTgt spid="881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1" fill="hold" nodeType="clickEffect">
                                  <p:stCondLst>
                                    <p:cond delay="0"/>
                                  </p:stCondLst>
                                  <p:childTnLst>
                                    <p:set>
                                      <p:cBhvr>
                                        <p:cTn id="20" dur="1" fill="hold">
                                          <p:stCondLst>
                                            <p:cond delay="0"/>
                                          </p:stCondLst>
                                        </p:cTn>
                                        <p:tgtEl>
                                          <p:spTgt spid="88147"/>
                                        </p:tgtEl>
                                        <p:attrNameLst>
                                          <p:attrName>style.visibility</p:attrName>
                                        </p:attrNameLst>
                                      </p:cBhvr>
                                      <p:to>
                                        <p:strVal val="visible"/>
                                      </p:to>
                                    </p:set>
                                    <p:animEffect transition="in" filter="slide(fromTop)">
                                      <p:cBhvr>
                                        <p:cTn id="21" dur="500"/>
                                        <p:tgtEl>
                                          <p:spTgt spid="8814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1" fill="hold" nodeType="clickEffect">
                                  <p:stCondLst>
                                    <p:cond delay="0"/>
                                  </p:stCondLst>
                                  <p:childTnLst>
                                    <p:set>
                                      <p:cBhvr>
                                        <p:cTn id="25" dur="1" fill="hold">
                                          <p:stCondLst>
                                            <p:cond delay="0"/>
                                          </p:stCondLst>
                                        </p:cTn>
                                        <p:tgtEl>
                                          <p:spTgt spid="88146"/>
                                        </p:tgtEl>
                                        <p:attrNameLst>
                                          <p:attrName>style.visibility</p:attrName>
                                        </p:attrNameLst>
                                      </p:cBhvr>
                                      <p:to>
                                        <p:strVal val="visible"/>
                                      </p:to>
                                    </p:set>
                                    <p:animEffect transition="in" filter="slide(fromTop)">
                                      <p:cBhvr>
                                        <p:cTn id="26" dur="500"/>
                                        <p:tgtEl>
                                          <p:spTgt spid="8814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1" fill="hold" nodeType="clickEffect">
                                  <p:stCondLst>
                                    <p:cond delay="0"/>
                                  </p:stCondLst>
                                  <p:childTnLst>
                                    <p:set>
                                      <p:cBhvr>
                                        <p:cTn id="30" dur="1" fill="hold">
                                          <p:stCondLst>
                                            <p:cond delay="0"/>
                                          </p:stCondLst>
                                        </p:cTn>
                                        <p:tgtEl>
                                          <p:spTgt spid="88148"/>
                                        </p:tgtEl>
                                        <p:attrNameLst>
                                          <p:attrName>style.visibility</p:attrName>
                                        </p:attrNameLst>
                                      </p:cBhvr>
                                      <p:to>
                                        <p:strVal val="visible"/>
                                      </p:to>
                                    </p:set>
                                    <p:animEffect transition="in" filter="slide(fromTop)">
                                      <p:cBhvr>
                                        <p:cTn id="31" dur="500"/>
                                        <p:tgtEl>
                                          <p:spTgt spid="8814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1" fill="hold" nodeType="clickEffect">
                                  <p:stCondLst>
                                    <p:cond delay="0"/>
                                  </p:stCondLst>
                                  <p:childTnLst>
                                    <p:set>
                                      <p:cBhvr>
                                        <p:cTn id="35" dur="1" fill="hold">
                                          <p:stCondLst>
                                            <p:cond delay="0"/>
                                          </p:stCondLst>
                                        </p:cTn>
                                        <p:tgtEl>
                                          <p:spTgt spid="88149"/>
                                        </p:tgtEl>
                                        <p:attrNameLst>
                                          <p:attrName>style.visibility</p:attrName>
                                        </p:attrNameLst>
                                      </p:cBhvr>
                                      <p:to>
                                        <p:strVal val="visible"/>
                                      </p:to>
                                    </p:set>
                                    <p:animEffect transition="in" filter="slide(fromTop)">
                                      <p:cBhvr>
                                        <p:cTn id="36" dur="500"/>
                                        <p:tgtEl>
                                          <p:spTgt spid="8814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88107"/>
                                        </p:tgtEl>
                                        <p:attrNameLst>
                                          <p:attrName>style.visibility</p:attrName>
                                        </p:attrNameLst>
                                      </p:cBhvr>
                                      <p:to>
                                        <p:strVal val="visible"/>
                                      </p:to>
                                    </p:set>
                                    <p:animEffect transition="in" filter="wipe(left)">
                                      <p:cBhvr>
                                        <p:cTn id="41" dur="500"/>
                                        <p:tgtEl>
                                          <p:spTgt spid="8810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88151"/>
                                        </p:tgtEl>
                                        <p:attrNameLst>
                                          <p:attrName>style.visibility</p:attrName>
                                        </p:attrNameLst>
                                      </p:cBhvr>
                                      <p:to>
                                        <p:strVal val="visible"/>
                                      </p:to>
                                    </p:set>
                                    <p:animEffect transition="in" filter="blinds(horizontal)">
                                      <p:cBhvr>
                                        <p:cTn id="46" dur="500"/>
                                        <p:tgtEl>
                                          <p:spTgt spid="8815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88164"/>
                                        </p:tgtEl>
                                        <p:attrNameLst>
                                          <p:attrName>style.visibility</p:attrName>
                                        </p:attrNameLst>
                                      </p:cBhvr>
                                      <p:to>
                                        <p:strVal val="visible"/>
                                      </p:to>
                                    </p:set>
                                    <p:animEffect transition="in" filter="dissolve">
                                      <p:cBhvr>
                                        <p:cTn id="51" dur="500"/>
                                        <p:tgtEl>
                                          <p:spTgt spid="8816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88166">
                                            <p:txEl>
                                              <p:pRg st="0" end="0"/>
                                            </p:txEl>
                                          </p:spTgt>
                                        </p:tgtEl>
                                        <p:attrNameLst>
                                          <p:attrName>style.visibility</p:attrName>
                                        </p:attrNameLst>
                                      </p:cBhvr>
                                      <p:to>
                                        <p:strVal val="visible"/>
                                      </p:to>
                                    </p:set>
                                    <p:animEffect transition="in" filter="wipe(left)">
                                      <p:cBhvr>
                                        <p:cTn id="56" dur="500"/>
                                        <p:tgtEl>
                                          <p:spTgt spid="88166">
                                            <p:txEl>
                                              <p:pRg st="0" end="0"/>
                                            </p:txEl>
                                          </p:spTgt>
                                        </p:tgtEl>
                                      </p:cBhvr>
                                    </p:animEffect>
                                  </p:childTnLst>
                                </p:cTn>
                              </p:par>
                            </p:childTnLst>
                          </p:cTn>
                        </p:par>
                        <p:par>
                          <p:cTn id="57" fill="hold" nodeType="afterGroup">
                            <p:stCondLst>
                              <p:cond delay="500"/>
                            </p:stCondLst>
                            <p:childTnLst>
                              <p:par>
                                <p:cTn id="58" presetID="2" presetClass="entr" presetSubtype="8" fill="hold" nodeType="afterEffect">
                                  <p:stCondLst>
                                    <p:cond delay="0"/>
                                  </p:stCondLst>
                                  <p:childTnLst>
                                    <p:set>
                                      <p:cBhvr>
                                        <p:cTn id="59" dur="1" fill="hold">
                                          <p:stCondLst>
                                            <p:cond delay="0"/>
                                          </p:stCondLst>
                                        </p:cTn>
                                        <p:tgtEl>
                                          <p:spTgt spid="88165"/>
                                        </p:tgtEl>
                                        <p:attrNameLst>
                                          <p:attrName>style.visibility</p:attrName>
                                        </p:attrNameLst>
                                      </p:cBhvr>
                                      <p:to>
                                        <p:strVal val="visible"/>
                                      </p:to>
                                    </p:set>
                                    <p:anim calcmode="lin" valueType="num">
                                      <p:cBhvr additive="base">
                                        <p:cTn id="60" dur="500" fill="hold"/>
                                        <p:tgtEl>
                                          <p:spTgt spid="88165"/>
                                        </p:tgtEl>
                                        <p:attrNameLst>
                                          <p:attrName>ppt_x</p:attrName>
                                        </p:attrNameLst>
                                      </p:cBhvr>
                                      <p:tavLst>
                                        <p:tav tm="0">
                                          <p:val>
                                            <p:strVal val="0-#ppt_w/2"/>
                                          </p:val>
                                        </p:tav>
                                        <p:tav tm="100000">
                                          <p:val>
                                            <p:strVal val="#ppt_x"/>
                                          </p:val>
                                        </p:tav>
                                      </p:tavLst>
                                    </p:anim>
                                    <p:anim calcmode="lin" valueType="num">
                                      <p:cBhvr additive="base">
                                        <p:cTn id="61" dur="500" fill="hold"/>
                                        <p:tgtEl>
                                          <p:spTgt spid="88165"/>
                                        </p:tgtEl>
                                        <p:attrNameLst>
                                          <p:attrName>ppt_y</p:attrName>
                                        </p:attrNameLst>
                                      </p:cBhvr>
                                      <p:tavLst>
                                        <p:tav tm="0">
                                          <p:val>
                                            <p:strVal val="#ppt_y"/>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4" presetClass="entr" presetSubtype="0" fill="hold" grpId="0" nodeType="clickEffect">
                                  <p:stCondLst>
                                    <p:cond delay="0"/>
                                  </p:stCondLst>
                                  <p:childTnLst>
                                    <p:set>
                                      <p:cBhvr>
                                        <p:cTn id="65" dur="1" fill="hold">
                                          <p:stCondLst>
                                            <p:cond delay="499"/>
                                          </p:stCondLst>
                                        </p:cTn>
                                        <p:tgtEl>
                                          <p:spTgt spid="88163"/>
                                        </p:tgtEl>
                                        <p:attrNameLst>
                                          <p:attrName>style.visibility</p:attrName>
                                        </p:attrNameLst>
                                      </p:cBhvr>
                                      <p:to>
                                        <p:strVal val="visible"/>
                                      </p:to>
                                    </p:set>
                                    <p:anim to="" calcmode="lin" valueType="num">
                                      <p:cBhvr>
                                        <p:cTn id="66" dur="1" fill="hold"/>
                                        <p:tgtEl>
                                          <p:spTgt spid="88163"/>
                                        </p:tgtEl>
                                        <p:attrNameLst>
                                          <p:attrName/>
                                        </p:attrNameLst>
                                      </p:cBhvr>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88167">
                                            <p:txEl>
                                              <p:pRg st="0" end="0"/>
                                            </p:txEl>
                                          </p:spTgt>
                                        </p:tgtEl>
                                        <p:attrNameLst>
                                          <p:attrName>style.visibility</p:attrName>
                                        </p:attrNameLst>
                                      </p:cBhvr>
                                      <p:to>
                                        <p:strVal val="visible"/>
                                      </p:to>
                                    </p:set>
                                    <p:animEffect transition="in" filter="wipe(left)">
                                      <p:cBhvr>
                                        <p:cTn id="71" dur="500"/>
                                        <p:tgtEl>
                                          <p:spTgt spid="88167">
                                            <p:txEl>
                                              <p:pRg st="0" end="0"/>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2" fill="hold" nodeType="clickEffect">
                                  <p:stCondLst>
                                    <p:cond delay="0"/>
                                  </p:stCondLst>
                                  <p:childTnLst>
                                    <p:set>
                                      <p:cBhvr>
                                        <p:cTn id="75" dur="1" fill="hold">
                                          <p:stCondLst>
                                            <p:cond delay="0"/>
                                          </p:stCondLst>
                                        </p:cTn>
                                        <p:tgtEl>
                                          <p:spTgt spid="88152"/>
                                        </p:tgtEl>
                                        <p:attrNameLst>
                                          <p:attrName>style.visibility</p:attrName>
                                        </p:attrNameLst>
                                      </p:cBhvr>
                                      <p:to>
                                        <p:strVal val="visible"/>
                                      </p:to>
                                    </p:set>
                                    <p:anim calcmode="lin" valueType="num">
                                      <p:cBhvr additive="base">
                                        <p:cTn id="76" dur="500" fill="hold"/>
                                        <p:tgtEl>
                                          <p:spTgt spid="88152"/>
                                        </p:tgtEl>
                                        <p:attrNameLst>
                                          <p:attrName>ppt_x</p:attrName>
                                        </p:attrNameLst>
                                      </p:cBhvr>
                                      <p:tavLst>
                                        <p:tav tm="0">
                                          <p:val>
                                            <p:strVal val="1+#ppt_w/2"/>
                                          </p:val>
                                        </p:tav>
                                        <p:tav tm="100000">
                                          <p:val>
                                            <p:strVal val="#ppt_x"/>
                                          </p:val>
                                        </p:tav>
                                      </p:tavLst>
                                    </p:anim>
                                    <p:anim calcmode="lin" valueType="num">
                                      <p:cBhvr additive="base">
                                        <p:cTn id="77" dur="500" fill="hold"/>
                                        <p:tgtEl>
                                          <p:spTgt spid="881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50" grpId="0" build="p" autoUpdateAnimBg="0"/>
      <p:bldP spid="88163" grpId="0" animBg="1" autoUpdateAnimBg="0"/>
      <p:bldP spid="88166" grpId="0" build="p" autoUpdateAnimBg="0"/>
      <p:bldP spid="88167" grpId="0" build="p"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838200" y="725488"/>
            <a:ext cx="381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Y=G+</a:t>
            </a:r>
            <a:r>
              <a:rPr kumimoji="1" lang="en-US" altLang="zh-CN" sz="2400" b="1">
                <a:latin typeface="Times New Roman" panose="02020603050405020304" pitchFamily="18" charset="0"/>
              </a:rPr>
              <a:t>j(</a:t>
            </a:r>
            <a:r>
              <a:rPr kumimoji="1" lang="en-US" altLang="zh-CN" sz="2400" b="1" i="1">
                <a:latin typeface="Symbol" panose="05050102010706020507" pitchFamily="18" charset="2"/>
              </a:rPr>
              <a:t>w</a:t>
            </a:r>
            <a:r>
              <a:rPr kumimoji="1" lang="en-US" altLang="zh-CN" sz="2400" b="1" i="1">
                <a:latin typeface="Times New Roman" panose="02020603050405020304" pitchFamily="18" charset="0"/>
              </a:rPr>
              <a:t>C</a:t>
            </a:r>
            <a:r>
              <a:rPr kumimoji="1" lang="en-US" altLang="zh-CN" sz="2400" b="1" i="1">
                <a:latin typeface="宋体" panose="02010600030101010101" pitchFamily="2" charset="-122"/>
              </a:rPr>
              <a:t>-</a:t>
            </a: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=|Y|∠</a:t>
            </a:r>
            <a:r>
              <a:rPr kumimoji="1" lang="en-US" altLang="zh-CN" sz="2400" b="1" i="1">
                <a:latin typeface="Symbol" panose="05050102010706020507" pitchFamily="18" charset="2"/>
              </a:rPr>
              <a:t>j</a:t>
            </a:r>
            <a:r>
              <a:rPr kumimoji="1" lang="en-US" altLang="zh-CN" sz="2400" b="1" i="1">
                <a:latin typeface="Symbol" panose="05050102010706020507" pitchFamily="18" charset="2"/>
                <a:sym typeface="Symbol" panose="05050102010706020507" pitchFamily="18" charset="2"/>
              </a:rPr>
              <a:t></a:t>
            </a:r>
            <a:endParaRPr kumimoji="1" lang="en-US" altLang="zh-CN" sz="2400" b="1">
              <a:latin typeface="Times New Roman" panose="02020603050405020304" pitchFamily="18" charset="0"/>
            </a:endParaRPr>
          </a:p>
        </p:txBody>
      </p:sp>
      <p:sp>
        <p:nvSpPr>
          <p:cNvPr id="92163" name="Text Box 3"/>
          <p:cNvSpPr txBox="1">
            <a:spLocks noChangeArrowheads="1"/>
          </p:cNvSpPr>
          <p:nvPr/>
        </p:nvSpPr>
        <p:spPr bwMode="auto">
          <a:xfrm>
            <a:off x="685800" y="1414463"/>
            <a:ext cx="79597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&gt; 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B</a:t>
            </a:r>
            <a:r>
              <a:rPr kumimoji="1" lang="en-US" altLang="zh-CN" sz="2400" b="1">
                <a:latin typeface="Times New Roman" panose="02020603050405020304" pitchFamily="18" charset="0"/>
              </a:rPr>
              <a:t>&gt;0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a:latin typeface="Times New Roman" panose="02020603050405020304" pitchFamily="18" charset="0"/>
              </a:rPr>
              <a:t> '&gt;0</a:t>
            </a:r>
            <a:r>
              <a:rPr kumimoji="1" lang="zh-CN" altLang="en-US" sz="2400" b="1">
                <a:latin typeface="Times New Roman" panose="02020603050405020304" pitchFamily="18" charset="0"/>
              </a:rPr>
              <a:t>，</a:t>
            </a:r>
            <a:r>
              <a:rPr kumimoji="1" lang="zh-CN" altLang="en-US" sz="2400" b="1"/>
              <a:t>电压落后电流，电路呈容性</a:t>
            </a:r>
            <a:r>
              <a:rPr kumimoji="1" lang="zh-CN" altLang="en-US" sz="2400" b="1">
                <a:latin typeface="Times New Roman" panose="02020603050405020304" pitchFamily="18" charset="0"/>
              </a:rPr>
              <a:t>；</a:t>
            </a:r>
          </a:p>
        </p:txBody>
      </p:sp>
      <p:sp>
        <p:nvSpPr>
          <p:cNvPr id="92164" name="Text Box 4"/>
          <p:cNvSpPr txBox="1">
            <a:spLocks noChangeArrowheads="1"/>
          </p:cNvSpPr>
          <p:nvPr/>
        </p:nvSpPr>
        <p:spPr bwMode="auto">
          <a:xfrm>
            <a:off x="685800" y="1989138"/>
            <a:ext cx="79597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&lt;1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B</a:t>
            </a:r>
            <a:r>
              <a:rPr kumimoji="1" lang="en-US" altLang="zh-CN" sz="2400" b="1">
                <a:latin typeface="Times New Roman" panose="02020603050405020304" pitchFamily="18" charset="0"/>
              </a:rPr>
              <a:t>&lt;0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a:latin typeface="Times New Roman" panose="02020603050405020304" pitchFamily="18" charset="0"/>
              </a:rPr>
              <a:t> '&lt;0</a:t>
            </a:r>
            <a:r>
              <a:rPr kumimoji="1" lang="zh-CN" altLang="en-US" sz="2400" b="1">
                <a:latin typeface="Times New Roman" panose="02020603050405020304" pitchFamily="18" charset="0"/>
              </a:rPr>
              <a:t>，</a:t>
            </a:r>
            <a:r>
              <a:rPr kumimoji="1" lang="zh-CN" altLang="en-US" sz="2400" b="1"/>
              <a:t>电压领先电流，电路呈感性</a:t>
            </a:r>
            <a:r>
              <a:rPr kumimoji="1" lang="zh-CN" altLang="en-US" sz="2400" b="1">
                <a:latin typeface="Times New Roman" panose="02020603050405020304" pitchFamily="18" charset="0"/>
              </a:rPr>
              <a:t>；</a:t>
            </a:r>
          </a:p>
        </p:txBody>
      </p:sp>
      <p:sp>
        <p:nvSpPr>
          <p:cNvPr id="92165" name="Text Box 5"/>
          <p:cNvSpPr txBox="1">
            <a:spLocks noChangeArrowheads="1"/>
          </p:cNvSpPr>
          <p:nvPr/>
        </p:nvSpPr>
        <p:spPr bwMode="auto">
          <a:xfrm>
            <a:off x="685800" y="2522538"/>
            <a:ext cx="81534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Symbol" panose="05050102010706020507" pitchFamily="18" charset="2"/>
              </a:rPr>
              <a:t>w</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B</a:t>
            </a:r>
            <a:r>
              <a:rPr kumimoji="1" lang="en-US" altLang="zh-CN" sz="2400" b="1">
                <a:latin typeface="Times New Roman" panose="02020603050405020304" pitchFamily="18" charset="0"/>
              </a:rPr>
              <a: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 </a:t>
            </a:r>
            <a:r>
              <a:rPr kumimoji="1" lang="en-US" altLang="zh-CN" sz="2400" b="1">
                <a:latin typeface="Symbol" panose="05050102010706020507" pitchFamily="18" charset="2"/>
                <a:sym typeface="Symbol" panose="05050102010706020507" pitchFamily="18" charset="2"/>
              </a:rPr>
              <a:t></a:t>
            </a:r>
            <a:r>
              <a:rPr kumimoji="1" lang="en-US" altLang="zh-CN" sz="2400" b="1">
                <a:latin typeface="Times New Roman" panose="02020603050405020304" pitchFamily="18" charset="0"/>
              </a:rPr>
              <a:t> =0</a:t>
            </a:r>
            <a:r>
              <a:rPr kumimoji="1" lang="zh-CN" altLang="en-US" sz="2400" b="1">
                <a:latin typeface="Times New Roman" panose="02020603050405020304" pitchFamily="18" charset="0"/>
              </a:rPr>
              <a:t>，</a:t>
            </a:r>
            <a:r>
              <a:rPr kumimoji="1" lang="zh-CN" altLang="en-US" sz="2400" b="1"/>
              <a:t>电压与电流同相，电路呈阻性。</a:t>
            </a:r>
            <a:endParaRPr kumimoji="1" lang="zh-CN" altLang="en-US" sz="2400" b="1">
              <a:latin typeface="Times New Roman" panose="02020603050405020304" pitchFamily="18" charset="0"/>
            </a:endParaRPr>
          </a:p>
        </p:txBody>
      </p:sp>
      <p:grpSp>
        <p:nvGrpSpPr>
          <p:cNvPr id="92166" name="Group 6"/>
          <p:cNvGrpSpPr>
            <a:grpSpLocks/>
          </p:cNvGrpSpPr>
          <p:nvPr/>
        </p:nvGrpSpPr>
        <p:grpSpPr bwMode="auto">
          <a:xfrm>
            <a:off x="2478088" y="4189413"/>
            <a:ext cx="1371600" cy="501650"/>
            <a:chOff x="1561" y="2639"/>
            <a:chExt cx="864" cy="316"/>
          </a:xfrm>
        </p:grpSpPr>
        <p:sp>
          <p:nvSpPr>
            <p:cNvPr id="92167" name="Line 7"/>
            <p:cNvSpPr>
              <a:spLocks noChangeShapeType="1"/>
            </p:cNvSpPr>
            <p:nvPr/>
          </p:nvSpPr>
          <p:spPr bwMode="auto">
            <a:xfrm>
              <a:off x="1561" y="2639"/>
              <a:ext cx="864"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168" name="Object 8"/>
            <p:cNvGraphicFramePr>
              <a:graphicFrameLocks noChangeAspect="1"/>
            </p:cNvGraphicFramePr>
            <p:nvPr/>
          </p:nvGraphicFramePr>
          <p:xfrm>
            <a:off x="2206" y="2670"/>
            <a:ext cx="192" cy="285"/>
          </p:xfrm>
          <a:graphic>
            <a:graphicData uri="http://schemas.openxmlformats.org/presentationml/2006/ole">
              <mc:AlternateContent xmlns:mc="http://schemas.openxmlformats.org/markup-compatibility/2006">
                <mc:Choice xmlns:v="urn:schemas-microsoft-com:vml" Requires="v">
                  <p:oleObj name="Equation" r:id="rId3" imgW="190440" imgH="279360" progId="Equation.DSMT4">
                    <p:embed/>
                  </p:oleObj>
                </mc:Choice>
                <mc:Fallback>
                  <p:oleObj name="Equation" r:id="rId3" imgW="190440" imgH="279360" progId="Equation.DSMT4">
                    <p:embed/>
                    <p:pic>
                      <p:nvPicPr>
                        <p:cNvPr id="92168" name="Object 8"/>
                        <p:cNvPicPr preferRelativeResize="0">
                          <a:picLocks noChangeAspect="1" noChangeArrowheads="1"/>
                        </p:cNvPicPr>
                        <p:nvPr/>
                      </p:nvPicPr>
                      <p:blipFill>
                        <a:blip r:embed="rId4"/>
                        <a:srcRect/>
                        <a:stretch>
                          <a:fillRect/>
                        </a:stretch>
                      </p:blipFill>
                      <p:spPr bwMode="auto">
                        <a:xfrm>
                          <a:off x="2206" y="2670"/>
                          <a:ext cx="192"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169" name="Group 9"/>
          <p:cNvGrpSpPr>
            <a:grpSpLocks/>
          </p:cNvGrpSpPr>
          <p:nvPr/>
        </p:nvGrpSpPr>
        <p:grpSpPr bwMode="auto">
          <a:xfrm>
            <a:off x="3851275" y="4194175"/>
            <a:ext cx="436563" cy="1619250"/>
            <a:chOff x="2426" y="2642"/>
            <a:chExt cx="275" cy="1020"/>
          </a:xfrm>
        </p:grpSpPr>
        <p:sp>
          <p:nvSpPr>
            <p:cNvPr id="92170" name="Line 10"/>
            <p:cNvSpPr>
              <a:spLocks noChangeShapeType="1"/>
            </p:cNvSpPr>
            <p:nvPr/>
          </p:nvSpPr>
          <p:spPr bwMode="auto">
            <a:xfrm>
              <a:off x="2426" y="2642"/>
              <a:ext cx="0" cy="96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171" name="Object 11"/>
            <p:cNvGraphicFramePr>
              <a:graphicFrameLocks noChangeAspect="1"/>
            </p:cNvGraphicFramePr>
            <p:nvPr/>
          </p:nvGraphicFramePr>
          <p:xfrm>
            <a:off x="2450" y="3314"/>
            <a:ext cx="251" cy="348"/>
          </p:xfrm>
          <a:graphic>
            <a:graphicData uri="http://schemas.openxmlformats.org/presentationml/2006/ole">
              <mc:AlternateContent xmlns:mc="http://schemas.openxmlformats.org/markup-compatibility/2006">
                <mc:Choice xmlns:v="urn:schemas-microsoft-com:vml" Requires="v">
                  <p:oleObj name="公式" r:id="rId5" imgW="203040" imgH="279360" progId="Equation.3">
                    <p:embed/>
                  </p:oleObj>
                </mc:Choice>
                <mc:Fallback>
                  <p:oleObj name="公式" r:id="rId5" imgW="203040" imgH="279360" progId="Equation.3">
                    <p:embed/>
                    <p:pic>
                      <p:nvPicPr>
                        <p:cNvPr id="92171" name="Object 11"/>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50" y="3314"/>
                          <a:ext cx="251"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172" name="Freeform 12"/>
          <p:cNvSpPr>
            <a:spLocks/>
          </p:cNvSpPr>
          <p:nvPr/>
        </p:nvSpPr>
        <p:spPr bwMode="auto">
          <a:xfrm flipV="1">
            <a:off x="3660775" y="4194175"/>
            <a:ext cx="190500" cy="152400"/>
          </a:xfrm>
          <a:custGeom>
            <a:avLst/>
            <a:gdLst>
              <a:gd name="T0" fmla="*/ 120 w 120"/>
              <a:gd name="T1" fmla="*/ 0 h 96"/>
              <a:gd name="T2" fmla="*/ 0 w 120"/>
              <a:gd name="T3" fmla="*/ 0 h 96"/>
              <a:gd name="T4" fmla="*/ 0 w 120"/>
              <a:gd name="T5" fmla="*/ 96 h 96"/>
            </a:gdLst>
            <a:ahLst/>
            <a:cxnLst>
              <a:cxn ang="0">
                <a:pos x="T0" y="T1"/>
              </a:cxn>
              <a:cxn ang="0">
                <a:pos x="T2" y="T3"/>
              </a:cxn>
              <a:cxn ang="0">
                <a:pos x="T4" y="T5"/>
              </a:cxn>
            </a:cxnLst>
            <a:rect l="0" t="0" r="r" b="b"/>
            <a:pathLst>
              <a:path w="120" h="96">
                <a:moveTo>
                  <a:pt x="120" y="0"/>
                </a:moveTo>
                <a:lnTo>
                  <a:pt x="0" y="0"/>
                </a:lnTo>
                <a:lnTo>
                  <a:pt x="0" y="96"/>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92173" name="Group 13"/>
          <p:cNvGrpSpPr>
            <a:grpSpLocks/>
          </p:cNvGrpSpPr>
          <p:nvPr/>
        </p:nvGrpSpPr>
        <p:grpSpPr bwMode="auto">
          <a:xfrm>
            <a:off x="2459038" y="4192588"/>
            <a:ext cx="1295400" cy="941387"/>
            <a:chOff x="1549" y="2641"/>
            <a:chExt cx="816" cy="593"/>
          </a:xfrm>
        </p:grpSpPr>
        <p:sp>
          <p:nvSpPr>
            <p:cNvPr id="92174" name="Freeform 14"/>
            <p:cNvSpPr>
              <a:spLocks/>
            </p:cNvSpPr>
            <p:nvPr/>
          </p:nvSpPr>
          <p:spPr bwMode="auto">
            <a:xfrm rot="5460533">
              <a:off x="1691" y="2499"/>
              <a:ext cx="532" cy="816"/>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mpd="sng">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92175" name="Object 15"/>
            <p:cNvGraphicFramePr>
              <a:graphicFrameLocks noChangeAspect="1"/>
            </p:cNvGraphicFramePr>
            <p:nvPr/>
          </p:nvGraphicFramePr>
          <p:xfrm>
            <a:off x="1981" y="3026"/>
            <a:ext cx="137" cy="208"/>
          </p:xfrm>
          <a:graphic>
            <a:graphicData uri="http://schemas.openxmlformats.org/presentationml/2006/ole">
              <mc:AlternateContent xmlns:mc="http://schemas.openxmlformats.org/markup-compatibility/2006">
                <mc:Choice xmlns:v="urn:schemas-microsoft-com:vml" Requires="v">
                  <p:oleObj name="公式" r:id="rId7" imgW="126720" imgH="190440" progId="Equation.3">
                    <p:embed/>
                  </p:oleObj>
                </mc:Choice>
                <mc:Fallback>
                  <p:oleObj name="公式" r:id="rId7" imgW="126720" imgH="190440" progId="Equation.3">
                    <p:embed/>
                    <p:pic>
                      <p:nvPicPr>
                        <p:cNvPr id="92175" name="Object 15"/>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 y="3026"/>
                          <a:ext cx="13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176" name="Group 16"/>
          <p:cNvGrpSpPr>
            <a:grpSpLocks/>
          </p:cNvGrpSpPr>
          <p:nvPr/>
        </p:nvGrpSpPr>
        <p:grpSpPr bwMode="auto">
          <a:xfrm>
            <a:off x="2763838" y="4117975"/>
            <a:ext cx="685800" cy="457200"/>
            <a:chOff x="1741" y="2594"/>
            <a:chExt cx="432" cy="288"/>
          </a:xfrm>
        </p:grpSpPr>
        <p:sp>
          <p:nvSpPr>
            <p:cNvPr id="92177" name="Freeform 17"/>
            <p:cNvSpPr>
              <a:spLocks/>
            </p:cNvSpPr>
            <p:nvPr/>
          </p:nvSpPr>
          <p:spPr bwMode="auto">
            <a:xfrm flipV="1">
              <a:off x="1741" y="2642"/>
              <a:ext cx="27" cy="111"/>
            </a:xfrm>
            <a:custGeom>
              <a:avLst/>
              <a:gdLst>
                <a:gd name="T0" fmla="*/ 0 w 27"/>
                <a:gd name="T1" fmla="*/ 0 h 111"/>
                <a:gd name="T2" fmla="*/ 21 w 27"/>
                <a:gd name="T3" fmla="*/ 57 h 111"/>
                <a:gd name="T4" fmla="*/ 27 w 27"/>
                <a:gd name="T5" fmla="*/ 111 h 111"/>
              </a:gdLst>
              <a:ahLst/>
              <a:cxnLst>
                <a:cxn ang="0">
                  <a:pos x="T0" y="T1"/>
                </a:cxn>
                <a:cxn ang="0">
                  <a:pos x="T2" y="T3"/>
                </a:cxn>
                <a:cxn ang="0">
                  <a:pos x="T4" y="T5"/>
                </a:cxn>
              </a:cxnLst>
              <a:rect l="0" t="0" r="r" b="b"/>
              <a:pathLst>
                <a:path w="27" h="111">
                  <a:moveTo>
                    <a:pt x="0" y="0"/>
                  </a:moveTo>
                  <a:cubicBezTo>
                    <a:pt x="3" y="10"/>
                    <a:pt x="17" y="39"/>
                    <a:pt x="21" y="57"/>
                  </a:cubicBezTo>
                  <a:cubicBezTo>
                    <a:pt x="25" y="75"/>
                    <a:pt x="26" y="100"/>
                    <a:pt x="27" y="111"/>
                  </a:cubicBezTo>
                </a:path>
              </a:pathLst>
            </a:custGeom>
            <a:noFill/>
            <a:ln w="9525" cap="flat" cmpd="sng">
              <a:solidFill>
                <a:srgbClr val="000000"/>
              </a:solidFill>
              <a:prstDash val="solid"/>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178" name="Text Box 18"/>
            <p:cNvSpPr txBox="1">
              <a:spLocks noChangeArrowheads="1"/>
            </p:cNvSpPr>
            <p:nvPr/>
          </p:nvSpPr>
          <p:spPr bwMode="auto">
            <a:xfrm>
              <a:off x="1789" y="2594"/>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latin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sym typeface="Symbol" panose="05050102010706020507" pitchFamily="18" charset="2"/>
                </a:rPr>
                <a:t>'</a:t>
              </a:r>
              <a:endParaRPr kumimoji="1" lang="en-US" altLang="zh-CN" sz="2400" b="1">
                <a:latin typeface="Times New Roman" panose="02020603050405020304" pitchFamily="18" charset="0"/>
              </a:endParaRPr>
            </a:p>
          </p:txBody>
        </p:sp>
      </p:grpSp>
      <p:grpSp>
        <p:nvGrpSpPr>
          <p:cNvPr id="92179" name="Group 19"/>
          <p:cNvGrpSpPr>
            <a:grpSpLocks/>
          </p:cNvGrpSpPr>
          <p:nvPr/>
        </p:nvGrpSpPr>
        <p:grpSpPr bwMode="auto">
          <a:xfrm>
            <a:off x="3363913" y="5003800"/>
            <a:ext cx="422275" cy="685800"/>
            <a:chOff x="2119" y="3152"/>
            <a:chExt cx="266" cy="432"/>
          </a:xfrm>
        </p:grpSpPr>
        <p:sp>
          <p:nvSpPr>
            <p:cNvPr id="92180" name="Line 20"/>
            <p:cNvSpPr>
              <a:spLocks noChangeShapeType="1"/>
            </p:cNvSpPr>
            <p:nvPr/>
          </p:nvSpPr>
          <p:spPr bwMode="auto">
            <a:xfrm flipV="1">
              <a:off x="2377" y="3152"/>
              <a:ext cx="0" cy="432"/>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181" name="Object 21"/>
            <p:cNvGraphicFramePr>
              <a:graphicFrameLocks noChangeAspect="1"/>
            </p:cNvGraphicFramePr>
            <p:nvPr/>
          </p:nvGraphicFramePr>
          <p:xfrm>
            <a:off x="2119" y="3170"/>
            <a:ext cx="266" cy="348"/>
          </p:xfrm>
          <a:graphic>
            <a:graphicData uri="http://schemas.openxmlformats.org/presentationml/2006/ole">
              <mc:AlternateContent xmlns:mc="http://schemas.openxmlformats.org/markup-compatibility/2006">
                <mc:Choice xmlns:v="urn:schemas-microsoft-com:vml" Requires="v">
                  <p:oleObj name="公式" r:id="rId9" imgW="215640" imgH="279360" progId="Equation.3">
                    <p:embed/>
                  </p:oleObj>
                </mc:Choice>
                <mc:Fallback>
                  <p:oleObj name="公式" r:id="rId9" imgW="215640" imgH="279360" progId="Equation.3">
                    <p:embed/>
                    <p:pic>
                      <p:nvPicPr>
                        <p:cNvPr id="92181" name="Object 21"/>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9" y="3170"/>
                          <a:ext cx="266"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182" name="Text Box 22"/>
          <p:cNvSpPr txBox="1">
            <a:spLocks noChangeArrowheads="1"/>
          </p:cNvSpPr>
          <p:nvPr/>
        </p:nvSpPr>
        <p:spPr bwMode="auto">
          <a:xfrm>
            <a:off x="296863" y="188913"/>
            <a:ext cx="43465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solidFill>
                  <a:srgbClr val="0000FF"/>
                </a:solidFill>
                <a:latin typeface="Times New Roman" panose="02020603050405020304" pitchFamily="18" charset="0"/>
              </a:rPr>
              <a:t>具体分析一下 </a:t>
            </a:r>
            <a:r>
              <a:rPr kumimoji="1" lang="en-US" altLang="zh-CN" sz="2400" b="1" i="1">
                <a:solidFill>
                  <a:srgbClr val="0000FF"/>
                </a:solidFill>
                <a:latin typeface="Times New Roman" panose="02020603050405020304" pitchFamily="18" charset="0"/>
              </a:rPr>
              <a:t>RLC </a:t>
            </a:r>
            <a:r>
              <a:rPr kumimoji="1" lang="zh-CN" altLang="en-US" sz="2400" b="1">
                <a:solidFill>
                  <a:srgbClr val="0000FF"/>
                </a:solidFill>
                <a:latin typeface="Times New Roman" panose="02020603050405020304" pitchFamily="18" charset="0"/>
              </a:rPr>
              <a:t>并联电路</a:t>
            </a:r>
          </a:p>
        </p:txBody>
      </p:sp>
      <p:grpSp>
        <p:nvGrpSpPr>
          <p:cNvPr id="92183" name="Group 23"/>
          <p:cNvGrpSpPr>
            <a:grpSpLocks/>
          </p:cNvGrpSpPr>
          <p:nvPr/>
        </p:nvGrpSpPr>
        <p:grpSpPr bwMode="auto">
          <a:xfrm>
            <a:off x="2505075" y="3949700"/>
            <a:ext cx="1984375" cy="333375"/>
            <a:chOff x="1578" y="2488"/>
            <a:chExt cx="1250" cy="210"/>
          </a:xfrm>
        </p:grpSpPr>
        <p:graphicFrame>
          <p:nvGraphicFramePr>
            <p:cNvPr id="92184" name="Object 24"/>
            <p:cNvGraphicFramePr>
              <a:graphicFrameLocks noChangeAspect="1"/>
            </p:cNvGraphicFramePr>
            <p:nvPr/>
          </p:nvGraphicFramePr>
          <p:xfrm>
            <a:off x="2627" y="2488"/>
            <a:ext cx="201" cy="210"/>
          </p:xfrm>
          <a:graphic>
            <a:graphicData uri="http://schemas.openxmlformats.org/presentationml/2006/ole">
              <mc:AlternateContent xmlns:mc="http://schemas.openxmlformats.org/markup-compatibility/2006">
                <mc:Choice xmlns:v="urn:schemas-microsoft-com:vml" Requires="v">
                  <p:oleObj name="公式" r:id="rId11" imgW="164880" imgH="203040" progId="Equation.3">
                    <p:embed/>
                  </p:oleObj>
                </mc:Choice>
                <mc:Fallback>
                  <p:oleObj name="公式" r:id="rId11" imgW="164880" imgH="203040" progId="Equation.3">
                    <p:embed/>
                    <p:pic>
                      <p:nvPicPr>
                        <p:cNvPr id="92184" name="Object 24"/>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27" y="2488"/>
                          <a:ext cx="20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185" name="Line 25"/>
            <p:cNvSpPr>
              <a:spLocks noChangeShapeType="1"/>
            </p:cNvSpPr>
            <p:nvPr/>
          </p:nvSpPr>
          <p:spPr bwMode="auto">
            <a:xfrm>
              <a:off x="1578" y="2612"/>
              <a:ext cx="1020" cy="0"/>
            </a:xfrm>
            <a:prstGeom prst="line">
              <a:avLst/>
            </a:prstGeom>
            <a:noFill/>
            <a:ln w="28575">
              <a:solidFill>
                <a:srgbClr val="00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2186" name="Group 26"/>
          <p:cNvGrpSpPr>
            <a:grpSpLocks/>
          </p:cNvGrpSpPr>
          <p:nvPr/>
        </p:nvGrpSpPr>
        <p:grpSpPr bwMode="auto">
          <a:xfrm>
            <a:off x="5292080" y="142875"/>
            <a:ext cx="2476500" cy="1208088"/>
            <a:chOff x="4127" y="90"/>
            <a:chExt cx="1560" cy="761"/>
          </a:xfrm>
        </p:grpSpPr>
        <p:graphicFrame>
          <p:nvGraphicFramePr>
            <p:cNvPr id="92187" name="Object 27"/>
            <p:cNvGraphicFramePr>
              <a:graphicFrameLocks noChangeAspect="1"/>
            </p:cNvGraphicFramePr>
            <p:nvPr/>
          </p:nvGraphicFramePr>
          <p:xfrm>
            <a:off x="4354" y="193"/>
            <a:ext cx="115" cy="243"/>
          </p:xfrm>
          <a:graphic>
            <a:graphicData uri="http://schemas.openxmlformats.org/presentationml/2006/ole">
              <mc:AlternateContent xmlns:mc="http://schemas.openxmlformats.org/markup-compatibility/2006">
                <mc:Choice xmlns:v="urn:schemas-microsoft-com:vml" Requires="v">
                  <p:oleObj name="公式" r:id="rId13" imgW="126720" imgH="266400" progId="Equation.3">
                    <p:embed/>
                  </p:oleObj>
                </mc:Choice>
                <mc:Fallback>
                  <p:oleObj name="公式" r:id="rId13" imgW="126720" imgH="266400" progId="Equation.3">
                    <p:embed/>
                    <p:pic>
                      <p:nvPicPr>
                        <p:cNvPr id="92187" name="Object 27"/>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54" y="193"/>
                          <a:ext cx="115"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88" name="Text Box 28"/>
            <p:cNvSpPr txBox="1">
              <a:spLocks noChangeArrowheads="1"/>
            </p:cNvSpPr>
            <p:nvPr/>
          </p:nvSpPr>
          <p:spPr bwMode="auto">
            <a:xfrm>
              <a:off x="4639" y="376"/>
              <a:ext cx="537"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1600" b="1">
                  <a:latin typeface="Times New Roman" panose="02020603050405020304" pitchFamily="18" charset="0"/>
                </a:rPr>
                <a:t>j</a:t>
              </a:r>
              <a:r>
                <a:rPr kumimoji="1" lang="en-US" altLang="zh-CN" sz="1600" b="1" i="1">
                  <a:latin typeface="Times New Roman" panose="02020603050405020304" pitchFamily="18" charset="0"/>
                  <a:sym typeface="Symbol" panose="05050102010706020507" pitchFamily="18" charset="2"/>
                </a:rPr>
                <a:t> </a:t>
              </a:r>
              <a:r>
                <a:rPr kumimoji="1" lang="en-US" altLang="zh-CN" sz="1600" b="1" i="1">
                  <a:latin typeface="Times New Roman" panose="02020603050405020304" pitchFamily="18" charset="0"/>
                </a:rPr>
                <a:t>L</a:t>
              </a:r>
            </a:p>
          </p:txBody>
        </p:sp>
        <p:graphicFrame>
          <p:nvGraphicFramePr>
            <p:cNvPr id="92189" name="Object 29"/>
            <p:cNvGraphicFramePr>
              <a:graphicFrameLocks noChangeAspect="1"/>
            </p:cNvGraphicFramePr>
            <p:nvPr/>
          </p:nvGraphicFramePr>
          <p:xfrm>
            <a:off x="4160" y="339"/>
            <a:ext cx="150" cy="256"/>
          </p:xfrm>
          <a:graphic>
            <a:graphicData uri="http://schemas.openxmlformats.org/presentationml/2006/ole">
              <mc:AlternateContent xmlns:mc="http://schemas.openxmlformats.org/markup-compatibility/2006">
                <mc:Choice xmlns:v="urn:schemas-microsoft-com:vml" Requires="v">
                  <p:oleObj name="公式" r:id="rId15" imgW="164880" imgH="279360" progId="Equation.3">
                    <p:embed/>
                  </p:oleObj>
                </mc:Choice>
                <mc:Fallback>
                  <p:oleObj name="公式" r:id="rId15" imgW="164880" imgH="279360" progId="Equation.3">
                    <p:embed/>
                    <p:pic>
                      <p:nvPicPr>
                        <p:cNvPr id="92189" name="Object 29"/>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60" y="339"/>
                          <a:ext cx="15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0" name="Object 30"/>
            <p:cNvGraphicFramePr>
              <a:graphicFrameLocks noChangeAspect="1"/>
            </p:cNvGraphicFramePr>
            <p:nvPr/>
          </p:nvGraphicFramePr>
          <p:xfrm>
            <a:off x="5053" y="90"/>
            <a:ext cx="169" cy="290"/>
          </p:xfrm>
          <a:graphic>
            <a:graphicData uri="http://schemas.openxmlformats.org/presentationml/2006/ole">
              <mc:AlternateContent xmlns:mc="http://schemas.openxmlformats.org/markup-compatibility/2006">
                <mc:Choice xmlns:v="urn:schemas-microsoft-com:vml" Requires="v">
                  <p:oleObj name="公式" r:id="rId17" imgW="177480" imgH="304560" progId="Equation.3">
                    <p:embed/>
                  </p:oleObj>
                </mc:Choice>
                <mc:Fallback>
                  <p:oleObj name="公式" r:id="rId17" imgW="177480" imgH="304560" progId="Equation.3">
                    <p:embed/>
                    <p:pic>
                      <p:nvPicPr>
                        <p:cNvPr id="92190" name="Object 30"/>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53" y="90"/>
                          <a:ext cx="169"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1" name="Object 31"/>
            <p:cNvGraphicFramePr>
              <a:graphicFrameLocks noChangeAspect="1"/>
            </p:cNvGraphicFramePr>
            <p:nvPr/>
          </p:nvGraphicFramePr>
          <p:xfrm>
            <a:off x="5513" y="109"/>
            <a:ext cx="174" cy="278"/>
          </p:xfrm>
          <a:graphic>
            <a:graphicData uri="http://schemas.openxmlformats.org/presentationml/2006/ole">
              <mc:AlternateContent xmlns:mc="http://schemas.openxmlformats.org/markup-compatibility/2006">
                <mc:Choice xmlns:v="urn:schemas-microsoft-com:vml" Requires="v">
                  <p:oleObj name="公式" r:id="rId19" imgW="190440" imgH="304560" progId="Equation.3">
                    <p:embed/>
                  </p:oleObj>
                </mc:Choice>
                <mc:Fallback>
                  <p:oleObj name="公式" r:id="rId19" imgW="190440" imgH="304560" progId="Equation.3">
                    <p:embed/>
                    <p:pic>
                      <p:nvPicPr>
                        <p:cNvPr id="92191" name="Object 31"/>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513" y="109"/>
                          <a:ext cx="174"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2" name="Object 32"/>
            <p:cNvGraphicFramePr>
              <a:graphicFrameLocks noChangeAspect="1"/>
            </p:cNvGraphicFramePr>
            <p:nvPr/>
          </p:nvGraphicFramePr>
          <p:xfrm>
            <a:off x="5004" y="311"/>
            <a:ext cx="356" cy="414"/>
          </p:xfrm>
          <a:graphic>
            <a:graphicData uri="http://schemas.openxmlformats.org/presentationml/2006/ole">
              <mc:AlternateContent xmlns:mc="http://schemas.openxmlformats.org/markup-compatibility/2006">
                <mc:Choice xmlns:v="urn:schemas-microsoft-com:vml" Requires="v">
                  <p:oleObj name="公式" r:id="rId21" imgW="368280" imgH="431640" progId="Equation.3">
                    <p:embed/>
                  </p:oleObj>
                </mc:Choice>
                <mc:Fallback>
                  <p:oleObj name="公式" r:id="rId21" imgW="368280" imgH="431640" progId="Equation.3">
                    <p:embed/>
                    <p:pic>
                      <p:nvPicPr>
                        <p:cNvPr id="92192" name="Object 32"/>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04" y="311"/>
                          <a:ext cx="356" cy="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93" name="Line 33"/>
            <p:cNvSpPr>
              <a:spLocks noChangeShapeType="1"/>
            </p:cNvSpPr>
            <p:nvPr/>
          </p:nvSpPr>
          <p:spPr bwMode="auto">
            <a:xfrm>
              <a:off x="5333" y="470"/>
              <a:ext cx="168" cy="1"/>
            </a:xfrm>
            <a:prstGeom prst="line">
              <a:avLst/>
            </a:prstGeom>
            <a:noFill/>
            <a:ln w="285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2194" name="Line 34"/>
            <p:cNvSpPr>
              <a:spLocks noChangeShapeType="1"/>
            </p:cNvSpPr>
            <p:nvPr/>
          </p:nvSpPr>
          <p:spPr bwMode="auto">
            <a:xfrm flipV="1">
              <a:off x="5333" y="541"/>
              <a:ext cx="168" cy="2"/>
            </a:xfrm>
            <a:prstGeom prst="line">
              <a:avLst/>
            </a:prstGeom>
            <a:noFill/>
            <a:ln w="285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2195" name="Freeform 35"/>
            <p:cNvSpPr>
              <a:spLocks noChangeArrowheads="1"/>
            </p:cNvSpPr>
            <p:nvPr/>
          </p:nvSpPr>
          <p:spPr bwMode="auto">
            <a:xfrm>
              <a:off x="5415" y="129"/>
              <a:ext cx="1" cy="341"/>
            </a:xfrm>
            <a:custGeom>
              <a:avLst/>
              <a:gdLst>
                <a:gd name="T0" fmla="*/ 0 w 1"/>
                <a:gd name="T1" fmla="*/ 0 h 448"/>
                <a:gd name="T2" fmla="*/ 0 w 1"/>
                <a:gd name="T3" fmla="*/ 22 h 448"/>
                <a:gd name="T4" fmla="*/ 0 w 1"/>
                <a:gd name="T5" fmla="*/ 448 h 448"/>
              </a:gdLst>
              <a:ahLst/>
              <a:cxnLst>
                <a:cxn ang="0">
                  <a:pos x="T0" y="T1"/>
                </a:cxn>
                <a:cxn ang="0">
                  <a:pos x="T2" y="T3"/>
                </a:cxn>
                <a:cxn ang="0">
                  <a:pos x="T4" y="T5"/>
                </a:cxn>
              </a:cxnLst>
              <a:rect l="0" t="0" r="r" b="b"/>
              <a:pathLst>
                <a:path w="1" h="448">
                  <a:moveTo>
                    <a:pt x="0" y="0"/>
                  </a:moveTo>
                  <a:lnTo>
                    <a:pt x="0" y="22"/>
                  </a:lnTo>
                  <a:lnTo>
                    <a:pt x="0" y="448"/>
                  </a:lnTo>
                </a:path>
              </a:pathLst>
            </a:custGeom>
            <a:solidFill>
              <a:srgbClr val="FFFFFF"/>
            </a:solidFill>
            <a:ln w="19050" cmpd="sng">
              <a:solidFill>
                <a:srgbClr val="000000"/>
              </a:solidFill>
              <a:round/>
              <a:headEnd/>
              <a:tailEnd/>
            </a:ln>
          </p:spPr>
          <p:txBody>
            <a:bodyPr/>
            <a:lstStyle/>
            <a:p>
              <a:endParaRPr lang="zh-CN" altLang="en-US"/>
            </a:p>
          </p:txBody>
        </p:sp>
        <p:sp>
          <p:nvSpPr>
            <p:cNvPr id="92196" name="Freeform 36"/>
            <p:cNvSpPr>
              <a:spLocks noChangeArrowheads="1"/>
            </p:cNvSpPr>
            <p:nvPr/>
          </p:nvSpPr>
          <p:spPr bwMode="auto">
            <a:xfrm>
              <a:off x="5414" y="540"/>
              <a:ext cx="1" cy="295"/>
            </a:xfrm>
            <a:custGeom>
              <a:avLst/>
              <a:gdLst>
                <a:gd name="T0" fmla="*/ 0 w 1"/>
                <a:gd name="T1" fmla="*/ 0 h 388"/>
                <a:gd name="T2" fmla="*/ 1 w 1"/>
                <a:gd name="T3" fmla="*/ 388 h 388"/>
                <a:gd name="T4" fmla="*/ 1 w 1"/>
                <a:gd name="T5" fmla="*/ 382 h 388"/>
              </a:gdLst>
              <a:ahLst/>
              <a:cxnLst>
                <a:cxn ang="0">
                  <a:pos x="T0" y="T1"/>
                </a:cxn>
                <a:cxn ang="0">
                  <a:pos x="T2" y="T3"/>
                </a:cxn>
                <a:cxn ang="0">
                  <a:pos x="T4" y="T5"/>
                </a:cxn>
              </a:cxnLst>
              <a:rect l="0" t="0" r="r" b="b"/>
              <a:pathLst>
                <a:path w="1" h="388">
                  <a:moveTo>
                    <a:pt x="0" y="0"/>
                  </a:moveTo>
                  <a:lnTo>
                    <a:pt x="1" y="388"/>
                  </a:lnTo>
                  <a:lnTo>
                    <a:pt x="1" y="382"/>
                  </a:lnTo>
                </a:path>
              </a:pathLst>
            </a:custGeom>
            <a:solidFill>
              <a:srgbClr val="FFFFFF"/>
            </a:solidFill>
            <a:ln w="19050" cmpd="sng">
              <a:solidFill>
                <a:srgbClr val="000000"/>
              </a:solidFill>
              <a:round/>
              <a:headEnd/>
              <a:tailEnd/>
            </a:ln>
          </p:spPr>
          <p:txBody>
            <a:bodyPr/>
            <a:lstStyle/>
            <a:p>
              <a:endParaRPr lang="zh-CN" altLang="en-US"/>
            </a:p>
          </p:txBody>
        </p:sp>
        <p:sp>
          <p:nvSpPr>
            <p:cNvPr id="92197" name="Rectangle 37"/>
            <p:cNvSpPr>
              <a:spLocks noChangeArrowheads="1"/>
            </p:cNvSpPr>
            <p:nvPr/>
          </p:nvSpPr>
          <p:spPr bwMode="auto">
            <a:xfrm rot="10800000">
              <a:off x="4529" y="388"/>
              <a:ext cx="78" cy="207"/>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92198" name="Freeform 38"/>
            <p:cNvSpPr>
              <a:spLocks/>
            </p:cNvSpPr>
            <p:nvPr/>
          </p:nvSpPr>
          <p:spPr bwMode="auto">
            <a:xfrm>
              <a:off x="4255" y="826"/>
              <a:ext cx="1156" cy="5"/>
            </a:xfrm>
            <a:custGeom>
              <a:avLst/>
              <a:gdLst>
                <a:gd name="T0" fmla="*/ 1518 w 1518"/>
                <a:gd name="T1" fmla="*/ 6 h 6"/>
                <a:gd name="T2" fmla="*/ 0 w 1518"/>
                <a:gd name="T3" fmla="*/ 0 h 6"/>
              </a:gdLst>
              <a:ahLst/>
              <a:cxnLst>
                <a:cxn ang="0">
                  <a:pos x="T0" y="T1"/>
                </a:cxn>
                <a:cxn ang="0">
                  <a:pos x="T2" y="T3"/>
                </a:cxn>
              </a:cxnLst>
              <a:rect l="0" t="0" r="r" b="b"/>
              <a:pathLst>
                <a:path w="1518" h="6">
                  <a:moveTo>
                    <a:pt x="1518" y="6"/>
                  </a:moveTo>
                  <a:lnTo>
                    <a:pt x="0" y="0"/>
                  </a:lnTo>
                </a:path>
              </a:pathLst>
            </a:custGeom>
            <a:noFill/>
            <a:ln w="19050" cmpd="sng">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199" name="Text Box 39"/>
            <p:cNvSpPr txBox="1">
              <a:spLocks noChangeArrowheads="1"/>
            </p:cNvSpPr>
            <p:nvPr/>
          </p:nvSpPr>
          <p:spPr bwMode="auto">
            <a:xfrm>
              <a:off x="4346" y="437"/>
              <a:ext cx="201"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1600" b="1" i="1">
                  <a:latin typeface="Times New Roman" panose="02020603050405020304" pitchFamily="18" charset="0"/>
                </a:rPr>
                <a:t>R</a:t>
              </a:r>
            </a:p>
          </p:txBody>
        </p:sp>
        <p:sp>
          <p:nvSpPr>
            <p:cNvPr id="92200" name="Line 40"/>
            <p:cNvSpPr>
              <a:spLocks noChangeShapeType="1"/>
            </p:cNvSpPr>
            <p:nvPr/>
          </p:nvSpPr>
          <p:spPr bwMode="auto">
            <a:xfrm>
              <a:off x="4269" y="165"/>
              <a:ext cx="219" cy="0"/>
            </a:xfrm>
            <a:prstGeom prst="line">
              <a:avLst/>
            </a:prstGeom>
            <a:noFill/>
            <a:ln w="952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2201" name="Group 41"/>
            <p:cNvGrpSpPr>
              <a:grpSpLocks/>
            </p:cNvGrpSpPr>
            <p:nvPr/>
          </p:nvGrpSpPr>
          <p:grpSpPr bwMode="auto">
            <a:xfrm rot="5400000">
              <a:off x="4844" y="463"/>
              <a:ext cx="292" cy="43"/>
              <a:chOff x="576" y="711"/>
              <a:chExt cx="384" cy="57"/>
            </a:xfrm>
          </p:grpSpPr>
          <p:sp>
            <p:nvSpPr>
              <p:cNvPr id="92202" name="Freeform 42"/>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2203" name="Freeform 43"/>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2204" name="Freeform 44"/>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2205" name="Freeform 45"/>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92206" name="Text Box 46"/>
            <p:cNvSpPr txBox="1">
              <a:spLocks noChangeArrowheads="1"/>
            </p:cNvSpPr>
            <p:nvPr/>
          </p:nvSpPr>
          <p:spPr bwMode="auto">
            <a:xfrm>
              <a:off x="4132" y="141"/>
              <a:ext cx="18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1600" b="1">
                  <a:latin typeface="Times New Roman" panose="02020603050405020304" pitchFamily="18" charset="0"/>
                </a:rPr>
                <a:t>+</a:t>
              </a:r>
            </a:p>
          </p:txBody>
        </p:sp>
        <p:sp>
          <p:nvSpPr>
            <p:cNvPr id="92207" name="Text Box 47"/>
            <p:cNvSpPr txBox="1">
              <a:spLocks noChangeArrowheads="1"/>
            </p:cNvSpPr>
            <p:nvPr/>
          </p:nvSpPr>
          <p:spPr bwMode="auto">
            <a:xfrm>
              <a:off x="4127" y="615"/>
              <a:ext cx="18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1600" b="1">
                  <a:latin typeface="宋体" panose="02010600030101010101" pitchFamily="2" charset="-122"/>
                </a:rPr>
                <a:t>-</a:t>
              </a:r>
              <a:endParaRPr kumimoji="1" lang="en-US" altLang="zh-CN" sz="1600" b="1">
                <a:latin typeface="Times New Roman" panose="02020603050405020304" pitchFamily="18" charset="0"/>
              </a:endParaRPr>
            </a:p>
          </p:txBody>
        </p:sp>
        <p:sp>
          <p:nvSpPr>
            <p:cNvPr id="92208" name="Freeform 48"/>
            <p:cNvSpPr>
              <a:spLocks/>
            </p:cNvSpPr>
            <p:nvPr/>
          </p:nvSpPr>
          <p:spPr bwMode="auto">
            <a:xfrm>
              <a:off x="4232" y="134"/>
              <a:ext cx="1183" cy="4"/>
            </a:xfrm>
            <a:custGeom>
              <a:avLst/>
              <a:gdLst>
                <a:gd name="T0" fmla="*/ 1554 w 1554"/>
                <a:gd name="T1" fmla="*/ 6 h 6"/>
                <a:gd name="T2" fmla="*/ 0 w 1554"/>
                <a:gd name="T3" fmla="*/ 0 h 6"/>
              </a:gdLst>
              <a:ahLst/>
              <a:cxnLst>
                <a:cxn ang="0">
                  <a:pos x="T0" y="T1"/>
                </a:cxn>
                <a:cxn ang="0">
                  <a:pos x="T2" y="T3"/>
                </a:cxn>
              </a:cxnLst>
              <a:rect l="0" t="0" r="r" b="b"/>
              <a:pathLst>
                <a:path w="1554" h="6">
                  <a:moveTo>
                    <a:pt x="1554" y="6"/>
                  </a:moveTo>
                  <a:lnTo>
                    <a:pt x="0" y="0"/>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09" name="Oval 49"/>
            <p:cNvSpPr>
              <a:spLocks noChangeArrowheads="1"/>
            </p:cNvSpPr>
            <p:nvPr/>
          </p:nvSpPr>
          <p:spPr bwMode="auto">
            <a:xfrm>
              <a:off x="4200" y="799"/>
              <a:ext cx="52" cy="5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0" name="Oval 50"/>
            <p:cNvSpPr>
              <a:spLocks noChangeArrowheads="1"/>
            </p:cNvSpPr>
            <p:nvPr/>
          </p:nvSpPr>
          <p:spPr bwMode="auto">
            <a:xfrm>
              <a:off x="4185" y="105"/>
              <a:ext cx="52" cy="51"/>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1" name="Freeform 51"/>
            <p:cNvSpPr>
              <a:spLocks/>
            </p:cNvSpPr>
            <p:nvPr/>
          </p:nvSpPr>
          <p:spPr bwMode="auto">
            <a:xfrm>
              <a:off x="4566" y="138"/>
              <a:ext cx="0" cy="256"/>
            </a:xfrm>
            <a:custGeom>
              <a:avLst/>
              <a:gdLst>
                <a:gd name="T0" fmla="*/ 0 w 1"/>
                <a:gd name="T1" fmla="*/ 0 h 336"/>
                <a:gd name="T2" fmla="*/ 0 w 1"/>
                <a:gd name="T3" fmla="*/ 336 h 336"/>
              </a:gdLst>
              <a:ahLst/>
              <a:cxnLst>
                <a:cxn ang="0">
                  <a:pos x="T0" y="T1"/>
                </a:cxn>
                <a:cxn ang="0">
                  <a:pos x="T2" y="T3"/>
                </a:cxn>
              </a:cxnLst>
              <a:rect l="0" t="0" r="r" b="b"/>
              <a:pathLst>
                <a:path w="1" h="336">
                  <a:moveTo>
                    <a:pt x="0" y="0"/>
                  </a:moveTo>
                  <a:lnTo>
                    <a:pt x="0" y="336"/>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2" name="Freeform 52"/>
            <p:cNvSpPr>
              <a:spLocks/>
            </p:cNvSpPr>
            <p:nvPr/>
          </p:nvSpPr>
          <p:spPr bwMode="auto">
            <a:xfrm>
              <a:off x="4566" y="595"/>
              <a:ext cx="0" cy="237"/>
            </a:xfrm>
            <a:custGeom>
              <a:avLst/>
              <a:gdLst>
                <a:gd name="T0" fmla="*/ 0 w 1"/>
                <a:gd name="T1" fmla="*/ 0 h 312"/>
                <a:gd name="T2" fmla="*/ 0 w 1"/>
                <a:gd name="T3" fmla="*/ 312 h 312"/>
              </a:gdLst>
              <a:ahLst/>
              <a:cxnLst>
                <a:cxn ang="0">
                  <a:pos x="T0" y="T1"/>
                </a:cxn>
                <a:cxn ang="0">
                  <a:pos x="T2" y="T3"/>
                </a:cxn>
              </a:cxnLst>
              <a:rect l="0" t="0" r="r" b="b"/>
              <a:pathLst>
                <a:path w="1" h="312">
                  <a:moveTo>
                    <a:pt x="0" y="0"/>
                  </a:moveTo>
                  <a:lnTo>
                    <a:pt x="0" y="312"/>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3" name="Freeform 53"/>
            <p:cNvSpPr>
              <a:spLocks/>
            </p:cNvSpPr>
            <p:nvPr/>
          </p:nvSpPr>
          <p:spPr bwMode="auto">
            <a:xfrm>
              <a:off x="4968" y="128"/>
              <a:ext cx="0" cy="205"/>
            </a:xfrm>
            <a:custGeom>
              <a:avLst/>
              <a:gdLst>
                <a:gd name="T0" fmla="*/ 0 w 1"/>
                <a:gd name="T1" fmla="*/ 0 h 270"/>
                <a:gd name="T2" fmla="*/ 1 w 1"/>
                <a:gd name="T3" fmla="*/ 270 h 270"/>
              </a:gdLst>
              <a:ahLst/>
              <a:cxnLst>
                <a:cxn ang="0">
                  <a:pos x="T0" y="T1"/>
                </a:cxn>
                <a:cxn ang="0">
                  <a:pos x="T2" y="T3"/>
                </a:cxn>
              </a:cxnLst>
              <a:rect l="0" t="0" r="r" b="b"/>
              <a:pathLst>
                <a:path w="1" h="270">
                  <a:moveTo>
                    <a:pt x="0" y="0"/>
                  </a:moveTo>
                  <a:lnTo>
                    <a:pt x="1" y="270"/>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4" name="Freeform 54"/>
            <p:cNvSpPr>
              <a:spLocks/>
            </p:cNvSpPr>
            <p:nvPr/>
          </p:nvSpPr>
          <p:spPr bwMode="auto">
            <a:xfrm>
              <a:off x="4968" y="631"/>
              <a:ext cx="0" cy="201"/>
            </a:xfrm>
            <a:custGeom>
              <a:avLst/>
              <a:gdLst>
                <a:gd name="T0" fmla="*/ 0 w 1"/>
                <a:gd name="T1" fmla="*/ 0 h 264"/>
                <a:gd name="T2" fmla="*/ 0 w 1"/>
                <a:gd name="T3" fmla="*/ 264 h 264"/>
              </a:gdLst>
              <a:ahLst/>
              <a:cxnLst>
                <a:cxn ang="0">
                  <a:pos x="T0" y="T1"/>
                </a:cxn>
                <a:cxn ang="0">
                  <a:pos x="T2" y="T3"/>
                </a:cxn>
              </a:cxnLst>
              <a:rect l="0" t="0" r="r" b="b"/>
              <a:pathLst>
                <a:path w="1" h="264">
                  <a:moveTo>
                    <a:pt x="0" y="0"/>
                  </a:moveTo>
                  <a:lnTo>
                    <a:pt x="0" y="264"/>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5" name="Line 55"/>
            <p:cNvSpPr>
              <a:spLocks noChangeShapeType="1"/>
            </p:cNvSpPr>
            <p:nvPr/>
          </p:nvSpPr>
          <p:spPr bwMode="auto">
            <a:xfrm rot="5400000">
              <a:off x="4529" y="303"/>
              <a:ext cx="219" cy="0"/>
            </a:xfrm>
            <a:prstGeom prst="line">
              <a:avLst/>
            </a:prstGeom>
            <a:noFill/>
            <a:ln w="952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16" name="Line 56"/>
            <p:cNvSpPr>
              <a:spLocks noChangeShapeType="1"/>
            </p:cNvSpPr>
            <p:nvPr/>
          </p:nvSpPr>
          <p:spPr bwMode="auto">
            <a:xfrm rot="5400000">
              <a:off x="4931" y="303"/>
              <a:ext cx="219" cy="0"/>
            </a:xfrm>
            <a:prstGeom prst="line">
              <a:avLst/>
            </a:prstGeom>
            <a:noFill/>
            <a:ln w="952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17" name="Line 57"/>
            <p:cNvSpPr>
              <a:spLocks noChangeShapeType="1"/>
            </p:cNvSpPr>
            <p:nvPr/>
          </p:nvSpPr>
          <p:spPr bwMode="auto">
            <a:xfrm rot="5400000">
              <a:off x="5369" y="303"/>
              <a:ext cx="219" cy="0"/>
            </a:xfrm>
            <a:prstGeom prst="line">
              <a:avLst/>
            </a:prstGeom>
            <a:noFill/>
            <a:ln w="952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18" name="Object 58"/>
            <p:cNvGraphicFramePr>
              <a:graphicFrameLocks noChangeAspect="1"/>
            </p:cNvGraphicFramePr>
            <p:nvPr/>
          </p:nvGraphicFramePr>
          <p:xfrm>
            <a:off x="4678" y="109"/>
            <a:ext cx="175" cy="278"/>
          </p:xfrm>
          <a:graphic>
            <a:graphicData uri="http://schemas.openxmlformats.org/presentationml/2006/ole">
              <mc:AlternateContent xmlns:mc="http://schemas.openxmlformats.org/markup-compatibility/2006">
                <mc:Choice xmlns:v="urn:schemas-microsoft-com:vml" Requires="v">
                  <p:oleObj name="公式" r:id="rId23" imgW="190440" imgH="304560" progId="Equation.3">
                    <p:embed/>
                  </p:oleObj>
                </mc:Choice>
                <mc:Fallback>
                  <p:oleObj name="公式" r:id="rId23" imgW="190440" imgH="304560" progId="Equation.3">
                    <p:embed/>
                    <p:pic>
                      <p:nvPicPr>
                        <p:cNvPr id="92218" name="Object 58"/>
                        <p:cNvPicPr preferRelativeResize="0">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78" y="109"/>
                          <a:ext cx="175"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19" name="Group 59"/>
          <p:cNvGrpSpPr>
            <a:grpSpLocks/>
          </p:cNvGrpSpPr>
          <p:nvPr/>
        </p:nvGrpSpPr>
        <p:grpSpPr bwMode="auto">
          <a:xfrm>
            <a:off x="228600" y="4098925"/>
            <a:ext cx="1371600" cy="503238"/>
            <a:chOff x="144" y="2582"/>
            <a:chExt cx="864" cy="317"/>
          </a:xfrm>
        </p:grpSpPr>
        <p:sp>
          <p:nvSpPr>
            <p:cNvPr id="92220" name="Line 60"/>
            <p:cNvSpPr>
              <a:spLocks noChangeShapeType="1"/>
            </p:cNvSpPr>
            <p:nvPr/>
          </p:nvSpPr>
          <p:spPr bwMode="auto">
            <a:xfrm>
              <a:off x="144" y="2582"/>
              <a:ext cx="864"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21" name="Object 61"/>
            <p:cNvGraphicFramePr>
              <a:graphicFrameLocks noChangeAspect="1"/>
            </p:cNvGraphicFramePr>
            <p:nvPr/>
          </p:nvGraphicFramePr>
          <p:xfrm>
            <a:off x="703" y="2614"/>
            <a:ext cx="193" cy="285"/>
          </p:xfrm>
          <a:graphic>
            <a:graphicData uri="http://schemas.openxmlformats.org/presentationml/2006/ole">
              <mc:AlternateContent xmlns:mc="http://schemas.openxmlformats.org/markup-compatibility/2006">
                <mc:Choice xmlns:v="urn:schemas-microsoft-com:vml" Requires="v">
                  <p:oleObj name="Equation" r:id="rId25" imgW="190440" imgH="279360" progId="Equation.DSMT4">
                    <p:embed/>
                  </p:oleObj>
                </mc:Choice>
                <mc:Fallback>
                  <p:oleObj name="Equation" r:id="rId25" imgW="190440" imgH="279360" progId="Equation.DSMT4">
                    <p:embed/>
                    <p:pic>
                      <p:nvPicPr>
                        <p:cNvPr id="92221" name="Object 61"/>
                        <p:cNvPicPr preferRelativeResize="0">
                          <a:picLocks noChangeAspect="1" noChangeArrowheads="1"/>
                        </p:cNvPicPr>
                        <p:nvPr/>
                      </p:nvPicPr>
                      <p:blipFill>
                        <a:blip r:embed="rId26"/>
                        <a:srcRect/>
                        <a:stretch>
                          <a:fillRect/>
                        </a:stretch>
                      </p:blipFill>
                      <p:spPr bwMode="auto">
                        <a:xfrm>
                          <a:off x="703" y="2614"/>
                          <a:ext cx="193"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22" name="Group 62"/>
          <p:cNvGrpSpPr>
            <a:grpSpLocks/>
          </p:cNvGrpSpPr>
          <p:nvPr/>
        </p:nvGrpSpPr>
        <p:grpSpPr bwMode="auto">
          <a:xfrm>
            <a:off x="1601788" y="4103688"/>
            <a:ext cx="436562" cy="1619250"/>
            <a:chOff x="1009" y="2585"/>
            <a:chExt cx="275" cy="1020"/>
          </a:xfrm>
        </p:grpSpPr>
        <p:sp>
          <p:nvSpPr>
            <p:cNvPr id="92223" name="Line 63"/>
            <p:cNvSpPr>
              <a:spLocks noChangeShapeType="1"/>
            </p:cNvSpPr>
            <p:nvPr/>
          </p:nvSpPr>
          <p:spPr bwMode="auto">
            <a:xfrm>
              <a:off x="1009" y="2585"/>
              <a:ext cx="0" cy="96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24" name="Object 64"/>
            <p:cNvGraphicFramePr>
              <a:graphicFrameLocks noChangeAspect="1"/>
            </p:cNvGraphicFramePr>
            <p:nvPr/>
          </p:nvGraphicFramePr>
          <p:xfrm>
            <a:off x="1033" y="3257"/>
            <a:ext cx="251" cy="348"/>
          </p:xfrm>
          <a:graphic>
            <a:graphicData uri="http://schemas.openxmlformats.org/presentationml/2006/ole">
              <mc:AlternateContent xmlns:mc="http://schemas.openxmlformats.org/markup-compatibility/2006">
                <mc:Choice xmlns:v="urn:schemas-microsoft-com:vml" Requires="v">
                  <p:oleObj name="公式" r:id="rId27" imgW="203040" imgH="279360" progId="Equation.3">
                    <p:embed/>
                  </p:oleObj>
                </mc:Choice>
                <mc:Fallback>
                  <p:oleObj name="公式" r:id="rId27" imgW="203040" imgH="279360" progId="Equation.3">
                    <p:embed/>
                    <p:pic>
                      <p:nvPicPr>
                        <p:cNvPr id="92224" name="Object 64"/>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3" y="3257"/>
                          <a:ext cx="251"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225" name="Freeform 65"/>
          <p:cNvSpPr>
            <a:spLocks/>
          </p:cNvSpPr>
          <p:nvPr/>
        </p:nvSpPr>
        <p:spPr bwMode="auto">
          <a:xfrm flipV="1">
            <a:off x="1411288" y="4103688"/>
            <a:ext cx="190500" cy="152400"/>
          </a:xfrm>
          <a:custGeom>
            <a:avLst/>
            <a:gdLst>
              <a:gd name="T0" fmla="*/ 120 w 120"/>
              <a:gd name="T1" fmla="*/ 0 h 96"/>
              <a:gd name="T2" fmla="*/ 0 w 120"/>
              <a:gd name="T3" fmla="*/ 0 h 96"/>
              <a:gd name="T4" fmla="*/ 0 w 120"/>
              <a:gd name="T5" fmla="*/ 96 h 96"/>
            </a:gdLst>
            <a:ahLst/>
            <a:cxnLst>
              <a:cxn ang="0">
                <a:pos x="T0" y="T1"/>
              </a:cxn>
              <a:cxn ang="0">
                <a:pos x="T2" y="T3"/>
              </a:cxn>
              <a:cxn ang="0">
                <a:pos x="T4" y="T5"/>
              </a:cxn>
            </a:cxnLst>
            <a:rect l="0" t="0" r="r" b="b"/>
            <a:pathLst>
              <a:path w="120" h="96">
                <a:moveTo>
                  <a:pt x="120" y="0"/>
                </a:moveTo>
                <a:lnTo>
                  <a:pt x="0" y="0"/>
                </a:lnTo>
                <a:lnTo>
                  <a:pt x="0" y="96"/>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92226" name="Group 66"/>
          <p:cNvGrpSpPr>
            <a:grpSpLocks/>
          </p:cNvGrpSpPr>
          <p:nvPr/>
        </p:nvGrpSpPr>
        <p:grpSpPr bwMode="auto">
          <a:xfrm>
            <a:off x="266700" y="3157538"/>
            <a:ext cx="1223963" cy="895350"/>
            <a:chOff x="168" y="1989"/>
            <a:chExt cx="771" cy="564"/>
          </a:xfrm>
        </p:grpSpPr>
        <p:sp>
          <p:nvSpPr>
            <p:cNvPr id="92227" name="Freeform 67"/>
            <p:cNvSpPr>
              <a:spLocks/>
            </p:cNvSpPr>
            <p:nvPr/>
          </p:nvSpPr>
          <p:spPr bwMode="auto">
            <a:xfrm rot="5460533" flipH="1">
              <a:off x="356" y="1970"/>
              <a:ext cx="395" cy="771"/>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mpd="sng">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92228" name="Object 68"/>
            <p:cNvGraphicFramePr>
              <a:graphicFrameLocks noChangeAspect="1"/>
            </p:cNvGraphicFramePr>
            <p:nvPr/>
          </p:nvGraphicFramePr>
          <p:xfrm>
            <a:off x="712" y="1989"/>
            <a:ext cx="137" cy="208"/>
          </p:xfrm>
          <a:graphic>
            <a:graphicData uri="http://schemas.openxmlformats.org/presentationml/2006/ole">
              <mc:AlternateContent xmlns:mc="http://schemas.openxmlformats.org/markup-compatibility/2006">
                <mc:Choice xmlns:v="urn:schemas-microsoft-com:vml" Requires="v">
                  <p:oleObj name="公式" r:id="rId28" imgW="126720" imgH="190440" progId="Equation.3">
                    <p:embed/>
                  </p:oleObj>
                </mc:Choice>
                <mc:Fallback>
                  <p:oleObj name="公式" r:id="rId28" imgW="126720" imgH="190440" progId="Equation.3">
                    <p:embed/>
                    <p:pic>
                      <p:nvPicPr>
                        <p:cNvPr id="92228" name="Object 68"/>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2" y="1989"/>
                          <a:ext cx="13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29" name="Group 69"/>
          <p:cNvGrpSpPr>
            <a:grpSpLocks/>
          </p:cNvGrpSpPr>
          <p:nvPr/>
        </p:nvGrpSpPr>
        <p:grpSpPr bwMode="auto">
          <a:xfrm>
            <a:off x="544513" y="3602038"/>
            <a:ext cx="722312" cy="457200"/>
            <a:chOff x="343" y="2269"/>
            <a:chExt cx="455" cy="288"/>
          </a:xfrm>
        </p:grpSpPr>
        <p:sp>
          <p:nvSpPr>
            <p:cNvPr id="92230" name="Freeform 70"/>
            <p:cNvSpPr>
              <a:spLocks/>
            </p:cNvSpPr>
            <p:nvPr/>
          </p:nvSpPr>
          <p:spPr bwMode="auto">
            <a:xfrm flipV="1">
              <a:off x="343" y="2442"/>
              <a:ext cx="27" cy="111"/>
            </a:xfrm>
            <a:custGeom>
              <a:avLst/>
              <a:gdLst>
                <a:gd name="T0" fmla="*/ 0 w 27"/>
                <a:gd name="T1" fmla="*/ 0 h 111"/>
                <a:gd name="T2" fmla="*/ 21 w 27"/>
                <a:gd name="T3" fmla="*/ 57 h 111"/>
                <a:gd name="T4" fmla="*/ 27 w 27"/>
                <a:gd name="T5" fmla="*/ 111 h 111"/>
              </a:gdLst>
              <a:ahLst/>
              <a:cxnLst>
                <a:cxn ang="0">
                  <a:pos x="T0" y="T1"/>
                </a:cxn>
                <a:cxn ang="0">
                  <a:pos x="T2" y="T3"/>
                </a:cxn>
                <a:cxn ang="0">
                  <a:pos x="T4" y="T5"/>
                </a:cxn>
              </a:cxnLst>
              <a:rect l="0" t="0" r="r" b="b"/>
              <a:pathLst>
                <a:path w="27" h="111">
                  <a:moveTo>
                    <a:pt x="0" y="0"/>
                  </a:moveTo>
                  <a:cubicBezTo>
                    <a:pt x="3" y="10"/>
                    <a:pt x="17" y="39"/>
                    <a:pt x="21" y="57"/>
                  </a:cubicBezTo>
                  <a:cubicBezTo>
                    <a:pt x="25" y="75"/>
                    <a:pt x="26" y="100"/>
                    <a:pt x="27" y="111"/>
                  </a:cubicBezTo>
                </a:path>
              </a:pathLst>
            </a:custGeom>
            <a:noFill/>
            <a:ln w="9525" cap="flat" cmpd="sng">
              <a:solidFill>
                <a:srgbClr val="000000"/>
              </a:solidFill>
              <a:prstDash val="solid"/>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31" name="Text Box 71"/>
            <p:cNvSpPr txBox="1">
              <a:spLocks noChangeArrowheads="1"/>
            </p:cNvSpPr>
            <p:nvPr/>
          </p:nvSpPr>
          <p:spPr bwMode="auto">
            <a:xfrm>
              <a:off x="414" y="2269"/>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latin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sym typeface="Symbol" panose="05050102010706020507" pitchFamily="18" charset="2"/>
                </a:rPr>
                <a:t>'</a:t>
              </a:r>
              <a:endParaRPr kumimoji="1" lang="en-US" altLang="zh-CN" sz="2400" b="1">
                <a:latin typeface="Times New Roman" panose="02020603050405020304" pitchFamily="18" charset="0"/>
              </a:endParaRPr>
            </a:p>
          </p:txBody>
        </p:sp>
      </p:grpSp>
      <p:grpSp>
        <p:nvGrpSpPr>
          <p:cNvPr id="92232" name="Group 72"/>
          <p:cNvGrpSpPr>
            <a:grpSpLocks/>
          </p:cNvGrpSpPr>
          <p:nvPr/>
        </p:nvGrpSpPr>
        <p:grpSpPr bwMode="auto">
          <a:xfrm>
            <a:off x="1533525" y="3157538"/>
            <a:ext cx="468313" cy="2460625"/>
            <a:chOff x="966" y="1989"/>
            <a:chExt cx="295" cy="1550"/>
          </a:xfrm>
        </p:grpSpPr>
        <p:sp>
          <p:nvSpPr>
            <p:cNvPr id="92233" name="Line 73"/>
            <p:cNvSpPr>
              <a:spLocks noChangeShapeType="1"/>
            </p:cNvSpPr>
            <p:nvPr/>
          </p:nvSpPr>
          <p:spPr bwMode="auto">
            <a:xfrm flipV="1">
              <a:off x="966" y="2153"/>
              <a:ext cx="0" cy="1386"/>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34" name="Object 74"/>
            <p:cNvGraphicFramePr>
              <a:graphicFrameLocks noChangeAspect="1"/>
            </p:cNvGraphicFramePr>
            <p:nvPr/>
          </p:nvGraphicFramePr>
          <p:xfrm>
            <a:off x="995" y="1989"/>
            <a:ext cx="266" cy="348"/>
          </p:xfrm>
          <a:graphic>
            <a:graphicData uri="http://schemas.openxmlformats.org/presentationml/2006/ole">
              <mc:AlternateContent xmlns:mc="http://schemas.openxmlformats.org/markup-compatibility/2006">
                <mc:Choice xmlns:v="urn:schemas-microsoft-com:vml" Requires="v">
                  <p:oleObj name="公式" r:id="rId29" imgW="215640" imgH="279360" progId="Equation.3">
                    <p:embed/>
                  </p:oleObj>
                </mc:Choice>
                <mc:Fallback>
                  <p:oleObj name="公式" r:id="rId29" imgW="215640" imgH="279360" progId="Equation.3">
                    <p:embed/>
                    <p:pic>
                      <p:nvPicPr>
                        <p:cNvPr id="92234" name="Object 74"/>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5" y="1989"/>
                          <a:ext cx="266"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35" name="Group 75"/>
          <p:cNvGrpSpPr>
            <a:grpSpLocks/>
          </p:cNvGrpSpPr>
          <p:nvPr/>
        </p:nvGrpSpPr>
        <p:grpSpPr bwMode="auto">
          <a:xfrm>
            <a:off x="255588" y="3876675"/>
            <a:ext cx="1958975" cy="333375"/>
            <a:chOff x="161" y="2442"/>
            <a:chExt cx="1234" cy="210"/>
          </a:xfrm>
        </p:grpSpPr>
        <p:graphicFrame>
          <p:nvGraphicFramePr>
            <p:cNvPr id="92236" name="Object 76"/>
            <p:cNvGraphicFramePr>
              <a:graphicFrameLocks noChangeAspect="1"/>
            </p:cNvGraphicFramePr>
            <p:nvPr/>
          </p:nvGraphicFramePr>
          <p:xfrm>
            <a:off x="1194" y="2442"/>
            <a:ext cx="201" cy="210"/>
          </p:xfrm>
          <a:graphic>
            <a:graphicData uri="http://schemas.openxmlformats.org/presentationml/2006/ole">
              <mc:AlternateContent xmlns:mc="http://schemas.openxmlformats.org/markup-compatibility/2006">
                <mc:Choice xmlns:v="urn:schemas-microsoft-com:vml" Requires="v">
                  <p:oleObj name="公式" r:id="rId30" imgW="164880" imgH="203040" progId="Equation.3">
                    <p:embed/>
                  </p:oleObj>
                </mc:Choice>
                <mc:Fallback>
                  <p:oleObj name="公式" r:id="rId30" imgW="164880" imgH="203040" progId="Equation.3">
                    <p:embed/>
                    <p:pic>
                      <p:nvPicPr>
                        <p:cNvPr id="92236" name="Object 76"/>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94" y="2442"/>
                          <a:ext cx="20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37" name="Line 77"/>
            <p:cNvSpPr>
              <a:spLocks noChangeShapeType="1"/>
            </p:cNvSpPr>
            <p:nvPr/>
          </p:nvSpPr>
          <p:spPr bwMode="auto">
            <a:xfrm>
              <a:off x="161" y="2555"/>
              <a:ext cx="1020" cy="0"/>
            </a:xfrm>
            <a:prstGeom prst="line">
              <a:avLst/>
            </a:prstGeom>
            <a:noFill/>
            <a:ln w="28575">
              <a:solidFill>
                <a:srgbClr val="00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2238" name="Group 78"/>
          <p:cNvGrpSpPr>
            <a:grpSpLocks/>
          </p:cNvGrpSpPr>
          <p:nvPr/>
        </p:nvGrpSpPr>
        <p:grpSpPr bwMode="auto">
          <a:xfrm>
            <a:off x="3986214" y="3473450"/>
            <a:ext cx="1709738" cy="452438"/>
            <a:chOff x="2511" y="2188"/>
            <a:chExt cx="1077" cy="285"/>
          </a:xfrm>
        </p:grpSpPr>
        <p:sp>
          <p:nvSpPr>
            <p:cNvPr id="92239" name="Line 79"/>
            <p:cNvSpPr>
              <a:spLocks noChangeShapeType="1"/>
            </p:cNvSpPr>
            <p:nvPr/>
          </p:nvSpPr>
          <p:spPr bwMode="auto">
            <a:xfrm>
              <a:off x="2511" y="2243"/>
              <a:ext cx="864"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40" name="Object 80"/>
            <p:cNvGraphicFramePr>
              <a:graphicFrameLocks noChangeAspect="1"/>
            </p:cNvGraphicFramePr>
            <p:nvPr/>
          </p:nvGraphicFramePr>
          <p:xfrm>
            <a:off x="3396" y="2188"/>
            <a:ext cx="192" cy="285"/>
          </p:xfrm>
          <a:graphic>
            <a:graphicData uri="http://schemas.openxmlformats.org/presentationml/2006/ole">
              <mc:AlternateContent xmlns:mc="http://schemas.openxmlformats.org/markup-compatibility/2006">
                <mc:Choice xmlns:v="urn:schemas-microsoft-com:vml" Requires="v">
                  <p:oleObj name="Equation" r:id="rId31" imgW="190440" imgH="279360" progId="Equation.DSMT4">
                    <p:embed/>
                  </p:oleObj>
                </mc:Choice>
                <mc:Fallback>
                  <p:oleObj name="Equation" r:id="rId31" imgW="190440" imgH="279360" progId="Equation.DSMT4">
                    <p:embed/>
                    <p:pic>
                      <p:nvPicPr>
                        <p:cNvPr id="92240" name="Object 80"/>
                        <p:cNvPicPr preferRelativeResize="0">
                          <a:picLocks noChangeAspect="1" noChangeArrowheads="1"/>
                        </p:cNvPicPr>
                        <p:nvPr/>
                      </p:nvPicPr>
                      <p:blipFill>
                        <a:blip r:embed="rId32"/>
                        <a:srcRect/>
                        <a:stretch>
                          <a:fillRect/>
                        </a:stretch>
                      </p:blipFill>
                      <p:spPr bwMode="auto">
                        <a:xfrm>
                          <a:off x="3396" y="2188"/>
                          <a:ext cx="192"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41" name="Group 81"/>
          <p:cNvGrpSpPr>
            <a:grpSpLocks/>
          </p:cNvGrpSpPr>
          <p:nvPr/>
        </p:nvGrpSpPr>
        <p:grpSpPr bwMode="auto">
          <a:xfrm>
            <a:off x="5359400" y="3565525"/>
            <a:ext cx="436563" cy="1619250"/>
            <a:chOff x="3376" y="2246"/>
            <a:chExt cx="275" cy="1020"/>
          </a:xfrm>
        </p:grpSpPr>
        <p:sp>
          <p:nvSpPr>
            <p:cNvPr id="92242" name="Line 82"/>
            <p:cNvSpPr>
              <a:spLocks noChangeShapeType="1"/>
            </p:cNvSpPr>
            <p:nvPr/>
          </p:nvSpPr>
          <p:spPr bwMode="auto">
            <a:xfrm>
              <a:off x="3376" y="2246"/>
              <a:ext cx="0" cy="96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43" name="Object 83"/>
            <p:cNvGraphicFramePr>
              <a:graphicFrameLocks noChangeAspect="1"/>
            </p:cNvGraphicFramePr>
            <p:nvPr/>
          </p:nvGraphicFramePr>
          <p:xfrm>
            <a:off x="3400" y="2918"/>
            <a:ext cx="251" cy="348"/>
          </p:xfrm>
          <a:graphic>
            <a:graphicData uri="http://schemas.openxmlformats.org/presentationml/2006/ole">
              <mc:AlternateContent xmlns:mc="http://schemas.openxmlformats.org/markup-compatibility/2006">
                <mc:Choice xmlns:v="urn:schemas-microsoft-com:vml" Requires="v">
                  <p:oleObj name="公式" r:id="rId33" imgW="203040" imgH="279360" progId="Equation.3">
                    <p:embed/>
                  </p:oleObj>
                </mc:Choice>
                <mc:Fallback>
                  <p:oleObj name="公式" r:id="rId33" imgW="203040" imgH="279360" progId="Equation.3">
                    <p:embed/>
                    <p:pic>
                      <p:nvPicPr>
                        <p:cNvPr id="92243" name="Object 83"/>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0" y="2918"/>
                          <a:ext cx="251"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244" name="Freeform 84"/>
          <p:cNvSpPr>
            <a:spLocks/>
          </p:cNvSpPr>
          <p:nvPr/>
        </p:nvSpPr>
        <p:spPr bwMode="auto">
          <a:xfrm flipV="1">
            <a:off x="5168900" y="3565525"/>
            <a:ext cx="190500" cy="152400"/>
          </a:xfrm>
          <a:custGeom>
            <a:avLst/>
            <a:gdLst>
              <a:gd name="T0" fmla="*/ 120 w 120"/>
              <a:gd name="T1" fmla="*/ 0 h 96"/>
              <a:gd name="T2" fmla="*/ 0 w 120"/>
              <a:gd name="T3" fmla="*/ 0 h 96"/>
              <a:gd name="T4" fmla="*/ 0 w 120"/>
              <a:gd name="T5" fmla="*/ 96 h 96"/>
            </a:gdLst>
            <a:ahLst/>
            <a:cxnLst>
              <a:cxn ang="0">
                <a:pos x="T0" y="T1"/>
              </a:cxn>
              <a:cxn ang="0">
                <a:pos x="T2" y="T3"/>
              </a:cxn>
              <a:cxn ang="0">
                <a:pos x="T4" y="T5"/>
              </a:cxn>
            </a:cxnLst>
            <a:rect l="0" t="0" r="r" b="b"/>
            <a:pathLst>
              <a:path w="120" h="96">
                <a:moveTo>
                  <a:pt x="120" y="0"/>
                </a:moveTo>
                <a:lnTo>
                  <a:pt x="0" y="0"/>
                </a:lnTo>
                <a:lnTo>
                  <a:pt x="0" y="96"/>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92245" name="Group 85"/>
          <p:cNvGrpSpPr>
            <a:grpSpLocks/>
          </p:cNvGrpSpPr>
          <p:nvPr/>
        </p:nvGrpSpPr>
        <p:grpSpPr bwMode="auto">
          <a:xfrm>
            <a:off x="4797425" y="3579813"/>
            <a:ext cx="495300" cy="1509712"/>
            <a:chOff x="3022" y="2255"/>
            <a:chExt cx="312" cy="951"/>
          </a:xfrm>
        </p:grpSpPr>
        <p:sp>
          <p:nvSpPr>
            <p:cNvPr id="92246" name="Line 86"/>
            <p:cNvSpPr>
              <a:spLocks noChangeShapeType="1"/>
            </p:cNvSpPr>
            <p:nvPr/>
          </p:nvSpPr>
          <p:spPr bwMode="auto">
            <a:xfrm flipV="1">
              <a:off x="3334" y="2255"/>
              <a:ext cx="0" cy="951"/>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47" name="Object 87"/>
            <p:cNvGraphicFramePr>
              <a:graphicFrameLocks noChangeAspect="1"/>
            </p:cNvGraphicFramePr>
            <p:nvPr/>
          </p:nvGraphicFramePr>
          <p:xfrm>
            <a:off x="3022" y="2255"/>
            <a:ext cx="266" cy="348"/>
          </p:xfrm>
          <a:graphic>
            <a:graphicData uri="http://schemas.openxmlformats.org/presentationml/2006/ole">
              <mc:AlternateContent xmlns:mc="http://schemas.openxmlformats.org/markup-compatibility/2006">
                <mc:Choice xmlns:v="urn:schemas-microsoft-com:vml" Requires="v">
                  <p:oleObj name="公式" r:id="rId34" imgW="215640" imgH="279360" progId="Equation.3">
                    <p:embed/>
                  </p:oleObj>
                </mc:Choice>
                <mc:Fallback>
                  <p:oleObj name="公式" r:id="rId34" imgW="215640" imgH="279360" progId="Equation.3">
                    <p:embed/>
                    <p:pic>
                      <p:nvPicPr>
                        <p:cNvPr id="92247" name="Object 87"/>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2" y="2255"/>
                          <a:ext cx="266"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48" name="Group 88"/>
          <p:cNvGrpSpPr>
            <a:grpSpLocks/>
          </p:cNvGrpSpPr>
          <p:nvPr/>
        </p:nvGrpSpPr>
        <p:grpSpPr bwMode="auto">
          <a:xfrm>
            <a:off x="4013200" y="3309938"/>
            <a:ext cx="1958975" cy="333375"/>
            <a:chOff x="2528" y="2085"/>
            <a:chExt cx="1234" cy="210"/>
          </a:xfrm>
        </p:grpSpPr>
        <p:graphicFrame>
          <p:nvGraphicFramePr>
            <p:cNvPr id="92249" name="Object 89"/>
            <p:cNvGraphicFramePr>
              <a:graphicFrameLocks noChangeAspect="1"/>
            </p:cNvGraphicFramePr>
            <p:nvPr/>
          </p:nvGraphicFramePr>
          <p:xfrm>
            <a:off x="3561" y="2085"/>
            <a:ext cx="201" cy="210"/>
          </p:xfrm>
          <a:graphic>
            <a:graphicData uri="http://schemas.openxmlformats.org/presentationml/2006/ole">
              <mc:AlternateContent xmlns:mc="http://schemas.openxmlformats.org/markup-compatibility/2006">
                <mc:Choice xmlns:v="urn:schemas-microsoft-com:vml" Requires="v">
                  <p:oleObj name="公式" r:id="rId35" imgW="164880" imgH="203040" progId="Equation.3">
                    <p:embed/>
                  </p:oleObj>
                </mc:Choice>
                <mc:Fallback>
                  <p:oleObj name="公式" r:id="rId35" imgW="164880" imgH="203040" progId="Equation.3">
                    <p:embed/>
                    <p:pic>
                      <p:nvPicPr>
                        <p:cNvPr id="92249" name="Object 89"/>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61" y="2085"/>
                          <a:ext cx="20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50" name="Line 90"/>
            <p:cNvSpPr>
              <a:spLocks noChangeShapeType="1"/>
            </p:cNvSpPr>
            <p:nvPr/>
          </p:nvSpPr>
          <p:spPr bwMode="auto">
            <a:xfrm>
              <a:off x="2528" y="2198"/>
              <a:ext cx="1020" cy="0"/>
            </a:xfrm>
            <a:prstGeom prst="line">
              <a:avLst/>
            </a:prstGeom>
            <a:noFill/>
            <a:ln w="28575">
              <a:solidFill>
                <a:srgbClr val="00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2251" name="Group 91"/>
          <p:cNvGrpSpPr>
            <a:grpSpLocks/>
          </p:cNvGrpSpPr>
          <p:nvPr/>
        </p:nvGrpSpPr>
        <p:grpSpPr bwMode="auto">
          <a:xfrm>
            <a:off x="4003675" y="3130550"/>
            <a:ext cx="1327150" cy="395288"/>
            <a:chOff x="2522" y="1972"/>
            <a:chExt cx="836" cy="249"/>
          </a:xfrm>
        </p:grpSpPr>
        <p:graphicFrame>
          <p:nvGraphicFramePr>
            <p:cNvPr id="92252" name="Object 92"/>
            <p:cNvGraphicFramePr>
              <a:graphicFrameLocks noChangeAspect="1"/>
            </p:cNvGraphicFramePr>
            <p:nvPr/>
          </p:nvGraphicFramePr>
          <p:xfrm>
            <a:off x="3221" y="1972"/>
            <a:ext cx="137" cy="208"/>
          </p:xfrm>
          <a:graphic>
            <a:graphicData uri="http://schemas.openxmlformats.org/presentationml/2006/ole">
              <mc:AlternateContent xmlns:mc="http://schemas.openxmlformats.org/markup-compatibility/2006">
                <mc:Choice xmlns:v="urn:schemas-microsoft-com:vml" Requires="v">
                  <p:oleObj name="公式" r:id="rId36" imgW="126720" imgH="190440" progId="Equation.3">
                    <p:embed/>
                  </p:oleObj>
                </mc:Choice>
                <mc:Fallback>
                  <p:oleObj name="公式" r:id="rId36" imgW="126720" imgH="190440" progId="Equation.3">
                    <p:embed/>
                    <p:pic>
                      <p:nvPicPr>
                        <p:cNvPr id="92252" name="Object 92"/>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1" y="1972"/>
                          <a:ext cx="13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53" name="Line 93"/>
            <p:cNvSpPr>
              <a:spLocks noChangeShapeType="1"/>
            </p:cNvSpPr>
            <p:nvPr/>
          </p:nvSpPr>
          <p:spPr bwMode="auto">
            <a:xfrm>
              <a:off x="2522" y="2221"/>
              <a:ext cx="822" cy="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2254" name="Text Box 94"/>
          <p:cNvSpPr txBox="1">
            <a:spLocks noChangeArrowheads="1"/>
          </p:cNvSpPr>
          <p:nvPr/>
        </p:nvSpPr>
        <p:spPr bwMode="auto">
          <a:xfrm>
            <a:off x="6327775" y="3203575"/>
            <a:ext cx="17176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电流三角形</a:t>
            </a:r>
            <a:endParaRPr kumimoji="1" lang="zh-CN" altLang="en-US" sz="2400" b="1">
              <a:latin typeface="Times New Roman" panose="02020603050405020304" pitchFamily="18" charset="0"/>
            </a:endParaRPr>
          </a:p>
        </p:txBody>
      </p:sp>
      <p:grpSp>
        <p:nvGrpSpPr>
          <p:cNvPr id="92255" name="Group 95"/>
          <p:cNvGrpSpPr>
            <a:grpSpLocks/>
          </p:cNvGrpSpPr>
          <p:nvPr/>
        </p:nvGrpSpPr>
        <p:grpSpPr bwMode="auto">
          <a:xfrm>
            <a:off x="7046913" y="3789363"/>
            <a:ext cx="1778000" cy="1266825"/>
            <a:chOff x="2600" y="2650"/>
            <a:chExt cx="1120" cy="798"/>
          </a:xfrm>
        </p:grpSpPr>
        <p:grpSp>
          <p:nvGrpSpPr>
            <p:cNvPr id="92256" name="Group 96"/>
            <p:cNvGrpSpPr>
              <a:grpSpLocks/>
            </p:cNvGrpSpPr>
            <p:nvPr/>
          </p:nvGrpSpPr>
          <p:grpSpPr bwMode="auto">
            <a:xfrm>
              <a:off x="2600" y="2650"/>
              <a:ext cx="1120" cy="798"/>
              <a:chOff x="1784" y="3290"/>
              <a:chExt cx="1120" cy="798"/>
            </a:xfrm>
          </p:grpSpPr>
          <p:sp>
            <p:nvSpPr>
              <p:cNvPr id="92257" name="Text Box 97"/>
              <p:cNvSpPr txBox="1">
                <a:spLocks noChangeArrowheads="1"/>
              </p:cNvSpPr>
              <p:nvPr/>
            </p:nvSpPr>
            <p:spPr bwMode="auto">
              <a:xfrm>
                <a:off x="2563" y="3446"/>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latin typeface="Times New Roman" panose="02020603050405020304" pitchFamily="18" charset="0"/>
                  </a:rPr>
                  <a:t>I</a:t>
                </a:r>
                <a:r>
                  <a:rPr kumimoji="1" lang="en-US" altLang="zh-CN" sz="2400" b="1" i="1" baseline="-25000">
                    <a:latin typeface="Times New Roman" panose="02020603050405020304" pitchFamily="18" charset="0"/>
                  </a:rPr>
                  <a:t>X</a:t>
                </a:r>
              </a:p>
            </p:txBody>
          </p:sp>
          <p:sp>
            <p:nvSpPr>
              <p:cNvPr id="92258" name="Line 98"/>
              <p:cNvSpPr>
                <a:spLocks noChangeShapeType="1"/>
              </p:cNvSpPr>
              <p:nvPr/>
            </p:nvSpPr>
            <p:spPr bwMode="auto">
              <a:xfrm flipV="1">
                <a:off x="1816" y="3825"/>
                <a:ext cx="803" cy="8"/>
              </a:xfrm>
              <a:prstGeom prst="line">
                <a:avLst/>
              </a:prstGeom>
              <a:noFill/>
              <a:ln w="28575">
                <a:solidFill>
                  <a:srgbClr val="FF0000"/>
                </a:solidFill>
                <a:round/>
                <a:headEn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59" name="Object 99"/>
              <p:cNvGraphicFramePr>
                <a:graphicFrameLocks noChangeAspect="1"/>
              </p:cNvGraphicFramePr>
              <p:nvPr/>
            </p:nvGraphicFramePr>
            <p:xfrm>
              <a:off x="2137" y="3854"/>
              <a:ext cx="205" cy="234"/>
            </p:xfrm>
            <a:graphic>
              <a:graphicData uri="http://schemas.openxmlformats.org/presentationml/2006/ole">
                <mc:AlternateContent xmlns:mc="http://schemas.openxmlformats.org/markup-compatibility/2006">
                  <mc:Choice xmlns:v="urn:schemas-microsoft-com:vml" Requires="v">
                    <p:oleObj name="公式" r:id="rId37" imgW="177480" imgH="215640" progId="Equation.3">
                      <p:embed/>
                    </p:oleObj>
                  </mc:Choice>
                  <mc:Fallback>
                    <p:oleObj name="公式" r:id="rId37" imgW="177480" imgH="215640" progId="Equation.3">
                      <p:embed/>
                      <p:pic>
                        <p:nvPicPr>
                          <p:cNvPr id="92259" name="Object 9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137" y="3854"/>
                            <a:ext cx="205"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60" name="Freeform 100"/>
              <p:cNvSpPr>
                <a:spLocks/>
              </p:cNvSpPr>
              <p:nvPr/>
            </p:nvSpPr>
            <p:spPr bwMode="auto">
              <a:xfrm>
                <a:off x="1784" y="3331"/>
                <a:ext cx="829" cy="510"/>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ap="flat" cmpd="sng">
                <a:solidFill>
                  <a:srgbClr val="FF0000"/>
                </a:solidFill>
                <a:prstDash val="solid"/>
                <a:round/>
                <a:headEnd type="none" w="med" len="med"/>
                <a:tailEnd type="non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261" name="Line 101"/>
              <p:cNvSpPr>
                <a:spLocks noChangeShapeType="1"/>
              </p:cNvSpPr>
              <p:nvPr/>
            </p:nvSpPr>
            <p:spPr bwMode="auto">
              <a:xfrm>
                <a:off x="2608" y="3336"/>
                <a:ext cx="0" cy="49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62" name="Text Box 102"/>
              <p:cNvSpPr txBox="1">
                <a:spLocks noChangeArrowheads="1"/>
              </p:cNvSpPr>
              <p:nvPr/>
            </p:nvSpPr>
            <p:spPr bwMode="auto">
              <a:xfrm>
                <a:off x="2078" y="3290"/>
                <a:ext cx="19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grpSp>
        <p:sp>
          <p:nvSpPr>
            <p:cNvPr id="92263" name="Text Box 103"/>
            <p:cNvSpPr txBox="1">
              <a:spLocks noChangeArrowheads="1"/>
            </p:cNvSpPr>
            <p:nvPr/>
          </p:nvSpPr>
          <p:spPr bwMode="auto">
            <a:xfrm>
              <a:off x="2838" y="2942"/>
              <a:ext cx="2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6600FF"/>
                  </a:solidFill>
                  <a:latin typeface="Times New Roman" panose="02020603050405020304" pitchFamily="18" charset="0"/>
                  <a:sym typeface="Symbol" panose="05050102010706020507" pitchFamily="18" charset="2"/>
                </a:rPr>
                <a:t></a:t>
              </a:r>
              <a:r>
                <a:rPr kumimoji="1" lang="en-US" altLang="zh-CN" sz="2400" b="1">
                  <a:solidFill>
                    <a:srgbClr val="6600FF"/>
                  </a:solidFill>
                  <a:latin typeface="Times New Roman" panose="02020603050405020304" pitchFamily="18" charset="0"/>
                  <a:sym typeface="Symbol" panose="05050102010706020507" pitchFamily="18" charset="2"/>
                </a:rPr>
                <a:t>’</a:t>
              </a:r>
            </a:p>
          </p:txBody>
        </p:sp>
        <p:sp>
          <p:nvSpPr>
            <p:cNvPr id="92264" name="Arc 104"/>
            <p:cNvSpPr>
              <a:spLocks/>
            </p:cNvSpPr>
            <p:nvPr/>
          </p:nvSpPr>
          <p:spPr bwMode="auto">
            <a:xfrm>
              <a:off x="2784" y="3088"/>
              <a:ext cx="47" cy="9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66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92265" name="Text Box 105"/>
          <p:cNvSpPr txBox="1">
            <a:spLocks noChangeArrowheads="1"/>
          </p:cNvSpPr>
          <p:nvPr/>
        </p:nvSpPr>
        <p:spPr bwMode="auto">
          <a:xfrm>
            <a:off x="5021263" y="6038850"/>
            <a:ext cx="171608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导纳三角形</a:t>
            </a:r>
          </a:p>
        </p:txBody>
      </p:sp>
      <p:sp>
        <p:nvSpPr>
          <p:cNvPr id="92266" name="Line 106"/>
          <p:cNvSpPr>
            <a:spLocks noChangeShapeType="1"/>
          </p:cNvSpPr>
          <p:nvPr/>
        </p:nvSpPr>
        <p:spPr bwMode="auto">
          <a:xfrm flipV="1">
            <a:off x="6372225" y="3789363"/>
            <a:ext cx="539750" cy="2160587"/>
          </a:xfrm>
          <a:prstGeom prst="line">
            <a:avLst/>
          </a:prstGeom>
          <a:noFill/>
          <a:ln w="762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267" name="Text Box 107"/>
          <p:cNvSpPr txBox="1">
            <a:spLocks noChangeArrowheads="1"/>
          </p:cNvSpPr>
          <p:nvPr/>
        </p:nvSpPr>
        <p:spPr bwMode="auto">
          <a:xfrm>
            <a:off x="6100763" y="3911600"/>
            <a:ext cx="644525" cy="3667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b="1">
                <a:solidFill>
                  <a:srgbClr val="0000FF"/>
                </a:solidFill>
              </a:rPr>
              <a:t>相似</a:t>
            </a:r>
          </a:p>
        </p:txBody>
      </p:sp>
      <p:grpSp>
        <p:nvGrpSpPr>
          <p:cNvPr id="92268" name="Group 108"/>
          <p:cNvGrpSpPr>
            <a:grpSpLocks/>
          </p:cNvGrpSpPr>
          <p:nvPr/>
        </p:nvGrpSpPr>
        <p:grpSpPr bwMode="auto">
          <a:xfrm>
            <a:off x="7004050" y="5094288"/>
            <a:ext cx="2139950" cy="1676400"/>
            <a:chOff x="4412" y="3209"/>
            <a:chExt cx="1348" cy="1056"/>
          </a:xfrm>
        </p:grpSpPr>
        <p:sp>
          <p:nvSpPr>
            <p:cNvPr id="92269" name="Line 109"/>
            <p:cNvSpPr>
              <a:spLocks noChangeShapeType="1"/>
            </p:cNvSpPr>
            <p:nvPr/>
          </p:nvSpPr>
          <p:spPr bwMode="auto">
            <a:xfrm>
              <a:off x="4412" y="3977"/>
              <a:ext cx="10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70" name="Line 110"/>
            <p:cNvSpPr>
              <a:spLocks noChangeShapeType="1"/>
            </p:cNvSpPr>
            <p:nvPr/>
          </p:nvSpPr>
          <p:spPr bwMode="auto">
            <a:xfrm flipV="1">
              <a:off x="5468" y="3209"/>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71" name="Line 111"/>
            <p:cNvSpPr>
              <a:spLocks noChangeShapeType="1"/>
            </p:cNvSpPr>
            <p:nvPr/>
          </p:nvSpPr>
          <p:spPr bwMode="auto">
            <a:xfrm flipH="1">
              <a:off x="4412" y="3209"/>
              <a:ext cx="1056"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72" name="Freeform 112"/>
            <p:cNvSpPr>
              <a:spLocks/>
            </p:cNvSpPr>
            <p:nvPr/>
          </p:nvSpPr>
          <p:spPr bwMode="auto">
            <a:xfrm>
              <a:off x="4556" y="3869"/>
              <a:ext cx="60" cy="108"/>
            </a:xfrm>
            <a:custGeom>
              <a:avLst/>
              <a:gdLst>
                <a:gd name="T0" fmla="*/ 0 w 60"/>
                <a:gd name="T1" fmla="*/ 0 h 108"/>
                <a:gd name="T2" fmla="*/ 60 w 60"/>
                <a:gd name="T3" fmla="*/ 108 h 108"/>
              </a:gdLst>
              <a:ahLst/>
              <a:cxnLst>
                <a:cxn ang="0">
                  <a:pos x="T0" y="T1"/>
                </a:cxn>
                <a:cxn ang="0">
                  <a:pos x="T2" y="T3"/>
                </a:cxn>
              </a:cxnLst>
              <a:rect l="0" t="0" r="r" b="b"/>
              <a:pathLst>
                <a:path w="60" h="108">
                  <a:moveTo>
                    <a:pt x="0" y="0"/>
                  </a:moveTo>
                  <a:cubicBezTo>
                    <a:pt x="41" y="27"/>
                    <a:pt x="60" y="55"/>
                    <a:pt x="60" y="108"/>
                  </a:cubicBezTo>
                </a:path>
              </a:pathLst>
            </a:cu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2273" name="Text Box 113"/>
            <p:cNvSpPr txBox="1">
              <a:spLocks noChangeArrowheads="1"/>
            </p:cNvSpPr>
            <p:nvPr/>
          </p:nvSpPr>
          <p:spPr bwMode="auto">
            <a:xfrm>
              <a:off x="4652" y="3305"/>
              <a:ext cx="31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|Y|</a:t>
              </a:r>
            </a:p>
          </p:txBody>
        </p:sp>
        <p:sp>
          <p:nvSpPr>
            <p:cNvPr id="92274" name="Text Box 114"/>
            <p:cNvSpPr txBox="1">
              <a:spLocks noChangeArrowheads="1"/>
            </p:cNvSpPr>
            <p:nvPr/>
          </p:nvSpPr>
          <p:spPr bwMode="auto">
            <a:xfrm>
              <a:off x="4892" y="3977"/>
              <a:ext cx="25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G</a:t>
              </a:r>
            </a:p>
          </p:txBody>
        </p:sp>
        <p:sp>
          <p:nvSpPr>
            <p:cNvPr id="92275" name="Text Box 115"/>
            <p:cNvSpPr txBox="1">
              <a:spLocks noChangeArrowheads="1"/>
            </p:cNvSpPr>
            <p:nvPr/>
          </p:nvSpPr>
          <p:spPr bwMode="auto">
            <a:xfrm>
              <a:off x="5516" y="3497"/>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B</a:t>
              </a:r>
            </a:p>
          </p:txBody>
        </p:sp>
        <p:sp>
          <p:nvSpPr>
            <p:cNvPr id="92276" name="Text Box 116"/>
            <p:cNvSpPr txBox="1">
              <a:spLocks noChangeArrowheads="1"/>
            </p:cNvSpPr>
            <p:nvPr/>
          </p:nvSpPr>
          <p:spPr bwMode="auto">
            <a:xfrm>
              <a:off x="4604" y="3689"/>
              <a:ext cx="37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Symbol" panose="05050102010706020507" pitchFamily="18" charset="2"/>
                </a:rPr>
                <a:t>j</a:t>
              </a:r>
              <a:r>
                <a:rPr kumimoji="1" lang="en-US" altLang="zh-CN" sz="2400" b="1">
                  <a:latin typeface="Symbol" panose="05050102010706020507" pitchFamily="18" charset="2"/>
                  <a:sym typeface="Symbol" panose="05050102010706020507" pitchFamily="18" charset="2"/>
                </a:rPr>
                <a:t></a:t>
              </a:r>
              <a:endParaRPr kumimoji="1" lang="en-US" altLang="zh-CN" sz="2400" b="1">
                <a:latin typeface="Times New Roman" panose="02020603050405020304" pitchFamily="18" charset="0"/>
              </a:endParaRPr>
            </a:p>
          </p:txBody>
        </p:sp>
        <p:sp>
          <p:nvSpPr>
            <p:cNvPr id="92277" name="Freeform 117"/>
            <p:cNvSpPr>
              <a:spLocks/>
            </p:cNvSpPr>
            <p:nvPr/>
          </p:nvSpPr>
          <p:spPr bwMode="auto">
            <a:xfrm>
              <a:off x="5324" y="3833"/>
              <a:ext cx="144" cy="144"/>
            </a:xfrm>
            <a:custGeom>
              <a:avLst/>
              <a:gdLst>
                <a:gd name="T0" fmla="*/ 96 w 96"/>
                <a:gd name="T1" fmla="*/ 0 h 144"/>
                <a:gd name="T2" fmla="*/ 0 w 96"/>
                <a:gd name="T3" fmla="*/ 0 h 144"/>
                <a:gd name="T4" fmla="*/ 0 w 96"/>
                <a:gd name="T5" fmla="*/ 144 h 144"/>
              </a:gdLst>
              <a:ahLst/>
              <a:cxnLst>
                <a:cxn ang="0">
                  <a:pos x="T0" y="T1"/>
                </a:cxn>
                <a:cxn ang="0">
                  <a:pos x="T2" y="T3"/>
                </a:cxn>
                <a:cxn ang="0">
                  <a:pos x="T4" y="T5"/>
                </a:cxn>
              </a:cxnLst>
              <a:rect l="0" t="0" r="r" b="b"/>
              <a:pathLst>
                <a:path w="96" h="144">
                  <a:moveTo>
                    <a:pt x="96" y="0"/>
                  </a:moveTo>
                  <a:lnTo>
                    <a:pt x="0" y="0"/>
                  </a:lnTo>
                  <a:lnTo>
                    <a:pt x="0" y="144"/>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5917554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92186"/>
                                        </p:tgtEl>
                                        <p:attrNameLst>
                                          <p:attrName>style.visibility</p:attrName>
                                        </p:attrNameLst>
                                      </p:cBhvr>
                                      <p:to>
                                        <p:strVal val="visible"/>
                                      </p:to>
                                    </p:set>
                                    <p:animEffect transition="in" filter="dissolve">
                                      <p:cBhvr>
                                        <p:cTn id="7" dur="500"/>
                                        <p:tgtEl>
                                          <p:spTgt spid="92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2162"/>
                                        </p:tgtEl>
                                        <p:attrNameLst>
                                          <p:attrName>style.visibility</p:attrName>
                                        </p:attrNameLst>
                                      </p:cBhvr>
                                      <p:to>
                                        <p:strVal val="visible"/>
                                      </p:to>
                                    </p:set>
                                    <p:animEffect transition="in" filter="dissolve">
                                      <p:cBhvr>
                                        <p:cTn id="12" dur="500"/>
                                        <p:tgtEl>
                                          <p:spTgt spid="921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92163"/>
                                        </p:tgtEl>
                                        <p:attrNameLst>
                                          <p:attrName>style.visibility</p:attrName>
                                        </p:attrNameLst>
                                      </p:cBhvr>
                                      <p:to>
                                        <p:strVal val="visible"/>
                                      </p:to>
                                    </p:set>
                                    <p:animEffect transition="in" filter="slide(fromTop)">
                                      <p:cBhvr>
                                        <p:cTn id="17" dur="500"/>
                                        <p:tgtEl>
                                          <p:spTgt spid="921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2235"/>
                                        </p:tgtEl>
                                        <p:attrNameLst>
                                          <p:attrName>style.visibility</p:attrName>
                                        </p:attrNameLst>
                                      </p:cBhvr>
                                      <p:to>
                                        <p:strVal val="visible"/>
                                      </p:to>
                                    </p:set>
                                    <p:animEffect transition="in" filter="wipe(left)">
                                      <p:cBhvr>
                                        <p:cTn id="22" dur="500"/>
                                        <p:tgtEl>
                                          <p:spTgt spid="922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2219"/>
                                        </p:tgtEl>
                                        <p:attrNameLst>
                                          <p:attrName>style.visibility</p:attrName>
                                        </p:attrNameLst>
                                      </p:cBhvr>
                                      <p:to>
                                        <p:strVal val="visible"/>
                                      </p:to>
                                    </p:set>
                                    <p:animEffect transition="in" filter="wipe(left)">
                                      <p:cBhvr>
                                        <p:cTn id="27" dur="500"/>
                                        <p:tgtEl>
                                          <p:spTgt spid="922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92222"/>
                                        </p:tgtEl>
                                        <p:attrNameLst>
                                          <p:attrName>style.visibility</p:attrName>
                                        </p:attrNameLst>
                                      </p:cBhvr>
                                      <p:to>
                                        <p:strVal val="visible"/>
                                      </p:to>
                                    </p:set>
                                    <p:animEffect transition="in" filter="wipe(up)">
                                      <p:cBhvr>
                                        <p:cTn id="32" dur="500"/>
                                        <p:tgtEl>
                                          <p:spTgt spid="92222"/>
                                        </p:tgtEl>
                                      </p:cBhvr>
                                    </p:animEffect>
                                  </p:childTnLst>
                                </p:cTn>
                              </p:par>
                            </p:childTnLst>
                          </p:cTn>
                        </p:par>
                        <p:par>
                          <p:cTn id="33" fill="hold" nodeType="afterGroup">
                            <p:stCondLst>
                              <p:cond delay="500"/>
                            </p:stCondLst>
                            <p:childTnLst>
                              <p:par>
                                <p:cTn id="34" presetID="9" presetClass="entr" presetSubtype="0" fill="hold" nodeType="afterEffect">
                                  <p:stCondLst>
                                    <p:cond delay="0"/>
                                  </p:stCondLst>
                                  <p:childTnLst>
                                    <p:set>
                                      <p:cBhvr>
                                        <p:cTn id="35" dur="1" fill="hold">
                                          <p:stCondLst>
                                            <p:cond delay="0"/>
                                          </p:stCondLst>
                                        </p:cTn>
                                        <p:tgtEl>
                                          <p:spTgt spid="92225"/>
                                        </p:tgtEl>
                                        <p:attrNameLst>
                                          <p:attrName>style.visibility</p:attrName>
                                        </p:attrNameLst>
                                      </p:cBhvr>
                                      <p:to>
                                        <p:strVal val="visible"/>
                                      </p:to>
                                    </p:set>
                                    <p:animEffect transition="in" filter="dissolve">
                                      <p:cBhvr>
                                        <p:cTn id="36" dur="500"/>
                                        <p:tgtEl>
                                          <p:spTgt spid="9222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92232"/>
                                        </p:tgtEl>
                                        <p:attrNameLst>
                                          <p:attrName>style.visibility</p:attrName>
                                        </p:attrNameLst>
                                      </p:cBhvr>
                                      <p:to>
                                        <p:strVal val="visible"/>
                                      </p:to>
                                    </p:set>
                                    <p:animEffect transition="in" filter="wipe(down)">
                                      <p:cBhvr>
                                        <p:cTn id="41" dur="500"/>
                                        <p:tgtEl>
                                          <p:spTgt spid="9223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2226"/>
                                        </p:tgtEl>
                                        <p:attrNameLst>
                                          <p:attrName>style.visibility</p:attrName>
                                        </p:attrNameLst>
                                      </p:cBhvr>
                                      <p:to>
                                        <p:strVal val="visible"/>
                                      </p:to>
                                    </p:set>
                                    <p:animEffect transition="in" filter="wipe(left)">
                                      <p:cBhvr>
                                        <p:cTn id="46" dur="500"/>
                                        <p:tgtEl>
                                          <p:spTgt spid="92226"/>
                                        </p:tgtEl>
                                      </p:cBhvr>
                                    </p:animEffect>
                                  </p:childTnLst>
                                </p:cTn>
                              </p:par>
                            </p:childTnLst>
                          </p:cTn>
                        </p:par>
                        <p:par>
                          <p:cTn id="47" fill="hold" nodeType="afterGroup">
                            <p:stCondLst>
                              <p:cond delay="500"/>
                            </p:stCondLst>
                            <p:childTnLst>
                              <p:par>
                                <p:cTn id="48" presetID="9" presetClass="entr" presetSubtype="0" fill="hold" nodeType="afterEffect">
                                  <p:stCondLst>
                                    <p:cond delay="0"/>
                                  </p:stCondLst>
                                  <p:childTnLst>
                                    <p:set>
                                      <p:cBhvr>
                                        <p:cTn id="49" dur="1" fill="hold">
                                          <p:stCondLst>
                                            <p:cond delay="0"/>
                                          </p:stCondLst>
                                        </p:cTn>
                                        <p:tgtEl>
                                          <p:spTgt spid="92229"/>
                                        </p:tgtEl>
                                        <p:attrNameLst>
                                          <p:attrName>style.visibility</p:attrName>
                                        </p:attrNameLst>
                                      </p:cBhvr>
                                      <p:to>
                                        <p:strVal val="visible"/>
                                      </p:to>
                                    </p:set>
                                    <p:animEffect transition="in" filter="dissolve">
                                      <p:cBhvr>
                                        <p:cTn id="50" dur="500"/>
                                        <p:tgtEl>
                                          <p:spTgt spid="9222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1" fill="hold" grpId="0" nodeType="clickEffect">
                                  <p:stCondLst>
                                    <p:cond delay="0"/>
                                  </p:stCondLst>
                                  <p:childTnLst>
                                    <p:set>
                                      <p:cBhvr>
                                        <p:cTn id="54" dur="1" fill="hold">
                                          <p:stCondLst>
                                            <p:cond delay="0"/>
                                          </p:stCondLst>
                                        </p:cTn>
                                        <p:tgtEl>
                                          <p:spTgt spid="92164"/>
                                        </p:tgtEl>
                                        <p:attrNameLst>
                                          <p:attrName>style.visibility</p:attrName>
                                        </p:attrNameLst>
                                      </p:cBhvr>
                                      <p:to>
                                        <p:strVal val="visible"/>
                                      </p:to>
                                    </p:set>
                                    <p:animEffect transition="in" filter="slide(fromTop)">
                                      <p:cBhvr>
                                        <p:cTn id="55" dur="500"/>
                                        <p:tgtEl>
                                          <p:spTgt spid="9216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2183"/>
                                        </p:tgtEl>
                                        <p:attrNameLst>
                                          <p:attrName>style.visibility</p:attrName>
                                        </p:attrNameLst>
                                      </p:cBhvr>
                                      <p:to>
                                        <p:strVal val="visible"/>
                                      </p:to>
                                    </p:set>
                                    <p:animEffect transition="in" filter="wipe(left)">
                                      <p:cBhvr>
                                        <p:cTn id="60" dur="500"/>
                                        <p:tgtEl>
                                          <p:spTgt spid="9218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92166"/>
                                        </p:tgtEl>
                                        <p:attrNameLst>
                                          <p:attrName>style.visibility</p:attrName>
                                        </p:attrNameLst>
                                      </p:cBhvr>
                                      <p:to>
                                        <p:strVal val="visible"/>
                                      </p:to>
                                    </p:set>
                                    <p:animEffect transition="in" filter="wipe(left)">
                                      <p:cBhvr>
                                        <p:cTn id="65" dur="500"/>
                                        <p:tgtEl>
                                          <p:spTgt spid="9216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92169"/>
                                        </p:tgtEl>
                                        <p:attrNameLst>
                                          <p:attrName>style.visibility</p:attrName>
                                        </p:attrNameLst>
                                      </p:cBhvr>
                                      <p:to>
                                        <p:strVal val="visible"/>
                                      </p:to>
                                    </p:set>
                                    <p:animEffect transition="in" filter="wipe(up)">
                                      <p:cBhvr>
                                        <p:cTn id="70" dur="500"/>
                                        <p:tgtEl>
                                          <p:spTgt spid="92169"/>
                                        </p:tgtEl>
                                      </p:cBhvr>
                                    </p:animEffect>
                                  </p:childTnLst>
                                </p:cTn>
                              </p:par>
                            </p:childTnLst>
                          </p:cTn>
                        </p:par>
                        <p:par>
                          <p:cTn id="71" fill="hold" nodeType="afterGroup">
                            <p:stCondLst>
                              <p:cond delay="500"/>
                            </p:stCondLst>
                            <p:childTnLst>
                              <p:par>
                                <p:cTn id="72" presetID="9" presetClass="entr" presetSubtype="0" fill="hold" nodeType="afterEffect">
                                  <p:stCondLst>
                                    <p:cond delay="0"/>
                                  </p:stCondLst>
                                  <p:childTnLst>
                                    <p:set>
                                      <p:cBhvr>
                                        <p:cTn id="73" dur="1" fill="hold">
                                          <p:stCondLst>
                                            <p:cond delay="0"/>
                                          </p:stCondLst>
                                        </p:cTn>
                                        <p:tgtEl>
                                          <p:spTgt spid="92172"/>
                                        </p:tgtEl>
                                        <p:attrNameLst>
                                          <p:attrName>style.visibility</p:attrName>
                                        </p:attrNameLst>
                                      </p:cBhvr>
                                      <p:to>
                                        <p:strVal val="visible"/>
                                      </p:to>
                                    </p:set>
                                    <p:animEffect transition="in" filter="dissolve">
                                      <p:cBhvr>
                                        <p:cTn id="74" dur="500"/>
                                        <p:tgtEl>
                                          <p:spTgt spid="92172"/>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4" fill="hold" nodeType="clickEffect">
                                  <p:stCondLst>
                                    <p:cond delay="0"/>
                                  </p:stCondLst>
                                  <p:childTnLst>
                                    <p:set>
                                      <p:cBhvr>
                                        <p:cTn id="78" dur="1" fill="hold">
                                          <p:stCondLst>
                                            <p:cond delay="0"/>
                                          </p:stCondLst>
                                        </p:cTn>
                                        <p:tgtEl>
                                          <p:spTgt spid="92179"/>
                                        </p:tgtEl>
                                        <p:attrNameLst>
                                          <p:attrName>style.visibility</p:attrName>
                                        </p:attrNameLst>
                                      </p:cBhvr>
                                      <p:to>
                                        <p:strVal val="visible"/>
                                      </p:to>
                                    </p:set>
                                    <p:animEffect transition="in" filter="wipe(down)">
                                      <p:cBhvr>
                                        <p:cTn id="79" dur="500"/>
                                        <p:tgtEl>
                                          <p:spTgt spid="9217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92173"/>
                                        </p:tgtEl>
                                        <p:attrNameLst>
                                          <p:attrName>style.visibility</p:attrName>
                                        </p:attrNameLst>
                                      </p:cBhvr>
                                      <p:to>
                                        <p:strVal val="visible"/>
                                      </p:to>
                                    </p:set>
                                    <p:animEffect transition="in" filter="wipe(left)">
                                      <p:cBhvr>
                                        <p:cTn id="84" dur="500"/>
                                        <p:tgtEl>
                                          <p:spTgt spid="92173"/>
                                        </p:tgtEl>
                                      </p:cBhvr>
                                    </p:animEffect>
                                  </p:childTnLst>
                                </p:cTn>
                              </p:par>
                            </p:childTnLst>
                          </p:cTn>
                        </p:par>
                        <p:par>
                          <p:cTn id="85" fill="hold" nodeType="afterGroup">
                            <p:stCondLst>
                              <p:cond delay="500"/>
                            </p:stCondLst>
                            <p:childTnLst>
                              <p:par>
                                <p:cTn id="86" presetID="9" presetClass="entr" presetSubtype="0" fill="hold" nodeType="afterEffect">
                                  <p:stCondLst>
                                    <p:cond delay="0"/>
                                  </p:stCondLst>
                                  <p:childTnLst>
                                    <p:set>
                                      <p:cBhvr>
                                        <p:cTn id="87" dur="1" fill="hold">
                                          <p:stCondLst>
                                            <p:cond delay="0"/>
                                          </p:stCondLst>
                                        </p:cTn>
                                        <p:tgtEl>
                                          <p:spTgt spid="92176"/>
                                        </p:tgtEl>
                                        <p:attrNameLst>
                                          <p:attrName>style.visibility</p:attrName>
                                        </p:attrNameLst>
                                      </p:cBhvr>
                                      <p:to>
                                        <p:strVal val="visible"/>
                                      </p:to>
                                    </p:set>
                                    <p:animEffect transition="in" filter="dissolve">
                                      <p:cBhvr>
                                        <p:cTn id="88" dur="500"/>
                                        <p:tgtEl>
                                          <p:spTgt spid="9217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2" presetClass="entr" presetSubtype="1" fill="hold" grpId="0" nodeType="clickEffect">
                                  <p:stCondLst>
                                    <p:cond delay="0"/>
                                  </p:stCondLst>
                                  <p:childTnLst>
                                    <p:set>
                                      <p:cBhvr>
                                        <p:cTn id="92" dur="1" fill="hold">
                                          <p:stCondLst>
                                            <p:cond delay="0"/>
                                          </p:stCondLst>
                                        </p:cTn>
                                        <p:tgtEl>
                                          <p:spTgt spid="92165"/>
                                        </p:tgtEl>
                                        <p:attrNameLst>
                                          <p:attrName>style.visibility</p:attrName>
                                        </p:attrNameLst>
                                      </p:cBhvr>
                                      <p:to>
                                        <p:strVal val="visible"/>
                                      </p:to>
                                    </p:set>
                                    <p:animEffect transition="in" filter="slide(fromTop)">
                                      <p:cBhvr>
                                        <p:cTn id="93" dur="500"/>
                                        <p:tgtEl>
                                          <p:spTgt spid="9216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92248"/>
                                        </p:tgtEl>
                                        <p:attrNameLst>
                                          <p:attrName>style.visibility</p:attrName>
                                        </p:attrNameLst>
                                      </p:cBhvr>
                                      <p:to>
                                        <p:strVal val="visible"/>
                                      </p:to>
                                    </p:set>
                                    <p:animEffect transition="in" filter="wipe(left)">
                                      <p:cBhvr>
                                        <p:cTn id="98" dur="500"/>
                                        <p:tgtEl>
                                          <p:spTgt spid="9224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92238"/>
                                        </p:tgtEl>
                                        <p:attrNameLst>
                                          <p:attrName>style.visibility</p:attrName>
                                        </p:attrNameLst>
                                      </p:cBhvr>
                                      <p:to>
                                        <p:strVal val="visible"/>
                                      </p:to>
                                    </p:set>
                                    <p:animEffect transition="in" filter="wipe(left)">
                                      <p:cBhvr>
                                        <p:cTn id="103" dur="500"/>
                                        <p:tgtEl>
                                          <p:spTgt spid="92238"/>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1" fill="hold" nodeType="clickEffect">
                                  <p:stCondLst>
                                    <p:cond delay="0"/>
                                  </p:stCondLst>
                                  <p:childTnLst>
                                    <p:set>
                                      <p:cBhvr>
                                        <p:cTn id="107" dur="1" fill="hold">
                                          <p:stCondLst>
                                            <p:cond delay="0"/>
                                          </p:stCondLst>
                                        </p:cTn>
                                        <p:tgtEl>
                                          <p:spTgt spid="92241"/>
                                        </p:tgtEl>
                                        <p:attrNameLst>
                                          <p:attrName>style.visibility</p:attrName>
                                        </p:attrNameLst>
                                      </p:cBhvr>
                                      <p:to>
                                        <p:strVal val="visible"/>
                                      </p:to>
                                    </p:set>
                                    <p:animEffect transition="in" filter="wipe(up)">
                                      <p:cBhvr>
                                        <p:cTn id="108" dur="500"/>
                                        <p:tgtEl>
                                          <p:spTgt spid="92241"/>
                                        </p:tgtEl>
                                      </p:cBhvr>
                                    </p:animEffect>
                                  </p:childTnLst>
                                </p:cTn>
                              </p:par>
                            </p:childTnLst>
                          </p:cTn>
                        </p:par>
                        <p:par>
                          <p:cTn id="109" fill="hold" nodeType="afterGroup">
                            <p:stCondLst>
                              <p:cond delay="500"/>
                            </p:stCondLst>
                            <p:childTnLst>
                              <p:par>
                                <p:cTn id="110" presetID="9" presetClass="entr" presetSubtype="0" fill="hold" nodeType="afterEffect">
                                  <p:stCondLst>
                                    <p:cond delay="0"/>
                                  </p:stCondLst>
                                  <p:childTnLst>
                                    <p:set>
                                      <p:cBhvr>
                                        <p:cTn id="111" dur="1" fill="hold">
                                          <p:stCondLst>
                                            <p:cond delay="0"/>
                                          </p:stCondLst>
                                        </p:cTn>
                                        <p:tgtEl>
                                          <p:spTgt spid="92244"/>
                                        </p:tgtEl>
                                        <p:attrNameLst>
                                          <p:attrName>style.visibility</p:attrName>
                                        </p:attrNameLst>
                                      </p:cBhvr>
                                      <p:to>
                                        <p:strVal val="visible"/>
                                      </p:to>
                                    </p:set>
                                    <p:animEffect transition="in" filter="dissolve">
                                      <p:cBhvr>
                                        <p:cTn id="112" dur="500"/>
                                        <p:tgtEl>
                                          <p:spTgt spid="9224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4" fill="hold" nodeType="clickEffect">
                                  <p:stCondLst>
                                    <p:cond delay="0"/>
                                  </p:stCondLst>
                                  <p:childTnLst>
                                    <p:set>
                                      <p:cBhvr>
                                        <p:cTn id="116" dur="1" fill="hold">
                                          <p:stCondLst>
                                            <p:cond delay="0"/>
                                          </p:stCondLst>
                                        </p:cTn>
                                        <p:tgtEl>
                                          <p:spTgt spid="92245"/>
                                        </p:tgtEl>
                                        <p:attrNameLst>
                                          <p:attrName>style.visibility</p:attrName>
                                        </p:attrNameLst>
                                      </p:cBhvr>
                                      <p:to>
                                        <p:strVal val="visible"/>
                                      </p:to>
                                    </p:set>
                                    <p:animEffect transition="in" filter="wipe(down)">
                                      <p:cBhvr>
                                        <p:cTn id="117" dur="500"/>
                                        <p:tgtEl>
                                          <p:spTgt spid="92245"/>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92251"/>
                                        </p:tgtEl>
                                        <p:attrNameLst>
                                          <p:attrName>style.visibility</p:attrName>
                                        </p:attrNameLst>
                                      </p:cBhvr>
                                      <p:to>
                                        <p:strVal val="visible"/>
                                      </p:to>
                                    </p:set>
                                    <p:animEffect transition="in" filter="wipe(left)">
                                      <p:cBhvr>
                                        <p:cTn id="122" dur="500"/>
                                        <p:tgtEl>
                                          <p:spTgt spid="9225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92254">
                                            <p:txEl>
                                              <p:pRg st="0" end="0"/>
                                            </p:txEl>
                                          </p:spTgt>
                                        </p:tgtEl>
                                        <p:attrNameLst>
                                          <p:attrName>style.visibility</p:attrName>
                                        </p:attrNameLst>
                                      </p:cBhvr>
                                      <p:to>
                                        <p:strVal val="visible"/>
                                      </p:to>
                                    </p:set>
                                    <p:animEffect transition="in" filter="wipe(left)">
                                      <p:cBhvr>
                                        <p:cTn id="127" dur="500"/>
                                        <p:tgtEl>
                                          <p:spTgt spid="92254">
                                            <p:txEl>
                                              <p:pRg st="0" end="0"/>
                                            </p:txEl>
                                          </p:spTgt>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92255"/>
                                        </p:tgtEl>
                                        <p:attrNameLst>
                                          <p:attrName>style.visibility</p:attrName>
                                        </p:attrNameLst>
                                      </p:cBhvr>
                                      <p:to>
                                        <p:strVal val="visible"/>
                                      </p:to>
                                    </p:set>
                                    <p:animEffect transition="in" filter="wipe(left)">
                                      <p:cBhvr>
                                        <p:cTn id="132" dur="500"/>
                                        <p:tgtEl>
                                          <p:spTgt spid="92255"/>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92265"/>
                                        </p:tgtEl>
                                        <p:attrNameLst>
                                          <p:attrName>style.visibility</p:attrName>
                                        </p:attrNameLst>
                                      </p:cBhvr>
                                      <p:to>
                                        <p:strVal val="visible"/>
                                      </p:to>
                                    </p:set>
                                    <p:animEffect transition="in" filter="dissolve">
                                      <p:cBhvr>
                                        <p:cTn id="137" dur="500"/>
                                        <p:tgtEl>
                                          <p:spTgt spid="92265"/>
                                        </p:tgtEl>
                                      </p:cBhvr>
                                    </p:animEffect>
                                  </p:childTnLst>
                                </p:cTn>
                              </p:par>
                            </p:childTnLst>
                          </p:cTn>
                        </p:par>
                        <p:par>
                          <p:cTn id="138" fill="hold" nodeType="afterGroup">
                            <p:stCondLst>
                              <p:cond delay="500"/>
                            </p:stCondLst>
                            <p:childTnLst>
                              <p:par>
                                <p:cTn id="139" presetID="9" presetClass="entr" presetSubtype="0" fill="hold" nodeType="afterEffect">
                                  <p:stCondLst>
                                    <p:cond delay="0"/>
                                  </p:stCondLst>
                                  <p:childTnLst>
                                    <p:set>
                                      <p:cBhvr>
                                        <p:cTn id="140" dur="1" fill="hold">
                                          <p:stCondLst>
                                            <p:cond delay="0"/>
                                          </p:stCondLst>
                                        </p:cTn>
                                        <p:tgtEl>
                                          <p:spTgt spid="92268"/>
                                        </p:tgtEl>
                                        <p:attrNameLst>
                                          <p:attrName>style.visibility</p:attrName>
                                        </p:attrNameLst>
                                      </p:cBhvr>
                                      <p:to>
                                        <p:strVal val="visible"/>
                                      </p:to>
                                    </p:set>
                                    <p:animEffect transition="in" filter="dissolve">
                                      <p:cBhvr>
                                        <p:cTn id="141" dur="500"/>
                                        <p:tgtEl>
                                          <p:spTgt spid="92268"/>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4" presetClass="entr" presetSubtype="16" fill="hold" nodeType="clickEffect">
                                  <p:stCondLst>
                                    <p:cond delay="0"/>
                                  </p:stCondLst>
                                  <p:childTnLst>
                                    <p:set>
                                      <p:cBhvr>
                                        <p:cTn id="145" dur="1" fill="hold">
                                          <p:stCondLst>
                                            <p:cond delay="0"/>
                                          </p:stCondLst>
                                        </p:cTn>
                                        <p:tgtEl>
                                          <p:spTgt spid="92266"/>
                                        </p:tgtEl>
                                        <p:attrNameLst>
                                          <p:attrName>style.visibility</p:attrName>
                                        </p:attrNameLst>
                                      </p:cBhvr>
                                      <p:to>
                                        <p:strVal val="visible"/>
                                      </p:to>
                                    </p:set>
                                    <p:animEffect transition="in" filter="box(in)">
                                      <p:cBhvr>
                                        <p:cTn id="146" dur="500"/>
                                        <p:tgtEl>
                                          <p:spTgt spid="92266"/>
                                        </p:tgtEl>
                                      </p:cBhvr>
                                    </p:animEffect>
                                  </p:childTnLst>
                                </p:cTn>
                              </p:par>
                            </p:childTnLst>
                          </p:cTn>
                        </p:par>
                        <p:par>
                          <p:cTn id="147" fill="hold" nodeType="afterGroup">
                            <p:stCondLst>
                              <p:cond delay="500"/>
                            </p:stCondLst>
                            <p:childTnLst>
                              <p:par>
                                <p:cTn id="148" presetID="9" presetClass="entr" presetSubtype="0" fill="hold" grpId="0" nodeType="afterEffect">
                                  <p:stCondLst>
                                    <p:cond delay="0"/>
                                  </p:stCondLst>
                                  <p:childTnLst>
                                    <p:set>
                                      <p:cBhvr>
                                        <p:cTn id="149" dur="1" fill="hold">
                                          <p:stCondLst>
                                            <p:cond delay="0"/>
                                          </p:stCondLst>
                                        </p:cTn>
                                        <p:tgtEl>
                                          <p:spTgt spid="92267"/>
                                        </p:tgtEl>
                                        <p:attrNameLst>
                                          <p:attrName>style.visibility</p:attrName>
                                        </p:attrNameLst>
                                      </p:cBhvr>
                                      <p:to>
                                        <p:strVal val="visible"/>
                                      </p:to>
                                    </p:set>
                                    <p:animEffect transition="in" filter="dissolve">
                                      <p:cBhvr>
                                        <p:cTn id="150" dur="500"/>
                                        <p:tgtEl>
                                          <p:spTgt spid="92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autoUpdateAnimBg="0"/>
      <p:bldP spid="92163" grpId="0" autoUpdateAnimBg="0"/>
      <p:bldP spid="92164" grpId="0" autoUpdateAnimBg="0"/>
      <p:bldP spid="92165" grpId="0" autoUpdateAnimBg="0"/>
      <p:bldP spid="92254" grpId="0" build="p" autoUpdateAnimBg="0"/>
      <p:bldP spid="92265" grpId="0" autoUpdateAnimBg="0"/>
      <p:bldP spid="92267" grpId="0" animBg="1" autoUpdateAnimBg="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57188" y="431800"/>
            <a:ext cx="974725"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ea typeface="宋体" panose="02010600030101010101" pitchFamily="2" charset="-122"/>
              </a:rPr>
              <a:t>例</a:t>
            </a:r>
            <a:endParaRPr kumimoji="1" lang="en-US" altLang="zh-CN" sz="2800" b="0" dirty="0">
              <a:latin typeface="Times New Roman" panose="02020603050405020304" pitchFamily="18" charset="0"/>
              <a:ea typeface="宋体" panose="02010600030101010101" pitchFamily="2" charset="-122"/>
            </a:endParaRPr>
          </a:p>
        </p:txBody>
      </p:sp>
      <p:sp>
        <p:nvSpPr>
          <p:cNvPr id="52227" name="Text Box 3"/>
          <p:cNvSpPr txBox="1">
            <a:spLocks noChangeArrowheads="1"/>
          </p:cNvSpPr>
          <p:nvPr/>
        </p:nvSpPr>
        <p:spPr bwMode="auto">
          <a:xfrm>
            <a:off x="1116013" y="476250"/>
            <a:ext cx="69850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t>求图示电路的等效阻抗，</a:t>
            </a:r>
            <a:r>
              <a:rPr kumimoji="1" lang="zh-CN" altLang="en-US" sz="2800">
                <a:ea typeface="宋体" panose="02010600030101010101" pitchFamily="2" charset="-122"/>
              </a:rPr>
              <a:t> </a:t>
            </a:r>
            <a:r>
              <a:rPr kumimoji="1" lang="zh-CN" altLang="en-US" sz="2800" b="0" i="1">
                <a:ea typeface="仿宋_GB2312" pitchFamily="49" charset="-122"/>
                <a:sym typeface="Symbol" panose="05050102010706020507" pitchFamily="18" charset="2"/>
              </a:rPr>
              <a:t></a:t>
            </a:r>
            <a:r>
              <a:rPr kumimoji="1" lang="zh-CN" altLang="en-US" sz="2800" b="0">
                <a:ea typeface="仿宋_GB2312" pitchFamily="49" charset="-122"/>
                <a:sym typeface="Symbol" panose="05050102010706020507" pitchFamily="18" charset="2"/>
              </a:rPr>
              <a:t>＝</a:t>
            </a:r>
            <a:r>
              <a:rPr kumimoji="1" lang="en-US" altLang="zh-CN" sz="2800" b="0">
                <a:ea typeface="仿宋_GB2312" pitchFamily="49" charset="-122"/>
              </a:rPr>
              <a:t>10</a:t>
            </a:r>
            <a:r>
              <a:rPr kumimoji="1" lang="en-US" altLang="zh-CN" sz="2800" b="0" baseline="30000">
                <a:ea typeface="仿宋_GB2312" pitchFamily="49" charset="-122"/>
              </a:rPr>
              <a:t>5</a:t>
            </a:r>
            <a:r>
              <a:rPr kumimoji="1" lang="en-US" altLang="zh-CN" sz="2800" b="0">
                <a:ea typeface="仿宋_GB2312" pitchFamily="49" charset="-122"/>
              </a:rPr>
              <a:t>rad/s</a:t>
            </a:r>
            <a:r>
              <a:rPr kumimoji="1" lang="en-US" altLang="zh-CN" sz="2800">
                <a:latin typeface="Arial" panose="020B0604020202020204" pitchFamily="34" charset="0"/>
                <a:ea typeface="仿宋_GB2312" pitchFamily="49" charset="-122"/>
              </a:rPr>
              <a:t> </a:t>
            </a:r>
            <a:r>
              <a:rPr kumimoji="1" lang="zh-CN" altLang="en-US" sz="2800">
                <a:ea typeface="宋体" panose="02010600030101010101" pitchFamily="2" charset="-122"/>
              </a:rPr>
              <a:t>。</a:t>
            </a:r>
          </a:p>
        </p:txBody>
      </p:sp>
      <p:sp>
        <p:nvSpPr>
          <p:cNvPr id="52228" name="Text Box 4"/>
          <p:cNvSpPr txBox="1">
            <a:spLocks noChangeArrowheads="1"/>
          </p:cNvSpPr>
          <p:nvPr/>
        </p:nvSpPr>
        <p:spPr bwMode="auto">
          <a:xfrm>
            <a:off x="395288" y="1341438"/>
            <a:ext cx="545342" cy="523220"/>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sp>
        <p:nvSpPr>
          <p:cNvPr id="52229" name="Text Box 5"/>
          <p:cNvSpPr txBox="1">
            <a:spLocks noChangeArrowheads="1"/>
          </p:cNvSpPr>
          <p:nvPr/>
        </p:nvSpPr>
        <p:spPr bwMode="auto">
          <a:xfrm>
            <a:off x="1187450" y="1341438"/>
            <a:ext cx="288131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rPr>
              <a:t>感抗和容抗为：</a:t>
            </a:r>
          </a:p>
        </p:txBody>
      </p:sp>
      <p:graphicFrame>
        <p:nvGraphicFramePr>
          <p:cNvPr id="52230" name="Object 6"/>
          <p:cNvGraphicFramePr>
            <a:graphicFrameLocks noChangeAspect="1"/>
          </p:cNvGraphicFramePr>
          <p:nvPr/>
        </p:nvGraphicFramePr>
        <p:xfrm>
          <a:off x="916167" y="4238626"/>
          <a:ext cx="6545262" cy="1435100"/>
        </p:xfrm>
        <a:graphic>
          <a:graphicData uri="http://schemas.openxmlformats.org/presentationml/2006/ole">
            <mc:AlternateContent xmlns:mc="http://schemas.openxmlformats.org/markup-compatibility/2006">
              <mc:Choice xmlns:v="urn:schemas-microsoft-com:vml" Requires="v">
                <p:oleObj name="Equation" r:id="rId3" imgW="3060360" imgH="660240" progId="Equation.DSMT4">
                  <p:embed/>
                </p:oleObj>
              </mc:Choice>
              <mc:Fallback>
                <p:oleObj name="Equation" r:id="rId3" imgW="3060360" imgH="660240" progId="Equation.DSMT4">
                  <p:embed/>
                  <p:pic>
                    <p:nvPicPr>
                      <p:cNvPr id="52230" name="Object 6"/>
                      <p:cNvPicPr>
                        <a:picLocks noChangeAspect="1" noChangeArrowheads="1"/>
                      </p:cNvPicPr>
                      <p:nvPr/>
                    </p:nvPicPr>
                    <p:blipFill>
                      <a:blip r:embed="rId4"/>
                      <a:srcRect/>
                      <a:stretch>
                        <a:fillRect/>
                      </a:stretch>
                    </p:blipFill>
                    <p:spPr bwMode="auto">
                      <a:xfrm>
                        <a:off x="916167" y="4238626"/>
                        <a:ext cx="6545262" cy="143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31" name="Object 7"/>
          <p:cNvGraphicFramePr>
            <a:graphicFrameLocks noChangeAspect="1"/>
          </p:cNvGraphicFramePr>
          <p:nvPr/>
        </p:nvGraphicFramePr>
        <p:xfrm>
          <a:off x="885825" y="2289175"/>
          <a:ext cx="3921125" cy="477838"/>
        </p:xfrm>
        <a:graphic>
          <a:graphicData uri="http://schemas.openxmlformats.org/presentationml/2006/ole">
            <mc:AlternateContent xmlns:mc="http://schemas.openxmlformats.org/markup-compatibility/2006">
              <mc:Choice xmlns:v="urn:schemas-microsoft-com:vml" Requires="v">
                <p:oleObj name="Equation" r:id="rId5" imgW="1993680" imgH="241200" progId="Equation.DSMT4">
                  <p:embed/>
                </p:oleObj>
              </mc:Choice>
              <mc:Fallback>
                <p:oleObj name="Equation" r:id="rId5" imgW="1993680" imgH="241200" progId="Equation.DSMT4">
                  <p:embed/>
                  <p:pic>
                    <p:nvPicPr>
                      <p:cNvPr id="52231" name="Object 7"/>
                      <p:cNvPicPr>
                        <a:picLocks noChangeAspect="1" noChangeArrowheads="1"/>
                      </p:cNvPicPr>
                      <p:nvPr/>
                    </p:nvPicPr>
                    <p:blipFill>
                      <a:blip r:embed="rId6"/>
                      <a:srcRect/>
                      <a:stretch>
                        <a:fillRect/>
                      </a:stretch>
                    </p:blipFill>
                    <p:spPr bwMode="auto">
                      <a:xfrm>
                        <a:off x="885825" y="2289175"/>
                        <a:ext cx="3921125"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57" name="Object 33"/>
          <p:cNvGraphicFramePr>
            <a:graphicFrameLocks noChangeAspect="1"/>
          </p:cNvGraphicFramePr>
          <p:nvPr/>
        </p:nvGraphicFramePr>
        <p:xfrm>
          <a:off x="866777" y="3086100"/>
          <a:ext cx="4222750" cy="777875"/>
        </p:xfrm>
        <a:graphic>
          <a:graphicData uri="http://schemas.openxmlformats.org/presentationml/2006/ole">
            <mc:AlternateContent xmlns:mc="http://schemas.openxmlformats.org/markup-compatibility/2006">
              <mc:Choice xmlns:v="urn:schemas-microsoft-com:vml" Requires="v">
                <p:oleObj name="Equation" r:id="rId7" imgW="2145960" imgH="393480" progId="Equation.DSMT4">
                  <p:embed/>
                </p:oleObj>
              </mc:Choice>
              <mc:Fallback>
                <p:oleObj name="Equation" r:id="rId7" imgW="2145960" imgH="393480" progId="Equation.DSMT4">
                  <p:embed/>
                  <p:pic>
                    <p:nvPicPr>
                      <p:cNvPr id="52257" name="Object 33"/>
                      <p:cNvPicPr>
                        <a:picLocks noChangeAspect="1" noChangeArrowheads="1"/>
                      </p:cNvPicPr>
                      <p:nvPr/>
                    </p:nvPicPr>
                    <p:blipFill>
                      <a:blip r:embed="rId8"/>
                      <a:srcRect/>
                      <a:stretch>
                        <a:fillRect/>
                      </a:stretch>
                    </p:blipFill>
                    <p:spPr bwMode="auto">
                      <a:xfrm>
                        <a:off x="866777" y="3086100"/>
                        <a:ext cx="4222750"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2275" name="Group 51"/>
          <p:cNvGrpSpPr>
            <a:grpSpLocks/>
          </p:cNvGrpSpPr>
          <p:nvPr/>
        </p:nvGrpSpPr>
        <p:grpSpPr bwMode="auto">
          <a:xfrm>
            <a:off x="5364163" y="908050"/>
            <a:ext cx="3562351" cy="2268538"/>
            <a:chOff x="1020" y="2160"/>
            <a:chExt cx="2244" cy="1429"/>
          </a:xfrm>
        </p:grpSpPr>
        <p:sp>
          <p:nvSpPr>
            <p:cNvPr id="52276" name="Line 52"/>
            <p:cNvSpPr>
              <a:spLocks noChangeShapeType="1"/>
            </p:cNvSpPr>
            <p:nvPr/>
          </p:nvSpPr>
          <p:spPr bwMode="auto">
            <a:xfrm>
              <a:off x="1837" y="3203"/>
              <a:ext cx="0" cy="359"/>
            </a:xfrm>
            <a:prstGeom prst="line">
              <a:avLst/>
            </a:prstGeom>
            <a:noFill/>
            <a:ln w="28575">
              <a:solidFill>
                <a:srgbClr val="FFCC00"/>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277" name="Line 53"/>
            <p:cNvSpPr>
              <a:spLocks noChangeShapeType="1"/>
            </p:cNvSpPr>
            <p:nvPr/>
          </p:nvSpPr>
          <p:spPr bwMode="auto">
            <a:xfrm>
              <a:off x="1837" y="2523"/>
              <a:ext cx="0" cy="272"/>
            </a:xfrm>
            <a:prstGeom prst="line">
              <a:avLst/>
            </a:prstGeom>
            <a:noFill/>
            <a:ln w="28575">
              <a:solidFill>
                <a:srgbClr val="FFCC00"/>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278" name="Text Box 54"/>
            <p:cNvSpPr txBox="1">
              <a:spLocks noChangeArrowheads="1"/>
            </p:cNvSpPr>
            <p:nvPr/>
          </p:nvSpPr>
          <p:spPr bwMode="auto">
            <a:xfrm>
              <a:off x="1247" y="2886"/>
              <a:ext cx="569"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1mH</a:t>
              </a:r>
            </a:p>
          </p:txBody>
        </p:sp>
        <p:sp>
          <p:nvSpPr>
            <p:cNvPr id="52279" name="Oval 55"/>
            <p:cNvSpPr>
              <a:spLocks noChangeArrowheads="1"/>
            </p:cNvSpPr>
            <p:nvPr/>
          </p:nvSpPr>
          <p:spPr bwMode="auto">
            <a:xfrm>
              <a:off x="1020" y="247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52280" name="Oval 56"/>
            <p:cNvSpPr>
              <a:spLocks noChangeArrowheads="1"/>
            </p:cNvSpPr>
            <p:nvPr/>
          </p:nvSpPr>
          <p:spPr bwMode="auto">
            <a:xfrm>
              <a:off x="1020" y="3521"/>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52281" name="Text Box 57"/>
            <p:cNvSpPr txBox="1">
              <a:spLocks noChangeArrowheads="1"/>
            </p:cNvSpPr>
            <p:nvPr/>
          </p:nvSpPr>
          <p:spPr bwMode="auto">
            <a:xfrm>
              <a:off x="1247" y="2568"/>
              <a:ext cx="516"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30</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52282" name="Line 58"/>
            <p:cNvSpPr>
              <a:spLocks noChangeShapeType="1"/>
            </p:cNvSpPr>
            <p:nvPr/>
          </p:nvSpPr>
          <p:spPr bwMode="auto">
            <a:xfrm>
              <a:off x="1066" y="2523"/>
              <a:ext cx="145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2283" name="Line 59"/>
            <p:cNvSpPr>
              <a:spLocks noChangeShapeType="1"/>
            </p:cNvSpPr>
            <p:nvPr/>
          </p:nvSpPr>
          <p:spPr bwMode="auto">
            <a:xfrm>
              <a:off x="2517" y="2523"/>
              <a:ext cx="0" cy="63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2284" name="Line 60"/>
            <p:cNvSpPr>
              <a:spLocks noChangeShapeType="1"/>
            </p:cNvSpPr>
            <p:nvPr/>
          </p:nvSpPr>
          <p:spPr bwMode="auto">
            <a:xfrm>
              <a:off x="2517" y="3249"/>
              <a:ext cx="0" cy="31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2285" name="Line 61"/>
            <p:cNvSpPr>
              <a:spLocks noChangeShapeType="1"/>
            </p:cNvSpPr>
            <p:nvPr/>
          </p:nvSpPr>
          <p:spPr bwMode="auto">
            <a:xfrm>
              <a:off x="1066" y="3567"/>
              <a:ext cx="145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2286" name="Text Box 62"/>
            <p:cNvSpPr txBox="1">
              <a:spLocks noChangeArrowheads="1"/>
            </p:cNvSpPr>
            <p:nvPr/>
          </p:nvSpPr>
          <p:spPr bwMode="auto">
            <a:xfrm>
              <a:off x="2562" y="2659"/>
              <a:ext cx="629"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100</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52287" name="Text Box 63"/>
            <p:cNvSpPr txBox="1">
              <a:spLocks noChangeArrowheads="1"/>
            </p:cNvSpPr>
            <p:nvPr/>
          </p:nvSpPr>
          <p:spPr bwMode="auto">
            <a:xfrm>
              <a:off x="2608" y="3113"/>
              <a:ext cx="656"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0.1</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F</a:t>
              </a:r>
            </a:p>
          </p:txBody>
        </p:sp>
        <p:sp>
          <p:nvSpPr>
            <p:cNvPr id="52288" name="Text Box 64"/>
            <p:cNvSpPr txBox="1">
              <a:spLocks noChangeArrowheads="1"/>
            </p:cNvSpPr>
            <p:nvPr/>
          </p:nvSpPr>
          <p:spPr bwMode="auto">
            <a:xfrm>
              <a:off x="1292" y="2160"/>
              <a:ext cx="45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a:latin typeface="Times New Roman" panose="02020603050405020304" pitchFamily="18" charset="0"/>
                  <a:ea typeface="仿宋_GB2312" pitchFamily="49" charset="-122"/>
                </a:rPr>
                <a:t>R</a:t>
              </a:r>
              <a:r>
                <a:rPr lang="en-US" altLang="zh-CN" sz="2800" b="0" baseline="-25000">
                  <a:latin typeface="Times New Roman" panose="02020603050405020304" pitchFamily="18" charset="0"/>
                  <a:ea typeface="仿宋_GB2312" pitchFamily="49" charset="-122"/>
                </a:rPr>
                <a:t>1</a:t>
              </a:r>
            </a:p>
          </p:txBody>
        </p:sp>
        <p:sp>
          <p:nvSpPr>
            <p:cNvPr id="52289" name="Text Box 65"/>
            <p:cNvSpPr txBox="1">
              <a:spLocks noChangeArrowheads="1"/>
            </p:cNvSpPr>
            <p:nvPr/>
          </p:nvSpPr>
          <p:spPr bwMode="auto">
            <a:xfrm>
              <a:off x="2154" y="2614"/>
              <a:ext cx="45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a:latin typeface="Times New Roman" panose="02020603050405020304" pitchFamily="18" charset="0"/>
                  <a:ea typeface="仿宋_GB2312" pitchFamily="49" charset="-122"/>
                </a:rPr>
                <a:t>R</a:t>
              </a:r>
              <a:r>
                <a:rPr lang="en-US" altLang="zh-CN" sz="2800" b="0" baseline="-25000">
                  <a:latin typeface="Times New Roman" panose="02020603050405020304" pitchFamily="18" charset="0"/>
                  <a:ea typeface="仿宋_GB2312" pitchFamily="49" charset="-122"/>
                </a:rPr>
                <a:t>2</a:t>
              </a:r>
            </a:p>
          </p:txBody>
        </p:sp>
        <p:sp>
          <p:nvSpPr>
            <p:cNvPr id="52290" name="Rectangle 66"/>
            <p:cNvSpPr>
              <a:spLocks noChangeArrowheads="1"/>
            </p:cNvSpPr>
            <p:nvPr/>
          </p:nvSpPr>
          <p:spPr bwMode="auto">
            <a:xfrm>
              <a:off x="1338" y="2478"/>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52291" name="Rectangle 67"/>
            <p:cNvSpPr>
              <a:spLocks noChangeArrowheads="1"/>
            </p:cNvSpPr>
            <p:nvPr/>
          </p:nvSpPr>
          <p:spPr bwMode="auto">
            <a:xfrm>
              <a:off x="2472" y="265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52292" name="Group 68"/>
            <p:cNvGrpSpPr>
              <a:grpSpLocks/>
            </p:cNvGrpSpPr>
            <p:nvPr/>
          </p:nvGrpSpPr>
          <p:grpSpPr bwMode="auto">
            <a:xfrm>
              <a:off x="2381" y="3158"/>
              <a:ext cx="240" cy="93"/>
              <a:chOff x="3787" y="2478"/>
              <a:chExt cx="240" cy="93"/>
            </a:xfrm>
          </p:grpSpPr>
          <p:sp>
            <p:nvSpPr>
              <p:cNvPr id="52293" name="Line 69"/>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52294" name="Line 70"/>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52295" name="Group 71"/>
            <p:cNvGrpSpPr>
              <a:grpSpLocks/>
            </p:cNvGrpSpPr>
            <p:nvPr/>
          </p:nvGrpSpPr>
          <p:grpSpPr bwMode="auto">
            <a:xfrm rot="5400000">
              <a:off x="1383" y="2705"/>
              <a:ext cx="499" cy="590"/>
              <a:chOff x="476" y="663"/>
              <a:chExt cx="771" cy="862"/>
            </a:xfrm>
          </p:grpSpPr>
          <p:sp>
            <p:nvSpPr>
              <p:cNvPr id="52296" name="AutoShape 72"/>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52297" name="AutoShape 73"/>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52298" name="AutoShape 74"/>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35443325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2226"/>
                                        </p:tgtEl>
                                        <p:attrNameLst>
                                          <p:attrName>style.visibility</p:attrName>
                                        </p:attrNameLst>
                                      </p:cBhvr>
                                      <p:to>
                                        <p:strVal val="visible"/>
                                      </p:to>
                                    </p:set>
                                    <p:anim calcmode="lin" valueType="num">
                                      <p:cBhvr>
                                        <p:cTn id="7" dur="1000" fill="hold"/>
                                        <p:tgtEl>
                                          <p:spTgt spid="52226"/>
                                        </p:tgtEl>
                                        <p:attrNameLst>
                                          <p:attrName>ppt_w</p:attrName>
                                        </p:attrNameLst>
                                      </p:cBhvr>
                                      <p:tavLst>
                                        <p:tav tm="0">
                                          <p:val>
                                            <p:fltVal val="0"/>
                                          </p:val>
                                        </p:tav>
                                        <p:tav tm="100000">
                                          <p:val>
                                            <p:strVal val="#ppt_w"/>
                                          </p:val>
                                        </p:tav>
                                      </p:tavLst>
                                    </p:anim>
                                    <p:anim calcmode="lin" valueType="num">
                                      <p:cBhvr>
                                        <p:cTn id="8" dur="1000" fill="hold"/>
                                        <p:tgtEl>
                                          <p:spTgt spid="52226"/>
                                        </p:tgtEl>
                                        <p:attrNameLst>
                                          <p:attrName>ppt_h</p:attrName>
                                        </p:attrNameLst>
                                      </p:cBhvr>
                                      <p:tavLst>
                                        <p:tav tm="0">
                                          <p:val>
                                            <p:fltVal val="0"/>
                                          </p:val>
                                        </p:tav>
                                        <p:tav tm="100000">
                                          <p:val>
                                            <p:strVal val="#ppt_h"/>
                                          </p:val>
                                        </p:tav>
                                      </p:tavLst>
                                    </p:anim>
                                    <p:anim calcmode="lin" valueType="num">
                                      <p:cBhvr>
                                        <p:cTn id="9" dur="1000" fill="hold"/>
                                        <p:tgtEl>
                                          <p:spTgt spid="5222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2226"/>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52275"/>
                                        </p:tgtEl>
                                        <p:attrNameLst>
                                          <p:attrName>style.visibility</p:attrName>
                                        </p:attrNameLst>
                                      </p:cBhvr>
                                      <p:to>
                                        <p:strVal val="visible"/>
                                      </p:to>
                                    </p:set>
                                    <p:animEffect transition="in" filter="blinds(horizontal)">
                                      <p:cBhvr>
                                        <p:cTn id="14" dur="500"/>
                                        <p:tgtEl>
                                          <p:spTgt spid="52275"/>
                                        </p:tgtEl>
                                      </p:cBhvr>
                                    </p:animEffect>
                                  </p:childTnLst>
                                </p:cTn>
                              </p:par>
                            </p:childTnLst>
                          </p:cTn>
                        </p:par>
                        <p:par>
                          <p:cTn id="15" fill="hold" nodeType="afterGroup">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52227"/>
                                        </p:tgtEl>
                                        <p:attrNameLst>
                                          <p:attrName>style.visibility</p:attrName>
                                        </p:attrNameLst>
                                      </p:cBhvr>
                                      <p:to>
                                        <p:strVal val="visible"/>
                                      </p:to>
                                    </p:set>
                                    <p:animEffect transition="in" filter="blinds(horizontal)">
                                      <p:cBhvr>
                                        <p:cTn id="18" dur="500"/>
                                        <p:tgtEl>
                                          <p:spTgt spid="5222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52228"/>
                                        </p:tgtEl>
                                        <p:attrNameLst>
                                          <p:attrName>style.visibility</p:attrName>
                                        </p:attrNameLst>
                                      </p:cBhvr>
                                      <p:to>
                                        <p:strVal val="visible"/>
                                      </p:to>
                                    </p:set>
                                    <p:anim calcmode="lin" valueType="num">
                                      <p:cBhvr>
                                        <p:cTn id="23" dur="1000" fill="hold"/>
                                        <p:tgtEl>
                                          <p:spTgt spid="52228"/>
                                        </p:tgtEl>
                                        <p:attrNameLst>
                                          <p:attrName>ppt_w</p:attrName>
                                        </p:attrNameLst>
                                      </p:cBhvr>
                                      <p:tavLst>
                                        <p:tav tm="0">
                                          <p:val>
                                            <p:fltVal val="0"/>
                                          </p:val>
                                        </p:tav>
                                        <p:tav tm="100000">
                                          <p:val>
                                            <p:strVal val="#ppt_w"/>
                                          </p:val>
                                        </p:tav>
                                      </p:tavLst>
                                    </p:anim>
                                    <p:anim calcmode="lin" valueType="num">
                                      <p:cBhvr>
                                        <p:cTn id="24" dur="1000" fill="hold"/>
                                        <p:tgtEl>
                                          <p:spTgt spid="52228"/>
                                        </p:tgtEl>
                                        <p:attrNameLst>
                                          <p:attrName>ppt_h</p:attrName>
                                        </p:attrNameLst>
                                      </p:cBhvr>
                                      <p:tavLst>
                                        <p:tav tm="0">
                                          <p:val>
                                            <p:fltVal val="0"/>
                                          </p:val>
                                        </p:tav>
                                        <p:tav tm="100000">
                                          <p:val>
                                            <p:strVal val="#ppt_h"/>
                                          </p:val>
                                        </p:tav>
                                      </p:tavLst>
                                    </p:anim>
                                    <p:anim calcmode="lin" valueType="num">
                                      <p:cBhvr>
                                        <p:cTn id="25" dur="1000" fill="hold"/>
                                        <p:tgtEl>
                                          <p:spTgt spid="52228"/>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52228"/>
                                        </p:tgtEl>
                                        <p:attrNameLst>
                                          <p:attrName>ppt_y</p:attrName>
                                        </p:attrNameLst>
                                      </p:cBhvr>
                                      <p:tavLst>
                                        <p:tav tm="0" fmla="#ppt_y+(sin(-2*pi*(1-$))*-#ppt_x+cos(-2*pi*(1-$))*(1-#ppt_y))*(1-$)">
                                          <p:val>
                                            <p:fltVal val="0"/>
                                          </p:val>
                                        </p:tav>
                                        <p:tav tm="100000">
                                          <p:val>
                                            <p:fltVal val="1"/>
                                          </p:val>
                                        </p:tav>
                                      </p:tavLst>
                                    </p:anim>
                                  </p:childTnLst>
                                </p:cTn>
                              </p:par>
                            </p:childTnLst>
                          </p:cTn>
                        </p:par>
                        <p:par>
                          <p:cTn id="27" fill="hold" nodeType="afterGroup">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52229"/>
                                        </p:tgtEl>
                                        <p:attrNameLst>
                                          <p:attrName>style.visibility</p:attrName>
                                        </p:attrNameLst>
                                      </p:cBhvr>
                                      <p:to>
                                        <p:strVal val="visible"/>
                                      </p:to>
                                    </p:set>
                                    <p:animEffect transition="in" filter="wipe(left)">
                                      <p:cBhvr>
                                        <p:cTn id="30" dur="500"/>
                                        <p:tgtEl>
                                          <p:spTgt spid="5222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52231"/>
                                        </p:tgtEl>
                                        <p:attrNameLst>
                                          <p:attrName>style.visibility</p:attrName>
                                        </p:attrNameLst>
                                      </p:cBhvr>
                                      <p:to>
                                        <p:strVal val="visible"/>
                                      </p:to>
                                    </p:set>
                                    <p:animEffect transition="in" filter="wipe(left)">
                                      <p:cBhvr>
                                        <p:cTn id="35" dur="2000"/>
                                        <p:tgtEl>
                                          <p:spTgt spid="5223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52257"/>
                                        </p:tgtEl>
                                        <p:attrNameLst>
                                          <p:attrName>style.visibility</p:attrName>
                                        </p:attrNameLst>
                                      </p:cBhvr>
                                      <p:to>
                                        <p:strVal val="visible"/>
                                      </p:to>
                                    </p:set>
                                    <p:animEffect transition="in" filter="wipe(left)">
                                      <p:cBhvr>
                                        <p:cTn id="40" dur="2000"/>
                                        <p:tgtEl>
                                          <p:spTgt spid="5225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52230"/>
                                        </p:tgtEl>
                                        <p:attrNameLst>
                                          <p:attrName>style.visibility</p:attrName>
                                        </p:attrNameLst>
                                      </p:cBhvr>
                                      <p:to>
                                        <p:strVal val="visible"/>
                                      </p:to>
                                    </p:set>
                                    <p:animEffect transition="in" filter="wipe(left)">
                                      <p:cBhvr>
                                        <p:cTn id="45" dur="20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P spid="52227" grpId="0" autoUpdateAnimBg="0"/>
      <p:bldP spid="52228" grpId="0" animBg="1" autoUpdateAnimBg="0"/>
      <p:bldP spid="52229" grpId="0"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2232" y="131292"/>
            <a:ext cx="3070071" cy="584775"/>
          </a:xfrm>
          <a:prstGeom prst="rect">
            <a:avLst/>
          </a:prstGeom>
          <a:noFill/>
        </p:spPr>
        <p:txBody>
          <a:bodyPr wrap="none" rtlCol="0" anchor="t">
            <a:spAutoFit/>
          </a:bodyPr>
          <a:lstStyle/>
          <a:p>
            <a:r>
              <a:rPr lang="en-US" altLang="zh-CN" sz="3200" b="1" dirty="0">
                <a:latin typeface="楷体" panose="02010609060101010101" charset="-122"/>
                <a:ea typeface="楷体" panose="02010609060101010101" charset="-122"/>
                <a:cs typeface="+mj-cs"/>
                <a:sym typeface="+mn-ea"/>
              </a:rPr>
              <a:t>3.</a:t>
            </a:r>
            <a:r>
              <a:rPr lang="zh-CN" altLang="en-US" sz="3200" b="1" dirty="0">
                <a:latin typeface="楷体" panose="02010609060101010101" charset="-122"/>
                <a:ea typeface="楷体" panose="02010609060101010101" charset="-122"/>
                <a:cs typeface="+mj-cs"/>
                <a:sym typeface="+mn-ea"/>
              </a:rPr>
              <a:t>正弦稳态电路</a:t>
            </a:r>
            <a:endParaRPr lang="en-US" altLang="zh-CN" sz="3200" b="1" dirty="0">
              <a:latin typeface="楷体" panose="02010609060101010101" charset="-122"/>
              <a:ea typeface="楷体" panose="02010609060101010101" charset="-122"/>
              <a:cs typeface="+mj-cs"/>
              <a:sym typeface="+mn-ea"/>
            </a:endParaRPr>
          </a:p>
        </p:txBody>
      </p:sp>
      <p:sp>
        <p:nvSpPr>
          <p:cNvPr id="3" name="文本框 2"/>
          <p:cNvSpPr txBox="1"/>
          <p:nvPr/>
        </p:nvSpPr>
        <p:spPr>
          <a:xfrm>
            <a:off x="411406" y="812590"/>
            <a:ext cx="6840561" cy="523220"/>
          </a:xfrm>
          <a:prstGeom prst="rect">
            <a:avLst/>
          </a:prstGeom>
          <a:noFill/>
        </p:spPr>
        <p:txBody>
          <a:bodyPr wrap="square">
            <a:spAutoFit/>
          </a:bodyPr>
          <a:lstStyle/>
          <a:p>
            <a:pPr marL="457200" indent="-457200">
              <a:buFont typeface="Wingdings" panose="05000000000000000000" pitchFamily="2" charset="2"/>
              <a:buChar char="Ø"/>
            </a:pPr>
            <a:r>
              <a:rPr lang="zh-CN" altLang="en-US" sz="2800" b="1" dirty="0">
                <a:latin typeface="Times New Roman" panose="02020603050405020304" pitchFamily="18" charset="0"/>
                <a:ea typeface="楷体" panose="02010609060101010101" charset="-122"/>
              </a:rPr>
              <a:t>正弦稳态电路分析：相量法和相量图法</a:t>
            </a:r>
            <a:endParaRPr lang="zh-CN" altLang="en-US" sz="2800" dirty="0"/>
          </a:p>
        </p:txBody>
      </p:sp>
      <p:sp>
        <p:nvSpPr>
          <p:cNvPr id="10" name="文本框 9"/>
          <p:cNvSpPr txBox="1"/>
          <p:nvPr/>
        </p:nvSpPr>
        <p:spPr>
          <a:xfrm>
            <a:off x="411406" y="1966951"/>
            <a:ext cx="7490397" cy="954107"/>
          </a:xfrm>
          <a:prstGeom prst="rect">
            <a:avLst/>
          </a:prstGeom>
          <a:noFill/>
        </p:spPr>
        <p:txBody>
          <a:bodyPr wrap="square">
            <a:spAutoFit/>
          </a:bodyPr>
          <a:lstStyle/>
          <a:p>
            <a:pPr marL="457200" indent="-457200">
              <a:buFont typeface="Wingdings" panose="05000000000000000000" pitchFamily="2" charset="2"/>
              <a:buChar char="Ø"/>
            </a:pPr>
            <a:r>
              <a:rPr lang="zh-CN" altLang="en-US" sz="2800" b="1" dirty="0">
                <a:latin typeface="Times New Roman" panose="02020603050405020304" pitchFamily="18" charset="0"/>
                <a:ea typeface="楷体" panose="02010609060101010101" charset="-122"/>
              </a:rPr>
              <a:t>相量法：电阻电路中所有网络定理和分析方法都推广应用于正弦稳态的相量分析中</a:t>
            </a:r>
            <a:endParaRPr lang="zh-CN" altLang="en-US" sz="2800" b="1" dirty="0"/>
          </a:p>
        </p:txBody>
      </p:sp>
      <p:grpSp>
        <p:nvGrpSpPr>
          <p:cNvPr id="12" name="组合 11"/>
          <p:cNvGrpSpPr/>
          <p:nvPr/>
        </p:nvGrpSpPr>
        <p:grpSpPr>
          <a:xfrm>
            <a:off x="1082590" y="3047060"/>
            <a:ext cx="6287657" cy="716938"/>
            <a:chOff x="1099595" y="3321218"/>
            <a:chExt cx="6287657" cy="716938"/>
          </a:xfrm>
        </p:grpSpPr>
        <p:sp>
          <p:nvSpPr>
            <p:cNvPr id="13" name="文本框 12"/>
            <p:cNvSpPr txBox="1"/>
            <p:nvPr/>
          </p:nvSpPr>
          <p:spPr>
            <a:xfrm>
              <a:off x="1099595" y="3330270"/>
              <a:ext cx="975004" cy="707886"/>
            </a:xfrm>
            <a:prstGeom prst="rect">
              <a:avLst/>
            </a:prstGeom>
            <a:solidFill>
              <a:schemeClr val="bg1">
                <a:lumMod val="85000"/>
              </a:schemeClr>
            </a:solidFill>
          </p:spPr>
          <p:txBody>
            <a:bodyPr wrap="square" rtlCol="0">
              <a:spAutoFit/>
            </a:bodyPr>
            <a:lstStyle/>
            <a:p>
              <a:r>
                <a:rPr lang="en-US" altLang="zh-CN" sz="2000" b="1" dirty="0">
                  <a:solidFill>
                    <a:srgbClr val="FF0000"/>
                  </a:solidFill>
                  <a:latin typeface="Times New Roman" panose="02020603050405020304" pitchFamily="18" charset="0"/>
                  <a:ea typeface="楷体" panose="02010609060101010101" charset="-122"/>
                </a:rPr>
                <a:t>A.</a:t>
              </a:r>
              <a:r>
                <a:rPr lang="zh-CN" altLang="en-US" sz="2000" b="1" dirty="0">
                  <a:solidFill>
                    <a:srgbClr val="FF0000"/>
                  </a:solidFill>
                  <a:latin typeface="Times New Roman" panose="02020603050405020304" pitchFamily="18" charset="0"/>
                  <a:ea typeface="楷体" panose="02010609060101010101" charset="-122"/>
                </a:rPr>
                <a:t>画相量模型</a:t>
              </a:r>
            </a:p>
          </p:txBody>
        </p:sp>
        <p:sp>
          <p:nvSpPr>
            <p:cNvPr id="14" name="文本框 13"/>
            <p:cNvSpPr txBox="1"/>
            <p:nvPr/>
          </p:nvSpPr>
          <p:spPr>
            <a:xfrm>
              <a:off x="2870479" y="3321218"/>
              <a:ext cx="975004" cy="707886"/>
            </a:xfrm>
            <a:prstGeom prst="rect">
              <a:avLst/>
            </a:prstGeom>
            <a:solidFill>
              <a:schemeClr val="bg1">
                <a:lumMod val="85000"/>
              </a:schemeClr>
            </a:solidFill>
          </p:spPr>
          <p:txBody>
            <a:bodyPr wrap="square" rtlCol="0">
              <a:spAutoFit/>
            </a:bodyPr>
            <a:lstStyle/>
            <a:p>
              <a:r>
                <a:rPr lang="en-US" altLang="zh-CN" sz="2000" b="1" dirty="0">
                  <a:solidFill>
                    <a:srgbClr val="FF0000"/>
                  </a:solidFill>
                  <a:latin typeface="Times New Roman" panose="02020603050405020304" pitchFamily="18" charset="0"/>
                  <a:ea typeface="楷体" panose="02010609060101010101" charset="-122"/>
                </a:rPr>
                <a:t>B.</a:t>
              </a:r>
              <a:r>
                <a:rPr lang="zh-CN" altLang="en-US" sz="2000" b="1" dirty="0">
                  <a:solidFill>
                    <a:srgbClr val="FF0000"/>
                  </a:solidFill>
                  <a:latin typeface="Times New Roman" panose="02020603050405020304" pitchFamily="18" charset="0"/>
                  <a:ea typeface="楷体" panose="02010609060101010101" charset="-122"/>
                </a:rPr>
                <a:t>列代数方程</a:t>
              </a:r>
            </a:p>
          </p:txBody>
        </p:sp>
        <p:sp>
          <p:nvSpPr>
            <p:cNvPr id="15" name="文本框 14"/>
            <p:cNvSpPr txBox="1"/>
            <p:nvPr/>
          </p:nvSpPr>
          <p:spPr>
            <a:xfrm>
              <a:off x="4641363" y="3321218"/>
              <a:ext cx="975004" cy="707886"/>
            </a:xfrm>
            <a:prstGeom prst="rect">
              <a:avLst/>
            </a:prstGeom>
            <a:solidFill>
              <a:schemeClr val="bg1">
                <a:lumMod val="85000"/>
              </a:schemeClr>
            </a:solidFill>
          </p:spPr>
          <p:txBody>
            <a:bodyPr wrap="square" rtlCol="0">
              <a:spAutoFit/>
            </a:bodyPr>
            <a:lstStyle/>
            <a:p>
              <a:r>
                <a:rPr lang="en-US" altLang="zh-CN" sz="2000" b="1" dirty="0">
                  <a:solidFill>
                    <a:srgbClr val="FF0000"/>
                  </a:solidFill>
                  <a:latin typeface="Times New Roman" panose="02020603050405020304" pitchFamily="18" charset="0"/>
                  <a:ea typeface="楷体" panose="02010609060101010101" charset="-122"/>
                </a:rPr>
                <a:t>C.</a:t>
              </a:r>
              <a:r>
                <a:rPr lang="zh-CN" altLang="en-US" sz="2000" b="1" dirty="0">
                  <a:solidFill>
                    <a:srgbClr val="FF0000"/>
                  </a:solidFill>
                  <a:latin typeface="Times New Roman" panose="02020603050405020304" pitchFamily="18" charset="0"/>
                  <a:ea typeface="楷体" panose="02010609060101010101" charset="-122"/>
                </a:rPr>
                <a:t>解代数方程</a:t>
              </a:r>
            </a:p>
          </p:txBody>
        </p:sp>
        <p:sp>
          <p:nvSpPr>
            <p:cNvPr id="16" name="文本框 15"/>
            <p:cNvSpPr txBox="1"/>
            <p:nvPr/>
          </p:nvSpPr>
          <p:spPr>
            <a:xfrm>
              <a:off x="6412248" y="3330270"/>
              <a:ext cx="975004" cy="707886"/>
            </a:xfrm>
            <a:prstGeom prst="rect">
              <a:avLst/>
            </a:prstGeom>
            <a:solidFill>
              <a:schemeClr val="bg1">
                <a:lumMod val="85000"/>
              </a:schemeClr>
            </a:solidFill>
          </p:spPr>
          <p:txBody>
            <a:bodyPr wrap="square" rtlCol="0">
              <a:spAutoFit/>
            </a:bodyPr>
            <a:lstStyle/>
            <a:p>
              <a:r>
                <a:rPr lang="en-US" altLang="zh-CN" sz="2000" b="1" dirty="0">
                  <a:solidFill>
                    <a:srgbClr val="FF0000"/>
                  </a:solidFill>
                  <a:latin typeface="Times New Roman" panose="02020603050405020304" pitchFamily="18" charset="0"/>
                  <a:ea typeface="楷体" panose="02010609060101010101" charset="-122"/>
                </a:rPr>
                <a:t>D.</a:t>
              </a:r>
              <a:r>
                <a:rPr lang="zh-CN" altLang="en-US" sz="2000" b="1" dirty="0">
                  <a:solidFill>
                    <a:srgbClr val="FF0000"/>
                  </a:solidFill>
                  <a:latin typeface="Times New Roman" panose="02020603050405020304" pitchFamily="18" charset="0"/>
                  <a:ea typeface="楷体" panose="02010609060101010101" charset="-122"/>
                </a:rPr>
                <a:t>变换正弦量</a:t>
              </a:r>
            </a:p>
          </p:txBody>
        </p:sp>
        <p:sp>
          <p:nvSpPr>
            <p:cNvPr id="17" name="箭头: 右 16"/>
            <p:cNvSpPr/>
            <p:nvPr/>
          </p:nvSpPr>
          <p:spPr>
            <a:xfrm>
              <a:off x="2181252" y="3526971"/>
              <a:ext cx="582574" cy="29563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p:cNvSpPr/>
            <p:nvPr/>
          </p:nvSpPr>
          <p:spPr>
            <a:xfrm>
              <a:off x="3952136" y="3526971"/>
              <a:ext cx="582574" cy="29563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p:cNvSpPr/>
            <p:nvPr/>
          </p:nvSpPr>
          <p:spPr>
            <a:xfrm>
              <a:off x="5723020" y="3526971"/>
              <a:ext cx="582574" cy="29563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411406" y="3966192"/>
            <a:ext cx="8072373" cy="523220"/>
          </a:xfrm>
          <a:prstGeom prst="rect">
            <a:avLst/>
          </a:prstGeom>
          <a:noFill/>
        </p:spPr>
        <p:txBody>
          <a:bodyPr wrap="square">
            <a:spAutoFit/>
          </a:bodyPr>
          <a:lstStyle/>
          <a:p>
            <a:pPr marL="457200" indent="-457200">
              <a:buFont typeface="Wingdings" panose="05000000000000000000" pitchFamily="2" charset="2"/>
              <a:buChar char="Ø"/>
            </a:pPr>
            <a:r>
              <a:rPr lang="zh-CN" altLang="en-US" sz="2800" b="1" dirty="0">
                <a:latin typeface="Times New Roman" panose="02020603050405020304" pitchFamily="18" charset="0"/>
                <a:ea typeface="楷体" panose="02010609060101010101" charset="-122"/>
              </a:rPr>
              <a:t>相量图法：尤其适用于</a:t>
            </a:r>
            <a:r>
              <a:rPr lang="zh-CN" altLang="en-US" sz="2800" b="1" dirty="0">
                <a:solidFill>
                  <a:srgbClr val="0000FF"/>
                </a:solidFill>
                <a:latin typeface="Times New Roman" panose="02020603050405020304" pitchFamily="18" charset="0"/>
                <a:ea typeface="楷体" panose="02010609060101010101" charset="-122"/>
              </a:rPr>
              <a:t>元件参数未知电路求解</a:t>
            </a:r>
            <a:endParaRPr lang="zh-CN" altLang="en-US" sz="2800" dirty="0">
              <a:solidFill>
                <a:srgbClr val="0000FF"/>
              </a:solidFill>
            </a:endParaRPr>
          </a:p>
        </p:txBody>
      </p:sp>
      <p:grpSp>
        <p:nvGrpSpPr>
          <p:cNvPr id="21" name="组合 20"/>
          <p:cNvGrpSpPr/>
          <p:nvPr/>
        </p:nvGrpSpPr>
        <p:grpSpPr>
          <a:xfrm>
            <a:off x="889945" y="4691606"/>
            <a:ext cx="2683583" cy="461665"/>
            <a:chOff x="944299" y="4773949"/>
            <a:chExt cx="2683583" cy="461665"/>
          </a:xfrm>
        </p:grpSpPr>
        <p:graphicFrame>
          <p:nvGraphicFramePr>
            <p:cNvPr id="22" name="对象 21"/>
            <p:cNvGraphicFramePr>
              <a:graphicFrameLocks noChangeAspect="1"/>
            </p:cNvGraphicFramePr>
            <p:nvPr/>
          </p:nvGraphicFramePr>
          <p:xfrm>
            <a:off x="944299" y="4827772"/>
            <a:ext cx="838200" cy="317500"/>
          </p:xfrm>
          <a:graphic>
            <a:graphicData uri="http://schemas.openxmlformats.org/presentationml/2006/ole">
              <mc:AlternateContent xmlns:mc="http://schemas.openxmlformats.org/markup-compatibility/2006">
                <mc:Choice xmlns:v="urn:schemas-microsoft-com:vml" Requires="v">
                  <p:oleObj name="Equation" r:id="rId3" imgW="20116800" imgH="7620000" progId="Equation.DSMT4">
                    <p:embed/>
                  </p:oleObj>
                </mc:Choice>
                <mc:Fallback>
                  <p:oleObj name="Equation" r:id="rId3" imgW="20116800" imgH="7620000" progId="Equation.DSMT4">
                    <p:embed/>
                    <p:pic>
                      <p:nvPicPr>
                        <p:cNvPr id="0" name="对象 32"/>
                        <p:cNvPicPr/>
                        <p:nvPr/>
                      </p:nvPicPr>
                      <p:blipFill>
                        <a:blip r:embed="rId4"/>
                        <a:stretch>
                          <a:fillRect/>
                        </a:stretch>
                      </p:blipFill>
                      <p:spPr>
                        <a:xfrm>
                          <a:off x="944299" y="4827772"/>
                          <a:ext cx="838200" cy="317500"/>
                        </a:xfrm>
                        <a:prstGeom prst="rect">
                          <a:avLst/>
                        </a:prstGeom>
                      </p:spPr>
                    </p:pic>
                  </p:oleObj>
                </mc:Fallback>
              </mc:AlternateContent>
            </a:graphicData>
          </a:graphic>
        </p:graphicFrame>
        <p:grpSp>
          <p:nvGrpSpPr>
            <p:cNvPr id="23" name="组合 22"/>
            <p:cNvGrpSpPr/>
            <p:nvPr/>
          </p:nvGrpSpPr>
          <p:grpSpPr>
            <a:xfrm>
              <a:off x="2390585" y="4773949"/>
              <a:ext cx="1237297" cy="461665"/>
              <a:chOff x="2366963" y="4810173"/>
              <a:chExt cx="1237297" cy="461665"/>
            </a:xfrm>
          </p:grpSpPr>
          <p:sp>
            <p:nvSpPr>
              <p:cNvPr id="24" name="文本框 23"/>
              <p:cNvSpPr txBox="1"/>
              <p:nvPr/>
            </p:nvSpPr>
            <p:spPr>
              <a:xfrm>
                <a:off x="2493963" y="4810173"/>
                <a:ext cx="1110297" cy="461665"/>
              </a:xfrm>
              <a:prstGeom prst="rect">
                <a:avLst/>
              </a:prstGeom>
              <a:noFill/>
            </p:spPr>
            <p:txBody>
              <a:bodyPr wrap="square">
                <a:spAutoFit/>
              </a:bodyPr>
              <a:lstStyle/>
              <a:p>
                <a:r>
                  <a:rPr lang="zh-CN" altLang="en-US" sz="2400" dirty="0">
                    <a:solidFill>
                      <a:srgbClr val="3333CC"/>
                    </a:solidFill>
                    <a:latin typeface="Times New Roman" panose="02020603050405020304" pitchFamily="18" charset="0"/>
                    <a:ea typeface="楷体" panose="02010609060101010101" charset="-122"/>
                  </a:rPr>
                  <a:t>，同相</a:t>
                </a:r>
                <a:endParaRPr lang="zh-CN" altLang="en-US" sz="2400" dirty="0">
                  <a:solidFill>
                    <a:srgbClr val="3333CC"/>
                  </a:solidFill>
                </a:endParaRPr>
              </a:p>
            </p:txBody>
          </p:sp>
          <p:graphicFrame>
            <p:nvGraphicFramePr>
              <p:cNvPr id="25" name="对象 24"/>
              <p:cNvGraphicFramePr>
                <a:graphicFrameLocks noChangeAspect="1"/>
              </p:cNvGraphicFramePr>
              <p:nvPr/>
            </p:nvGraphicFramePr>
            <p:xfrm>
              <a:off x="2366963" y="4857491"/>
              <a:ext cx="254000" cy="317500"/>
            </p:xfrm>
            <a:graphic>
              <a:graphicData uri="http://schemas.openxmlformats.org/presentationml/2006/ole">
                <mc:AlternateContent xmlns:mc="http://schemas.openxmlformats.org/markup-compatibility/2006">
                  <mc:Choice xmlns:v="urn:schemas-microsoft-com:vml" Requires="v">
                    <p:oleObj name="Equation" r:id="rId5" imgW="6096000" imgH="7620000" progId="Equation.DSMT4">
                      <p:embed/>
                    </p:oleObj>
                  </mc:Choice>
                  <mc:Fallback>
                    <p:oleObj name="Equation" r:id="rId5" imgW="6096000" imgH="7620000" progId="Equation.DSMT4">
                      <p:embed/>
                      <p:pic>
                        <p:nvPicPr>
                          <p:cNvPr id="0" name="对象 34"/>
                          <p:cNvPicPr/>
                          <p:nvPr/>
                        </p:nvPicPr>
                        <p:blipFill>
                          <a:blip r:embed="rId6"/>
                          <a:stretch>
                            <a:fillRect/>
                          </a:stretch>
                        </p:blipFill>
                        <p:spPr>
                          <a:xfrm>
                            <a:off x="2366963" y="4857491"/>
                            <a:ext cx="254000" cy="317500"/>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2715566" y="4870191"/>
              <a:ext cx="177800" cy="304800"/>
            </p:xfrm>
            <a:graphic>
              <a:graphicData uri="http://schemas.openxmlformats.org/presentationml/2006/ole">
                <mc:AlternateContent xmlns:mc="http://schemas.openxmlformats.org/markup-compatibility/2006">
                  <mc:Choice xmlns:v="urn:schemas-microsoft-com:vml" Requires="v">
                    <p:oleObj name="Equation" r:id="rId7" imgW="4267200" imgH="7315200" progId="Equation.DSMT4">
                      <p:embed/>
                    </p:oleObj>
                  </mc:Choice>
                  <mc:Fallback>
                    <p:oleObj name="Equation" r:id="rId7" imgW="4267200" imgH="7315200" progId="Equation.DSMT4">
                      <p:embed/>
                      <p:pic>
                        <p:nvPicPr>
                          <p:cNvPr id="0" name="对象 35"/>
                          <p:cNvPicPr/>
                          <p:nvPr/>
                        </p:nvPicPr>
                        <p:blipFill>
                          <a:blip r:embed="rId8"/>
                          <a:stretch>
                            <a:fillRect/>
                          </a:stretch>
                        </p:blipFill>
                        <p:spPr>
                          <a:xfrm>
                            <a:off x="2715566" y="4870191"/>
                            <a:ext cx="177800" cy="304800"/>
                          </a:xfrm>
                          <a:prstGeom prst="rect">
                            <a:avLst/>
                          </a:prstGeom>
                        </p:spPr>
                      </p:pic>
                    </p:oleObj>
                  </mc:Fallback>
                </mc:AlternateContent>
              </a:graphicData>
            </a:graphic>
          </p:graphicFrame>
        </p:grpSp>
      </p:grpSp>
      <p:grpSp>
        <p:nvGrpSpPr>
          <p:cNvPr id="27" name="组合 26"/>
          <p:cNvGrpSpPr/>
          <p:nvPr/>
        </p:nvGrpSpPr>
        <p:grpSpPr>
          <a:xfrm>
            <a:off x="1431283" y="5131711"/>
            <a:ext cx="2721823" cy="461665"/>
            <a:chOff x="1485637" y="5214054"/>
            <a:chExt cx="2721823" cy="461665"/>
          </a:xfrm>
        </p:grpSpPr>
        <p:graphicFrame>
          <p:nvGraphicFramePr>
            <p:cNvPr id="28" name="对象 27"/>
            <p:cNvGraphicFramePr>
              <a:graphicFrameLocks noChangeAspect="1"/>
            </p:cNvGraphicFramePr>
            <p:nvPr/>
          </p:nvGraphicFramePr>
          <p:xfrm>
            <a:off x="1485637" y="5403563"/>
            <a:ext cx="47625" cy="15875"/>
          </p:xfrm>
          <a:graphic>
            <a:graphicData uri="http://schemas.openxmlformats.org/presentationml/2006/ole">
              <mc:AlternateContent xmlns:mc="http://schemas.openxmlformats.org/markup-compatibility/2006">
                <mc:Choice xmlns:v="urn:schemas-microsoft-com:vml" Requires="v">
                  <p:oleObj name="Equation" r:id="rId9" imgW="1130300" imgH="368300" progId="Equation.DSMT4">
                    <p:embed/>
                  </p:oleObj>
                </mc:Choice>
                <mc:Fallback>
                  <p:oleObj name="Equation" r:id="rId9" imgW="1130300" imgH="368300" progId="Equation.DSMT4">
                    <p:embed/>
                    <p:pic>
                      <p:nvPicPr>
                        <p:cNvPr id="0" name="对象 29"/>
                        <p:cNvPicPr/>
                        <p:nvPr/>
                      </p:nvPicPr>
                      <p:blipFill>
                        <a:blip r:embed="rId10"/>
                        <a:stretch>
                          <a:fillRect/>
                        </a:stretch>
                      </p:blipFill>
                      <p:spPr>
                        <a:xfrm>
                          <a:off x="1485637" y="5403563"/>
                          <a:ext cx="47625" cy="15875"/>
                        </a:xfrm>
                        <a:prstGeom prst="rect">
                          <a:avLst/>
                        </a:prstGeom>
                      </p:spPr>
                    </p:pic>
                  </p:oleObj>
                </mc:Fallback>
              </mc:AlternateContent>
            </a:graphicData>
          </a:graphic>
        </p:graphicFrame>
        <p:grpSp>
          <p:nvGrpSpPr>
            <p:cNvPr id="29" name="组合 28"/>
            <p:cNvGrpSpPr/>
            <p:nvPr/>
          </p:nvGrpSpPr>
          <p:grpSpPr>
            <a:xfrm>
              <a:off x="2390585" y="5214054"/>
              <a:ext cx="1816875" cy="461665"/>
              <a:chOff x="2366963" y="4810173"/>
              <a:chExt cx="1816875" cy="461665"/>
            </a:xfrm>
          </p:grpSpPr>
          <p:sp>
            <p:nvSpPr>
              <p:cNvPr id="30" name="文本框 29"/>
              <p:cNvSpPr txBox="1"/>
              <p:nvPr/>
            </p:nvSpPr>
            <p:spPr>
              <a:xfrm>
                <a:off x="2493963" y="4810173"/>
                <a:ext cx="1689875" cy="461665"/>
              </a:xfrm>
              <a:prstGeom prst="rect">
                <a:avLst/>
              </a:prstGeom>
              <a:noFill/>
            </p:spPr>
            <p:txBody>
              <a:bodyPr wrap="square">
                <a:spAutoFit/>
              </a:bodyPr>
              <a:lstStyle/>
              <a:p>
                <a:r>
                  <a:rPr lang="zh-CN" altLang="en-US" sz="2400" dirty="0">
                    <a:solidFill>
                      <a:srgbClr val="3333CC"/>
                    </a:solidFill>
                    <a:latin typeface="Times New Roman" panose="02020603050405020304" pitchFamily="18" charset="0"/>
                    <a:ea typeface="楷体" panose="02010609060101010101" charset="-122"/>
                  </a:rPr>
                  <a:t>超前   </a:t>
                </a:r>
                <a:r>
                  <a:rPr lang="en-US" altLang="zh-CN" sz="2400" dirty="0">
                    <a:solidFill>
                      <a:srgbClr val="3333CC"/>
                    </a:solidFill>
                    <a:latin typeface="Times New Roman" panose="02020603050405020304" pitchFamily="18" charset="0"/>
                    <a:ea typeface="楷体" panose="02010609060101010101" charset="-122"/>
                  </a:rPr>
                  <a:t>90°</a:t>
                </a:r>
                <a:endParaRPr lang="zh-CN" altLang="en-US" sz="2400" dirty="0">
                  <a:solidFill>
                    <a:srgbClr val="3333CC"/>
                  </a:solidFill>
                </a:endParaRPr>
              </a:p>
            </p:txBody>
          </p:sp>
          <p:graphicFrame>
            <p:nvGraphicFramePr>
              <p:cNvPr id="31" name="对象 30"/>
              <p:cNvGraphicFramePr>
                <a:graphicFrameLocks noChangeAspect="1"/>
              </p:cNvGraphicFramePr>
              <p:nvPr/>
            </p:nvGraphicFramePr>
            <p:xfrm>
              <a:off x="2366963" y="4857491"/>
              <a:ext cx="254000" cy="317500"/>
            </p:xfrm>
            <a:graphic>
              <a:graphicData uri="http://schemas.openxmlformats.org/presentationml/2006/ole">
                <mc:AlternateContent xmlns:mc="http://schemas.openxmlformats.org/markup-compatibility/2006">
                  <mc:Choice xmlns:v="urn:schemas-microsoft-com:vml" Requires="v">
                    <p:oleObj name="Equation" r:id="rId11" imgW="6096000" imgH="7620000" progId="Equation.DSMT4">
                      <p:embed/>
                    </p:oleObj>
                  </mc:Choice>
                  <mc:Fallback>
                    <p:oleObj name="Equation" r:id="rId11" imgW="6096000" imgH="7620000" progId="Equation.DSMT4">
                      <p:embed/>
                      <p:pic>
                        <p:nvPicPr>
                          <p:cNvPr id="0" name="对象 40"/>
                          <p:cNvPicPr/>
                          <p:nvPr/>
                        </p:nvPicPr>
                        <p:blipFill>
                          <a:blip r:embed="rId12"/>
                          <a:stretch>
                            <a:fillRect/>
                          </a:stretch>
                        </p:blipFill>
                        <p:spPr>
                          <a:xfrm>
                            <a:off x="2366963" y="4857491"/>
                            <a:ext cx="254000" cy="317500"/>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3191200" y="4886969"/>
              <a:ext cx="177800" cy="304800"/>
            </p:xfrm>
            <a:graphic>
              <a:graphicData uri="http://schemas.openxmlformats.org/presentationml/2006/ole">
                <mc:AlternateContent xmlns:mc="http://schemas.openxmlformats.org/markup-compatibility/2006">
                  <mc:Choice xmlns:v="urn:schemas-microsoft-com:vml" Requires="v">
                    <p:oleObj name="Equation" r:id="rId13" imgW="4267200" imgH="7315200" progId="Equation.DSMT4">
                      <p:embed/>
                    </p:oleObj>
                  </mc:Choice>
                  <mc:Fallback>
                    <p:oleObj name="Equation" r:id="rId13" imgW="4267200" imgH="7315200" progId="Equation.DSMT4">
                      <p:embed/>
                      <p:pic>
                        <p:nvPicPr>
                          <p:cNvPr id="0" name="对象 41"/>
                          <p:cNvPicPr/>
                          <p:nvPr/>
                        </p:nvPicPr>
                        <p:blipFill>
                          <a:blip r:embed="rId14"/>
                          <a:stretch>
                            <a:fillRect/>
                          </a:stretch>
                        </p:blipFill>
                        <p:spPr>
                          <a:xfrm>
                            <a:off x="3191200" y="4886969"/>
                            <a:ext cx="177800" cy="304800"/>
                          </a:xfrm>
                          <a:prstGeom prst="rect">
                            <a:avLst/>
                          </a:prstGeom>
                        </p:spPr>
                      </p:pic>
                    </p:oleObj>
                  </mc:Fallback>
                </mc:AlternateContent>
              </a:graphicData>
            </a:graphic>
          </p:graphicFrame>
        </p:grpSp>
      </p:grpSp>
      <p:grpSp>
        <p:nvGrpSpPr>
          <p:cNvPr id="33" name="组合 32"/>
          <p:cNvGrpSpPr/>
          <p:nvPr/>
        </p:nvGrpSpPr>
        <p:grpSpPr>
          <a:xfrm>
            <a:off x="5649083" y="4716906"/>
            <a:ext cx="1682304" cy="1322388"/>
            <a:chOff x="5703437" y="4799249"/>
            <a:chExt cx="1682304" cy="1322388"/>
          </a:xfrm>
        </p:grpSpPr>
        <p:graphicFrame>
          <p:nvGraphicFramePr>
            <p:cNvPr id="34" name="Object 30"/>
            <p:cNvGraphicFramePr>
              <a:graphicFrameLocks noChangeAspect="1"/>
            </p:cNvGraphicFramePr>
            <p:nvPr/>
          </p:nvGraphicFramePr>
          <p:xfrm>
            <a:off x="5703437" y="4799249"/>
            <a:ext cx="336461" cy="393700"/>
          </p:xfrm>
          <a:graphic>
            <a:graphicData uri="http://schemas.openxmlformats.org/presentationml/2006/ole">
              <mc:AlternateContent xmlns:mc="http://schemas.openxmlformats.org/markup-compatibility/2006">
                <mc:Choice xmlns:v="urn:schemas-microsoft-com:vml" Requires="v">
                  <p:oleObj name="公式" r:id="rId15" imgW="165100" imgH="203200" progId="Equation.3">
                    <p:embed/>
                  </p:oleObj>
                </mc:Choice>
                <mc:Fallback>
                  <p:oleObj name="公式" r:id="rId15" imgW="165100" imgH="203200" progId="Equation.3">
                    <p:embed/>
                    <p:pic>
                      <p:nvPicPr>
                        <p:cNvPr id="0" name="Object 30"/>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03437" y="4799249"/>
                          <a:ext cx="336461"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31"/>
            <p:cNvGraphicFramePr>
              <a:graphicFrameLocks noChangeAspect="1"/>
            </p:cNvGraphicFramePr>
            <p:nvPr/>
          </p:nvGraphicFramePr>
          <p:xfrm>
            <a:off x="7107868" y="5721587"/>
            <a:ext cx="277873" cy="400050"/>
          </p:xfrm>
          <a:graphic>
            <a:graphicData uri="http://schemas.openxmlformats.org/presentationml/2006/ole">
              <mc:AlternateContent xmlns:mc="http://schemas.openxmlformats.org/markup-compatibility/2006">
                <mc:Choice xmlns:v="urn:schemas-microsoft-com:vml" Requires="v">
                  <p:oleObj name="公式" r:id="rId17" imgW="127000" imgH="190500" progId="Equation.3">
                    <p:embed/>
                  </p:oleObj>
                </mc:Choice>
                <mc:Fallback>
                  <p:oleObj name="公式" r:id="rId17" imgW="127000" imgH="190500" progId="Equation.3">
                    <p:embed/>
                    <p:pic>
                      <p:nvPicPr>
                        <p:cNvPr id="0" name="Object 31"/>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07868" y="5721587"/>
                          <a:ext cx="27787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 name="Line 32"/>
            <p:cNvSpPr>
              <a:spLocks noChangeShapeType="1"/>
            </p:cNvSpPr>
            <p:nvPr/>
          </p:nvSpPr>
          <p:spPr bwMode="auto">
            <a:xfrm>
              <a:off x="6063333" y="5954949"/>
              <a:ext cx="950795" cy="0"/>
            </a:xfrm>
            <a:prstGeom prst="line">
              <a:avLst/>
            </a:prstGeom>
            <a:noFill/>
            <a:ln w="254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Line 33"/>
            <p:cNvSpPr>
              <a:spLocks noChangeShapeType="1"/>
            </p:cNvSpPr>
            <p:nvPr/>
          </p:nvSpPr>
          <p:spPr bwMode="auto">
            <a:xfrm flipV="1">
              <a:off x="6063333" y="4900849"/>
              <a:ext cx="0" cy="1054100"/>
            </a:xfrm>
            <a:prstGeom prst="line">
              <a:avLst/>
            </a:prstGeom>
            <a:noFill/>
            <a:ln w="254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8" name="组合 37"/>
          <p:cNvGrpSpPr/>
          <p:nvPr/>
        </p:nvGrpSpPr>
        <p:grpSpPr>
          <a:xfrm>
            <a:off x="889945" y="5558608"/>
            <a:ext cx="3263161" cy="723900"/>
            <a:chOff x="944299" y="5640951"/>
            <a:chExt cx="3263161" cy="723900"/>
          </a:xfrm>
        </p:grpSpPr>
        <p:graphicFrame>
          <p:nvGraphicFramePr>
            <p:cNvPr id="39" name="对象 38"/>
            <p:cNvGraphicFramePr>
              <a:graphicFrameLocks noChangeAspect="1"/>
            </p:cNvGraphicFramePr>
            <p:nvPr/>
          </p:nvGraphicFramePr>
          <p:xfrm>
            <a:off x="944299" y="5640951"/>
            <a:ext cx="1244600" cy="723900"/>
          </p:xfrm>
          <a:graphic>
            <a:graphicData uri="http://schemas.openxmlformats.org/presentationml/2006/ole">
              <mc:AlternateContent xmlns:mc="http://schemas.openxmlformats.org/markup-compatibility/2006">
                <mc:Choice xmlns:v="urn:schemas-microsoft-com:vml" Requires="v">
                  <p:oleObj name="Equation" r:id="rId19" imgW="29870400" imgH="17373600" progId="Equation.DSMT4">
                    <p:embed/>
                  </p:oleObj>
                </mc:Choice>
                <mc:Fallback>
                  <p:oleObj name="Equation" r:id="rId19" imgW="29870400" imgH="17373600" progId="Equation.DSMT4">
                    <p:embed/>
                    <p:pic>
                      <p:nvPicPr>
                        <p:cNvPr id="0" name="对象 31"/>
                        <p:cNvPicPr/>
                        <p:nvPr/>
                      </p:nvPicPr>
                      <p:blipFill>
                        <a:blip r:embed="rId20"/>
                        <a:stretch>
                          <a:fillRect/>
                        </a:stretch>
                      </p:blipFill>
                      <p:spPr>
                        <a:xfrm>
                          <a:off x="944299" y="5640951"/>
                          <a:ext cx="1244600" cy="723900"/>
                        </a:xfrm>
                        <a:prstGeom prst="rect">
                          <a:avLst/>
                        </a:prstGeom>
                      </p:spPr>
                    </p:pic>
                  </p:oleObj>
                </mc:Fallback>
              </mc:AlternateContent>
            </a:graphicData>
          </a:graphic>
        </p:graphicFrame>
        <p:grpSp>
          <p:nvGrpSpPr>
            <p:cNvPr id="40" name="组合 39"/>
            <p:cNvGrpSpPr/>
            <p:nvPr/>
          </p:nvGrpSpPr>
          <p:grpSpPr>
            <a:xfrm>
              <a:off x="2390585" y="5783293"/>
              <a:ext cx="1816875" cy="461665"/>
              <a:chOff x="2366963" y="4810173"/>
              <a:chExt cx="1816875" cy="461665"/>
            </a:xfrm>
          </p:grpSpPr>
          <p:sp>
            <p:nvSpPr>
              <p:cNvPr id="41" name="文本框 40"/>
              <p:cNvSpPr txBox="1"/>
              <p:nvPr/>
            </p:nvSpPr>
            <p:spPr>
              <a:xfrm>
                <a:off x="2493963" y="4810173"/>
                <a:ext cx="1689875" cy="461665"/>
              </a:xfrm>
              <a:prstGeom prst="rect">
                <a:avLst/>
              </a:prstGeom>
              <a:noFill/>
            </p:spPr>
            <p:txBody>
              <a:bodyPr wrap="square">
                <a:spAutoFit/>
              </a:bodyPr>
              <a:lstStyle/>
              <a:p>
                <a:r>
                  <a:rPr lang="zh-CN" altLang="en-US" sz="2400" dirty="0">
                    <a:solidFill>
                      <a:srgbClr val="3333CC"/>
                    </a:solidFill>
                    <a:latin typeface="Times New Roman" panose="02020603050405020304" pitchFamily="18" charset="0"/>
                    <a:ea typeface="楷体" panose="02010609060101010101" charset="-122"/>
                  </a:rPr>
                  <a:t>滞后   </a:t>
                </a:r>
                <a:r>
                  <a:rPr lang="en-US" altLang="zh-CN" sz="2400" dirty="0">
                    <a:solidFill>
                      <a:srgbClr val="3333CC"/>
                    </a:solidFill>
                    <a:latin typeface="Times New Roman" panose="02020603050405020304" pitchFamily="18" charset="0"/>
                    <a:ea typeface="楷体" panose="02010609060101010101" charset="-122"/>
                  </a:rPr>
                  <a:t>90°</a:t>
                </a:r>
                <a:endParaRPr lang="zh-CN" altLang="en-US" sz="2400" dirty="0">
                  <a:solidFill>
                    <a:srgbClr val="3333CC"/>
                  </a:solidFill>
                </a:endParaRPr>
              </a:p>
            </p:txBody>
          </p:sp>
          <p:graphicFrame>
            <p:nvGraphicFramePr>
              <p:cNvPr id="42" name="对象 41"/>
              <p:cNvGraphicFramePr>
                <a:graphicFrameLocks noChangeAspect="1"/>
              </p:cNvGraphicFramePr>
              <p:nvPr/>
            </p:nvGraphicFramePr>
            <p:xfrm>
              <a:off x="2366963" y="4857491"/>
              <a:ext cx="254000" cy="317500"/>
            </p:xfrm>
            <a:graphic>
              <a:graphicData uri="http://schemas.openxmlformats.org/presentationml/2006/ole">
                <mc:AlternateContent xmlns:mc="http://schemas.openxmlformats.org/markup-compatibility/2006">
                  <mc:Choice xmlns:v="urn:schemas-microsoft-com:vml" Requires="v">
                    <p:oleObj name="Equation" r:id="rId21" imgW="6096000" imgH="7620000" progId="Equation.DSMT4">
                      <p:embed/>
                    </p:oleObj>
                  </mc:Choice>
                  <mc:Fallback>
                    <p:oleObj name="Equation" r:id="rId21" imgW="6096000" imgH="7620000" progId="Equation.DSMT4">
                      <p:embed/>
                      <p:pic>
                        <p:nvPicPr>
                          <p:cNvPr id="0" name="对象 52"/>
                          <p:cNvPicPr/>
                          <p:nvPr/>
                        </p:nvPicPr>
                        <p:blipFill>
                          <a:blip r:embed="rId22"/>
                          <a:stretch>
                            <a:fillRect/>
                          </a:stretch>
                        </p:blipFill>
                        <p:spPr>
                          <a:xfrm>
                            <a:off x="2366963" y="4857491"/>
                            <a:ext cx="254000" cy="317500"/>
                          </a:xfrm>
                          <a:prstGeom prst="rect">
                            <a:avLst/>
                          </a:prstGeom>
                        </p:spPr>
                      </p:pic>
                    </p:oleObj>
                  </mc:Fallback>
                </mc:AlternateContent>
              </a:graphicData>
            </a:graphic>
          </p:graphicFrame>
          <p:graphicFrame>
            <p:nvGraphicFramePr>
              <p:cNvPr id="43" name="对象 42"/>
              <p:cNvGraphicFramePr>
                <a:graphicFrameLocks noChangeAspect="1"/>
              </p:cNvGraphicFramePr>
              <p:nvPr/>
            </p:nvGraphicFramePr>
            <p:xfrm>
              <a:off x="3191200" y="4886969"/>
              <a:ext cx="177800" cy="304800"/>
            </p:xfrm>
            <a:graphic>
              <a:graphicData uri="http://schemas.openxmlformats.org/presentationml/2006/ole">
                <mc:AlternateContent xmlns:mc="http://schemas.openxmlformats.org/markup-compatibility/2006">
                  <mc:Choice xmlns:v="urn:schemas-microsoft-com:vml" Requires="v">
                    <p:oleObj name="Equation" r:id="rId23" imgW="4267200" imgH="7315200" progId="Equation.DSMT4">
                      <p:embed/>
                    </p:oleObj>
                  </mc:Choice>
                  <mc:Fallback>
                    <p:oleObj name="Equation" r:id="rId23" imgW="4267200" imgH="7315200" progId="Equation.DSMT4">
                      <p:embed/>
                      <p:pic>
                        <p:nvPicPr>
                          <p:cNvPr id="0" name="对象 53"/>
                          <p:cNvPicPr/>
                          <p:nvPr/>
                        </p:nvPicPr>
                        <p:blipFill>
                          <a:blip r:embed="rId24"/>
                          <a:stretch>
                            <a:fillRect/>
                          </a:stretch>
                        </p:blipFill>
                        <p:spPr>
                          <a:xfrm>
                            <a:off x="3191200" y="4886969"/>
                            <a:ext cx="177800" cy="304800"/>
                          </a:xfrm>
                          <a:prstGeom prst="rect">
                            <a:avLst/>
                          </a:prstGeom>
                        </p:spPr>
                      </p:pic>
                    </p:oleObj>
                  </mc:Fallback>
                </mc:AlternateContent>
              </a:graphicData>
            </a:graphic>
          </p:graphicFrame>
        </p:grpSp>
      </p:grpSp>
      <p:grpSp>
        <p:nvGrpSpPr>
          <p:cNvPr id="44" name="组合 43"/>
          <p:cNvGrpSpPr/>
          <p:nvPr/>
        </p:nvGrpSpPr>
        <p:grpSpPr>
          <a:xfrm>
            <a:off x="4258787" y="4973179"/>
            <a:ext cx="1322408" cy="596900"/>
            <a:chOff x="4313141" y="5055522"/>
            <a:chExt cx="1322408" cy="596900"/>
          </a:xfrm>
        </p:grpSpPr>
        <p:graphicFrame>
          <p:nvGraphicFramePr>
            <p:cNvPr id="45" name="Object 30"/>
            <p:cNvGraphicFramePr>
              <a:graphicFrameLocks noChangeAspect="1"/>
            </p:cNvGraphicFramePr>
            <p:nvPr/>
          </p:nvGraphicFramePr>
          <p:xfrm>
            <a:off x="4806115" y="5055522"/>
            <a:ext cx="336461" cy="393700"/>
          </p:xfrm>
          <a:graphic>
            <a:graphicData uri="http://schemas.openxmlformats.org/presentationml/2006/ole">
              <mc:AlternateContent xmlns:mc="http://schemas.openxmlformats.org/markup-compatibility/2006">
                <mc:Choice xmlns:v="urn:schemas-microsoft-com:vml" Requires="v">
                  <p:oleObj name="公式" r:id="rId25" imgW="165100" imgH="203200" progId="Equation.3">
                    <p:embed/>
                  </p:oleObj>
                </mc:Choice>
                <mc:Fallback>
                  <p:oleObj name="公式" r:id="rId25" imgW="165100" imgH="203200" progId="Equation.3">
                    <p:embed/>
                    <p:pic>
                      <p:nvPicPr>
                        <p:cNvPr id="0" name="Object 30"/>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6115" y="5055522"/>
                          <a:ext cx="336461"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31"/>
            <p:cNvGraphicFramePr>
              <a:graphicFrameLocks noChangeAspect="1"/>
            </p:cNvGraphicFramePr>
            <p:nvPr/>
          </p:nvGraphicFramePr>
          <p:xfrm>
            <a:off x="5357676" y="5252372"/>
            <a:ext cx="277873" cy="400050"/>
          </p:xfrm>
          <a:graphic>
            <a:graphicData uri="http://schemas.openxmlformats.org/presentationml/2006/ole">
              <mc:AlternateContent xmlns:mc="http://schemas.openxmlformats.org/markup-compatibility/2006">
                <mc:Choice xmlns:v="urn:schemas-microsoft-com:vml" Requires="v">
                  <p:oleObj name="公式" r:id="rId26" imgW="127000" imgH="190500" progId="Equation.3">
                    <p:embed/>
                  </p:oleObj>
                </mc:Choice>
                <mc:Fallback>
                  <p:oleObj name="公式" r:id="rId26" imgW="127000" imgH="190500" progId="Equation.3">
                    <p:embed/>
                    <p:pic>
                      <p:nvPicPr>
                        <p:cNvPr id="0" name="Object 31"/>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57676" y="5252372"/>
                          <a:ext cx="27787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Line 32"/>
            <p:cNvSpPr>
              <a:spLocks noChangeShapeType="1"/>
            </p:cNvSpPr>
            <p:nvPr/>
          </p:nvSpPr>
          <p:spPr bwMode="auto">
            <a:xfrm>
              <a:off x="4313141" y="5485734"/>
              <a:ext cx="950795" cy="0"/>
            </a:xfrm>
            <a:prstGeom prst="line">
              <a:avLst/>
            </a:prstGeom>
            <a:noFill/>
            <a:ln w="254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Line 33"/>
            <p:cNvSpPr>
              <a:spLocks noChangeShapeType="1"/>
            </p:cNvSpPr>
            <p:nvPr/>
          </p:nvSpPr>
          <p:spPr bwMode="auto">
            <a:xfrm flipV="1">
              <a:off x="4313141" y="5485732"/>
              <a:ext cx="738744" cy="1"/>
            </a:xfrm>
            <a:prstGeom prst="line">
              <a:avLst/>
            </a:prstGeom>
            <a:noFill/>
            <a:ln w="254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9" name="组合 48"/>
          <p:cNvGrpSpPr/>
          <p:nvPr/>
        </p:nvGrpSpPr>
        <p:grpSpPr>
          <a:xfrm>
            <a:off x="7309648" y="4775643"/>
            <a:ext cx="1614488" cy="1155700"/>
            <a:chOff x="7364002" y="4857986"/>
            <a:chExt cx="1614488" cy="1155700"/>
          </a:xfrm>
        </p:grpSpPr>
        <p:graphicFrame>
          <p:nvGraphicFramePr>
            <p:cNvPr id="50" name="Object 43"/>
            <p:cNvGraphicFramePr>
              <a:graphicFrameLocks noChangeAspect="1"/>
            </p:cNvGraphicFramePr>
            <p:nvPr/>
          </p:nvGraphicFramePr>
          <p:xfrm>
            <a:off x="8659402" y="5619986"/>
            <a:ext cx="319088" cy="393700"/>
          </p:xfrm>
          <a:graphic>
            <a:graphicData uri="http://schemas.openxmlformats.org/presentationml/2006/ole">
              <mc:AlternateContent xmlns:mc="http://schemas.openxmlformats.org/markup-compatibility/2006">
                <mc:Choice xmlns:v="urn:schemas-microsoft-com:vml" Requires="v">
                  <p:oleObj name="公式" r:id="rId27" imgW="165100" imgH="203200" progId="Equation.3">
                    <p:embed/>
                  </p:oleObj>
                </mc:Choice>
                <mc:Fallback>
                  <p:oleObj name="公式" r:id="rId27" imgW="165100" imgH="203200" progId="Equation.3">
                    <p:embed/>
                    <p:pic>
                      <p:nvPicPr>
                        <p:cNvPr id="0" name="Object 43"/>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659402" y="5619986"/>
                          <a:ext cx="31908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44"/>
            <p:cNvGraphicFramePr>
              <a:graphicFrameLocks noChangeAspect="1"/>
            </p:cNvGraphicFramePr>
            <p:nvPr/>
          </p:nvGraphicFramePr>
          <p:xfrm>
            <a:off x="7364002" y="4857986"/>
            <a:ext cx="263525" cy="400050"/>
          </p:xfrm>
          <a:graphic>
            <a:graphicData uri="http://schemas.openxmlformats.org/presentationml/2006/ole">
              <mc:AlternateContent xmlns:mc="http://schemas.openxmlformats.org/markup-compatibility/2006">
                <mc:Choice xmlns:v="urn:schemas-microsoft-com:vml" Requires="v">
                  <p:oleObj name="公式" r:id="rId28" imgW="127000" imgH="190500" progId="Equation.3">
                    <p:embed/>
                  </p:oleObj>
                </mc:Choice>
                <mc:Fallback>
                  <p:oleObj name="公式" r:id="rId28" imgW="127000" imgH="190500" progId="Equation.3">
                    <p:embed/>
                    <p:pic>
                      <p:nvPicPr>
                        <p:cNvPr id="0" name="Object 44"/>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64002" y="4857986"/>
                          <a:ext cx="2635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Line 45"/>
            <p:cNvSpPr>
              <a:spLocks noChangeShapeType="1"/>
            </p:cNvSpPr>
            <p:nvPr/>
          </p:nvSpPr>
          <p:spPr bwMode="auto">
            <a:xfrm>
              <a:off x="7668802" y="5954949"/>
              <a:ext cx="901700" cy="0"/>
            </a:xfrm>
            <a:prstGeom prst="line">
              <a:avLst/>
            </a:prstGeom>
            <a:noFill/>
            <a:ln w="25400">
              <a:solidFill>
                <a:srgbClr val="00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Line 46"/>
            <p:cNvSpPr>
              <a:spLocks noChangeShapeType="1"/>
            </p:cNvSpPr>
            <p:nvPr/>
          </p:nvSpPr>
          <p:spPr bwMode="auto">
            <a:xfrm flipV="1">
              <a:off x="7668802" y="4900849"/>
              <a:ext cx="0" cy="1054100"/>
            </a:xfrm>
            <a:prstGeom prst="line">
              <a:avLst/>
            </a:prstGeom>
            <a:noFill/>
            <a:ln w="254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54" name="对象 53"/>
          <p:cNvGraphicFramePr>
            <a:graphicFrameLocks noChangeAspect="1"/>
          </p:cNvGraphicFramePr>
          <p:nvPr/>
        </p:nvGraphicFramePr>
        <p:xfrm>
          <a:off x="946936" y="1400826"/>
          <a:ext cx="5105400" cy="508000"/>
        </p:xfrm>
        <a:graphic>
          <a:graphicData uri="http://schemas.openxmlformats.org/presentationml/2006/ole">
            <mc:AlternateContent xmlns:mc="http://schemas.openxmlformats.org/markup-compatibility/2006">
              <mc:Choice xmlns:v="urn:schemas-microsoft-com:vml" Requires="v">
                <p:oleObj name="Equation" r:id="rId29" imgW="122529600" imgH="12192000" progId="Equation.DSMT4">
                  <p:embed/>
                </p:oleObj>
              </mc:Choice>
              <mc:Fallback>
                <p:oleObj name="Equation" r:id="rId29" imgW="122529600" imgH="12192000" progId="Equation.DSMT4">
                  <p:embed/>
                  <p:pic>
                    <p:nvPicPr>
                      <p:cNvPr id="0" name="对象 12"/>
                      <p:cNvPicPr/>
                      <p:nvPr/>
                    </p:nvPicPr>
                    <p:blipFill>
                      <a:blip r:embed="rId30"/>
                      <a:stretch>
                        <a:fillRect/>
                      </a:stretch>
                    </p:blipFill>
                    <p:spPr>
                      <a:xfrm>
                        <a:off x="946936" y="1400826"/>
                        <a:ext cx="5105400" cy="508000"/>
                      </a:xfrm>
                      <a:prstGeom prst="rect">
                        <a:avLst/>
                      </a:prstGeom>
                    </p:spPr>
                  </p:pic>
                </p:oleObj>
              </mc:Fallback>
            </mc:AlternateContent>
          </a:graphicData>
        </a:graphic>
      </p:graphicFrame>
      <p:graphicFrame>
        <p:nvGraphicFramePr>
          <p:cNvPr id="55" name="对象 54"/>
          <p:cNvGraphicFramePr>
            <a:graphicFrameLocks noChangeAspect="1"/>
          </p:cNvGraphicFramePr>
          <p:nvPr/>
        </p:nvGraphicFramePr>
        <p:xfrm>
          <a:off x="6544896" y="1453501"/>
          <a:ext cx="952500" cy="368300"/>
        </p:xfrm>
        <a:graphic>
          <a:graphicData uri="http://schemas.openxmlformats.org/presentationml/2006/ole">
            <mc:AlternateContent xmlns:mc="http://schemas.openxmlformats.org/markup-compatibility/2006">
              <mc:Choice xmlns:v="urn:schemas-microsoft-com:vml" Requires="v">
                <p:oleObj name="Equation" r:id="rId31" imgW="22860000" imgH="8839200" progId="Equation.DSMT4">
                  <p:embed/>
                </p:oleObj>
              </mc:Choice>
              <mc:Fallback>
                <p:oleObj name="Equation" r:id="rId31" imgW="22860000" imgH="8839200" progId="Equation.DSMT4">
                  <p:embed/>
                  <p:pic>
                    <p:nvPicPr>
                      <p:cNvPr id="0" name="对象 16"/>
                      <p:cNvPicPr/>
                      <p:nvPr/>
                    </p:nvPicPr>
                    <p:blipFill>
                      <a:blip r:embed="rId32"/>
                      <a:stretch>
                        <a:fillRect/>
                      </a:stretch>
                    </p:blipFill>
                    <p:spPr>
                      <a:xfrm>
                        <a:off x="6544896" y="1453501"/>
                        <a:ext cx="952500" cy="368300"/>
                      </a:xfrm>
                      <a:prstGeom prst="rect">
                        <a:avLst/>
                      </a:prstGeom>
                    </p:spPr>
                  </p:pic>
                </p:oleObj>
              </mc:Fallback>
            </mc:AlternateContent>
          </a:graphicData>
        </a:graphic>
      </p:graphicFrame>
      <p:sp>
        <p:nvSpPr>
          <p:cNvPr id="56" name="文本框 55"/>
          <p:cNvSpPr txBox="1"/>
          <p:nvPr/>
        </p:nvSpPr>
        <p:spPr>
          <a:xfrm>
            <a:off x="4352135" y="6008391"/>
            <a:ext cx="845505" cy="461665"/>
          </a:xfrm>
          <a:prstGeom prst="rect">
            <a:avLst/>
          </a:prstGeom>
          <a:noFill/>
        </p:spPr>
        <p:txBody>
          <a:bodyPr wrap="square">
            <a:spAutoFit/>
          </a:bodyPr>
          <a:lstStyle/>
          <a:p>
            <a:r>
              <a:rPr lang="zh-CN" altLang="en-US" sz="2400" b="1" dirty="0">
                <a:latin typeface="Times New Roman" panose="02020603050405020304" pitchFamily="18" charset="0"/>
                <a:ea typeface="楷体" panose="02010609060101010101" charset="-122"/>
              </a:rPr>
              <a:t>电阻</a:t>
            </a:r>
            <a:endParaRPr lang="zh-CN" altLang="en-US" sz="1600" dirty="0"/>
          </a:p>
        </p:txBody>
      </p:sp>
      <p:sp>
        <p:nvSpPr>
          <p:cNvPr id="57" name="文本框 56"/>
          <p:cNvSpPr txBox="1"/>
          <p:nvPr/>
        </p:nvSpPr>
        <p:spPr>
          <a:xfrm>
            <a:off x="5947943" y="6009066"/>
            <a:ext cx="845505" cy="461665"/>
          </a:xfrm>
          <a:prstGeom prst="rect">
            <a:avLst/>
          </a:prstGeom>
          <a:noFill/>
        </p:spPr>
        <p:txBody>
          <a:bodyPr wrap="square">
            <a:spAutoFit/>
          </a:bodyPr>
          <a:lstStyle/>
          <a:p>
            <a:r>
              <a:rPr lang="zh-CN" altLang="en-US" sz="2400" b="1" dirty="0">
                <a:latin typeface="Times New Roman" panose="02020603050405020304" pitchFamily="18" charset="0"/>
                <a:ea typeface="楷体" panose="02010609060101010101" charset="-122"/>
              </a:rPr>
              <a:t>电感</a:t>
            </a:r>
            <a:endParaRPr lang="zh-CN" altLang="en-US" sz="1600" dirty="0"/>
          </a:p>
        </p:txBody>
      </p:sp>
      <p:sp>
        <p:nvSpPr>
          <p:cNvPr id="58" name="文本框 57"/>
          <p:cNvSpPr txBox="1"/>
          <p:nvPr/>
        </p:nvSpPr>
        <p:spPr>
          <a:xfrm>
            <a:off x="7573173" y="6008390"/>
            <a:ext cx="845505" cy="461665"/>
          </a:xfrm>
          <a:prstGeom prst="rect">
            <a:avLst/>
          </a:prstGeom>
          <a:noFill/>
        </p:spPr>
        <p:txBody>
          <a:bodyPr wrap="square">
            <a:spAutoFit/>
          </a:bodyPr>
          <a:lstStyle/>
          <a:p>
            <a:r>
              <a:rPr lang="zh-CN" altLang="en-US" sz="2400" b="1" dirty="0">
                <a:latin typeface="Times New Roman" panose="02020603050405020304" pitchFamily="18" charset="0"/>
                <a:ea typeface="楷体" panose="02010609060101010101" charset="-122"/>
              </a:rPr>
              <a:t>电容</a:t>
            </a:r>
            <a:endParaRPr lang="zh-CN" altLang="en-US" sz="1600" dirty="0"/>
          </a:p>
        </p:txBody>
      </p:sp>
      <p:pic>
        <p:nvPicPr>
          <p:cNvPr id="6" name="图片 5"/>
          <p:cNvPicPr>
            <a:picLocks noChangeAspect="1"/>
          </p:cNvPicPr>
          <p:nvPr>
            <p:custDataLst>
              <p:tags r:id="rId1"/>
            </p:custDataLst>
          </p:nvPr>
        </p:nvPicPr>
        <p:blipFill>
          <a:blip r:embed="rId33"/>
          <a:stretch>
            <a:fillRect/>
          </a:stretch>
        </p:blipFill>
        <p:spPr>
          <a:xfrm>
            <a:off x="810260" y="5154930"/>
            <a:ext cx="1447800" cy="438150"/>
          </a:xfrm>
          <a:prstGeom prst="rect">
            <a:avLst/>
          </a:prstGeom>
        </p:spPr>
      </p:pic>
      <p:sp>
        <p:nvSpPr>
          <p:cNvPr id="7" name="文本框 6"/>
          <p:cNvSpPr txBox="1"/>
          <p:nvPr/>
        </p:nvSpPr>
        <p:spPr>
          <a:xfrm>
            <a:off x="3161030" y="290830"/>
            <a:ext cx="7200265" cy="460375"/>
          </a:xfrm>
          <a:prstGeom prst="rect">
            <a:avLst/>
          </a:prstGeom>
          <a:noFill/>
        </p:spPr>
        <p:txBody>
          <a:bodyPr wrap="square" rtlCol="0">
            <a:spAutoFit/>
          </a:bodyPr>
          <a:lstStyle/>
          <a:p>
            <a:r>
              <a:rPr lang="zh-CN" altLang="en-US" sz="2400">
                <a:solidFill>
                  <a:srgbClr val="FF0000"/>
                </a:solidFill>
                <a:latin typeface="华文行楷" panose="02010800040101010101" charset="-122"/>
                <a:ea typeface="华文行楷" panose="02010800040101010101" charset="-122"/>
              </a:rPr>
              <a:t>注意：使用相量法时要保证三角函数同名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wipe(left)">
                                      <p:cBhvr>
                                        <p:cTn id="12" dur="500"/>
                                        <p:tgtEl>
                                          <p:spTgt spid="54"/>
                                        </p:tgtEl>
                                      </p:cBhvr>
                                    </p:animEffect>
                                  </p:childTnLst>
                                </p:cTn>
                              </p:par>
                              <p:par>
                                <p:cTn id="13" presetID="10"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500"/>
                                        <p:tgtEl>
                                          <p:spTgt spid="5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1000"/>
                                        <p:tgtEl>
                                          <p:spTgt spid="20"/>
                                        </p:tgtEl>
                                      </p:cBhvr>
                                    </p:animEffect>
                                    <p:anim calcmode="lin" valueType="num">
                                      <p:cBhvr>
                                        <p:cTn id="31" dur="1000" fill="hold"/>
                                        <p:tgtEl>
                                          <p:spTgt spid="20"/>
                                        </p:tgtEl>
                                        <p:attrNameLst>
                                          <p:attrName>ppt_x</p:attrName>
                                        </p:attrNameLst>
                                      </p:cBhvr>
                                      <p:tavLst>
                                        <p:tav tm="0">
                                          <p:val>
                                            <p:strVal val="#ppt_x"/>
                                          </p:val>
                                        </p:tav>
                                        <p:tav tm="100000">
                                          <p:val>
                                            <p:strVal val="#ppt_x"/>
                                          </p:val>
                                        </p:tav>
                                      </p:tavLst>
                                    </p:anim>
                                    <p:anim calcmode="lin" valueType="num">
                                      <p:cBhvr>
                                        <p:cTn id="3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500"/>
                                        <p:tgtEl>
                                          <p:spTgt spid="4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fade">
                                      <p:cBhvr>
                                        <p:cTn id="43" dur="500"/>
                                        <p:tgtEl>
                                          <p:spTgt spid="5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par>
                                <p:cTn id="49" presetID="10" presetClass="entr" presetSubtype="0"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fade">
                                      <p:cBhvr>
                                        <p:cTn id="54" dur="500"/>
                                        <p:tgtEl>
                                          <p:spTgt spid="5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500"/>
                                        <p:tgtEl>
                                          <p:spTgt spid="38"/>
                                        </p:tgtEl>
                                      </p:cBhvr>
                                    </p:animEffect>
                                  </p:childTnLst>
                                </p:cTn>
                              </p:par>
                              <p:par>
                                <p:cTn id="60" presetID="10" presetClass="entr" presetSubtype="0" fill="hold" nodeType="with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fade">
                                      <p:cBhvr>
                                        <p:cTn id="62" dur="500"/>
                                        <p:tgtEl>
                                          <p:spTgt spid="4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fade">
                                      <p:cBhvr>
                                        <p:cTn id="65"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20" grpId="0"/>
      <p:bldP spid="56" grpId="0"/>
      <p:bldP spid="57" grpId="0"/>
      <p:bldP spid="58"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Text Box 3"/>
          <p:cNvSpPr txBox="1">
            <a:spLocks noChangeArrowheads="1"/>
          </p:cNvSpPr>
          <p:nvPr/>
        </p:nvSpPr>
        <p:spPr bwMode="auto">
          <a:xfrm>
            <a:off x="900113" y="1125538"/>
            <a:ext cx="7559675" cy="10577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81000" indent="-38100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800">
                <a:latin typeface="楷体_GB2312" pitchFamily="49" charset="-122"/>
                <a:ea typeface="楷体_GB2312" pitchFamily="49" charset="-122"/>
              </a:rPr>
              <a:t>1.</a:t>
            </a:r>
            <a:r>
              <a:rPr kumimoji="1" lang="zh-CN" altLang="en-US" sz="2800">
                <a:latin typeface="楷体_GB2312" pitchFamily="49" charset="-122"/>
                <a:ea typeface="楷体_GB2312" pitchFamily="49" charset="-122"/>
              </a:rPr>
              <a:t>引入相量法，电阻电路和正弦电流电路依据的电路定律是相似的。</a:t>
            </a:r>
          </a:p>
        </p:txBody>
      </p:sp>
      <p:sp>
        <p:nvSpPr>
          <p:cNvPr id="49174" name="Text Box 22"/>
          <p:cNvSpPr txBox="1">
            <a:spLocks noChangeArrowheads="1"/>
          </p:cNvSpPr>
          <p:nvPr/>
        </p:nvSpPr>
        <p:spPr bwMode="auto">
          <a:xfrm>
            <a:off x="755576" y="404664"/>
            <a:ext cx="11079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600" b="0" dirty="0">
                <a:solidFill>
                  <a:srgbClr val="FA7748"/>
                </a:solidFill>
                <a:latin typeface="Times New Roman" panose="02020603050405020304" pitchFamily="18" charset="0"/>
                <a:ea typeface="华文行楷" panose="02010800040101010101" pitchFamily="2" charset="-122"/>
              </a:rPr>
              <a:t>结论</a:t>
            </a:r>
          </a:p>
        </p:txBody>
      </p:sp>
      <p:sp>
        <p:nvSpPr>
          <p:cNvPr id="49175" name="Text Box 23"/>
          <p:cNvSpPr txBox="1">
            <a:spLocks noChangeArrowheads="1"/>
          </p:cNvSpPr>
          <p:nvPr/>
        </p:nvSpPr>
        <p:spPr bwMode="auto">
          <a:xfrm>
            <a:off x="900113" y="2276475"/>
            <a:ext cx="7239000" cy="10577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81000" indent="-381000">
              <a:defRPr>
                <a:solidFill>
                  <a:schemeClr val="tx1"/>
                </a:solidFill>
                <a:latin typeface="Arial" panose="020B0604020202020204" pitchFamily="34" charset="0"/>
                <a:ea typeface="宋体" panose="02010600030101010101" pitchFamily="2" charset="-122"/>
              </a:defRPr>
            </a:lvl1pPr>
            <a:lvl2pPr marL="5715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800">
                <a:latin typeface="楷体_GB2312" pitchFamily="49" charset="-122"/>
                <a:ea typeface="楷体_GB2312" pitchFamily="49" charset="-122"/>
              </a:rPr>
              <a:t>2.</a:t>
            </a:r>
            <a:r>
              <a:rPr kumimoji="1" lang="zh-CN" altLang="en-US" sz="2800">
                <a:latin typeface="楷体_GB2312" pitchFamily="49" charset="-122"/>
                <a:ea typeface="楷体_GB2312" pitchFamily="49" charset="-122"/>
              </a:rPr>
              <a:t>引入电路的相量模型，把列写时域微分方程转为直接列写相量形式的代数方程。</a:t>
            </a:r>
          </a:p>
        </p:txBody>
      </p:sp>
      <p:sp>
        <p:nvSpPr>
          <p:cNvPr id="49176" name="Text Box 24"/>
          <p:cNvSpPr txBox="1">
            <a:spLocks noChangeArrowheads="1"/>
          </p:cNvSpPr>
          <p:nvPr/>
        </p:nvSpPr>
        <p:spPr bwMode="auto">
          <a:xfrm>
            <a:off x="900113" y="3429000"/>
            <a:ext cx="7416800" cy="1630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4762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800">
                <a:latin typeface="楷体_GB2312" pitchFamily="49" charset="-122"/>
                <a:ea typeface="楷体_GB2312" pitchFamily="49" charset="-122"/>
              </a:rPr>
              <a:t>3.</a:t>
            </a:r>
            <a:r>
              <a:rPr kumimoji="1" lang="zh-CN" altLang="en-US" sz="2800">
                <a:latin typeface="楷体_GB2312" pitchFamily="49" charset="-122"/>
                <a:ea typeface="楷体_GB2312" pitchFamily="49" charset="-122"/>
              </a:rPr>
              <a:t>引入阻抗以后，可将电阻电路中讨论的所有网络定理和分析方法都推广应用于正弦稳态的相量分析中。直流</a:t>
            </a:r>
            <a:r>
              <a:rPr kumimoji="1" lang="zh-CN" altLang="en-US" sz="2800" b="0">
                <a:latin typeface="楷体_GB2312" pitchFamily="49" charset="-122"/>
                <a:ea typeface="楷体_GB2312" pitchFamily="49" charset="-122"/>
              </a:rPr>
              <a:t>（</a:t>
            </a:r>
            <a:r>
              <a:rPr kumimoji="1" lang="en-US" altLang="zh-CN" sz="2800" b="0" i="1">
                <a:latin typeface="Times New Roman" panose="02020603050405020304" pitchFamily="18" charset="0"/>
                <a:ea typeface="楷体_GB2312" pitchFamily="49" charset="-122"/>
              </a:rPr>
              <a:t>f </a:t>
            </a:r>
            <a:r>
              <a:rPr kumimoji="1" lang="en-US" altLang="zh-CN" sz="2800" b="0">
                <a:latin typeface="Times New Roman" panose="02020603050405020304" pitchFamily="18" charset="0"/>
                <a:ea typeface="楷体_GB2312" pitchFamily="49" charset="-122"/>
              </a:rPr>
              <a:t>=0</a:t>
            </a:r>
            <a:r>
              <a:rPr kumimoji="1" lang="en-US" altLang="zh-CN" sz="2800" b="0">
                <a:latin typeface="楷体_GB2312" pitchFamily="49" charset="-122"/>
                <a:ea typeface="楷体_GB2312" pitchFamily="49" charset="-122"/>
              </a:rPr>
              <a:t>)</a:t>
            </a:r>
            <a:r>
              <a:rPr kumimoji="1" lang="zh-CN" altLang="en-US" sz="2800">
                <a:latin typeface="楷体_GB2312" pitchFamily="49" charset="-122"/>
                <a:ea typeface="楷体_GB2312" pitchFamily="49" charset="-122"/>
              </a:rPr>
              <a:t>是一个特例。</a:t>
            </a:r>
          </a:p>
        </p:txBody>
      </p:sp>
    </p:spTree>
    <p:extLst>
      <p:ext uri="{BB962C8B-B14F-4D97-AF65-F5344CB8AC3E}">
        <p14:creationId xmlns:p14="http://schemas.microsoft.com/office/powerpoint/2010/main" val="20638931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2" fill="hold" grpId="0" nodeType="clickEffect">
                                  <p:stCondLst>
                                    <p:cond delay="0"/>
                                  </p:stCondLst>
                                  <p:iterate type="lt">
                                    <p:tmPct val="100000"/>
                                  </p:iterate>
                                  <p:childTnLst>
                                    <p:set>
                                      <p:cBhvr>
                                        <p:cTn id="6" dur="1" fill="hold">
                                          <p:stCondLst>
                                            <p:cond delay="0"/>
                                          </p:stCondLst>
                                        </p:cTn>
                                        <p:tgtEl>
                                          <p:spTgt spid="49155"/>
                                        </p:tgtEl>
                                        <p:attrNameLst>
                                          <p:attrName>style.visibility</p:attrName>
                                        </p:attrNameLst>
                                      </p:cBhvr>
                                      <p:to>
                                        <p:strVal val="visible"/>
                                      </p:to>
                                    </p:set>
                                    <p:anim calcmode="lin" valueType="num">
                                      <p:cBhvr>
                                        <p:cTn id="7" dur="75" fill="hold"/>
                                        <p:tgtEl>
                                          <p:spTgt spid="49155"/>
                                        </p:tgtEl>
                                        <p:attrNameLst>
                                          <p:attrName>ppt_x</p:attrName>
                                        </p:attrNameLst>
                                      </p:cBhvr>
                                      <p:tavLst>
                                        <p:tav tm="0">
                                          <p:val>
                                            <p:strVal val="#ppt_x+#ppt_w/2"/>
                                          </p:val>
                                        </p:tav>
                                        <p:tav tm="100000">
                                          <p:val>
                                            <p:strVal val="#ppt_x"/>
                                          </p:val>
                                        </p:tav>
                                      </p:tavLst>
                                    </p:anim>
                                    <p:anim calcmode="lin" valueType="num">
                                      <p:cBhvr>
                                        <p:cTn id="8" dur="75" fill="hold"/>
                                        <p:tgtEl>
                                          <p:spTgt spid="49155"/>
                                        </p:tgtEl>
                                        <p:attrNameLst>
                                          <p:attrName>ppt_y</p:attrName>
                                        </p:attrNameLst>
                                      </p:cBhvr>
                                      <p:tavLst>
                                        <p:tav tm="0">
                                          <p:val>
                                            <p:strVal val="#ppt_y"/>
                                          </p:val>
                                        </p:tav>
                                        <p:tav tm="100000">
                                          <p:val>
                                            <p:strVal val="#ppt_y"/>
                                          </p:val>
                                        </p:tav>
                                      </p:tavLst>
                                    </p:anim>
                                    <p:anim calcmode="lin" valueType="num">
                                      <p:cBhvr>
                                        <p:cTn id="9" dur="75" fill="hold"/>
                                        <p:tgtEl>
                                          <p:spTgt spid="49155"/>
                                        </p:tgtEl>
                                        <p:attrNameLst>
                                          <p:attrName>ppt_w</p:attrName>
                                        </p:attrNameLst>
                                      </p:cBhvr>
                                      <p:tavLst>
                                        <p:tav tm="0">
                                          <p:val>
                                            <p:fltVal val="0"/>
                                          </p:val>
                                        </p:tav>
                                        <p:tav tm="100000">
                                          <p:val>
                                            <p:strVal val="#ppt_w"/>
                                          </p:val>
                                        </p:tav>
                                      </p:tavLst>
                                    </p:anim>
                                    <p:anim calcmode="lin" valueType="num">
                                      <p:cBhvr>
                                        <p:cTn id="10" dur="75" fill="hold"/>
                                        <p:tgtEl>
                                          <p:spTgt spid="49155"/>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2" fill="hold" grpId="0" nodeType="clickEffect">
                                  <p:stCondLst>
                                    <p:cond delay="0"/>
                                  </p:stCondLst>
                                  <p:iterate type="lt">
                                    <p:tmPct val="100000"/>
                                  </p:iterate>
                                  <p:childTnLst>
                                    <p:set>
                                      <p:cBhvr>
                                        <p:cTn id="14" dur="1" fill="hold">
                                          <p:stCondLst>
                                            <p:cond delay="0"/>
                                          </p:stCondLst>
                                        </p:cTn>
                                        <p:tgtEl>
                                          <p:spTgt spid="49175"/>
                                        </p:tgtEl>
                                        <p:attrNameLst>
                                          <p:attrName>style.visibility</p:attrName>
                                        </p:attrNameLst>
                                      </p:cBhvr>
                                      <p:to>
                                        <p:strVal val="visible"/>
                                      </p:to>
                                    </p:set>
                                    <p:anim calcmode="lin" valueType="num">
                                      <p:cBhvr>
                                        <p:cTn id="15" dur="75" fill="hold"/>
                                        <p:tgtEl>
                                          <p:spTgt spid="49175"/>
                                        </p:tgtEl>
                                        <p:attrNameLst>
                                          <p:attrName>ppt_x</p:attrName>
                                        </p:attrNameLst>
                                      </p:cBhvr>
                                      <p:tavLst>
                                        <p:tav tm="0">
                                          <p:val>
                                            <p:strVal val="#ppt_x+#ppt_w/2"/>
                                          </p:val>
                                        </p:tav>
                                        <p:tav tm="100000">
                                          <p:val>
                                            <p:strVal val="#ppt_x"/>
                                          </p:val>
                                        </p:tav>
                                      </p:tavLst>
                                    </p:anim>
                                    <p:anim calcmode="lin" valueType="num">
                                      <p:cBhvr>
                                        <p:cTn id="16" dur="75" fill="hold"/>
                                        <p:tgtEl>
                                          <p:spTgt spid="49175"/>
                                        </p:tgtEl>
                                        <p:attrNameLst>
                                          <p:attrName>ppt_y</p:attrName>
                                        </p:attrNameLst>
                                      </p:cBhvr>
                                      <p:tavLst>
                                        <p:tav tm="0">
                                          <p:val>
                                            <p:strVal val="#ppt_y"/>
                                          </p:val>
                                        </p:tav>
                                        <p:tav tm="100000">
                                          <p:val>
                                            <p:strVal val="#ppt_y"/>
                                          </p:val>
                                        </p:tav>
                                      </p:tavLst>
                                    </p:anim>
                                    <p:anim calcmode="lin" valueType="num">
                                      <p:cBhvr>
                                        <p:cTn id="17" dur="75" fill="hold"/>
                                        <p:tgtEl>
                                          <p:spTgt spid="49175"/>
                                        </p:tgtEl>
                                        <p:attrNameLst>
                                          <p:attrName>ppt_w</p:attrName>
                                        </p:attrNameLst>
                                      </p:cBhvr>
                                      <p:tavLst>
                                        <p:tav tm="0">
                                          <p:val>
                                            <p:fltVal val="0"/>
                                          </p:val>
                                        </p:tav>
                                        <p:tav tm="100000">
                                          <p:val>
                                            <p:strVal val="#ppt_w"/>
                                          </p:val>
                                        </p:tav>
                                      </p:tavLst>
                                    </p:anim>
                                    <p:anim calcmode="lin" valueType="num">
                                      <p:cBhvr>
                                        <p:cTn id="18" dur="75" fill="hold"/>
                                        <p:tgtEl>
                                          <p:spTgt spid="49175"/>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2" fill="hold" grpId="0" nodeType="clickEffect">
                                  <p:stCondLst>
                                    <p:cond delay="0"/>
                                  </p:stCondLst>
                                  <p:iterate type="lt">
                                    <p:tmPct val="100000"/>
                                  </p:iterate>
                                  <p:childTnLst>
                                    <p:set>
                                      <p:cBhvr>
                                        <p:cTn id="22" dur="1" fill="hold">
                                          <p:stCondLst>
                                            <p:cond delay="0"/>
                                          </p:stCondLst>
                                        </p:cTn>
                                        <p:tgtEl>
                                          <p:spTgt spid="49176"/>
                                        </p:tgtEl>
                                        <p:attrNameLst>
                                          <p:attrName>style.visibility</p:attrName>
                                        </p:attrNameLst>
                                      </p:cBhvr>
                                      <p:to>
                                        <p:strVal val="visible"/>
                                      </p:to>
                                    </p:set>
                                    <p:anim calcmode="lin" valueType="num">
                                      <p:cBhvr>
                                        <p:cTn id="23" dur="75" fill="hold"/>
                                        <p:tgtEl>
                                          <p:spTgt spid="49176"/>
                                        </p:tgtEl>
                                        <p:attrNameLst>
                                          <p:attrName>ppt_x</p:attrName>
                                        </p:attrNameLst>
                                      </p:cBhvr>
                                      <p:tavLst>
                                        <p:tav tm="0">
                                          <p:val>
                                            <p:strVal val="#ppt_x+#ppt_w/2"/>
                                          </p:val>
                                        </p:tav>
                                        <p:tav tm="100000">
                                          <p:val>
                                            <p:strVal val="#ppt_x"/>
                                          </p:val>
                                        </p:tav>
                                      </p:tavLst>
                                    </p:anim>
                                    <p:anim calcmode="lin" valueType="num">
                                      <p:cBhvr>
                                        <p:cTn id="24" dur="75" fill="hold"/>
                                        <p:tgtEl>
                                          <p:spTgt spid="49176"/>
                                        </p:tgtEl>
                                        <p:attrNameLst>
                                          <p:attrName>ppt_y</p:attrName>
                                        </p:attrNameLst>
                                      </p:cBhvr>
                                      <p:tavLst>
                                        <p:tav tm="0">
                                          <p:val>
                                            <p:strVal val="#ppt_y"/>
                                          </p:val>
                                        </p:tav>
                                        <p:tav tm="100000">
                                          <p:val>
                                            <p:strVal val="#ppt_y"/>
                                          </p:val>
                                        </p:tav>
                                      </p:tavLst>
                                    </p:anim>
                                    <p:anim calcmode="lin" valueType="num">
                                      <p:cBhvr>
                                        <p:cTn id="25" dur="75" fill="hold"/>
                                        <p:tgtEl>
                                          <p:spTgt spid="49176"/>
                                        </p:tgtEl>
                                        <p:attrNameLst>
                                          <p:attrName>ppt_w</p:attrName>
                                        </p:attrNameLst>
                                      </p:cBhvr>
                                      <p:tavLst>
                                        <p:tav tm="0">
                                          <p:val>
                                            <p:fltVal val="0"/>
                                          </p:val>
                                        </p:tav>
                                        <p:tav tm="100000">
                                          <p:val>
                                            <p:strVal val="#ppt_w"/>
                                          </p:val>
                                        </p:tav>
                                      </p:tavLst>
                                    </p:anim>
                                    <p:anim calcmode="lin" valueType="num">
                                      <p:cBhvr>
                                        <p:cTn id="26" dur="75" fill="hold"/>
                                        <p:tgtEl>
                                          <p:spTgt spid="491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p:bldP spid="49175" grpId="0" autoUpdateAnimBg="0"/>
      <p:bldP spid="49176" grpId="0" autoUpdateAnimBg="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272" name="Group 192"/>
          <p:cNvGrpSpPr>
            <a:grpSpLocks/>
          </p:cNvGrpSpPr>
          <p:nvPr/>
        </p:nvGrpSpPr>
        <p:grpSpPr bwMode="auto">
          <a:xfrm>
            <a:off x="4716463" y="981075"/>
            <a:ext cx="4032250" cy="2519363"/>
            <a:chOff x="6010" y="436"/>
            <a:chExt cx="2540" cy="1587"/>
          </a:xfrm>
        </p:grpSpPr>
        <p:sp>
          <p:nvSpPr>
            <p:cNvPr id="46233" name="Line 153"/>
            <p:cNvSpPr>
              <a:spLocks noChangeShapeType="1"/>
            </p:cNvSpPr>
            <p:nvPr/>
          </p:nvSpPr>
          <p:spPr bwMode="auto">
            <a:xfrm>
              <a:off x="6010" y="1978"/>
              <a:ext cx="2358"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46234" name="Object 154"/>
            <p:cNvGraphicFramePr>
              <a:graphicFrameLocks noChangeAspect="1"/>
            </p:cNvGraphicFramePr>
            <p:nvPr/>
          </p:nvGraphicFramePr>
          <p:xfrm>
            <a:off x="8105" y="817"/>
            <a:ext cx="215" cy="341"/>
          </p:xfrm>
          <a:graphic>
            <a:graphicData uri="http://schemas.openxmlformats.org/presentationml/2006/ole">
              <mc:AlternateContent xmlns:mc="http://schemas.openxmlformats.org/markup-compatibility/2006">
                <mc:Choice xmlns:v="urn:schemas-microsoft-com:vml" Requires="v">
                  <p:oleObj name="Equation" r:id="rId2" imgW="152280" imgH="241200" progId="Equation.DSMT4">
                    <p:embed/>
                  </p:oleObj>
                </mc:Choice>
                <mc:Fallback>
                  <p:oleObj name="Equation" r:id="rId2" imgW="152280" imgH="241200" progId="Equation.DSMT4">
                    <p:embed/>
                    <p:pic>
                      <p:nvPicPr>
                        <p:cNvPr id="46234" name="Object 154"/>
                        <p:cNvPicPr>
                          <a:picLocks noChangeAspect="1" noChangeArrowheads="1"/>
                        </p:cNvPicPr>
                        <p:nvPr/>
                      </p:nvPicPr>
                      <p:blipFill>
                        <a:blip r:embed="rId3"/>
                        <a:srcRect/>
                        <a:stretch>
                          <a:fillRect/>
                        </a:stretch>
                      </p:blipFill>
                      <p:spPr bwMode="auto">
                        <a:xfrm>
                          <a:off x="8105" y="817"/>
                          <a:ext cx="215"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35" name="Object 155"/>
            <p:cNvGraphicFramePr>
              <a:graphicFrameLocks noChangeAspect="1"/>
            </p:cNvGraphicFramePr>
            <p:nvPr/>
          </p:nvGraphicFramePr>
          <p:xfrm>
            <a:off x="6169" y="1313"/>
            <a:ext cx="372" cy="248"/>
          </p:xfrm>
          <a:graphic>
            <a:graphicData uri="http://schemas.openxmlformats.org/presentationml/2006/ole">
              <mc:AlternateContent xmlns:mc="http://schemas.openxmlformats.org/markup-compatibility/2006">
                <mc:Choice xmlns:v="urn:schemas-microsoft-com:vml" Requires="v">
                  <p:oleObj name="Equation" r:id="rId4" imgW="304560" imgH="203040" progId="Equation.DSMT4">
                    <p:embed/>
                  </p:oleObj>
                </mc:Choice>
                <mc:Fallback>
                  <p:oleObj name="Equation" r:id="rId4" imgW="304560" imgH="203040" progId="Equation.DSMT4">
                    <p:embed/>
                    <p:pic>
                      <p:nvPicPr>
                        <p:cNvPr id="46235" name="Object 155"/>
                        <p:cNvPicPr>
                          <a:picLocks noChangeAspect="1" noChangeArrowheads="1"/>
                        </p:cNvPicPr>
                        <p:nvPr/>
                      </p:nvPicPr>
                      <p:blipFill>
                        <a:blip r:embed="rId5"/>
                        <a:srcRect/>
                        <a:stretch>
                          <a:fillRect/>
                        </a:stretch>
                      </p:blipFill>
                      <p:spPr bwMode="auto">
                        <a:xfrm>
                          <a:off x="6169" y="1313"/>
                          <a:ext cx="37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36" name="Object 156"/>
            <p:cNvGraphicFramePr>
              <a:graphicFrameLocks noChangeAspect="1"/>
            </p:cNvGraphicFramePr>
            <p:nvPr/>
          </p:nvGraphicFramePr>
          <p:xfrm>
            <a:off x="7273" y="1059"/>
            <a:ext cx="373" cy="411"/>
          </p:xfrm>
          <a:graphic>
            <a:graphicData uri="http://schemas.openxmlformats.org/presentationml/2006/ole">
              <mc:AlternateContent xmlns:mc="http://schemas.openxmlformats.org/markup-compatibility/2006">
                <mc:Choice xmlns:v="urn:schemas-microsoft-com:vml" Requires="v">
                  <p:oleObj name="Equation" r:id="rId6" imgW="355320" imgH="393480" progId="Equation.DSMT4">
                    <p:embed/>
                  </p:oleObj>
                </mc:Choice>
                <mc:Fallback>
                  <p:oleObj name="Equation" r:id="rId6" imgW="355320" imgH="393480" progId="Equation.DSMT4">
                    <p:embed/>
                    <p:pic>
                      <p:nvPicPr>
                        <p:cNvPr id="46236" name="Object 156"/>
                        <p:cNvPicPr>
                          <a:picLocks noChangeAspect="1" noChangeArrowheads="1"/>
                        </p:cNvPicPr>
                        <p:nvPr/>
                      </p:nvPicPr>
                      <p:blipFill>
                        <a:blip r:embed="rId7"/>
                        <a:srcRect/>
                        <a:stretch>
                          <a:fillRect/>
                        </a:stretch>
                      </p:blipFill>
                      <p:spPr bwMode="auto">
                        <a:xfrm>
                          <a:off x="7273" y="1059"/>
                          <a:ext cx="373"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37" name="Object 157"/>
            <p:cNvGraphicFramePr>
              <a:graphicFrameLocks noChangeAspect="1"/>
            </p:cNvGraphicFramePr>
            <p:nvPr/>
          </p:nvGraphicFramePr>
          <p:xfrm>
            <a:off x="6426" y="829"/>
            <a:ext cx="285" cy="316"/>
          </p:xfrm>
          <a:graphic>
            <a:graphicData uri="http://schemas.openxmlformats.org/presentationml/2006/ole">
              <mc:AlternateContent xmlns:mc="http://schemas.openxmlformats.org/markup-compatibility/2006">
                <mc:Choice xmlns:v="urn:schemas-microsoft-com:vml" Requires="v">
                  <p:oleObj name="Equation" r:id="rId8" imgW="215640" imgH="241200" progId="Equation.DSMT4">
                    <p:embed/>
                  </p:oleObj>
                </mc:Choice>
                <mc:Fallback>
                  <p:oleObj name="Equation" r:id="rId8" imgW="215640" imgH="241200" progId="Equation.DSMT4">
                    <p:embed/>
                    <p:pic>
                      <p:nvPicPr>
                        <p:cNvPr id="46237" name="Object 157"/>
                        <p:cNvPicPr>
                          <a:picLocks noChangeAspect="1" noChangeArrowheads="1"/>
                        </p:cNvPicPr>
                        <p:nvPr/>
                      </p:nvPicPr>
                      <p:blipFill>
                        <a:blip r:embed="rId9"/>
                        <a:srcRect/>
                        <a:stretch>
                          <a:fillRect/>
                        </a:stretch>
                      </p:blipFill>
                      <p:spPr bwMode="auto">
                        <a:xfrm>
                          <a:off x="6426" y="829"/>
                          <a:ext cx="285"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238" name="Line 158"/>
            <p:cNvSpPr>
              <a:spLocks noChangeShapeType="1"/>
            </p:cNvSpPr>
            <p:nvPr/>
          </p:nvSpPr>
          <p:spPr bwMode="auto">
            <a:xfrm>
              <a:off x="8368" y="617"/>
              <a:ext cx="0" cy="1362"/>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0" name="Oval 160"/>
            <p:cNvSpPr>
              <a:spLocks noChangeArrowheads="1"/>
            </p:cNvSpPr>
            <p:nvPr/>
          </p:nvSpPr>
          <p:spPr bwMode="auto">
            <a:xfrm>
              <a:off x="6373" y="436"/>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41" name="Text Box 161"/>
            <p:cNvSpPr txBox="1">
              <a:spLocks noChangeArrowheads="1"/>
            </p:cNvSpPr>
            <p:nvPr/>
          </p:nvSpPr>
          <p:spPr bwMode="auto">
            <a:xfrm>
              <a:off x="6736" y="617"/>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46242" name="Text Box 162"/>
            <p:cNvSpPr txBox="1">
              <a:spLocks noChangeArrowheads="1"/>
            </p:cNvSpPr>
            <p:nvPr/>
          </p:nvSpPr>
          <p:spPr bwMode="auto">
            <a:xfrm>
              <a:off x="6146" y="481"/>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46243" name="Line 163"/>
            <p:cNvSpPr>
              <a:spLocks noChangeShapeType="1"/>
            </p:cNvSpPr>
            <p:nvPr/>
          </p:nvSpPr>
          <p:spPr bwMode="auto">
            <a:xfrm flipV="1">
              <a:off x="8368" y="799"/>
              <a:ext cx="0" cy="40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46271" name="Group 191"/>
            <p:cNvGrpSpPr>
              <a:grpSpLocks/>
            </p:cNvGrpSpPr>
            <p:nvPr/>
          </p:nvGrpSpPr>
          <p:grpSpPr bwMode="auto">
            <a:xfrm>
              <a:off x="8187" y="1207"/>
              <a:ext cx="363" cy="363"/>
              <a:chOff x="8187" y="1117"/>
              <a:chExt cx="363" cy="363"/>
            </a:xfrm>
          </p:grpSpPr>
          <p:sp>
            <p:nvSpPr>
              <p:cNvPr id="46239" name="Oval 159"/>
              <p:cNvSpPr>
                <a:spLocks noChangeArrowheads="1"/>
              </p:cNvSpPr>
              <p:nvPr/>
            </p:nvSpPr>
            <p:spPr bwMode="auto">
              <a:xfrm>
                <a:off x="8187" y="1117"/>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44" name="Line 164"/>
              <p:cNvSpPr>
                <a:spLocks noChangeShapeType="1"/>
              </p:cNvSpPr>
              <p:nvPr/>
            </p:nvSpPr>
            <p:spPr bwMode="auto">
              <a:xfrm>
                <a:off x="8187" y="1298"/>
                <a:ext cx="363" cy="0"/>
              </a:xfrm>
              <a:prstGeom prst="line">
                <a:avLst/>
              </a:prstGeom>
              <a:noFill/>
              <a:ln w="3810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sp>
          <p:nvSpPr>
            <p:cNvPr id="46245" name="Line 165"/>
            <p:cNvSpPr>
              <a:spLocks noChangeShapeType="1"/>
            </p:cNvSpPr>
            <p:nvPr/>
          </p:nvSpPr>
          <p:spPr bwMode="auto">
            <a:xfrm>
              <a:off x="6010" y="617"/>
              <a:ext cx="2358" cy="1"/>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6" name="Line 166"/>
            <p:cNvSpPr>
              <a:spLocks noChangeShapeType="1"/>
            </p:cNvSpPr>
            <p:nvPr/>
          </p:nvSpPr>
          <p:spPr bwMode="auto">
            <a:xfrm>
              <a:off x="6010" y="617"/>
              <a:ext cx="0" cy="1362"/>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7" name="Line 167"/>
            <p:cNvSpPr>
              <a:spLocks noChangeShapeType="1"/>
            </p:cNvSpPr>
            <p:nvPr/>
          </p:nvSpPr>
          <p:spPr bwMode="auto">
            <a:xfrm flipH="1">
              <a:off x="7144" y="617"/>
              <a:ext cx="12" cy="1362"/>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8" name="Line 168"/>
            <p:cNvSpPr>
              <a:spLocks noChangeShapeType="1"/>
            </p:cNvSpPr>
            <p:nvPr/>
          </p:nvSpPr>
          <p:spPr bwMode="auto">
            <a:xfrm>
              <a:off x="6010" y="1289"/>
              <a:ext cx="144" cy="0"/>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9" name="Line 169"/>
            <p:cNvSpPr>
              <a:spLocks noChangeShapeType="1"/>
            </p:cNvSpPr>
            <p:nvPr/>
          </p:nvSpPr>
          <p:spPr bwMode="auto">
            <a:xfrm>
              <a:off x="6616" y="1289"/>
              <a:ext cx="528" cy="0"/>
            </a:xfrm>
            <a:prstGeom prst="line">
              <a:avLst/>
            </a:prstGeom>
            <a:noFill/>
            <a:ln w="28575">
              <a:solidFill>
                <a:srgbClr val="FFCC00"/>
              </a:solidFill>
              <a:round/>
              <a:headE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50" name="Line 170"/>
            <p:cNvSpPr>
              <a:spLocks noChangeShapeType="1"/>
            </p:cNvSpPr>
            <p:nvPr/>
          </p:nvSpPr>
          <p:spPr bwMode="auto">
            <a:xfrm>
              <a:off x="7773" y="617"/>
              <a:ext cx="0" cy="624"/>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51" name="Line 171"/>
            <p:cNvSpPr>
              <a:spLocks noChangeShapeType="1"/>
            </p:cNvSpPr>
            <p:nvPr/>
          </p:nvSpPr>
          <p:spPr bwMode="auto">
            <a:xfrm>
              <a:off x="7677" y="1241"/>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52" name="Line 172"/>
            <p:cNvSpPr>
              <a:spLocks noChangeShapeType="1"/>
            </p:cNvSpPr>
            <p:nvPr/>
          </p:nvSpPr>
          <p:spPr bwMode="auto">
            <a:xfrm>
              <a:off x="7677" y="1337"/>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53" name="Text Box 173"/>
            <p:cNvSpPr txBox="1">
              <a:spLocks noChangeArrowheads="1"/>
            </p:cNvSpPr>
            <p:nvPr/>
          </p:nvSpPr>
          <p:spPr bwMode="auto">
            <a:xfrm>
              <a:off x="6690" y="1298"/>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6254" name="Text Box 174"/>
            <p:cNvSpPr txBox="1">
              <a:spLocks noChangeArrowheads="1"/>
            </p:cNvSpPr>
            <p:nvPr/>
          </p:nvSpPr>
          <p:spPr bwMode="auto">
            <a:xfrm>
              <a:off x="7189" y="708"/>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6255" name="Text Box 175"/>
            <p:cNvSpPr txBox="1">
              <a:spLocks noChangeArrowheads="1"/>
            </p:cNvSpPr>
            <p:nvPr/>
          </p:nvSpPr>
          <p:spPr bwMode="auto">
            <a:xfrm>
              <a:off x="7234" y="1570"/>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6256" name="Text Box 176"/>
            <p:cNvSpPr txBox="1">
              <a:spLocks noChangeArrowheads="1"/>
            </p:cNvSpPr>
            <p:nvPr/>
          </p:nvSpPr>
          <p:spPr bwMode="auto">
            <a:xfrm>
              <a:off x="6442" y="1593"/>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4</a:t>
              </a:r>
              <a:endParaRPr kumimoji="1" lang="en-US" altLang="zh-CN" sz="2800" b="0" i="1">
                <a:latin typeface="Times New Roman" panose="02020603050405020304" pitchFamily="18" charset="0"/>
                <a:ea typeface="宋体" panose="02010600030101010101" pitchFamily="2" charset="-122"/>
              </a:endParaRPr>
            </a:p>
          </p:txBody>
        </p:sp>
        <p:sp>
          <p:nvSpPr>
            <p:cNvPr id="46257" name="Rectangle 177"/>
            <p:cNvSpPr>
              <a:spLocks noChangeArrowheads="1"/>
            </p:cNvSpPr>
            <p:nvPr/>
          </p:nvSpPr>
          <p:spPr bwMode="auto">
            <a:xfrm>
              <a:off x="6464" y="1887"/>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58" name="Rectangle 178"/>
            <p:cNvSpPr>
              <a:spLocks noChangeArrowheads="1"/>
            </p:cNvSpPr>
            <p:nvPr/>
          </p:nvSpPr>
          <p:spPr bwMode="auto">
            <a:xfrm>
              <a:off x="7098" y="79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59" name="Rectangle 179"/>
            <p:cNvSpPr>
              <a:spLocks noChangeArrowheads="1"/>
            </p:cNvSpPr>
            <p:nvPr/>
          </p:nvSpPr>
          <p:spPr bwMode="auto">
            <a:xfrm>
              <a:off x="7107" y="147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60" name="Rectangle 180"/>
            <p:cNvSpPr>
              <a:spLocks noChangeArrowheads="1"/>
            </p:cNvSpPr>
            <p:nvPr/>
          </p:nvSpPr>
          <p:spPr bwMode="auto">
            <a:xfrm>
              <a:off x="6736" y="1207"/>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46261" name="Group 181"/>
            <p:cNvGrpSpPr>
              <a:grpSpLocks/>
            </p:cNvGrpSpPr>
            <p:nvPr/>
          </p:nvGrpSpPr>
          <p:grpSpPr bwMode="auto">
            <a:xfrm>
              <a:off x="6133" y="1207"/>
              <a:ext cx="499" cy="590"/>
              <a:chOff x="476" y="663"/>
              <a:chExt cx="771" cy="862"/>
            </a:xfrm>
          </p:grpSpPr>
          <p:sp>
            <p:nvSpPr>
              <p:cNvPr id="46262" name="AutoShape 182"/>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63" name="AutoShape 183"/>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64" name="AutoShape 184"/>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46265" name="Line 185"/>
            <p:cNvSpPr>
              <a:spLocks noChangeShapeType="1"/>
            </p:cNvSpPr>
            <p:nvPr/>
          </p:nvSpPr>
          <p:spPr bwMode="auto">
            <a:xfrm>
              <a:off x="7779" y="1343"/>
              <a:ext cx="0" cy="635"/>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
        <p:nvSpPr>
          <p:cNvPr id="46082" name="Text Box 2"/>
          <p:cNvSpPr txBox="1">
            <a:spLocks noChangeArrowheads="1"/>
          </p:cNvSpPr>
          <p:nvPr/>
        </p:nvSpPr>
        <p:spPr bwMode="auto">
          <a:xfrm>
            <a:off x="1403350" y="404813"/>
            <a:ext cx="66135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latin typeface="Times New Roman" panose="02020603050405020304" pitchFamily="18" charset="0"/>
              </a:rPr>
              <a:t>列写电路的回路电流方程和结点电压方程</a:t>
            </a:r>
          </a:p>
        </p:txBody>
      </p:sp>
      <p:sp>
        <p:nvSpPr>
          <p:cNvPr id="46083" name="Text Box 3"/>
          <p:cNvSpPr txBox="1">
            <a:spLocks noChangeArrowheads="1"/>
          </p:cNvSpPr>
          <p:nvPr/>
        </p:nvSpPr>
        <p:spPr bwMode="auto">
          <a:xfrm>
            <a:off x="323850" y="404813"/>
            <a:ext cx="814647"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2</a:t>
            </a:r>
            <a:r>
              <a:rPr kumimoji="1" lang="en-US" altLang="zh-CN" sz="2800">
                <a:latin typeface="Times New Roman" panose="02020603050405020304" pitchFamily="18" charset="0"/>
                <a:ea typeface="宋体" panose="02010600030101010101" pitchFamily="2" charset="-122"/>
              </a:rPr>
              <a:t> </a:t>
            </a:r>
          </a:p>
        </p:txBody>
      </p:sp>
      <p:sp>
        <p:nvSpPr>
          <p:cNvPr id="46084" name="Text Box 4"/>
          <p:cNvSpPr txBox="1">
            <a:spLocks noChangeArrowheads="1"/>
          </p:cNvSpPr>
          <p:nvPr/>
        </p:nvSpPr>
        <p:spPr bwMode="auto">
          <a:xfrm>
            <a:off x="468313" y="3573463"/>
            <a:ext cx="545342" cy="523220"/>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pSp>
        <p:nvGrpSpPr>
          <p:cNvPr id="46181" name="Group 101"/>
          <p:cNvGrpSpPr>
            <a:grpSpLocks/>
          </p:cNvGrpSpPr>
          <p:nvPr/>
        </p:nvGrpSpPr>
        <p:grpSpPr bwMode="auto">
          <a:xfrm>
            <a:off x="5076825" y="1557338"/>
            <a:ext cx="1066800" cy="488950"/>
            <a:chOff x="3216" y="914"/>
            <a:chExt cx="672" cy="308"/>
          </a:xfrm>
        </p:grpSpPr>
        <p:sp>
          <p:nvSpPr>
            <p:cNvPr id="46160" name="Arc 80"/>
            <p:cNvSpPr>
              <a:spLocks/>
            </p:cNvSpPr>
            <p:nvPr/>
          </p:nvSpPr>
          <p:spPr bwMode="auto">
            <a:xfrm>
              <a:off x="3216" y="984"/>
              <a:ext cx="672" cy="192"/>
            </a:xfrm>
            <a:custGeom>
              <a:avLst/>
              <a:gdLst>
                <a:gd name="G0" fmla="+- 21600 0 0"/>
                <a:gd name="G1" fmla="+- 21600 0 0"/>
                <a:gd name="G2" fmla="+- 21600 0 0"/>
                <a:gd name="T0" fmla="*/ 21600 w 43200"/>
                <a:gd name="T1" fmla="*/ 0 h 43200"/>
                <a:gd name="T2" fmla="*/ 14335 w 43200"/>
                <a:gd name="T3" fmla="*/ 125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lnTo>
                    <a:pt x="21600" y="21600"/>
                  </a:lnTo>
                  <a:close/>
                </a:path>
              </a:pathLst>
            </a:custGeom>
            <a:noFill/>
            <a:ln w="28575">
              <a:solidFill>
                <a:srgbClr val="FF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162" name="Object 82"/>
            <p:cNvGraphicFramePr>
              <a:graphicFrameLocks noChangeAspect="1"/>
            </p:cNvGraphicFramePr>
            <p:nvPr/>
          </p:nvGraphicFramePr>
          <p:xfrm>
            <a:off x="3415" y="914"/>
            <a:ext cx="174" cy="308"/>
          </p:xfrm>
          <a:graphic>
            <a:graphicData uri="http://schemas.openxmlformats.org/presentationml/2006/ole">
              <mc:AlternateContent xmlns:mc="http://schemas.openxmlformats.org/markup-compatibility/2006">
                <mc:Choice xmlns:v="urn:schemas-microsoft-com:vml" Requires="v">
                  <p:oleObj name="公式" r:id="rId10" imgW="152280" imgH="266400" progId="Equation.3">
                    <p:embed/>
                  </p:oleObj>
                </mc:Choice>
                <mc:Fallback>
                  <p:oleObj name="公式" r:id="rId10" imgW="152280" imgH="266400" progId="Equation.3">
                    <p:embed/>
                    <p:pic>
                      <p:nvPicPr>
                        <p:cNvPr id="46162" name="Object 8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15" y="914"/>
                          <a:ext cx="174"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182" name="Group 102"/>
          <p:cNvGrpSpPr>
            <a:grpSpLocks/>
          </p:cNvGrpSpPr>
          <p:nvPr/>
        </p:nvGrpSpPr>
        <p:grpSpPr bwMode="auto">
          <a:xfrm>
            <a:off x="5076825" y="2492375"/>
            <a:ext cx="1066800" cy="488950"/>
            <a:chOff x="3216" y="1514"/>
            <a:chExt cx="672" cy="308"/>
          </a:xfrm>
        </p:grpSpPr>
        <p:sp>
          <p:nvSpPr>
            <p:cNvPr id="46164" name="Arc 84"/>
            <p:cNvSpPr>
              <a:spLocks/>
            </p:cNvSpPr>
            <p:nvPr/>
          </p:nvSpPr>
          <p:spPr bwMode="auto">
            <a:xfrm>
              <a:off x="3216" y="1584"/>
              <a:ext cx="672" cy="192"/>
            </a:xfrm>
            <a:custGeom>
              <a:avLst/>
              <a:gdLst>
                <a:gd name="G0" fmla="+- 21600 0 0"/>
                <a:gd name="G1" fmla="+- 21600 0 0"/>
                <a:gd name="G2" fmla="+- 21600 0 0"/>
                <a:gd name="T0" fmla="*/ 21600 w 43200"/>
                <a:gd name="T1" fmla="*/ 0 h 43200"/>
                <a:gd name="T2" fmla="*/ 14335 w 43200"/>
                <a:gd name="T3" fmla="*/ 125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lnTo>
                    <a:pt x="21600" y="21600"/>
                  </a:lnTo>
                  <a:close/>
                </a:path>
              </a:pathLst>
            </a:custGeom>
            <a:noFill/>
            <a:ln w="28575">
              <a:solidFill>
                <a:srgbClr val="FF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166" name="Object 86"/>
            <p:cNvGraphicFramePr>
              <a:graphicFrameLocks noChangeAspect="1"/>
            </p:cNvGraphicFramePr>
            <p:nvPr/>
          </p:nvGraphicFramePr>
          <p:xfrm>
            <a:off x="3415" y="1514"/>
            <a:ext cx="189" cy="308"/>
          </p:xfrm>
          <a:graphic>
            <a:graphicData uri="http://schemas.openxmlformats.org/presentationml/2006/ole">
              <mc:AlternateContent xmlns:mc="http://schemas.openxmlformats.org/markup-compatibility/2006">
                <mc:Choice xmlns:v="urn:schemas-microsoft-com:vml" Requires="v">
                  <p:oleObj name="公式" r:id="rId12" imgW="164880" imgH="266400" progId="Equation.3">
                    <p:embed/>
                  </p:oleObj>
                </mc:Choice>
                <mc:Fallback>
                  <p:oleObj name="公式" r:id="rId12" imgW="164880" imgH="266400" progId="Equation.3">
                    <p:embed/>
                    <p:pic>
                      <p:nvPicPr>
                        <p:cNvPr id="46166" name="Object 8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5" y="1514"/>
                          <a:ext cx="189"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184" name="Group 104"/>
          <p:cNvGrpSpPr>
            <a:grpSpLocks/>
          </p:cNvGrpSpPr>
          <p:nvPr/>
        </p:nvGrpSpPr>
        <p:grpSpPr bwMode="auto">
          <a:xfrm>
            <a:off x="7740650" y="1773238"/>
            <a:ext cx="304800" cy="1066800"/>
            <a:chOff x="4897" y="960"/>
            <a:chExt cx="192" cy="672"/>
          </a:xfrm>
        </p:grpSpPr>
        <p:sp>
          <p:nvSpPr>
            <p:cNvPr id="46168" name="Arc 88"/>
            <p:cNvSpPr>
              <a:spLocks/>
            </p:cNvSpPr>
            <p:nvPr/>
          </p:nvSpPr>
          <p:spPr bwMode="auto">
            <a:xfrm rot="16200000" flipH="1">
              <a:off x="4657" y="1200"/>
              <a:ext cx="672" cy="192"/>
            </a:xfrm>
            <a:custGeom>
              <a:avLst/>
              <a:gdLst>
                <a:gd name="G0" fmla="+- 21600 0 0"/>
                <a:gd name="G1" fmla="+- 21600 0 0"/>
                <a:gd name="G2" fmla="+- 21600 0 0"/>
                <a:gd name="T0" fmla="*/ 21600 w 43200"/>
                <a:gd name="T1" fmla="*/ 0 h 43200"/>
                <a:gd name="T2" fmla="*/ 14335 w 43200"/>
                <a:gd name="T3" fmla="*/ 125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lnTo>
                    <a:pt x="21600" y="21600"/>
                  </a:lnTo>
                  <a:close/>
                </a:path>
              </a:pathLst>
            </a:custGeom>
            <a:noFill/>
            <a:ln w="28575">
              <a:solidFill>
                <a:srgbClr val="FF0000"/>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170" name="Object 90"/>
            <p:cNvGraphicFramePr>
              <a:graphicFrameLocks noChangeAspect="1"/>
            </p:cNvGraphicFramePr>
            <p:nvPr/>
          </p:nvGraphicFramePr>
          <p:xfrm>
            <a:off x="4897" y="1082"/>
            <a:ext cx="189" cy="308"/>
          </p:xfrm>
          <a:graphic>
            <a:graphicData uri="http://schemas.openxmlformats.org/presentationml/2006/ole">
              <mc:AlternateContent xmlns:mc="http://schemas.openxmlformats.org/markup-compatibility/2006">
                <mc:Choice xmlns:v="urn:schemas-microsoft-com:vml" Requires="v">
                  <p:oleObj name="公式" r:id="rId14" imgW="164880" imgH="266400" progId="Equation.3">
                    <p:embed/>
                  </p:oleObj>
                </mc:Choice>
                <mc:Fallback>
                  <p:oleObj name="公式" r:id="rId14" imgW="164880" imgH="266400" progId="Equation.3">
                    <p:embed/>
                    <p:pic>
                      <p:nvPicPr>
                        <p:cNvPr id="46170" name="Object 9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97" y="1082"/>
                          <a:ext cx="189"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183" name="Group 103"/>
          <p:cNvGrpSpPr>
            <a:grpSpLocks/>
          </p:cNvGrpSpPr>
          <p:nvPr/>
        </p:nvGrpSpPr>
        <p:grpSpPr bwMode="auto">
          <a:xfrm>
            <a:off x="6877050" y="1773238"/>
            <a:ext cx="311150" cy="1066800"/>
            <a:chOff x="4320" y="1056"/>
            <a:chExt cx="196" cy="672"/>
          </a:xfrm>
        </p:grpSpPr>
        <p:sp>
          <p:nvSpPr>
            <p:cNvPr id="46172" name="Arc 92"/>
            <p:cNvSpPr>
              <a:spLocks/>
            </p:cNvSpPr>
            <p:nvPr/>
          </p:nvSpPr>
          <p:spPr bwMode="auto">
            <a:xfrm rot="5400000">
              <a:off x="4080" y="1296"/>
              <a:ext cx="672" cy="192"/>
            </a:xfrm>
            <a:custGeom>
              <a:avLst/>
              <a:gdLst>
                <a:gd name="G0" fmla="+- 21600 0 0"/>
                <a:gd name="G1" fmla="+- 21600 0 0"/>
                <a:gd name="G2" fmla="+- 21600 0 0"/>
                <a:gd name="T0" fmla="*/ 21600 w 43200"/>
                <a:gd name="T1" fmla="*/ 0 h 43200"/>
                <a:gd name="T2" fmla="*/ 14335 w 43200"/>
                <a:gd name="T3" fmla="*/ 125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lnTo>
                    <a:pt x="21600" y="21600"/>
                  </a:lnTo>
                  <a:close/>
                </a:path>
              </a:pathLst>
            </a:custGeom>
            <a:noFill/>
            <a:ln w="28575">
              <a:solidFill>
                <a:srgbClr val="FF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174" name="Object 94"/>
            <p:cNvGraphicFramePr>
              <a:graphicFrameLocks noChangeAspect="1"/>
            </p:cNvGraphicFramePr>
            <p:nvPr/>
          </p:nvGraphicFramePr>
          <p:xfrm>
            <a:off x="4327" y="1234"/>
            <a:ext cx="189" cy="306"/>
          </p:xfrm>
          <a:graphic>
            <a:graphicData uri="http://schemas.openxmlformats.org/presentationml/2006/ole">
              <mc:AlternateContent xmlns:mc="http://schemas.openxmlformats.org/markup-compatibility/2006">
                <mc:Choice xmlns:v="urn:schemas-microsoft-com:vml" Requires="v">
                  <p:oleObj name="Equation" r:id="rId16" imgW="164880" imgH="266400" progId="Equation.DSMT4">
                    <p:embed/>
                  </p:oleObj>
                </mc:Choice>
                <mc:Fallback>
                  <p:oleObj name="Equation" r:id="rId16" imgW="164880" imgH="266400" progId="Equation.DSMT4">
                    <p:embed/>
                    <p:pic>
                      <p:nvPicPr>
                        <p:cNvPr id="46174" name="Object 9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27" y="1234"/>
                          <a:ext cx="189"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175" name="Text Box 95"/>
          <p:cNvSpPr txBox="1">
            <a:spLocks noChangeArrowheads="1"/>
          </p:cNvSpPr>
          <p:nvPr/>
        </p:nvSpPr>
        <p:spPr bwMode="auto">
          <a:xfrm>
            <a:off x="1258888" y="3573463"/>
            <a:ext cx="22320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t>回路方程</a:t>
            </a:r>
          </a:p>
        </p:txBody>
      </p:sp>
      <p:graphicFrame>
        <p:nvGraphicFramePr>
          <p:cNvPr id="46176" name="Object 96"/>
          <p:cNvGraphicFramePr>
            <a:graphicFrameLocks noChangeAspect="1"/>
          </p:cNvGraphicFramePr>
          <p:nvPr/>
        </p:nvGraphicFramePr>
        <p:xfrm>
          <a:off x="1555750" y="4103688"/>
          <a:ext cx="6053138" cy="536575"/>
        </p:xfrm>
        <a:graphic>
          <a:graphicData uri="http://schemas.openxmlformats.org/presentationml/2006/ole">
            <mc:AlternateContent xmlns:mc="http://schemas.openxmlformats.org/markup-compatibility/2006">
              <mc:Choice xmlns:v="urn:schemas-microsoft-com:vml" Requires="v">
                <p:oleObj name="Equation" r:id="rId18" imgW="2705040" imgH="241200" progId="Equation.DSMT4">
                  <p:embed/>
                </p:oleObj>
              </mc:Choice>
              <mc:Fallback>
                <p:oleObj name="Equation" r:id="rId18" imgW="2705040" imgH="241200" progId="Equation.DSMT4">
                  <p:embed/>
                  <p:pic>
                    <p:nvPicPr>
                      <p:cNvPr id="46176" name="Object 96"/>
                      <p:cNvPicPr>
                        <a:picLocks noChangeAspect="1" noChangeArrowheads="1"/>
                      </p:cNvPicPr>
                      <p:nvPr/>
                    </p:nvPicPr>
                    <p:blipFill>
                      <a:blip r:embed="rId19"/>
                      <a:srcRect/>
                      <a:stretch>
                        <a:fillRect/>
                      </a:stretch>
                    </p:blipFill>
                    <p:spPr bwMode="auto">
                      <a:xfrm>
                        <a:off x="1555750" y="4103688"/>
                        <a:ext cx="6053138"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77" name="Object 97"/>
          <p:cNvGraphicFramePr>
            <a:graphicFrameLocks noChangeAspect="1"/>
          </p:cNvGraphicFramePr>
          <p:nvPr/>
        </p:nvGraphicFramePr>
        <p:xfrm>
          <a:off x="1562100" y="4749800"/>
          <a:ext cx="5984875" cy="495300"/>
        </p:xfrm>
        <a:graphic>
          <a:graphicData uri="http://schemas.openxmlformats.org/presentationml/2006/ole">
            <mc:AlternateContent xmlns:mc="http://schemas.openxmlformats.org/markup-compatibility/2006">
              <mc:Choice xmlns:v="urn:schemas-microsoft-com:vml" Requires="v">
                <p:oleObj name="Equation" r:id="rId20" imgW="2895480" imgH="241200" progId="Equation.DSMT4">
                  <p:embed/>
                </p:oleObj>
              </mc:Choice>
              <mc:Fallback>
                <p:oleObj name="Equation" r:id="rId20" imgW="2895480" imgH="241200" progId="Equation.DSMT4">
                  <p:embed/>
                  <p:pic>
                    <p:nvPicPr>
                      <p:cNvPr id="46177" name="Object 97"/>
                      <p:cNvPicPr>
                        <a:picLocks noChangeAspect="1" noChangeArrowheads="1"/>
                      </p:cNvPicPr>
                      <p:nvPr/>
                    </p:nvPicPr>
                    <p:blipFill>
                      <a:blip r:embed="rId21"/>
                      <a:srcRect/>
                      <a:stretch>
                        <a:fillRect/>
                      </a:stretch>
                    </p:blipFill>
                    <p:spPr bwMode="auto">
                      <a:xfrm>
                        <a:off x="1562100" y="4749800"/>
                        <a:ext cx="5984875"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78" name="Object 98"/>
          <p:cNvGraphicFramePr>
            <a:graphicFrameLocks noChangeAspect="1"/>
          </p:cNvGraphicFramePr>
          <p:nvPr/>
        </p:nvGraphicFramePr>
        <p:xfrm>
          <a:off x="1501775" y="5267325"/>
          <a:ext cx="5592763" cy="844550"/>
        </p:xfrm>
        <a:graphic>
          <a:graphicData uri="http://schemas.openxmlformats.org/presentationml/2006/ole">
            <mc:AlternateContent xmlns:mc="http://schemas.openxmlformats.org/markup-compatibility/2006">
              <mc:Choice xmlns:v="urn:schemas-microsoft-com:vml" Requires="v">
                <p:oleObj name="Equation" r:id="rId22" imgW="2755800" imgH="419040" progId="Equation.DSMT4">
                  <p:embed/>
                </p:oleObj>
              </mc:Choice>
              <mc:Fallback>
                <p:oleObj name="Equation" r:id="rId22" imgW="2755800" imgH="419040" progId="Equation.DSMT4">
                  <p:embed/>
                  <p:pic>
                    <p:nvPicPr>
                      <p:cNvPr id="46178" name="Object 98"/>
                      <p:cNvPicPr>
                        <a:picLocks noChangeAspect="1" noChangeArrowheads="1"/>
                      </p:cNvPicPr>
                      <p:nvPr/>
                    </p:nvPicPr>
                    <p:blipFill>
                      <a:blip r:embed="rId23"/>
                      <a:srcRect/>
                      <a:stretch>
                        <a:fillRect/>
                      </a:stretch>
                    </p:blipFill>
                    <p:spPr bwMode="auto">
                      <a:xfrm>
                        <a:off x="1501775" y="5267325"/>
                        <a:ext cx="5592763"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79" name="Object 99"/>
          <p:cNvGraphicFramePr>
            <a:graphicFrameLocks noChangeAspect="1"/>
          </p:cNvGraphicFramePr>
          <p:nvPr/>
        </p:nvGraphicFramePr>
        <p:xfrm>
          <a:off x="1255713" y="6048375"/>
          <a:ext cx="1157287" cy="522288"/>
        </p:xfrm>
        <a:graphic>
          <a:graphicData uri="http://schemas.openxmlformats.org/presentationml/2006/ole">
            <mc:AlternateContent xmlns:mc="http://schemas.openxmlformats.org/markup-compatibility/2006">
              <mc:Choice xmlns:v="urn:schemas-microsoft-com:vml" Requires="v">
                <p:oleObj name="Equation" r:id="rId24" imgW="533160" imgH="241200" progId="Equation.DSMT4">
                  <p:embed/>
                </p:oleObj>
              </mc:Choice>
              <mc:Fallback>
                <p:oleObj name="Equation" r:id="rId24" imgW="533160" imgH="241200" progId="Equation.DSMT4">
                  <p:embed/>
                  <p:pic>
                    <p:nvPicPr>
                      <p:cNvPr id="46179" name="Object 99"/>
                      <p:cNvPicPr>
                        <a:picLocks noChangeAspect="1" noChangeArrowheads="1"/>
                      </p:cNvPicPr>
                      <p:nvPr/>
                    </p:nvPicPr>
                    <p:blipFill>
                      <a:blip r:embed="rId25"/>
                      <a:srcRect/>
                      <a:stretch>
                        <a:fillRect/>
                      </a:stretch>
                    </p:blipFill>
                    <p:spPr bwMode="auto">
                      <a:xfrm>
                        <a:off x="1255713" y="6048375"/>
                        <a:ext cx="1157287"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80" name="AutoShape 100"/>
          <p:cNvSpPr>
            <a:spLocks/>
          </p:cNvSpPr>
          <p:nvPr/>
        </p:nvSpPr>
        <p:spPr bwMode="auto">
          <a:xfrm>
            <a:off x="900113" y="4221163"/>
            <a:ext cx="142875" cy="2249487"/>
          </a:xfrm>
          <a:prstGeom prst="leftBrace">
            <a:avLst>
              <a:gd name="adj1" fmla="val 131204"/>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nvGrpSpPr>
          <p:cNvPr id="46270" name="Group 190"/>
          <p:cNvGrpSpPr>
            <a:grpSpLocks/>
          </p:cNvGrpSpPr>
          <p:nvPr/>
        </p:nvGrpSpPr>
        <p:grpSpPr bwMode="auto">
          <a:xfrm>
            <a:off x="827088" y="981075"/>
            <a:ext cx="3673475" cy="2519363"/>
            <a:chOff x="521" y="618"/>
            <a:chExt cx="2314" cy="1587"/>
          </a:xfrm>
        </p:grpSpPr>
        <p:sp>
          <p:nvSpPr>
            <p:cNvPr id="46199" name="Line 119"/>
            <p:cNvSpPr>
              <a:spLocks noChangeShapeType="1"/>
            </p:cNvSpPr>
            <p:nvPr/>
          </p:nvSpPr>
          <p:spPr bwMode="auto">
            <a:xfrm>
              <a:off x="2653" y="799"/>
              <a:ext cx="0" cy="1361"/>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01" name="Oval 121"/>
            <p:cNvSpPr>
              <a:spLocks noChangeArrowheads="1"/>
            </p:cNvSpPr>
            <p:nvPr/>
          </p:nvSpPr>
          <p:spPr bwMode="auto">
            <a:xfrm>
              <a:off x="884" y="61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02" name="Text Box 122"/>
            <p:cNvSpPr txBox="1">
              <a:spLocks noChangeArrowheads="1"/>
            </p:cNvSpPr>
            <p:nvPr/>
          </p:nvSpPr>
          <p:spPr bwMode="auto">
            <a:xfrm>
              <a:off x="1247" y="799"/>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46203" name="Text Box 123"/>
            <p:cNvSpPr txBox="1">
              <a:spLocks noChangeArrowheads="1"/>
            </p:cNvSpPr>
            <p:nvPr/>
          </p:nvSpPr>
          <p:spPr bwMode="auto">
            <a:xfrm>
              <a:off x="657" y="663"/>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46206" name="Line 126"/>
            <p:cNvSpPr>
              <a:spLocks noChangeShapeType="1"/>
            </p:cNvSpPr>
            <p:nvPr/>
          </p:nvSpPr>
          <p:spPr bwMode="auto">
            <a:xfrm>
              <a:off x="521" y="799"/>
              <a:ext cx="2132" cy="0"/>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07" name="Line 127"/>
            <p:cNvSpPr>
              <a:spLocks noChangeShapeType="1"/>
            </p:cNvSpPr>
            <p:nvPr/>
          </p:nvSpPr>
          <p:spPr bwMode="auto">
            <a:xfrm>
              <a:off x="521" y="799"/>
              <a:ext cx="0" cy="1361"/>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08" name="Line 128"/>
            <p:cNvSpPr>
              <a:spLocks noChangeShapeType="1"/>
            </p:cNvSpPr>
            <p:nvPr/>
          </p:nvSpPr>
          <p:spPr bwMode="auto">
            <a:xfrm>
              <a:off x="521" y="2160"/>
              <a:ext cx="2132" cy="0"/>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09" name="Line 129"/>
            <p:cNvSpPr>
              <a:spLocks noChangeShapeType="1"/>
            </p:cNvSpPr>
            <p:nvPr/>
          </p:nvSpPr>
          <p:spPr bwMode="auto">
            <a:xfrm flipH="1">
              <a:off x="1655" y="799"/>
              <a:ext cx="12" cy="1361"/>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0" name="Line 130"/>
            <p:cNvSpPr>
              <a:spLocks noChangeShapeType="1"/>
            </p:cNvSpPr>
            <p:nvPr/>
          </p:nvSpPr>
          <p:spPr bwMode="auto">
            <a:xfrm>
              <a:off x="521" y="1471"/>
              <a:ext cx="144" cy="0"/>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1" name="Line 131"/>
            <p:cNvSpPr>
              <a:spLocks noChangeShapeType="1"/>
            </p:cNvSpPr>
            <p:nvPr/>
          </p:nvSpPr>
          <p:spPr bwMode="auto">
            <a:xfrm>
              <a:off x="1127" y="1471"/>
              <a:ext cx="528" cy="0"/>
            </a:xfrm>
            <a:prstGeom prst="line">
              <a:avLst/>
            </a:prstGeom>
            <a:noFill/>
            <a:ln w="28575">
              <a:solidFill>
                <a:srgbClr val="FFCC00"/>
              </a:solidFill>
              <a:round/>
              <a:headE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2" name="Line 132"/>
            <p:cNvSpPr>
              <a:spLocks noChangeShapeType="1"/>
            </p:cNvSpPr>
            <p:nvPr/>
          </p:nvSpPr>
          <p:spPr bwMode="auto">
            <a:xfrm>
              <a:off x="2239" y="799"/>
              <a:ext cx="0" cy="624"/>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3" name="Line 133"/>
            <p:cNvSpPr>
              <a:spLocks noChangeShapeType="1"/>
            </p:cNvSpPr>
            <p:nvPr/>
          </p:nvSpPr>
          <p:spPr bwMode="auto">
            <a:xfrm>
              <a:off x="2245" y="1525"/>
              <a:ext cx="0" cy="635"/>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4" name="Line 134"/>
            <p:cNvSpPr>
              <a:spLocks noChangeShapeType="1"/>
            </p:cNvSpPr>
            <p:nvPr/>
          </p:nvSpPr>
          <p:spPr bwMode="auto">
            <a:xfrm>
              <a:off x="2143" y="1423"/>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5" name="Line 135"/>
            <p:cNvSpPr>
              <a:spLocks noChangeShapeType="1"/>
            </p:cNvSpPr>
            <p:nvPr/>
          </p:nvSpPr>
          <p:spPr bwMode="auto">
            <a:xfrm>
              <a:off x="2143" y="1519"/>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216" name="Object 136"/>
            <p:cNvGraphicFramePr>
              <a:graphicFrameLocks noChangeAspect="1"/>
            </p:cNvGraphicFramePr>
            <p:nvPr/>
          </p:nvGraphicFramePr>
          <p:xfrm>
            <a:off x="983" y="981"/>
            <a:ext cx="241" cy="336"/>
          </p:xfrm>
          <a:graphic>
            <a:graphicData uri="http://schemas.openxmlformats.org/presentationml/2006/ole">
              <mc:AlternateContent xmlns:mc="http://schemas.openxmlformats.org/markup-compatibility/2006">
                <mc:Choice xmlns:v="urn:schemas-microsoft-com:vml" Requires="v">
                  <p:oleObj name="Equation" r:id="rId26" imgW="164880" imgH="228600" progId="Equation.DSMT4">
                    <p:embed/>
                  </p:oleObj>
                </mc:Choice>
                <mc:Fallback>
                  <p:oleObj name="Equation" r:id="rId26" imgW="164880" imgH="228600" progId="Equation.DSMT4">
                    <p:embed/>
                    <p:pic>
                      <p:nvPicPr>
                        <p:cNvPr id="46216" name="Object 136"/>
                        <p:cNvPicPr>
                          <a:picLocks noChangeAspect="1" noChangeArrowheads="1"/>
                        </p:cNvPicPr>
                        <p:nvPr/>
                      </p:nvPicPr>
                      <p:blipFill>
                        <a:blip r:embed="rId27"/>
                        <a:srcRect/>
                        <a:stretch>
                          <a:fillRect/>
                        </a:stretch>
                      </p:blipFill>
                      <p:spPr bwMode="auto">
                        <a:xfrm>
                          <a:off x="983" y="981"/>
                          <a:ext cx="24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17" name="Object 137"/>
            <p:cNvGraphicFramePr>
              <a:graphicFrameLocks noChangeAspect="1"/>
            </p:cNvGraphicFramePr>
            <p:nvPr/>
          </p:nvGraphicFramePr>
          <p:xfrm>
            <a:off x="2443" y="938"/>
            <a:ext cx="200" cy="360"/>
          </p:xfrm>
          <a:graphic>
            <a:graphicData uri="http://schemas.openxmlformats.org/presentationml/2006/ole">
              <mc:AlternateContent xmlns:mc="http://schemas.openxmlformats.org/markup-compatibility/2006">
                <mc:Choice xmlns:v="urn:schemas-microsoft-com:vml" Requires="v">
                  <p:oleObj name="Equation" r:id="rId28" imgW="126720" imgH="228600" progId="Equation.DSMT4">
                    <p:embed/>
                  </p:oleObj>
                </mc:Choice>
                <mc:Fallback>
                  <p:oleObj name="Equation" r:id="rId28" imgW="126720" imgH="228600" progId="Equation.DSMT4">
                    <p:embed/>
                    <p:pic>
                      <p:nvPicPr>
                        <p:cNvPr id="46217" name="Object 137"/>
                        <p:cNvPicPr>
                          <a:picLocks noChangeAspect="1" noChangeArrowheads="1"/>
                        </p:cNvPicPr>
                        <p:nvPr/>
                      </p:nvPicPr>
                      <p:blipFill>
                        <a:blip r:embed="rId29"/>
                        <a:srcRect/>
                        <a:stretch>
                          <a:fillRect/>
                        </a:stretch>
                      </p:blipFill>
                      <p:spPr bwMode="auto">
                        <a:xfrm>
                          <a:off x="2443" y="938"/>
                          <a:ext cx="20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218" name="Text Box 138"/>
            <p:cNvSpPr txBox="1">
              <a:spLocks noChangeArrowheads="1"/>
            </p:cNvSpPr>
            <p:nvPr/>
          </p:nvSpPr>
          <p:spPr bwMode="auto">
            <a:xfrm>
              <a:off x="793" y="1434"/>
              <a:ext cx="25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L</a:t>
              </a:r>
            </a:p>
          </p:txBody>
        </p:sp>
        <p:sp>
          <p:nvSpPr>
            <p:cNvPr id="46219" name="Text Box 139"/>
            <p:cNvSpPr txBox="1">
              <a:spLocks noChangeArrowheads="1"/>
            </p:cNvSpPr>
            <p:nvPr/>
          </p:nvSpPr>
          <p:spPr bwMode="auto">
            <a:xfrm>
              <a:off x="1201" y="1480"/>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6220" name="Text Box 140"/>
            <p:cNvSpPr txBox="1">
              <a:spLocks noChangeArrowheads="1"/>
            </p:cNvSpPr>
            <p:nvPr/>
          </p:nvSpPr>
          <p:spPr bwMode="auto">
            <a:xfrm>
              <a:off x="1791" y="890"/>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6221" name="Text Box 141"/>
            <p:cNvSpPr txBox="1">
              <a:spLocks noChangeArrowheads="1"/>
            </p:cNvSpPr>
            <p:nvPr/>
          </p:nvSpPr>
          <p:spPr bwMode="auto">
            <a:xfrm>
              <a:off x="1746" y="1616"/>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6222" name="Text Box 142"/>
            <p:cNvSpPr txBox="1">
              <a:spLocks noChangeArrowheads="1"/>
            </p:cNvSpPr>
            <p:nvPr/>
          </p:nvSpPr>
          <p:spPr bwMode="auto">
            <a:xfrm>
              <a:off x="953" y="1775"/>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4</a:t>
              </a:r>
              <a:endParaRPr kumimoji="1" lang="en-US" altLang="zh-CN" sz="2800" b="0" i="1">
                <a:latin typeface="Times New Roman" panose="02020603050405020304" pitchFamily="18" charset="0"/>
                <a:ea typeface="宋体" panose="02010600030101010101" pitchFamily="2" charset="-122"/>
              </a:endParaRPr>
            </a:p>
          </p:txBody>
        </p:sp>
        <p:sp>
          <p:nvSpPr>
            <p:cNvPr id="46223" name="Text Box 143"/>
            <p:cNvSpPr txBox="1">
              <a:spLocks noChangeArrowheads="1"/>
            </p:cNvSpPr>
            <p:nvPr/>
          </p:nvSpPr>
          <p:spPr bwMode="auto">
            <a:xfrm>
              <a:off x="1882" y="1298"/>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C</a:t>
              </a:r>
            </a:p>
          </p:txBody>
        </p:sp>
        <p:sp>
          <p:nvSpPr>
            <p:cNvPr id="46224" name="Rectangle 144"/>
            <p:cNvSpPr>
              <a:spLocks noChangeArrowheads="1"/>
            </p:cNvSpPr>
            <p:nvPr/>
          </p:nvSpPr>
          <p:spPr bwMode="auto">
            <a:xfrm>
              <a:off x="975" y="2069"/>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25" name="Rectangle 145"/>
            <p:cNvSpPr>
              <a:spLocks noChangeArrowheads="1"/>
            </p:cNvSpPr>
            <p:nvPr/>
          </p:nvSpPr>
          <p:spPr bwMode="auto">
            <a:xfrm>
              <a:off x="1609" y="981"/>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26" name="Rectangle 146"/>
            <p:cNvSpPr>
              <a:spLocks noChangeArrowheads="1"/>
            </p:cNvSpPr>
            <p:nvPr/>
          </p:nvSpPr>
          <p:spPr bwMode="auto">
            <a:xfrm>
              <a:off x="1618" y="1661"/>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27" name="Rectangle 147"/>
            <p:cNvSpPr>
              <a:spLocks noChangeArrowheads="1"/>
            </p:cNvSpPr>
            <p:nvPr/>
          </p:nvSpPr>
          <p:spPr bwMode="auto">
            <a:xfrm>
              <a:off x="1247" y="1389"/>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46228" name="Group 148"/>
            <p:cNvGrpSpPr>
              <a:grpSpLocks/>
            </p:cNvGrpSpPr>
            <p:nvPr/>
          </p:nvGrpSpPr>
          <p:grpSpPr bwMode="auto">
            <a:xfrm>
              <a:off x="644" y="1389"/>
              <a:ext cx="499" cy="590"/>
              <a:chOff x="476" y="663"/>
              <a:chExt cx="771" cy="862"/>
            </a:xfrm>
          </p:grpSpPr>
          <p:sp>
            <p:nvSpPr>
              <p:cNvPr id="46229" name="AutoShape 149"/>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30" name="AutoShape 150"/>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31" name="AutoShape 151"/>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46204" name="Line 124"/>
            <p:cNvSpPr>
              <a:spLocks noChangeShapeType="1"/>
            </p:cNvSpPr>
            <p:nvPr/>
          </p:nvSpPr>
          <p:spPr bwMode="auto">
            <a:xfrm flipV="1">
              <a:off x="2653" y="935"/>
              <a:ext cx="0" cy="45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46269" name="Group 189"/>
            <p:cNvGrpSpPr>
              <a:grpSpLocks/>
            </p:cNvGrpSpPr>
            <p:nvPr/>
          </p:nvGrpSpPr>
          <p:grpSpPr bwMode="auto">
            <a:xfrm>
              <a:off x="2472" y="1389"/>
              <a:ext cx="363" cy="363"/>
              <a:chOff x="2471" y="1298"/>
              <a:chExt cx="363" cy="363"/>
            </a:xfrm>
          </p:grpSpPr>
          <p:sp>
            <p:nvSpPr>
              <p:cNvPr id="46200" name="Oval 120"/>
              <p:cNvSpPr>
                <a:spLocks noChangeArrowheads="1"/>
              </p:cNvSpPr>
              <p:nvPr/>
            </p:nvSpPr>
            <p:spPr bwMode="auto">
              <a:xfrm>
                <a:off x="2471" y="129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05" name="Line 125"/>
              <p:cNvSpPr>
                <a:spLocks noChangeShapeType="1"/>
              </p:cNvSpPr>
              <p:nvPr/>
            </p:nvSpPr>
            <p:spPr bwMode="auto">
              <a:xfrm>
                <a:off x="2471" y="1480"/>
                <a:ext cx="363" cy="0"/>
              </a:xfrm>
              <a:prstGeom prst="line">
                <a:avLst/>
              </a:prstGeom>
              <a:noFill/>
              <a:ln w="3810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11502145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6083"/>
                                        </p:tgtEl>
                                        <p:attrNameLst>
                                          <p:attrName>style.visibility</p:attrName>
                                        </p:attrNameLst>
                                      </p:cBhvr>
                                      <p:to>
                                        <p:strVal val="visible"/>
                                      </p:to>
                                    </p:set>
                                    <p:anim calcmode="lin" valueType="num">
                                      <p:cBhvr>
                                        <p:cTn id="7" dur="1000" fill="hold"/>
                                        <p:tgtEl>
                                          <p:spTgt spid="46083"/>
                                        </p:tgtEl>
                                        <p:attrNameLst>
                                          <p:attrName>ppt_w</p:attrName>
                                        </p:attrNameLst>
                                      </p:cBhvr>
                                      <p:tavLst>
                                        <p:tav tm="0">
                                          <p:val>
                                            <p:fltVal val="0"/>
                                          </p:val>
                                        </p:tav>
                                        <p:tav tm="100000">
                                          <p:val>
                                            <p:strVal val="#ppt_w"/>
                                          </p:val>
                                        </p:tav>
                                      </p:tavLst>
                                    </p:anim>
                                    <p:anim calcmode="lin" valueType="num">
                                      <p:cBhvr>
                                        <p:cTn id="8" dur="1000" fill="hold"/>
                                        <p:tgtEl>
                                          <p:spTgt spid="46083"/>
                                        </p:tgtEl>
                                        <p:attrNameLst>
                                          <p:attrName>ppt_h</p:attrName>
                                        </p:attrNameLst>
                                      </p:cBhvr>
                                      <p:tavLst>
                                        <p:tav tm="0">
                                          <p:val>
                                            <p:fltVal val="0"/>
                                          </p:val>
                                        </p:tav>
                                        <p:tav tm="100000">
                                          <p:val>
                                            <p:strVal val="#ppt_h"/>
                                          </p:val>
                                        </p:tav>
                                      </p:tavLst>
                                    </p:anim>
                                    <p:anim calcmode="lin" valueType="num">
                                      <p:cBhvr>
                                        <p:cTn id="9" dur="1000" fill="hold"/>
                                        <p:tgtEl>
                                          <p:spTgt spid="4608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6083"/>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46270"/>
                                        </p:tgtEl>
                                        <p:attrNameLst>
                                          <p:attrName>style.visibility</p:attrName>
                                        </p:attrNameLst>
                                      </p:cBhvr>
                                      <p:to>
                                        <p:strVal val="visible"/>
                                      </p:to>
                                    </p:set>
                                    <p:animEffect transition="in" filter="blinds(horizontal)">
                                      <p:cBhvr>
                                        <p:cTn id="14" dur="500"/>
                                        <p:tgtEl>
                                          <p:spTgt spid="46270"/>
                                        </p:tgtEl>
                                      </p:cBhvr>
                                    </p:animEffect>
                                  </p:childTnLst>
                                </p:cTn>
                              </p:par>
                            </p:childTnLst>
                          </p:cTn>
                        </p:par>
                        <p:par>
                          <p:cTn id="15" fill="hold" nodeType="afterGroup">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46082"/>
                                        </p:tgtEl>
                                        <p:attrNameLst>
                                          <p:attrName>style.visibility</p:attrName>
                                        </p:attrNameLst>
                                      </p:cBhvr>
                                      <p:to>
                                        <p:strVal val="visible"/>
                                      </p:to>
                                    </p:set>
                                    <p:anim calcmode="lin" valueType="num">
                                      <p:cBhvr additive="base">
                                        <p:cTn id="18" dur="500" fill="hold"/>
                                        <p:tgtEl>
                                          <p:spTgt spid="46082"/>
                                        </p:tgtEl>
                                        <p:attrNameLst>
                                          <p:attrName>ppt_x</p:attrName>
                                        </p:attrNameLst>
                                      </p:cBhvr>
                                      <p:tavLst>
                                        <p:tav tm="0">
                                          <p:val>
                                            <p:strVal val="1+#ppt_w/2"/>
                                          </p:val>
                                        </p:tav>
                                        <p:tav tm="100000">
                                          <p:val>
                                            <p:strVal val="#ppt_x"/>
                                          </p:val>
                                        </p:tav>
                                      </p:tavLst>
                                    </p:anim>
                                    <p:anim calcmode="lin" valueType="num">
                                      <p:cBhvr additive="base">
                                        <p:cTn id="19" dur="500" fill="hold"/>
                                        <p:tgtEl>
                                          <p:spTgt spid="46082"/>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46084"/>
                                        </p:tgtEl>
                                        <p:attrNameLst>
                                          <p:attrName>style.visibility</p:attrName>
                                        </p:attrNameLst>
                                      </p:cBhvr>
                                      <p:to>
                                        <p:strVal val="visible"/>
                                      </p:to>
                                    </p:set>
                                    <p:anim calcmode="lin" valueType="num">
                                      <p:cBhvr>
                                        <p:cTn id="24" dur="1000" fill="hold"/>
                                        <p:tgtEl>
                                          <p:spTgt spid="46084"/>
                                        </p:tgtEl>
                                        <p:attrNameLst>
                                          <p:attrName>ppt_w</p:attrName>
                                        </p:attrNameLst>
                                      </p:cBhvr>
                                      <p:tavLst>
                                        <p:tav tm="0">
                                          <p:val>
                                            <p:fltVal val="0"/>
                                          </p:val>
                                        </p:tav>
                                        <p:tav tm="100000">
                                          <p:val>
                                            <p:strVal val="#ppt_w"/>
                                          </p:val>
                                        </p:tav>
                                      </p:tavLst>
                                    </p:anim>
                                    <p:anim calcmode="lin" valueType="num">
                                      <p:cBhvr>
                                        <p:cTn id="25" dur="1000" fill="hold"/>
                                        <p:tgtEl>
                                          <p:spTgt spid="46084"/>
                                        </p:tgtEl>
                                        <p:attrNameLst>
                                          <p:attrName>ppt_h</p:attrName>
                                        </p:attrNameLst>
                                      </p:cBhvr>
                                      <p:tavLst>
                                        <p:tav tm="0">
                                          <p:val>
                                            <p:fltVal val="0"/>
                                          </p:val>
                                        </p:tav>
                                        <p:tav tm="100000">
                                          <p:val>
                                            <p:strVal val="#ppt_h"/>
                                          </p:val>
                                        </p:tav>
                                      </p:tavLst>
                                    </p:anim>
                                    <p:anim calcmode="lin" valueType="num">
                                      <p:cBhvr>
                                        <p:cTn id="26" dur="1000" fill="hold"/>
                                        <p:tgtEl>
                                          <p:spTgt spid="46084"/>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4608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272"/>
                                        </p:tgtEl>
                                        <p:attrNameLst>
                                          <p:attrName>style.visibility</p:attrName>
                                        </p:attrNameLst>
                                      </p:cBhvr>
                                      <p:to>
                                        <p:strVal val="visible"/>
                                      </p:to>
                                    </p:set>
                                    <p:animEffect transition="in" filter="wipe(left)">
                                      <p:cBhvr>
                                        <p:cTn id="32" dur="500"/>
                                        <p:tgtEl>
                                          <p:spTgt spid="46272"/>
                                        </p:tgtEl>
                                      </p:cBhvr>
                                    </p:animEffect>
                                  </p:childTnLst>
                                </p:cTn>
                              </p:par>
                            </p:childTnLst>
                          </p:cTn>
                        </p:par>
                        <p:par>
                          <p:cTn id="33" fill="hold" nodeType="afterGroup">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46175"/>
                                        </p:tgtEl>
                                        <p:attrNameLst>
                                          <p:attrName>style.visibility</p:attrName>
                                        </p:attrNameLst>
                                      </p:cBhvr>
                                      <p:to>
                                        <p:strVal val="visible"/>
                                      </p:to>
                                    </p:set>
                                    <p:animEffect transition="in" filter="dissolve">
                                      <p:cBhvr>
                                        <p:cTn id="36" dur="500"/>
                                        <p:tgtEl>
                                          <p:spTgt spid="4617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32" fill="hold" nodeType="clickEffect">
                                  <p:stCondLst>
                                    <p:cond delay="0"/>
                                  </p:stCondLst>
                                  <p:childTnLst>
                                    <p:set>
                                      <p:cBhvr>
                                        <p:cTn id="40" dur="1" fill="hold">
                                          <p:stCondLst>
                                            <p:cond delay="0"/>
                                          </p:stCondLst>
                                        </p:cTn>
                                        <p:tgtEl>
                                          <p:spTgt spid="46181"/>
                                        </p:tgtEl>
                                        <p:attrNameLst>
                                          <p:attrName>style.visibility</p:attrName>
                                        </p:attrNameLst>
                                      </p:cBhvr>
                                      <p:to>
                                        <p:strVal val="visible"/>
                                      </p:to>
                                    </p:set>
                                    <p:anim calcmode="lin" valueType="num">
                                      <p:cBhvr>
                                        <p:cTn id="41" dur="500" fill="hold"/>
                                        <p:tgtEl>
                                          <p:spTgt spid="46181"/>
                                        </p:tgtEl>
                                        <p:attrNameLst>
                                          <p:attrName>ppt_w</p:attrName>
                                        </p:attrNameLst>
                                      </p:cBhvr>
                                      <p:tavLst>
                                        <p:tav tm="0">
                                          <p:val>
                                            <p:strVal val="4*#ppt_w"/>
                                          </p:val>
                                        </p:tav>
                                        <p:tav tm="100000">
                                          <p:val>
                                            <p:strVal val="#ppt_w"/>
                                          </p:val>
                                        </p:tav>
                                      </p:tavLst>
                                    </p:anim>
                                    <p:anim calcmode="lin" valueType="num">
                                      <p:cBhvr>
                                        <p:cTn id="42" dur="500" fill="hold"/>
                                        <p:tgtEl>
                                          <p:spTgt spid="46181"/>
                                        </p:tgtEl>
                                        <p:attrNameLst>
                                          <p:attrName>ppt_h</p:attrName>
                                        </p:attrNameLst>
                                      </p:cBhvr>
                                      <p:tavLst>
                                        <p:tav tm="0">
                                          <p:val>
                                            <p:strVal val="4*#ppt_h"/>
                                          </p:val>
                                        </p:tav>
                                        <p:tav tm="100000">
                                          <p:val>
                                            <p:strVal val="#ppt_h"/>
                                          </p:val>
                                        </p:tav>
                                      </p:tavLst>
                                    </p:anim>
                                  </p:childTnLst>
                                </p:cTn>
                              </p:par>
                            </p:childTnLst>
                          </p:cTn>
                        </p:par>
                        <p:par>
                          <p:cTn id="43" fill="hold" nodeType="afterGroup">
                            <p:stCondLst>
                              <p:cond delay="500"/>
                            </p:stCondLst>
                            <p:childTnLst>
                              <p:par>
                                <p:cTn id="44" presetID="23" presetClass="entr" presetSubtype="32" fill="hold" nodeType="afterEffect">
                                  <p:stCondLst>
                                    <p:cond delay="0"/>
                                  </p:stCondLst>
                                  <p:childTnLst>
                                    <p:set>
                                      <p:cBhvr>
                                        <p:cTn id="45" dur="1" fill="hold">
                                          <p:stCondLst>
                                            <p:cond delay="0"/>
                                          </p:stCondLst>
                                        </p:cTn>
                                        <p:tgtEl>
                                          <p:spTgt spid="46182"/>
                                        </p:tgtEl>
                                        <p:attrNameLst>
                                          <p:attrName>style.visibility</p:attrName>
                                        </p:attrNameLst>
                                      </p:cBhvr>
                                      <p:to>
                                        <p:strVal val="visible"/>
                                      </p:to>
                                    </p:set>
                                    <p:anim calcmode="lin" valueType="num">
                                      <p:cBhvr>
                                        <p:cTn id="46" dur="500" fill="hold"/>
                                        <p:tgtEl>
                                          <p:spTgt spid="46182"/>
                                        </p:tgtEl>
                                        <p:attrNameLst>
                                          <p:attrName>ppt_w</p:attrName>
                                        </p:attrNameLst>
                                      </p:cBhvr>
                                      <p:tavLst>
                                        <p:tav tm="0">
                                          <p:val>
                                            <p:strVal val="4*#ppt_w"/>
                                          </p:val>
                                        </p:tav>
                                        <p:tav tm="100000">
                                          <p:val>
                                            <p:strVal val="#ppt_w"/>
                                          </p:val>
                                        </p:tav>
                                      </p:tavLst>
                                    </p:anim>
                                    <p:anim calcmode="lin" valueType="num">
                                      <p:cBhvr>
                                        <p:cTn id="47" dur="500" fill="hold"/>
                                        <p:tgtEl>
                                          <p:spTgt spid="46182"/>
                                        </p:tgtEl>
                                        <p:attrNameLst>
                                          <p:attrName>ppt_h</p:attrName>
                                        </p:attrNameLst>
                                      </p:cBhvr>
                                      <p:tavLst>
                                        <p:tav tm="0">
                                          <p:val>
                                            <p:strVal val="4*#ppt_h"/>
                                          </p:val>
                                        </p:tav>
                                        <p:tav tm="100000">
                                          <p:val>
                                            <p:strVal val="#ppt_h"/>
                                          </p:val>
                                        </p:tav>
                                      </p:tavLst>
                                    </p:anim>
                                  </p:childTnLst>
                                </p:cTn>
                              </p:par>
                            </p:childTnLst>
                          </p:cTn>
                        </p:par>
                        <p:par>
                          <p:cTn id="48" fill="hold" nodeType="afterGroup">
                            <p:stCondLst>
                              <p:cond delay="1000"/>
                            </p:stCondLst>
                            <p:childTnLst>
                              <p:par>
                                <p:cTn id="49" presetID="23" presetClass="entr" presetSubtype="32" fill="hold" nodeType="afterEffect">
                                  <p:stCondLst>
                                    <p:cond delay="0"/>
                                  </p:stCondLst>
                                  <p:childTnLst>
                                    <p:set>
                                      <p:cBhvr>
                                        <p:cTn id="50" dur="1" fill="hold">
                                          <p:stCondLst>
                                            <p:cond delay="0"/>
                                          </p:stCondLst>
                                        </p:cTn>
                                        <p:tgtEl>
                                          <p:spTgt spid="46183"/>
                                        </p:tgtEl>
                                        <p:attrNameLst>
                                          <p:attrName>style.visibility</p:attrName>
                                        </p:attrNameLst>
                                      </p:cBhvr>
                                      <p:to>
                                        <p:strVal val="visible"/>
                                      </p:to>
                                    </p:set>
                                    <p:anim calcmode="lin" valueType="num">
                                      <p:cBhvr>
                                        <p:cTn id="51" dur="500" fill="hold"/>
                                        <p:tgtEl>
                                          <p:spTgt spid="46183"/>
                                        </p:tgtEl>
                                        <p:attrNameLst>
                                          <p:attrName>ppt_w</p:attrName>
                                        </p:attrNameLst>
                                      </p:cBhvr>
                                      <p:tavLst>
                                        <p:tav tm="0">
                                          <p:val>
                                            <p:strVal val="4*#ppt_w"/>
                                          </p:val>
                                        </p:tav>
                                        <p:tav tm="100000">
                                          <p:val>
                                            <p:strVal val="#ppt_w"/>
                                          </p:val>
                                        </p:tav>
                                      </p:tavLst>
                                    </p:anim>
                                    <p:anim calcmode="lin" valueType="num">
                                      <p:cBhvr>
                                        <p:cTn id="52" dur="500" fill="hold"/>
                                        <p:tgtEl>
                                          <p:spTgt spid="46183"/>
                                        </p:tgtEl>
                                        <p:attrNameLst>
                                          <p:attrName>ppt_h</p:attrName>
                                        </p:attrNameLst>
                                      </p:cBhvr>
                                      <p:tavLst>
                                        <p:tav tm="0">
                                          <p:val>
                                            <p:strVal val="4*#ppt_h"/>
                                          </p:val>
                                        </p:tav>
                                        <p:tav tm="100000">
                                          <p:val>
                                            <p:strVal val="#ppt_h"/>
                                          </p:val>
                                        </p:tav>
                                      </p:tavLst>
                                    </p:anim>
                                  </p:childTnLst>
                                </p:cTn>
                              </p:par>
                            </p:childTnLst>
                          </p:cTn>
                        </p:par>
                        <p:par>
                          <p:cTn id="53" fill="hold" nodeType="afterGroup">
                            <p:stCondLst>
                              <p:cond delay="1500"/>
                            </p:stCondLst>
                            <p:childTnLst>
                              <p:par>
                                <p:cTn id="54" presetID="23" presetClass="entr" presetSubtype="32" fill="hold" nodeType="afterEffect">
                                  <p:stCondLst>
                                    <p:cond delay="0"/>
                                  </p:stCondLst>
                                  <p:childTnLst>
                                    <p:set>
                                      <p:cBhvr>
                                        <p:cTn id="55" dur="1" fill="hold">
                                          <p:stCondLst>
                                            <p:cond delay="0"/>
                                          </p:stCondLst>
                                        </p:cTn>
                                        <p:tgtEl>
                                          <p:spTgt spid="46184"/>
                                        </p:tgtEl>
                                        <p:attrNameLst>
                                          <p:attrName>style.visibility</p:attrName>
                                        </p:attrNameLst>
                                      </p:cBhvr>
                                      <p:to>
                                        <p:strVal val="visible"/>
                                      </p:to>
                                    </p:set>
                                    <p:anim calcmode="lin" valueType="num">
                                      <p:cBhvr>
                                        <p:cTn id="56" dur="500" fill="hold"/>
                                        <p:tgtEl>
                                          <p:spTgt spid="46184"/>
                                        </p:tgtEl>
                                        <p:attrNameLst>
                                          <p:attrName>ppt_w</p:attrName>
                                        </p:attrNameLst>
                                      </p:cBhvr>
                                      <p:tavLst>
                                        <p:tav tm="0">
                                          <p:val>
                                            <p:strVal val="4*#ppt_w"/>
                                          </p:val>
                                        </p:tav>
                                        <p:tav tm="100000">
                                          <p:val>
                                            <p:strVal val="#ppt_w"/>
                                          </p:val>
                                        </p:tav>
                                      </p:tavLst>
                                    </p:anim>
                                    <p:anim calcmode="lin" valueType="num">
                                      <p:cBhvr>
                                        <p:cTn id="57" dur="500" fill="hold"/>
                                        <p:tgtEl>
                                          <p:spTgt spid="46184"/>
                                        </p:tgtEl>
                                        <p:attrNameLst>
                                          <p:attrName>ppt_h</p:attrName>
                                        </p:attrNameLst>
                                      </p:cBhvr>
                                      <p:tavLst>
                                        <p:tav tm="0">
                                          <p:val>
                                            <p:strVal val="4*#ppt_h"/>
                                          </p:val>
                                        </p:tav>
                                        <p:tav tm="100000">
                                          <p:val>
                                            <p:strVal val="#ppt_h"/>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6176"/>
                                        </p:tgtEl>
                                        <p:attrNameLst>
                                          <p:attrName>style.visibility</p:attrName>
                                        </p:attrNameLst>
                                      </p:cBhvr>
                                      <p:to>
                                        <p:strVal val="visible"/>
                                      </p:to>
                                    </p:set>
                                    <p:animEffect transition="in" filter="wipe(left)">
                                      <p:cBhvr>
                                        <p:cTn id="62" dur="2000"/>
                                        <p:tgtEl>
                                          <p:spTgt spid="46176"/>
                                        </p:tgtEl>
                                      </p:cBhvr>
                                    </p:animEffect>
                                  </p:childTnLst>
                                </p:cTn>
                              </p:par>
                            </p:childTnLst>
                          </p:cTn>
                        </p:par>
                        <p:par>
                          <p:cTn id="63" fill="hold" nodeType="afterGroup">
                            <p:stCondLst>
                              <p:cond delay="2000"/>
                            </p:stCondLst>
                            <p:childTnLst>
                              <p:par>
                                <p:cTn id="64" presetID="2" presetClass="entr" presetSubtype="8" fill="hold" nodeType="afterEffect">
                                  <p:stCondLst>
                                    <p:cond delay="0"/>
                                  </p:stCondLst>
                                  <p:childTnLst>
                                    <p:set>
                                      <p:cBhvr>
                                        <p:cTn id="65" dur="1" fill="hold">
                                          <p:stCondLst>
                                            <p:cond delay="0"/>
                                          </p:stCondLst>
                                        </p:cTn>
                                        <p:tgtEl>
                                          <p:spTgt spid="46180"/>
                                        </p:tgtEl>
                                        <p:attrNameLst>
                                          <p:attrName>style.visibility</p:attrName>
                                        </p:attrNameLst>
                                      </p:cBhvr>
                                      <p:to>
                                        <p:strVal val="visible"/>
                                      </p:to>
                                    </p:set>
                                    <p:anim calcmode="lin" valueType="num">
                                      <p:cBhvr additive="base">
                                        <p:cTn id="66" dur="500" fill="hold"/>
                                        <p:tgtEl>
                                          <p:spTgt spid="46180"/>
                                        </p:tgtEl>
                                        <p:attrNameLst>
                                          <p:attrName>ppt_x</p:attrName>
                                        </p:attrNameLst>
                                      </p:cBhvr>
                                      <p:tavLst>
                                        <p:tav tm="0">
                                          <p:val>
                                            <p:strVal val="0-#ppt_w/2"/>
                                          </p:val>
                                        </p:tav>
                                        <p:tav tm="100000">
                                          <p:val>
                                            <p:strVal val="#ppt_x"/>
                                          </p:val>
                                        </p:tav>
                                      </p:tavLst>
                                    </p:anim>
                                    <p:anim calcmode="lin" valueType="num">
                                      <p:cBhvr additive="base">
                                        <p:cTn id="67" dur="500" fill="hold"/>
                                        <p:tgtEl>
                                          <p:spTgt spid="46180"/>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46177"/>
                                        </p:tgtEl>
                                        <p:attrNameLst>
                                          <p:attrName>style.visibility</p:attrName>
                                        </p:attrNameLst>
                                      </p:cBhvr>
                                      <p:to>
                                        <p:strVal val="visible"/>
                                      </p:to>
                                    </p:set>
                                    <p:animEffect transition="in" filter="wipe(left)">
                                      <p:cBhvr>
                                        <p:cTn id="72" dur="2000"/>
                                        <p:tgtEl>
                                          <p:spTgt spid="4617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46178"/>
                                        </p:tgtEl>
                                        <p:attrNameLst>
                                          <p:attrName>style.visibility</p:attrName>
                                        </p:attrNameLst>
                                      </p:cBhvr>
                                      <p:to>
                                        <p:strVal val="visible"/>
                                      </p:to>
                                    </p:set>
                                    <p:animEffect transition="in" filter="wipe(left)">
                                      <p:cBhvr>
                                        <p:cTn id="77" dur="2000"/>
                                        <p:tgtEl>
                                          <p:spTgt spid="4617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46179"/>
                                        </p:tgtEl>
                                        <p:attrNameLst>
                                          <p:attrName>style.visibility</p:attrName>
                                        </p:attrNameLst>
                                      </p:cBhvr>
                                      <p:to>
                                        <p:strVal val="visible"/>
                                      </p:to>
                                    </p:set>
                                    <p:animEffect transition="in" filter="wipe(left)">
                                      <p:cBhvr>
                                        <p:cTn id="82" dur="2000"/>
                                        <p:tgtEl>
                                          <p:spTgt spid="46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utoUpdateAnimBg="0"/>
      <p:bldP spid="46083" grpId="0"/>
      <p:bldP spid="46084" grpId="0" animBg="1" autoUpdateAnimBg="0"/>
      <p:bldP spid="46175" grpId="0"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102" name="Object 46"/>
          <p:cNvGraphicFramePr>
            <a:graphicFrameLocks noChangeAspect="1"/>
          </p:cNvGraphicFramePr>
          <p:nvPr/>
        </p:nvGraphicFramePr>
        <p:xfrm>
          <a:off x="4152900" y="360363"/>
          <a:ext cx="506413" cy="506412"/>
        </p:xfrm>
        <a:graphic>
          <a:graphicData uri="http://schemas.openxmlformats.org/presentationml/2006/ole">
            <mc:AlternateContent xmlns:mc="http://schemas.openxmlformats.org/markup-compatibility/2006">
              <mc:Choice xmlns:v="urn:schemas-microsoft-com:vml" Requires="v">
                <p:oleObj name="Equation" r:id="rId2" imgW="241200" imgH="241200" progId="Equation.DSMT4">
                  <p:embed/>
                </p:oleObj>
              </mc:Choice>
              <mc:Fallback>
                <p:oleObj name="Equation" r:id="rId2" imgW="241200" imgH="241200" progId="Equation.DSMT4">
                  <p:embed/>
                  <p:pic>
                    <p:nvPicPr>
                      <p:cNvPr id="45102" name="Object 46"/>
                      <p:cNvPicPr>
                        <a:picLocks noChangeAspect="1" noChangeArrowheads="1"/>
                      </p:cNvPicPr>
                      <p:nvPr/>
                    </p:nvPicPr>
                    <p:blipFill>
                      <a:blip r:embed="rId3"/>
                      <a:srcRect/>
                      <a:stretch>
                        <a:fillRect/>
                      </a:stretch>
                    </p:blipFill>
                    <p:spPr bwMode="auto">
                      <a:xfrm>
                        <a:off x="4152900" y="360363"/>
                        <a:ext cx="506413"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103" name="Object 47"/>
          <p:cNvGraphicFramePr>
            <a:graphicFrameLocks noChangeAspect="1"/>
          </p:cNvGraphicFramePr>
          <p:nvPr/>
        </p:nvGraphicFramePr>
        <p:xfrm>
          <a:off x="4452938" y="1800225"/>
          <a:ext cx="534987" cy="506413"/>
        </p:xfrm>
        <a:graphic>
          <a:graphicData uri="http://schemas.openxmlformats.org/presentationml/2006/ole">
            <mc:AlternateContent xmlns:mc="http://schemas.openxmlformats.org/markup-compatibility/2006">
              <mc:Choice xmlns:v="urn:schemas-microsoft-com:vml" Requires="v">
                <p:oleObj name="Equation" r:id="rId4" imgW="253800" imgH="241200" progId="Equation.DSMT4">
                  <p:embed/>
                </p:oleObj>
              </mc:Choice>
              <mc:Fallback>
                <p:oleObj name="Equation" r:id="rId4" imgW="253800" imgH="241200" progId="Equation.DSMT4">
                  <p:embed/>
                  <p:pic>
                    <p:nvPicPr>
                      <p:cNvPr id="45103" name="Object 47"/>
                      <p:cNvPicPr>
                        <a:picLocks noChangeAspect="1" noChangeArrowheads="1"/>
                      </p:cNvPicPr>
                      <p:nvPr/>
                    </p:nvPicPr>
                    <p:blipFill>
                      <a:blip r:embed="rId5"/>
                      <a:srcRect/>
                      <a:stretch>
                        <a:fillRect/>
                      </a:stretch>
                    </p:blipFill>
                    <p:spPr bwMode="auto">
                      <a:xfrm>
                        <a:off x="4452938" y="1800225"/>
                        <a:ext cx="534987"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104" name="Object 48"/>
          <p:cNvGraphicFramePr>
            <a:graphicFrameLocks noChangeAspect="1"/>
          </p:cNvGraphicFramePr>
          <p:nvPr/>
        </p:nvGraphicFramePr>
        <p:xfrm>
          <a:off x="4224338" y="3095625"/>
          <a:ext cx="533400" cy="504825"/>
        </p:xfrm>
        <a:graphic>
          <a:graphicData uri="http://schemas.openxmlformats.org/presentationml/2006/ole">
            <mc:AlternateContent xmlns:mc="http://schemas.openxmlformats.org/markup-compatibility/2006">
              <mc:Choice xmlns:v="urn:schemas-microsoft-com:vml" Requires="v">
                <p:oleObj name="Equation" r:id="rId6" imgW="253800" imgH="241200" progId="Equation.DSMT4">
                  <p:embed/>
                </p:oleObj>
              </mc:Choice>
              <mc:Fallback>
                <p:oleObj name="Equation" r:id="rId6" imgW="253800" imgH="241200" progId="Equation.DSMT4">
                  <p:embed/>
                  <p:pic>
                    <p:nvPicPr>
                      <p:cNvPr id="45104" name="Object 48"/>
                      <p:cNvPicPr>
                        <a:picLocks noChangeAspect="1" noChangeArrowheads="1"/>
                      </p:cNvPicPr>
                      <p:nvPr/>
                    </p:nvPicPr>
                    <p:blipFill>
                      <a:blip r:embed="rId7"/>
                      <a:srcRect/>
                      <a:stretch>
                        <a:fillRect/>
                      </a:stretch>
                    </p:blipFill>
                    <p:spPr bwMode="auto">
                      <a:xfrm>
                        <a:off x="4224338" y="3095625"/>
                        <a:ext cx="53340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105" name="Text Box 49"/>
          <p:cNvSpPr txBox="1">
            <a:spLocks noChangeArrowheads="1"/>
          </p:cNvSpPr>
          <p:nvPr/>
        </p:nvSpPr>
        <p:spPr bwMode="auto">
          <a:xfrm>
            <a:off x="611188" y="2997200"/>
            <a:ext cx="16129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结点方程</a:t>
            </a:r>
          </a:p>
        </p:txBody>
      </p:sp>
      <p:graphicFrame>
        <p:nvGraphicFramePr>
          <p:cNvPr id="45106" name="Object 50"/>
          <p:cNvGraphicFramePr>
            <a:graphicFrameLocks noChangeAspect="1"/>
          </p:cNvGraphicFramePr>
          <p:nvPr/>
        </p:nvGraphicFramePr>
        <p:xfrm>
          <a:off x="1546021" y="3644901"/>
          <a:ext cx="1306512" cy="547688"/>
        </p:xfrm>
        <a:graphic>
          <a:graphicData uri="http://schemas.openxmlformats.org/presentationml/2006/ole">
            <mc:AlternateContent xmlns:mc="http://schemas.openxmlformats.org/markup-compatibility/2006">
              <mc:Choice xmlns:v="urn:schemas-microsoft-com:vml" Requires="v">
                <p:oleObj name="Equation" r:id="rId8" imgW="571320" imgH="241200" progId="Equation.DSMT4">
                  <p:embed/>
                </p:oleObj>
              </mc:Choice>
              <mc:Fallback>
                <p:oleObj name="Equation" r:id="rId8" imgW="571320" imgH="241200" progId="Equation.DSMT4">
                  <p:embed/>
                  <p:pic>
                    <p:nvPicPr>
                      <p:cNvPr id="45106" name="Object 50"/>
                      <p:cNvPicPr>
                        <a:picLocks noChangeAspect="1" noChangeArrowheads="1"/>
                      </p:cNvPicPr>
                      <p:nvPr/>
                    </p:nvPicPr>
                    <p:blipFill>
                      <a:blip r:embed="rId9"/>
                      <a:srcRect/>
                      <a:stretch>
                        <a:fillRect/>
                      </a:stretch>
                    </p:blipFill>
                    <p:spPr bwMode="auto">
                      <a:xfrm>
                        <a:off x="1546021" y="3644901"/>
                        <a:ext cx="1306512"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107" name="Object 51"/>
          <p:cNvGraphicFramePr>
            <a:graphicFrameLocks noChangeAspect="1"/>
          </p:cNvGraphicFramePr>
          <p:nvPr/>
        </p:nvGraphicFramePr>
        <p:xfrm>
          <a:off x="1490663" y="4221163"/>
          <a:ext cx="6513512" cy="981075"/>
        </p:xfrm>
        <a:graphic>
          <a:graphicData uri="http://schemas.openxmlformats.org/presentationml/2006/ole">
            <mc:AlternateContent xmlns:mc="http://schemas.openxmlformats.org/markup-compatibility/2006">
              <mc:Choice xmlns:v="urn:schemas-microsoft-com:vml" Requires="v">
                <p:oleObj name="Equation" r:id="rId10" imgW="2857320" imgH="431640" progId="Equation.DSMT4">
                  <p:embed/>
                </p:oleObj>
              </mc:Choice>
              <mc:Fallback>
                <p:oleObj name="Equation" r:id="rId10" imgW="2857320" imgH="431640" progId="Equation.DSMT4">
                  <p:embed/>
                  <p:pic>
                    <p:nvPicPr>
                      <p:cNvPr id="45107" name="Object 51"/>
                      <p:cNvPicPr>
                        <a:picLocks noChangeAspect="1" noChangeArrowheads="1"/>
                      </p:cNvPicPr>
                      <p:nvPr/>
                    </p:nvPicPr>
                    <p:blipFill>
                      <a:blip r:embed="rId11"/>
                      <a:srcRect/>
                      <a:stretch>
                        <a:fillRect/>
                      </a:stretch>
                    </p:blipFill>
                    <p:spPr bwMode="auto">
                      <a:xfrm>
                        <a:off x="1490663" y="4221163"/>
                        <a:ext cx="6513512"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108" name="Object 52"/>
          <p:cNvGraphicFramePr>
            <a:graphicFrameLocks noChangeAspect="1"/>
          </p:cNvGraphicFramePr>
          <p:nvPr/>
        </p:nvGraphicFramePr>
        <p:xfrm>
          <a:off x="1563688" y="5372100"/>
          <a:ext cx="6370637" cy="981075"/>
        </p:xfrm>
        <a:graphic>
          <a:graphicData uri="http://schemas.openxmlformats.org/presentationml/2006/ole">
            <mc:AlternateContent xmlns:mc="http://schemas.openxmlformats.org/markup-compatibility/2006">
              <mc:Choice xmlns:v="urn:schemas-microsoft-com:vml" Requires="v">
                <p:oleObj name="Equation" r:id="rId12" imgW="2793960" imgH="431640" progId="Equation.DSMT4">
                  <p:embed/>
                </p:oleObj>
              </mc:Choice>
              <mc:Fallback>
                <p:oleObj name="Equation" r:id="rId12" imgW="2793960" imgH="431640" progId="Equation.DSMT4">
                  <p:embed/>
                  <p:pic>
                    <p:nvPicPr>
                      <p:cNvPr id="45108" name="Object 52"/>
                      <p:cNvPicPr>
                        <a:picLocks noChangeAspect="1" noChangeArrowheads="1"/>
                      </p:cNvPicPr>
                      <p:nvPr/>
                    </p:nvPicPr>
                    <p:blipFill>
                      <a:blip r:embed="rId13"/>
                      <a:srcRect/>
                      <a:stretch>
                        <a:fillRect/>
                      </a:stretch>
                    </p:blipFill>
                    <p:spPr bwMode="auto">
                      <a:xfrm>
                        <a:off x="1563688" y="5372100"/>
                        <a:ext cx="6370637"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109" name="AutoShape 53"/>
          <p:cNvSpPr>
            <a:spLocks/>
          </p:cNvSpPr>
          <p:nvPr/>
        </p:nvSpPr>
        <p:spPr bwMode="auto">
          <a:xfrm>
            <a:off x="755650" y="3860800"/>
            <a:ext cx="144463" cy="2376488"/>
          </a:xfrm>
          <a:prstGeom prst="leftBrace">
            <a:avLst>
              <a:gd name="adj1" fmla="val 137087"/>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nvGrpSpPr>
          <p:cNvPr id="45149" name="Group 93"/>
          <p:cNvGrpSpPr>
            <a:grpSpLocks/>
          </p:cNvGrpSpPr>
          <p:nvPr/>
        </p:nvGrpSpPr>
        <p:grpSpPr bwMode="auto">
          <a:xfrm>
            <a:off x="2268538" y="1700213"/>
            <a:ext cx="288925" cy="504825"/>
            <a:chOff x="1292" y="1026"/>
            <a:chExt cx="182" cy="318"/>
          </a:xfrm>
        </p:grpSpPr>
        <p:sp>
          <p:nvSpPr>
            <p:cNvPr id="45147" name="Line 91"/>
            <p:cNvSpPr>
              <a:spLocks noChangeShapeType="1"/>
            </p:cNvSpPr>
            <p:nvPr/>
          </p:nvSpPr>
          <p:spPr bwMode="auto">
            <a:xfrm flipH="1">
              <a:off x="1292" y="1207"/>
              <a:ext cx="182" cy="0"/>
            </a:xfrm>
            <a:prstGeom prst="line">
              <a:avLst/>
            </a:prstGeom>
            <a:noFill/>
            <a:ln w="38100">
              <a:solidFill>
                <a:srgbClr val="FFCC99"/>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5148" name="Line 92"/>
            <p:cNvSpPr>
              <a:spLocks noChangeShapeType="1"/>
            </p:cNvSpPr>
            <p:nvPr/>
          </p:nvSpPr>
          <p:spPr bwMode="auto">
            <a:xfrm>
              <a:off x="1292" y="1026"/>
              <a:ext cx="0" cy="318"/>
            </a:xfrm>
            <a:prstGeom prst="line">
              <a:avLst/>
            </a:prstGeom>
            <a:noFill/>
            <a:ln w="38100">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grpSp>
        <p:nvGrpSpPr>
          <p:cNvPr id="45236" name="Group 180"/>
          <p:cNvGrpSpPr>
            <a:grpSpLocks/>
          </p:cNvGrpSpPr>
          <p:nvPr/>
        </p:nvGrpSpPr>
        <p:grpSpPr bwMode="auto">
          <a:xfrm>
            <a:off x="2555875" y="620713"/>
            <a:ext cx="4032250" cy="2519362"/>
            <a:chOff x="3696" y="391"/>
            <a:chExt cx="2540" cy="1587"/>
          </a:xfrm>
        </p:grpSpPr>
        <p:sp>
          <p:nvSpPr>
            <p:cNvPr id="45202" name="Line 146"/>
            <p:cNvSpPr>
              <a:spLocks noChangeShapeType="1"/>
            </p:cNvSpPr>
            <p:nvPr/>
          </p:nvSpPr>
          <p:spPr bwMode="auto">
            <a:xfrm>
              <a:off x="3696" y="1933"/>
              <a:ext cx="2358"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45203" name="Object 147"/>
            <p:cNvGraphicFramePr>
              <a:graphicFrameLocks noChangeAspect="1"/>
            </p:cNvGraphicFramePr>
            <p:nvPr/>
          </p:nvGraphicFramePr>
          <p:xfrm>
            <a:off x="5786" y="667"/>
            <a:ext cx="215" cy="341"/>
          </p:xfrm>
          <a:graphic>
            <a:graphicData uri="http://schemas.openxmlformats.org/presentationml/2006/ole">
              <mc:AlternateContent xmlns:mc="http://schemas.openxmlformats.org/markup-compatibility/2006">
                <mc:Choice xmlns:v="urn:schemas-microsoft-com:vml" Requires="v">
                  <p:oleObj name="Equation" r:id="rId14" imgW="152280" imgH="241200" progId="Equation.DSMT4">
                    <p:embed/>
                  </p:oleObj>
                </mc:Choice>
                <mc:Fallback>
                  <p:oleObj name="Equation" r:id="rId14" imgW="152280" imgH="241200" progId="Equation.DSMT4">
                    <p:embed/>
                    <p:pic>
                      <p:nvPicPr>
                        <p:cNvPr id="45203" name="Object 147"/>
                        <p:cNvPicPr>
                          <a:picLocks noChangeAspect="1" noChangeArrowheads="1"/>
                        </p:cNvPicPr>
                        <p:nvPr/>
                      </p:nvPicPr>
                      <p:blipFill>
                        <a:blip r:embed="rId15"/>
                        <a:srcRect/>
                        <a:stretch>
                          <a:fillRect/>
                        </a:stretch>
                      </p:blipFill>
                      <p:spPr bwMode="auto">
                        <a:xfrm>
                          <a:off x="5786" y="667"/>
                          <a:ext cx="215"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204" name="Object 148"/>
            <p:cNvGraphicFramePr>
              <a:graphicFrameLocks noChangeAspect="1"/>
            </p:cNvGraphicFramePr>
            <p:nvPr/>
          </p:nvGraphicFramePr>
          <p:xfrm>
            <a:off x="3855" y="1268"/>
            <a:ext cx="372" cy="248"/>
          </p:xfrm>
          <a:graphic>
            <a:graphicData uri="http://schemas.openxmlformats.org/presentationml/2006/ole">
              <mc:AlternateContent xmlns:mc="http://schemas.openxmlformats.org/markup-compatibility/2006">
                <mc:Choice xmlns:v="urn:schemas-microsoft-com:vml" Requires="v">
                  <p:oleObj name="Equation" r:id="rId16" imgW="304560" imgH="203040" progId="Equation.DSMT4">
                    <p:embed/>
                  </p:oleObj>
                </mc:Choice>
                <mc:Fallback>
                  <p:oleObj name="Equation" r:id="rId16" imgW="304560" imgH="203040" progId="Equation.DSMT4">
                    <p:embed/>
                    <p:pic>
                      <p:nvPicPr>
                        <p:cNvPr id="45204" name="Object 148"/>
                        <p:cNvPicPr>
                          <a:picLocks noChangeAspect="1" noChangeArrowheads="1"/>
                        </p:cNvPicPr>
                        <p:nvPr/>
                      </p:nvPicPr>
                      <p:blipFill>
                        <a:blip r:embed="rId17"/>
                        <a:srcRect/>
                        <a:stretch>
                          <a:fillRect/>
                        </a:stretch>
                      </p:blipFill>
                      <p:spPr bwMode="auto">
                        <a:xfrm>
                          <a:off x="3855" y="1268"/>
                          <a:ext cx="37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205" name="Object 149"/>
            <p:cNvGraphicFramePr>
              <a:graphicFrameLocks noChangeAspect="1"/>
            </p:cNvGraphicFramePr>
            <p:nvPr/>
          </p:nvGraphicFramePr>
          <p:xfrm>
            <a:off x="5548" y="1325"/>
            <a:ext cx="377" cy="342"/>
          </p:xfrm>
          <a:graphic>
            <a:graphicData uri="http://schemas.openxmlformats.org/presentationml/2006/ole">
              <mc:AlternateContent xmlns:mc="http://schemas.openxmlformats.org/markup-compatibility/2006">
                <mc:Choice xmlns:v="urn:schemas-microsoft-com:vml" Requires="v">
                  <p:oleObj name="Equation" r:id="rId18" imgW="431640" imgH="393480" progId="Equation.DSMT4">
                    <p:embed/>
                  </p:oleObj>
                </mc:Choice>
                <mc:Fallback>
                  <p:oleObj name="Equation" r:id="rId18" imgW="431640" imgH="393480" progId="Equation.DSMT4">
                    <p:embed/>
                    <p:pic>
                      <p:nvPicPr>
                        <p:cNvPr id="45205" name="Object 149"/>
                        <p:cNvPicPr>
                          <a:picLocks noChangeAspect="1" noChangeArrowheads="1"/>
                        </p:cNvPicPr>
                        <p:nvPr/>
                      </p:nvPicPr>
                      <p:blipFill>
                        <a:blip r:embed="rId19"/>
                        <a:srcRect/>
                        <a:stretch>
                          <a:fillRect/>
                        </a:stretch>
                      </p:blipFill>
                      <p:spPr bwMode="auto">
                        <a:xfrm>
                          <a:off x="5548" y="1325"/>
                          <a:ext cx="377" cy="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206" name="Object 150"/>
            <p:cNvGraphicFramePr>
              <a:graphicFrameLocks noChangeAspect="1"/>
            </p:cNvGraphicFramePr>
            <p:nvPr/>
          </p:nvGraphicFramePr>
          <p:xfrm>
            <a:off x="4112" y="784"/>
            <a:ext cx="284" cy="316"/>
          </p:xfrm>
          <a:graphic>
            <a:graphicData uri="http://schemas.openxmlformats.org/presentationml/2006/ole">
              <mc:AlternateContent xmlns:mc="http://schemas.openxmlformats.org/markup-compatibility/2006">
                <mc:Choice xmlns:v="urn:schemas-microsoft-com:vml" Requires="v">
                  <p:oleObj name="Equation" r:id="rId20" imgW="215640" imgH="241200" progId="Equation.DSMT4">
                    <p:embed/>
                  </p:oleObj>
                </mc:Choice>
                <mc:Fallback>
                  <p:oleObj name="Equation" r:id="rId20" imgW="215640" imgH="241200" progId="Equation.DSMT4">
                    <p:embed/>
                    <p:pic>
                      <p:nvPicPr>
                        <p:cNvPr id="45206" name="Object 150"/>
                        <p:cNvPicPr>
                          <a:picLocks noChangeAspect="1" noChangeArrowheads="1"/>
                        </p:cNvPicPr>
                        <p:nvPr/>
                      </p:nvPicPr>
                      <p:blipFill>
                        <a:blip r:embed="rId21"/>
                        <a:srcRect/>
                        <a:stretch>
                          <a:fillRect/>
                        </a:stretch>
                      </p:blipFill>
                      <p:spPr bwMode="auto">
                        <a:xfrm>
                          <a:off x="4112" y="784"/>
                          <a:ext cx="284"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207" name="Line 151"/>
            <p:cNvSpPr>
              <a:spLocks noChangeShapeType="1"/>
            </p:cNvSpPr>
            <p:nvPr/>
          </p:nvSpPr>
          <p:spPr bwMode="auto">
            <a:xfrm>
              <a:off x="6054" y="572"/>
              <a:ext cx="0" cy="1362"/>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08" name="Oval 152"/>
            <p:cNvSpPr>
              <a:spLocks noChangeArrowheads="1"/>
            </p:cNvSpPr>
            <p:nvPr/>
          </p:nvSpPr>
          <p:spPr bwMode="auto">
            <a:xfrm>
              <a:off x="4059" y="391"/>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09" name="Text Box 153"/>
            <p:cNvSpPr txBox="1">
              <a:spLocks noChangeArrowheads="1"/>
            </p:cNvSpPr>
            <p:nvPr/>
          </p:nvSpPr>
          <p:spPr bwMode="auto">
            <a:xfrm>
              <a:off x="4422" y="572"/>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45210" name="Text Box 154"/>
            <p:cNvSpPr txBox="1">
              <a:spLocks noChangeArrowheads="1"/>
            </p:cNvSpPr>
            <p:nvPr/>
          </p:nvSpPr>
          <p:spPr bwMode="auto">
            <a:xfrm>
              <a:off x="3832" y="436"/>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45211" name="Line 155"/>
            <p:cNvSpPr>
              <a:spLocks noChangeShapeType="1"/>
            </p:cNvSpPr>
            <p:nvPr/>
          </p:nvSpPr>
          <p:spPr bwMode="auto">
            <a:xfrm flipV="1">
              <a:off x="6054" y="663"/>
              <a:ext cx="0" cy="40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45212" name="Group 156"/>
            <p:cNvGrpSpPr>
              <a:grpSpLocks/>
            </p:cNvGrpSpPr>
            <p:nvPr/>
          </p:nvGrpSpPr>
          <p:grpSpPr bwMode="auto">
            <a:xfrm>
              <a:off x="5873" y="1026"/>
              <a:ext cx="363" cy="363"/>
              <a:chOff x="8187" y="1117"/>
              <a:chExt cx="363" cy="363"/>
            </a:xfrm>
          </p:grpSpPr>
          <p:sp>
            <p:nvSpPr>
              <p:cNvPr id="45213" name="Oval 157"/>
              <p:cNvSpPr>
                <a:spLocks noChangeArrowheads="1"/>
              </p:cNvSpPr>
              <p:nvPr/>
            </p:nvSpPr>
            <p:spPr bwMode="auto">
              <a:xfrm>
                <a:off x="8187" y="1117"/>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14" name="Line 158"/>
              <p:cNvSpPr>
                <a:spLocks noChangeShapeType="1"/>
              </p:cNvSpPr>
              <p:nvPr/>
            </p:nvSpPr>
            <p:spPr bwMode="auto">
              <a:xfrm>
                <a:off x="8187" y="1298"/>
                <a:ext cx="363" cy="0"/>
              </a:xfrm>
              <a:prstGeom prst="line">
                <a:avLst/>
              </a:prstGeom>
              <a:noFill/>
              <a:ln w="3810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sp>
          <p:nvSpPr>
            <p:cNvPr id="45215" name="Line 159"/>
            <p:cNvSpPr>
              <a:spLocks noChangeShapeType="1"/>
            </p:cNvSpPr>
            <p:nvPr/>
          </p:nvSpPr>
          <p:spPr bwMode="auto">
            <a:xfrm>
              <a:off x="3696" y="572"/>
              <a:ext cx="2358" cy="1"/>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16" name="Line 160"/>
            <p:cNvSpPr>
              <a:spLocks noChangeShapeType="1"/>
            </p:cNvSpPr>
            <p:nvPr/>
          </p:nvSpPr>
          <p:spPr bwMode="auto">
            <a:xfrm>
              <a:off x="3696" y="572"/>
              <a:ext cx="0" cy="1362"/>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17" name="Line 161"/>
            <p:cNvSpPr>
              <a:spLocks noChangeShapeType="1"/>
            </p:cNvSpPr>
            <p:nvPr/>
          </p:nvSpPr>
          <p:spPr bwMode="auto">
            <a:xfrm flipH="1">
              <a:off x="4830" y="572"/>
              <a:ext cx="12" cy="1362"/>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18" name="Line 162"/>
            <p:cNvSpPr>
              <a:spLocks noChangeShapeType="1"/>
            </p:cNvSpPr>
            <p:nvPr/>
          </p:nvSpPr>
          <p:spPr bwMode="auto">
            <a:xfrm>
              <a:off x="3696" y="1244"/>
              <a:ext cx="144" cy="0"/>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19" name="Line 163"/>
            <p:cNvSpPr>
              <a:spLocks noChangeShapeType="1"/>
            </p:cNvSpPr>
            <p:nvPr/>
          </p:nvSpPr>
          <p:spPr bwMode="auto">
            <a:xfrm>
              <a:off x="4302" y="1244"/>
              <a:ext cx="528" cy="0"/>
            </a:xfrm>
            <a:prstGeom prst="line">
              <a:avLst/>
            </a:prstGeom>
            <a:noFill/>
            <a:ln w="28575">
              <a:solidFill>
                <a:srgbClr val="FFCC00"/>
              </a:solidFill>
              <a:round/>
              <a:headE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20" name="Line 164"/>
            <p:cNvSpPr>
              <a:spLocks noChangeShapeType="1"/>
            </p:cNvSpPr>
            <p:nvPr/>
          </p:nvSpPr>
          <p:spPr bwMode="auto">
            <a:xfrm>
              <a:off x="5459" y="572"/>
              <a:ext cx="0" cy="624"/>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21" name="Line 165"/>
            <p:cNvSpPr>
              <a:spLocks noChangeShapeType="1"/>
            </p:cNvSpPr>
            <p:nvPr/>
          </p:nvSpPr>
          <p:spPr bwMode="auto">
            <a:xfrm>
              <a:off x="5363" y="1196"/>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22" name="Line 166"/>
            <p:cNvSpPr>
              <a:spLocks noChangeShapeType="1"/>
            </p:cNvSpPr>
            <p:nvPr/>
          </p:nvSpPr>
          <p:spPr bwMode="auto">
            <a:xfrm>
              <a:off x="5363" y="1292"/>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23" name="Text Box 167"/>
            <p:cNvSpPr txBox="1">
              <a:spLocks noChangeArrowheads="1"/>
            </p:cNvSpPr>
            <p:nvPr/>
          </p:nvSpPr>
          <p:spPr bwMode="auto">
            <a:xfrm>
              <a:off x="4376" y="1253"/>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5224" name="Text Box 168"/>
            <p:cNvSpPr txBox="1">
              <a:spLocks noChangeArrowheads="1"/>
            </p:cNvSpPr>
            <p:nvPr/>
          </p:nvSpPr>
          <p:spPr bwMode="auto">
            <a:xfrm>
              <a:off x="4875" y="663"/>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5225" name="Text Box 169"/>
            <p:cNvSpPr txBox="1">
              <a:spLocks noChangeArrowheads="1"/>
            </p:cNvSpPr>
            <p:nvPr/>
          </p:nvSpPr>
          <p:spPr bwMode="auto">
            <a:xfrm>
              <a:off x="4920" y="1525"/>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5226" name="Text Box 170"/>
            <p:cNvSpPr txBox="1">
              <a:spLocks noChangeArrowheads="1"/>
            </p:cNvSpPr>
            <p:nvPr/>
          </p:nvSpPr>
          <p:spPr bwMode="auto">
            <a:xfrm>
              <a:off x="4128" y="1548"/>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4</a:t>
              </a:r>
              <a:endParaRPr kumimoji="1" lang="en-US" altLang="zh-CN" sz="2800" b="0" i="1">
                <a:latin typeface="Times New Roman" panose="02020603050405020304" pitchFamily="18" charset="0"/>
                <a:ea typeface="宋体" panose="02010600030101010101" pitchFamily="2" charset="-122"/>
              </a:endParaRPr>
            </a:p>
          </p:txBody>
        </p:sp>
        <p:sp>
          <p:nvSpPr>
            <p:cNvPr id="45227" name="Rectangle 171"/>
            <p:cNvSpPr>
              <a:spLocks noChangeArrowheads="1"/>
            </p:cNvSpPr>
            <p:nvPr/>
          </p:nvSpPr>
          <p:spPr bwMode="auto">
            <a:xfrm>
              <a:off x="4150" y="1842"/>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28" name="Rectangle 172"/>
            <p:cNvSpPr>
              <a:spLocks noChangeArrowheads="1"/>
            </p:cNvSpPr>
            <p:nvPr/>
          </p:nvSpPr>
          <p:spPr bwMode="auto">
            <a:xfrm>
              <a:off x="4784" y="75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29" name="Rectangle 173"/>
            <p:cNvSpPr>
              <a:spLocks noChangeArrowheads="1"/>
            </p:cNvSpPr>
            <p:nvPr/>
          </p:nvSpPr>
          <p:spPr bwMode="auto">
            <a:xfrm>
              <a:off x="4793" y="143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30" name="Rectangle 174"/>
            <p:cNvSpPr>
              <a:spLocks noChangeArrowheads="1"/>
            </p:cNvSpPr>
            <p:nvPr/>
          </p:nvSpPr>
          <p:spPr bwMode="auto">
            <a:xfrm>
              <a:off x="4422" y="1162"/>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45231" name="Group 175"/>
            <p:cNvGrpSpPr>
              <a:grpSpLocks/>
            </p:cNvGrpSpPr>
            <p:nvPr/>
          </p:nvGrpSpPr>
          <p:grpSpPr bwMode="auto">
            <a:xfrm>
              <a:off x="3819" y="1162"/>
              <a:ext cx="499" cy="590"/>
              <a:chOff x="476" y="663"/>
              <a:chExt cx="771" cy="862"/>
            </a:xfrm>
          </p:grpSpPr>
          <p:sp>
            <p:nvSpPr>
              <p:cNvPr id="45232" name="AutoShape 176"/>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33" name="AutoShape 177"/>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34" name="AutoShape 178"/>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45235" name="Line 179"/>
            <p:cNvSpPr>
              <a:spLocks noChangeShapeType="1"/>
            </p:cNvSpPr>
            <p:nvPr/>
          </p:nvSpPr>
          <p:spPr bwMode="auto">
            <a:xfrm>
              <a:off x="5465" y="1298"/>
              <a:ext cx="0" cy="635"/>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Tree>
    <p:extLst>
      <p:ext uri="{BB962C8B-B14F-4D97-AF65-F5344CB8AC3E}">
        <p14:creationId xmlns:p14="http://schemas.microsoft.com/office/powerpoint/2010/main" val="4043381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45105"/>
                                        </p:tgtEl>
                                        <p:attrNameLst>
                                          <p:attrName>style.visibility</p:attrName>
                                        </p:attrNameLst>
                                      </p:cBhvr>
                                      <p:to>
                                        <p:strVal val="visible"/>
                                      </p:to>
                                    </p:set>
                                    <p:animEffect transition="in" filter="dissolve">
                                      <p:cBhvr>
                                        <p:cTn id="7" dur="500"/>
                                        <p:tgtEl>
                                          <p:spTgt spid="451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32" fill="hold" nodeType="clickEffect">
                                  <p:stCondLst>
                                    <p:cond delay="0"/>
                                  </p:stCondLst>
                                  <p:childTnLst>
                                    <p:set>
                                      <p:cBhvr>
                                        <p:cTn id="11" dur="1" fill="hold">
                                          <p:stCondLst>
                                            <p:cond delay="0"/>
                                          </p:stCondLst>
                                        </p:cTn>
                                        <p:tgtEl>
                                          <p:spTgt spid="45102"/>
                                        </p:tgtEl>
                                        <p:attrNameLst>
                                          <p:attrName>style.visibility</p:attrName>
                                        </p:attrNameLst>
                                      </p:cBhvr>
                                      <p:to>
                                        <p:strVal val="visible"/>
                                      </p:to>
                                    </p:set>
                                    <p:anim calcmode="lin" valueType="num">
                                      <p:cBhvr>
                                        <p:cTn id="12" dur="500" fill="hold"/>
                                        <p:tgtEl>
                                          <p:spTgt spid="45102"/>
                                        </p:tgtEl>
                                        <p:attrNameLst>
                                          <p:attrName>ppt_w</p:attrName>
                                        </p:attrNameLst>
                                      </p:cBhvr>
                                      <p:tavLst>
                                        <p:tav tm="0">
                                          <p:val>
                                            <p:strVal val="4*#ppt_w"/>
                                          </p:val>
                                        </p:tav>
                                        <p:tav tm="100000">
                                          <p:val>
                                            <p:strVal val="#ppt_w"/>
                                          </p:val>
                                        </p:tav>
                                      </p:tavLst>
                                    </p:anim>
                                    <p:anim calcmode="lin" valueType="num">
                                      <p:cBhvr>
                                        <p:cTn id="13" dur="500" fill="hold"/>
                                        <p:tgtEl>
                                          <p:spTgt spid="45102"/>
                                        </p:tgtEl>
                                        <p:attrNameLst>
                                          <p:attrName>ppt_h</p:attrName>
                                        </p:attrNameLst>
                                      </p:cBhvr>
                                      <p:tavLst>
                                        <p:tav tm="0">
                                          <p:val>
                                            <p:strVal val="4*#ppt_h"/>
                                          </p:val>
                                        </p:tav>
                                        <p:tav tm="100000">
                                          <p:val>
                                            <p:strVal val="#ppt_h"/>
                                          </p:val>
                                        </p:tav>
                                      </p:tavLst>
                                    </p:anim>
                                  </p:childTnLst>
                                </p:cTn>
                              </p:par>
                            </p:childTnLst>
                          </p:cTn>
                        </p:par>
                        <p:par>
                          <p:cTn id="14" fill="hold" nodeType="afterGroup">
                            <p:stCondLst>
                              <p:cond delay="500"/>
                            </p:stCondLst>
                            <p:childTnLst>
                              <p:par>
                                <p:cTn id="15" presetID="23" presetClass="entr" presetSubtype="32" fill="hold" nodeType="afterEffect">
                                  <p:stCondLst>
                                    <p:cond delay="0"/>
                                  </p:stCondLst>
                                  <p:childTnLst>
                                    <p:set>
                                      <p:cBhvr>
                                        <p:cTn id="16" dur="1" fill="hold">
                                          <p:stCondLst>
                                            <p:cond delay="0"/>
                                          </p:stCondLst>
                                        </p:cTn>
                                        <p:tgtEl>
                                          <p:spTgt spid="45103"/>
                                        </p:tgtEl>
                                        <p:attrNameLst>
                                          <p:attrName>style.visibility</p:attrName>
                                        </p:attrNameLst>
                                      </p:cBhvr>
                                      <p:to>
                                        <p:strVal val="visible"/>
                                      </p:to>
                                    </p:set>
                                    <p:anim calcmode="lin" valueType="num">
                                      <p:cBhvr>
                                        <p:cTn id="17" dur="500" fill="hold"/>
                                        <p:tgtEl>
                                          <p:spTgt spid="45103"/>
                                        </p:tgtEl>
                                        <p:attrNameLst>
                                          <p:attrName>ppt_w</p:attrName>
                                        </p:attrNameLst>
                                      </p:cBhvr>
                                      <p:tavLst>
                                        <p:tav tm="0">
                                          <p:val>
                                            <p:strVal val="4*#ppt_w"/>
                                          </p:val>
                                        </p:tav>
                                        <p:tav tm="100000">
                                          <p:val>
                                            <p:strVal val="#ppt_w"/>
                                          </p:val>
                                        </p:tav>
                                      </p:tavLst>
                                    </p:anim>
                                    <p:anim calcmode="lin" valueType="num">
                                      <p:cBhvr>
                                        <p:cTn id="18" dur="500" fill="hold"/>
                                        <p:tgtEl>
                                          <p:spTgt spid="45103"/>
                                        </p:tgtEl>
                                        <p:attrNameLst>
                                          <p:attrName>ppt_h</p:attrName>
                                        </p:attrNameLst>
                                      </p:cBhvr>
                                      <p:tavLst>
                                        <p:tav tm="0">
                                          <p:val>
                                            <p:strVal val="4*#ppt_h"/>
                                          </p:val>
                                        </p:tav>
                                        <p:tav tm="100000">
                                          <p:val>
                                            <p:strVal val="#ppt_h"/>
                                          </p:val>
                                        </p:tav>
                                      </p:tavLst>
                                    </p:anim>
                                  </p:childTnLst>
                                </p:cTn>
                              </p:par>
                            </p:childTnLst>
                          </p:cTn>
                        </p:par>
                        <p:par>
                          <p:cTn id="19" fill="hold" nodeType="afterGroup">
                            <p:stCondLst>
                              <p:cond delay="1000"/>
                            </p:stCondLst>
                            <p:childTnLst>
                              <p:par>
                                <p:cTn id="20" presetID="23" presetClass="entr" presetSubtype="32" fill="hold" nodeType="afterEffect">
                                  <p:stCondLst>
                                    <p:cond delay="0"/>
                                  </p:stCondLst>
                                  <p:childTnLst>
                                    <p:set>
                                      <p:cBhvr>
                                        <p:cTn id="21" dur="1" fill="hold">
                                          <p:stCondLst>
                                            <p:cond delay="0"/>
                                          </p:stCondLst>
                                        </p:cTn>
                                        <p:tgtEl>
                                          <p:spTgt spid="45104"/>
                                        </p:tgtEl>
                                        <p:attrNameLst>
                                          <p:attrName>style.visibility</p:attrName>
                                        </p:attrNameLst>
                                      </p:cBhvr>
                                      <p:to>
                                        <p:strVal val="visible"/>
                                      </p:to>
                                    </p:set>
                                    <p:anim calcmode="lin" valueType="num">
                                      <p:cBhvr>
                                        <p:cTn id="22" dur="500" fill="hold"/>
                                        <p:tgtEl>
                                          <p:spTgt spid="45104"/>
                                        </p:tgtEl>
                                        <p:attrNameLst>
                                          <p:attrName>ppt_w</p:attrName>
                                        </p:attrNameLst>
                                      </p:cBhvr>
                                      <p:tavLst>
                                        <p:tav tm="0">
                                          <p:val>
                                            <p:strVal val="4*#ppt_w"/>
                                          </p:val>
                                        </p:tav>
                                        <p:tav tm="100000">
                                          <p:val>
                                            <p:strVal val="#ppt_w"/>
                                          </p:val>
                                        </p:tav>
                                      </p:tavLst>
                                    </p:anim>
                                    <p:anim calcmode="lin" valueType="num">
                                      <p:cBhvr>
                                        <p:cTn id="23" dur="500" fill="hold"/>
                                        <p:tgtEl>
                                          <p:spTgt spid="45104"/>
                                        </p:tgtEl>
                                        <p:attrNameLst>
                                          <p:attrName>ppt_h</p:attrName>
                                        </p:attrNameLst>
                                      </p:cBhvr>
                                      <p:tavLst>
                                        <p:tav tm="0">
                                          <p:val>
                                            <p:strVal val="4*#ppt_h"/>
                                          </p:val>
                                        </p:tav>
                                        <p:tav tm="100000">
                                          <p:val>
                                            <p:strVal val="#ppt_h"/>
                                          </p:val>
                                        </p:tav>
                                      </p:tavLst>
                                    </p:anim>
                                  </p:childTnLst>
                                </p:cTn>
                              </p:par>
                            </p:childTnLst>
                          </p:cTn>
                        </p:par>
                        <p:par>
                          <p:cTn id="24" fill="hold" nodeType="afterGroup">
                            <p:stCondLst>
                              <p:cond delay="1500"/>
                            </p:stCondLst>
                            <p:childTnLst>
                              <p:par>
                                <p:cTn id="25" presetID="2" presetClass="entr" presetSubtype="8" fill="hold" nodeType="afterEffect">
                                  <p:stCondLst>
                                    <p:cond delay="0"/>
                                  </p:stCondLst>
                                  <p:childTnLst>
                                    <p:set>
                                      <p:cBhvr>
                                        <p:cTn id="26" dur="1" fill="hold">
                                          <p:stCondLst>
                                            <p:cond delay="0"/>
                                          </p:stCondLst>
                                        </p:cTn>
                                        <p:tgtEl>
                                          <p:spTgt spid="45149"/>
                                        </p:tgtEl>
                                        <p:attrNameLst>
                                          <p:attrName>style.visibility</p:attrName>
                                        </p:attrNameLst>
                                      </p:cBhvr>
                                      <p:to>
                                        <p:strVal val="visible"/>
                                      </p:to>
                                    </p:set>
                                    <p:anim calcmode="lin" valueType="num">
                                      <p:cBhvr additive="base">
                                        <p:cTn id="27" dur="500" fill="hold"/>
                                        <p:tgtEl>
                                          <p:spTgt spid="45149"/>
                                        </p:tgtEl>
                                        <p:attrNameLst>
                                          <p:attrName>ppt_x</p:attrName>
                                        </p:attrNameLst>
                                      </p:cBhvr>
                                      <p:tavLst>
                                        <p:tav tm="0">
                                          <p:val>
                                            <p:strVal val="0-#ppt_w/2"/>
                                          </p:val>
                                        </p:tav>
                                        <p:tav tm="100000">
                                          <p:val>
                                            <p:strVal val="#ppt_x"/>
                                          </p:val>
                                        </p:tav>
                                      </p:tavLst>
                                    </p:anim>
                                    <p:anim calcmode="lin" valueType="num">
                                      <p:cBhvr additive="base">
                                        <p:cTn id="28" dur="500" fill="hold"/>
                                        <p:tgtEl>
                                          <p:spTgt spid="45149"/>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5106"/>
                                        </p:tgtEl>
                                        <p:attrNameLst>
                                          <p:attrName>style.visibility</p:attrName>
                                        </p:attrNameLst>
                                      </p:cBhvr>
                                      <p:to>
                                        <p:strVal val="visible"/>
                                      </p:to>
                                    </p:set>
                                    <p:animEffect transition="in" filter="wipe(left)">
                                      <p:cBhvr>
                                        <p:cTn id="33" dur="2000"/>
                                        <p:tgtEl>
                                          <p:spTgt spid="45106"/>
                                        </p:tgtEl>
                                      </p:cBhvr>
                                    </p:animEffect>
                                  </p:childTnLst>
                                </p:cTn>
                              </p:par>
                            </p:childTnLst>
                          </p:cTn>
                        </p:par>
                        <p:par>
                          <p:cTn id="34" fill="hold" nodeType="afterGroup">
                            <p:stCondLst>
                              <p:cond delay="2000"/>
                            </p:stCondLst>
                            <p:childTnLst>
                              <p:par>
                                <p:cTn id="35" presetID="2" presetClass="entr" presetSubtype="8" fill="hold" nodeType="afterEffect">
                                  <p:stCondLst>
                                    <p:cond delay="0"/>
                                  </p:stCondLst>
                                  <p:childTnLst>
                                    <p:set>
                                      <p:cBhvr>
                                        <p:cTn id="36" dur="1" fill="hold">
                                          <p:stCondLst>
                                            <p:cond delay="0"/>
                                          </p:stCondLst>
                                        </p:cTn>
                                        <p:tgtEl>
                                          <p:spTgt spid="45109"/>
                                        </p:tgtEl>
                                        <p:attrNameLst>
                                          <p:attrName>style.visibility</p:attrName>
                                        </p:attrNameLst>
                                      </p:cBhvr>
                                      <p:to>
                                        <p:strVal val="visible"/>
                                      </p:to>
                                    </p:set>
                                    <p:anim calcmode="lin" valueType="num">
                                      <p:cBhvr additive="base">
                                        <p:cTn id="37" dur="500" fill="hold"/>
                                        <p:tgtEl>
                                          <p:spTgt spid="45109"/>
                                        </p:tgtEl>
                                        <p:attrNameLst>
                                          <p:attrName>ppt_x</p:attrName>
                                        </p:attrNameLst>
                                      </p:cBhvr>
                                      <p:tavLst>
                                        <p:tav tm="0">
                                          <p:val>
                                            <p:strVal val="0-#ppt_w/2"/>
                                          </p:val>
                                        </p:tav>
                                        <p:tav tm="100000">
                                          <p:val>
                                            <p:strVal val="#ppt_x"/>
                                          </p:val>
                                        </p:tav>
                                      </p:tavLst>
                                    </p:anim>
                                    <p:anim calcmode="lin" valueType="num">
                                      <p:cBhvr additive="base">
                                        <p:cTn id="38" dur="500" fill="hold"/>
                                        <p:tgtEl>
                                          <p:spTgt spid="45109"/>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5107"/>
                                        </p:tgtEl>
                                        <p:attrNameLst>
                                          <p:attrName>style.visibility</p:attrName>
                                        </p:attrNameLst>
                                      </p:cBhvr>
                                      <p:to>
                                        <p:strVal val="visible"/>
                                      </p:to>
                                    </p:set>
                                    <p:animEffect transition="in" filter="wipe(left)">
                                      <p:cBhvr>
                                        <p:cTn id="43" dur="2000"/>
                                        <p:tgtEl>
                                          <p:spTgt spid="4510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5108"/>
                                        </p:tgtEl>
                                        <p:attrNameLst>
                                          <p:attrName>style.visibility</p:attrName>
                                        </p:attrNameLst>
                                      </p:cBhvr>
                                      <p:to>
                                        <p:strVal val="visible"/>
                                      </p:to>
                                    </p:set>
                                    <p:animEffect transition="in" filter="wipe(left)">
                                      <p:cBhvr>
                                        <p:cTn id="48" dur="2000"/>
                                        <p:tgtEl>
                                          <p:spTgt spid="45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05" grpId="0"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2"/>
          <p:cNvGraphicFramePr>
            <a:graphicFrameLocks noChangeAspect="1"/>
          </p:cNvGraphicFramePr>
          <p:nvPr/>
        </p:nvGraphicFramePr>
        <p:xfrm>
          <a:off x="1843088" y="442913"/>
          <a:ext cx="4873625" cy="995362"/>
        </p:xfrm>
        <a:graphic>
          <a:graphicData uri="http://schemas.openxmlformats.org/presentationml/2006/ole">
            <mc:AlternateContent xmlns:mc="http://schemas.openxmlformats.org/markup-compatibility/2006">
              <mc:Choice xmlns:v="urn:schemas-microsoft-com:vml" Requires="v">
                <p:oleObj name="Equation" r:id="rId2" imgW="2616120" imgH="482400" progId="Equation.DSMT4">
                  <p:embed/>
                </p:oleObj>
              </mc:Choice>
              <mc:Fallback>
                <p:oleObj name="Equation" r:id="rId2" imgW="2616120" imgH="482400" progId="Equation.DSMT4">
                  <p:embed/>
                  <p:pic>
                    <p:nvPicPr>
                      <p:cNvPr id="44034" name="Object 2"/>
                      <p:cNvPicPr>
                        <a:picLocks noChangeAspect="1" noChangeArrowheads="1"/>
                      </p:cNvPicPr>
                      <p:nvPr/>
                    </p:nvPicPr>
                    <p:blipFill>
                      <a:blip r:embed="rId3"/>
                      <a:srcRect/>
                      <a:stretch>
                        <a:fillRect/>
                      </a:stretch>
                    </p:blipFill>
                    <p:spPr bwMode="auto">
                      <a:xfrm>
                        <a:off x="1843088" y="442913"/>
                        <a:ext cx="4873625"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5" name="Text Box 3"/>
          <p:cNvSpPr txBox="1">
            <a:spLocks noChangeArrowheads="1"/>
          </p:cNvSpPr>
          <p:nvPr/>
        </p:nvSpPr>
        <p:spPr bwMode="auto">
          <a:xfrm>
            <a:off x="1042988" y="3644900"/>
            <a:ext cx="2862262"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latin typeface="Times New Roman" panose="02020603050405020304" pitchFamily="18" charset="0"/>
              </a:rPr>
              <a:t>方法</a:t>
            </a:r>
            <a:r>
              <a:rPr kumimoji="1" lang="en-US" altLang="zh-CN" sz="2800" b="0">
                <a:latin typeface="Times New Roman" panose="02020603050405020304" pitchFamily="18" charset="0"/>
              </a:rPr>
              <a:t>1</a:t>
            </a:r>
            <a:r>
              <a:rPr kumimoji="1" lang="zh-CN" altLang="en-US" sz="2800">
                <a:latin typeface="Times New Roman" panose="02020603050405020304" pitchFamily="18" charset="0"/>
              </a:rPr>
              <a:t>：电源变换</a:t>
            </a:r>
          </a:p>
        </p:txBody>
      </p:sp>
      <p:graphicFrame>
        <p:nvGraphicFramePr>
          <p:cNvPr id="44036" name="Object 4"/>
          <p:cNvGraphicFramePr>
            <a:graphicFrameLocks noChangeAspect="1"/>
          </p:cNvGraphicFramePr>
          <p:nvPr/>
        </p:nvGraphicFramePr>
        <p:xfrm>
          <a:off x="4346575" y="3563938"/>
          <a:ext cx="4049713" cy="846137"/>
        </p:xfrm>
        <a:graphic>
          <a:graphicData uri="http://schemas.openxmlformats.org/presentationml/2006/ole">
            <mc:AlternateContent xmlns:mc="http://schemas.openxmlformats.org/markup-compatibility/2006">
              <mc:Choice xmlns:v="urn:schemas-microsoft-com:vml" Requires="v">
                <p:oleObj name="Equation" r:id="rId4" imgW="1930320" imgH="419040" progId="Equation.DSMT4">
                  <p:embed/>
                </p:oleObj>
              </mc:Choice>
              <mc:Fallback>
                <p:oleObj name="Equation" r:id="rId4" imgW="1930320" imgH="419040" progId="Equation.DSMT4">
                  <p:embed/>
                  <p:pic>
                    <p:nvPicPr>
                      <p:cNvPr id="44036" name="Object 4"/>
                      <p:cNvPicPr>
                        <a:picLocks noChangeAspect="1" noChangeArrowheads="1"/>
                      </p:cNvPicPr>
                      <p:nvPr/>
                    </p:nvPicPr>
                    <p:blipFill>
                      <a:blip r:embed="rId5"/>
                      <a:srcRect/>
                      <a:stretch>
                        <a:fillRect/>
                      </a:stretch>
                    </p:blipFill>
                    <p:spPr bwMode="auto">
                      <a:xfrm>
                        <a:off x="4346575" y="3563938"/>
                        <a:ext cx="4049713" cy="846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7" name="Rectangle 5"/>
          <p:cNvSpPr>
            <a:spLocks noChangeArrowheads="1"/>
          </p:cNvSpPr>
          <p:nvPr/>
        </p:nvSpPr>
        <p:spPr bwMode="auto">
          <a:xfrm>
            <a:off x="395288" y="3644900"/>
            <a:ext cx="541337" cy="519113"/>
          </a:xfrm>
          <a:prstGeom prst="rect">
            <a:avLst/>
          </a:prstGeom>
          <a:solidFill>
            <a:srgbClr val="990033"/>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solidFill>
                  <a:schemeClr val="bg1"/>
                </a:solidFill>
                <a:latin typeface="Times New Roman" panose="02020603050405020304" pitchFamily="18" charset="0"/>
                <a:ea typeface="宋体" panose="02010600030101010101" pitchFamily="2" charset="-122"/>
              </a:rPr>
              <a:t>解</a:t>
            </a:r>
          </a:p>
        </p:txBody>
      </p:sp>
      <p:sp>
        <p:nvSpPr>
          <p:cNvPr id="44038" name="Text Box 6"/>
          <p:cNvSpPr txBox="1">
            <a:spLocks noChangeArrowheads="1"/>
          </p:cNvSpPr>
          <p:nvPr/>
        </p:nvSpPr>
        <p:spPr bwMode="auto">
          <a:xfrm>
            <a:off x="323850" y="549275"/>
            <a:ext cx="935038"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ea typeface="宋体" panose="02010600030101010101" pitchFamily="2" charset="-122"/>
              </a:rPr>
              <a:t>例</a:t>
            </a:r>
            <a:r>
              <a:rPr kumimoji="1" lang="en-US" altLang="zh-CN" sz="2800" b="0" dirty="0">
                <a:latin typeface="Times New Roman" panose="02020603050405020304" pitchFamily="18" charset="0"/>
                <a:ea typeface="宋体" panose="02010600030101010101" pitchFamily="2" charset="-122"/>
              </a:rPr>
              <a:t>3</a:t>
            </a:r>
          </a:p>
        </p:txBody>
      </p:sp>
      <p:graphicFrame>
        <p:nvGraphicFramePr>
          <p:cNvPr id="44078" name="Object 46"/>
          <p:cNvGraphicFramePr>
            <a:graphicFrameLocks noChangeAspect="1"/>
          </p:cNvGraphicFramePr>
          <p:nvPr/>
        </p:nvGraphicFramePr>
        <p:xfrm>
          <a:off x="1166813" y="4451350"/>
          <a:ext cx="2992437" cy="957263"/>
        </p:xfrm>
        <a:graphic>
          <a:graphicData uri="http://schemas.openxmlformats.org/presentationml/2006/ole">
            <mc:AlternateContent xmlns:mc="http://schemas.openxmlformats.org/markup-compatibility/2006">
              <mc:Choice xmlns:v="urn:schemas-microsoft-com:vml" Requires="v">
                <p:oleObj name="Equation" r:id="rId6" imgW="1104840" imgH="419040" progId="Equation.DSMT4">
                  <p:embed/>
                </p:oleObj>
              </mc:Choice>
              <mc:Fallback>
                <p:oleObj name="Equation" r:id="rId6" imgW="1104840" imgH="419040" progId="Equation.DSMT4">
                  <p:embed/>
                  <p:pic>
                    <p:nvPicPr>
                      <p:cNvPr id="44078" name="Object 46"/>
                      <p:cNvPicPr>
                        <a:picLocks noChangeAspect="1" noChangeArrowheads="1"/>
                      </p:cNvPicPr>
                      <p:nvPr/>
                    </p:nvPicPr>
                    <p:blipFill>
                      <a:blip r:embed="rId7"/>
                      <a:srcRect/>
                      <a:stretch>
                        <a:fillRect/>
                      </a:stretch>
                    </p:blipFill>
                    <p:spPr bwMode="auto">
                      <a:xfrm>
                        <a:off x="1166813" y="4451350"/>
                        <a:ext cx="2992437"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79" name="Object 47"/>
          <p:cNvGraphicFramePr>
            <a:graphicFrameLocks noChangeAspect="1"/>
          </p:cNvGraphicFramePr>
          <p:nvPr/>
        </p:nvGraphicFramePr>
        <p:xfrm>
          <a:off x="4162425" y="4492625"/>
          <a:ext cx="3914775" cy="969963"/>
        </p:xfrm>
        <a:graphic>
          <a:graphicData uri="http://schemas.openxmlformats.org/presentationml/2006/ole">
            <mc:AlternateContent xmlns:mc="http://schemas.openxmlformats.org/markup-compatibility/2006">
              <mc:Choice xmlns:v="urn:schemas-microsoft-com:vml" Requires="v">
                <p:oleObj name="Equation" r:id="rId8" imgW="1117440" imgH="380880" progId="Equation.DSMT4">
                  <p:embed/>
                </p:oleObj>
              </mc:Choice>
              <mc:Fallback>
                <p:oleObj name="Equation" r:id="rId8" imgW="1117440" imgH="380880" progId="Equation.DSMT4">
                  <p:embed/>
                  <p:pic>
                    <p:nvPicPr>
                      <p:cNvPr id="44079" name="Object 47"/>
                      <p:cNvPicPr>
                        <a:picLocks noChangeAspect="1" noChangeArrowheads="1"/>
                      </p:cNvPicPr>
                      <p:nvPr/>
                    </p:nvPicPr>
                    <p:blipFill>
                      <a:blip r:embed="rId9"/>
                      <a:srcRect/>
                      <a:stretch>
                        <a:fillRect/>
                      </a:stretch>
                    </p:blipFill>
                    <p:spPr bwMode="auto">
                      <a:xfrm>
                        <a:off x="4162425" y="4492625"/>
                        <a:ext cx="3914775"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80" name="Object 48"/>
          <p:cNvGraphicFramePr>
            <a:graphicFrameLocks noChangeAspect="1"/>
          </p:cNvGraphicFramePr>
          <p:nvPr/>
        </p:nvGraphicFramePr>
        <p:xfrm>
          <a:off x="1296988" y="5457825"/>
          <a:ext cx="2205037" cy="825500"/>
        </p:xfrm>
        <a:graphic>
          <a:graphicData uri="http://schemas.openxmlformats.org/presentationml/2006/ole">
            <mc:AlternateContent xmlns:mc="http://schemas.openxmlformats.org/markup-compatibility/2006">
              <mc:Choice xmlns:v="urn:schemas-microsoft-com:vml" Requires="v">
                <p:oleObj name="Equation" r:id="rId10" imgW="1015920" imgH="380880" progId="Equation.DSMT4">
                  <p:embed/>
                </p:oleObj>
              </mc:Choice>
              <mc:Fallback>
                <p:oleObj name="Equation" r:id="rId10" imgW="1015920" imgH="380880" progId="Equation.DSMT4">
                  <p:embed/>
                  <p:pic>
                    <p:nvPicPr>
                      <p:cNvPr id="44080" name="Object 48"/>
                      <p:cNvPicPr>
                        <a:picLocks noChangeAspect="1" noChangeArrowheads="1"/>
                      </p:cNvPicPr>
                      <p:nvPr/>
                    </p:nvPicPr>
                    <p:blipFill>
                      <a:blip r:embed="rId11"/>
                      <a:srcRect/>
                      <a:stretch>
                        <a:fillRect/>
                      </a:stretch>
                    </p:blipFill>
                    <p:spPr bwMode="auto">
                      <a:xfrm>
                        <a:off x="1296988" y="5457825"/>
                        <a:ext cx="2205037"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81" name="Object 49"/>
          <p:cNvGraphicFramePr>
            <a:graphicFrameLocks noChangeAspect="1"/>
          </p:cNvGraphicFramePr>
          <p:nvPr/>
        </p:nvGraphicFramePr>
        <p:xfrm>
          <a:off x="3471863" y="5673725"/>
          <a:ext cx="2452687" cy="438150"/>
        </p:xfrm>
        <a:graphic>
          <a:graphicData uri="http://schemas.openxmlformats.org/presentationml/2006/ole">
            <mc:AlternateContent xmlns:mc="http://schemas.openxmlformats.org/markup-compatibility/2006">
              <mc:Choice xmlns:v="urn:schemas-microsoft-com:vml" Requires="v">
                <p:oleObj name="Equation" r:id="rId12" imgW="1130040" imgH="203040" progId="Equation.DSMT4">
                  <p:embed/>
                </p:oleObj>
              </mc:Choice>
              <mc:Fallback>
                <p:oleObj name="Equation" r:id="rId12" imgW="1130040" imgH="203040" progId="Equation.DSMT4">
                  <p:embed/>
                  <p:pic>
                    <p:nvPicPr>
                      <p:cNvPr id="44081" name="Object 49"/>
                      <p:cNvPicPr>
                        <a:picLocks noChangeAspect="1" noChangeArrowheads="1"/>
                      </p:cNvPicPr>
                      <p:nvPr/>
                    </p:nvPicPr>
                    <p:blipFill>
                      <a:blip r:embed="rId13"/>
                      <a:srcRect/>
                      <a:stretch>
                        <a:fillRect/>
                      </a:stretch>
                    </p:blipFill>
                    <p:spPr bwMode="auto">
                      <a:xfrm>
                        <a:off x="3471863" y="5673725"/>
                        <a:ext cx="2452687"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116" name="Group 84"/>
          <p:cNvGrpSpPr>
            <a:grpSpLocks/>
          </p:cNvGrpSpPr>
          <p:nvPr/>
        </p:nvGrpSpPr>
        <p:grpSpPr bwMode="auto">
          <a:xfrm>
            <a:off x="5076825" y="1557338"/>
            <a:ext cx="3119438" cy="1814512"/>
            <a:chOff x="3061" y="2251"/>
            <a:chExt cx="1965" cy="1143"/>
          </a:xfrm>
        </p:grpSpPr>
        <p:sp>
          <p:nvSpPr>
            <p:cNvPr id="44117" name="Line 85"/>
            <p:cNvSpPr>
              <a:spLocks noChangeShapeType="1"/>
            </p:cNvSpPr>
            <p:nvPr/>
          </p:nvSpPr>
          <p:spPr bwMode="auto">
            <a:xfrm>
              <a:off x="3243" y="2296"/>
              <a:ext cx="1497"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4118" name="Rectangle 86"/>
            <p:cNvSpPr>
              <a:spLocks noChangeArrowheads="1"/>
            </p:cNvSpPr>
            <p:nvPr/>
          </p:nvSpPr>
          <p:spPr bwMode="auto">
            <a:xfrm>
              <a:off x="3833" y="2251"/>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19" name="Oval 87"/>
            <p:cNvSpPr>
              <a:spLocks noChangeArrowheads="1"/>
            </p:cNvSpPr>
            <p:nvPr/>
          </p:nvSpPr>
          <p:spPr bwMode="auto">
            <a:xfrm>
              <a:off x="3061" y="2840"/>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20" name="Line 88"/>
            <p:cNvSpPr>
              <a:spLocks noChangeShapeType="1"/>
            </p:cNvSpPr>
            <p:nvPr/>
          </p:nvSpPr>
          <p:spPr bwMode="auto">
            <a:xfrm>
              <a:off x="3253" y="2301"/>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21" name="Line 89"/>
            <p:cNvSpPr>
              <a:spLocks noChangeShapeType="1"/>
            </p:cNvSpPr>
            <p:nvPr/>
          </p:nvSpPr>
          <p:spPr bwMode="auto">
            <a:xfrm>
              <a:off x="4729" y="2301"/>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4122" name="Object 90"/>
            <p:cNvGraphicFramePr>
              <a:graphicFrameLocks noChangeAspect="1"/>
            </p:cNvGraphicFramePr>
            <p:nvPr/>
          </p:nvGraphicFramePr>
          <p:xfrm>
            <a:off x="3501" y="2855"/>
            <a:ext cx="865" cy="293"/>
          </p:xfrm>
          <a:graphic>
            <a:graphicData uri="http://schemas.openxmlformats.org/presentationml/2006/ole">
              <mc:AlternateContent xmlns:mc="http://schemas.openxmlformats.org/markup-compatibility/2006">
                <mc:Choice xmlns:v="urn:schemas-microsoft-com:vml" Requires="v">
                  <p:oleObj name="Equation" r:id="rId14" imgW="711000" imgH="241200" progId="Equation.DSMT4">
                    <p:embed/>
                  </p:oleObj>
                </mc:Choice>
                <mc:Fallback>
                  <p:oleObj name="Equation" r:id="rId14" imgW="711000" imgH="241200" progId="Equation.DSMT4">
                    <p:embed/>
                    <p:pic>
                      <p:nvPicPr>
                        <p:cNvPr id="44122" name="Object 90"/>
                        <p:cNvPicPr>
                          <a:picLocks noChangeAspect="1" noChangeArrowheads="1"/>
                        </p:cNvPicPr>
                        <p:nvPr/>
                      </p:nvPicPr>
                      <p:blipFill>
                        <a:blip r:embed="rId15"/>
                        <a:srcRect/>
                        <a:stretch>
                          <a:fillRect/>
                        </a:stretch>
                      </p:blipFill>
                      <p:spPr bwMode="auto">
                        <a:xfrm>
                          <a:off x="3501" y="2855"/>
                          <a:ext cx="865"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23" name="Text Box 91"/>
            <p:cNvSpPr txBox="1">
              <a:spLocks noChangeArrowheads="1"/>
            </p:cNvSpPr>
            <p:nvPr/>
          </p:nvSpPr>
          <p:spPr bwMode="auto">
            <a:xfrm>
              <a:off x="4105" y="2296"/>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4124" name="Text Box 92"/>
            <p:cNvSpPr txBox="1">
              <a:spLocks noChangeArrowheads="1"/>
            </p:cNvSpPr>
            <p:nvPr/>
          </p:nvSpPr>
          <p:spPr bwMode="auto">
            <a:xfrm>
              <a:off x="3288" y="2387"/>
              <a:ext cx="64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a:latin typeface="Times New Roman" panose="02020603050405020304" pitchFamily="18" charset="0"/>
                <a:ea typeface="宋体" panose="02010600030101010101" pitchFamily="2" charset="-122"/>
              </a:endParaRPr>
            </a:p>
          </p:txBody>
        </p:sp>
        <p:sp>
          <p:nvSpPr>
            <p:cNvPr id="44125" name="Text Box 93"/>
            <p:cNvSpPr txBox="1">
              <a:spLocks noChangeArrowheads="1"/>
            </p:cNvSpPr>
            <p:nvPr/>
          </p:nvSpPr>
          <p:spPr bwMode="auto">
            <a:xfrm>
              <a:off x="4785" y="2659"/>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p>
          </p:txBody>
        </p:sp>
        <p:sp>
          <p:nvSpPr>
            <p:cNvPr id="44126" name="Line 94"/>
            <p:cNvSpPr>
              <a:spLocks noChangeShapeType="1"/>
            </p:cNvSpPr>
            <p:nvPr/>
          </p:nvSpPr>
          <p:spPr bwMode="auto">
            <a:xfrm flipH="1">
              <a:off x="4824" y="2301"/>
              <a:ext cx="0" cy="2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4127" name="Object 95"/>
            <p:cNvGraphicFramePr>
              <a:graphicFrameLocks noChangeAspect="1"/>
            </p:cNvGraphicFramePr>
            <p:nvPr/>
          </p:nvGraphicFramePr>
          <p:xfrm>
            <a:off x="4839" y="2301"/>
            <a:ext cx="177" cy="269"/>
          </p:xfrm>
          <a:graphic>
            <a:graphicData uri="http://schemas.openxmlformats.org/presentationml/2006/ole">
              <mc:AlternateContent xmlns:mc="http://schemas.openxmlformats.org/markup-compatibility/2006">
                <mc:Choice xmlns:v="urn:schemas-microsoft-com:vml" Requires="v">
                  <p:oleObj name="Equation" r:id="rId16" imgW="126720" imgH="190440" progId="Equation.DSMT4">
                    <p:embed/>
                  </p:oleObj>
                </mc:Choice>
                <mc:Fallback>
                  <p:oleObj name="Equation" r:id="rId16" imgW="126720" imgH="190440" progId="Equation.DSMT4">
                    <p:embed/>
                    <p:pic>
                      <p:nvPicPr>
                        <p:cNvPr id="44127" name="Object 95"/>
                        <p:cNvPicPr>
                          <a:picLocks noChangeAspect="1" noChangeArrowheads="1"/>
                        </p:cNvPicPr>
                        <p:nvPr/>
                      </p:nvPicPr>
                      <p:blipFill>
                        <a:blip r:embed="rId17"/>
                        <a:srcRect/>
                        <a:stretch>
                          <a:fillRect/>
                        </a:stretch>
                      </p:blipFill>
                      <p:spPr bwMode="auto">
                        <a:xfrm>
                          <a:off x="4839" y="2301"/>
                          <a:ext cx="177"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28" name="Text Box 96"/>
            <p:cNvSpPr txBox="1">
              <a:spLocks noChangeArrowheads="1"/>
            </p:cNvSpPr>
            <p:nvPr/>
          </p:nvSpPr>
          <p:spPr bwMode="auto">
            <a:xfrm>
              <a:off x="3333" y="2614"/>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44129" name="Text Box 97"/>
            <p:cNvSpPr txBox="1">
              <a:spLocks noChangeArrowheads="1"/>
            </p:cNvSpPr>
            <p:nvPr/>
          </p:nvSpPr>
          <p:spPr bwMode="auto">
            <a:xfrm>
              <a:off x="3379" y="306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44130" name="Rectangle 98"/>
            <p:cNvSpPr>
              <a:spLocks noChangeArrowheads="1"/>
            </p:cNvSpPr>
            <p:nvPr/>
          </p:nvSpPr>
          <p:spPr bwMode="auto">
            <a:xfrm>
              <a:off x="4658" y="265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31" name="Rectangle 99"/>
            <p:cNvSpPr>
              <a:spLocks noChangeArrowheads="1"/>
            </p:cNvSpPr>
            <p:nvPr/>
          </p:nvSpPr>
          <p:spPr bwMode="auto">
            <a:xfrm>
              <a:off x="3197" y="2387"/>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32" name="Line 100"/>
            <p:cNvSpPr>
              <a:spLocks noChangeShapeType="1"/>
            </p:cNvSpPr>
            <p:nvPr/>
          </p:nvSpPr>
          <p:spPr bwMode="auto">
            <a:xfrm>
              <a:off x="3243" y="3294"/>
              <a:ext cx="1497"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grpSp>
        <p:nvGrpSpPr>
          <p:cNvPr id="44137" name="Group 105"/>
          <p:cNvGrpSpPr>
            <a:grpSpLocks/>
          </p:cNvGrpSpPr>
          <p:nvPr/>
        </p:nvGrpSpPr>
        <p:grpSpPr bwMode="auto">
          <a:xfrm>
            <a:off x="1116013" y="1628775"/>
            <a:ext cx="3406775" cy="1681163"/>
            <a:chOff x="703" y="1026"/>
            <a:chExt cx="2146" cy="1059"/>
          </a:xfrm>
        </p:grpSpPr>
        <p:sp>
          <p:nvSpPr>
            <p:cNvPr id="44096" name="Line 64"/>
            <p:cNvSpPr>
              <a:spLocks noChangeShapeType="1"/>
            </p:cNvSpPr>
            <p:nvPr/>
          </p:nvSpPr>
          <p:spPr bwMode="auto">
            <a:xfrm>
              <a:off x="878" y="1077"/>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098" name="Text Box 66"/>
            <p:cNvSpPr txBox="1">
              <a:spLocks noChangeArrowheads="1"/>
            </p:cNvSpPr>
            <p:nvPr/>
          </p:nvSpPr>
          <p:spPr bwMode="auto">
            <a:xfrm>
              <a:off x="2109" y="116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4099" name="Line 67"/>
            <p:cNvSpPr>
              <a:spLocks noChangeShapeType="1"/>
            </p:cNvSpPr>
            <p:nvPr/>
          </p:nvSpPr>
          <p:spPr bwMode="auto">
            <a:xfrm>
              <a:off x="878" y="1077"/>
              <a:ext cx="1680"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0" name="Line 68"/>
            <p:cNvSpPr>
              <a:spLocks noChangeShapeType="1"/>
            </p:cNvSpPr>
            <p:nvPr/>
          </p:nvSpPr>
          <p:spPr bwMode="auto">
            <a:xfrm>
              <a:off x="1406" y="1077"/>
              <a:ext cx="0" cy="1008"/>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1" name="Line 69"/>
            <p:cNvSpPr>
              <a:spLocks noChangeShapeType="1"/>
            </p:cNvSpPr>
            <p:nvPr/>
          </p:nvSpPr>
          <p:spPr bwMode="auto">
            <a:xfrm>
              <a:off x="1964" y="1075"/>
              <a:ext cx="0" cy="1008"/>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2" name="Line 70"/>
            <p:cNvSpPr>
              <a:spLocks noChangeShapeType="1"/>
            </p:cNvSpPr>
            <p:nvPr/>
          </p:nvSpPr>
          <p:spPr bwMode="auto">
            <a:xfrm>
              <a:off x="2558" y="1077"/>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3" name="Line 71"/>
            <p:cNvSpPr>
              <a:spLocks noChangeShapeType="1"/>
            </p:cNvSpPr>
            <p:nvPr/>
          </p:nvSpPr>
          <p:spPr bwMode="auto">
            <a:xfrm>
              <a:off x="878" y="2085"/>
              <a:ext cx="1680"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5" name="Line 73"/>
            <p:cNvSpPr>
              <a:spLocks noChangeShapeType="1"/>
            </p:cNvSpPr>
            <p:nvPr/>
          </p:nvSpPr>
          <p:spPr bwMode="auto">
            <a:xfrm flipH="1" flipV="1">
              <a:off x="876" y="1156"/>
              <a:ext cx="8" cy="32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4106" name="Object 74"/>
            <p:cNvGraphicFramePr>
              <a:graphicFrameLocks noChangeAspect="1"/>
            </p:cNvGraphicFramePr>
            <p:nvPr/>
          </p:nvGraphicFramePr>
          <p:xfrm>
            <a:off x="939" y="1159"/>
            <a:ext cx="219" cy="348"/>
          </p:xfrm>
          <a:graphic>
            <a:graphicData uri="http://schemas.openxmlformats.org/presentationml/2006/ole">
              <mc:AlternateContent xmlns:mc="http://schemas.openxmlformats.org/markup-compatibility/2006">
                <mc:Choice xmlns:v="urn:schemas-microsoft-com:vml" Requires="v">
                  <p:oleObj name="Equation" r:id="rId18" imgW="152280" imgH="241200" progId="Equation.DSMT4">
                    <p:embed/>
                  </p:oleObj>
                </mc:Choice>
                <mc:Fallback>
                  <p:oleObj name="Equation" r:id="rId18" imgW="152280" imgH="241200" progId="Equation.DSMT4">
                    <p:embed/>
                    <p:pic>
                      <p:nvPicPr>
                        <p:cNvPr id="44106" name="Object 74"/>
                        <p:cNvPicPr>
                          <a:picLocks noChangeAspect="1" noChangeArrowheads="1"/>
                        </p:cNvPicPr>
                        <p:nvPr/>
                      </p:nvPicPr>
                      <p:blipFill>
                        <a:blip r:embed="rId19"/>
                        <a:srcRect/>
                        <a:stretch>
                          <a:fillRect/>
                        </a:stretch>
                      </p:blipFill>
                      <p:spPr bwMode="auto">
                        <a:xfrm>
                          <a:off x="939" y="1159"/>
                          <a:ext cx="219"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07" name="Text Box 75"/>
            <p:cNvSpPr txBox="1">
              <a:spLocks noChangeArrowheads="1"/>
            </p:cNvSpPr>
            <p:nvPr/>
          </p:nvSpPr>
          <p:spPr bwMode="auto">
            <a:xfrm>
              <a:off x="1429" y="152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4108" name="Text Box 76"/>
            <p:cNvSpPr txBox="1">
              <a:spLocks noChangeArrowheads="1"/>
            </p:cNvSpPr>
            <p:nvPr/>
          </p:nvSpPr>
          <p:spPr bwMode="auto">
            <a:xfrm>
              <a:off x="2608" y="1571"/>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p>
          </p:txBody>
        </p:sp>
        <p:sp>
          <p:nvSpPr>
            <p:cNvPr id="44109" name="Text Box 77"/>
            <p:cNvSpPr txBox="1">
              <a:spLocks noChangeArrowheads="1"/>
            </p:cNvSpPr>
            <p:nvPr/>
          </p:nvSpPr>
          <p:spPr bwMode="auto">
            <a:xfrm>
              <a:off x="1973" y="152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4110" name="Line 78"/>
            <p:cNvSpPr>
              <a:spLocks noChangeShapeType="1"/>
            </p:cNvSpPr>
            <p:nvPr/>
          </p:nvSpPr>
          <p:spPr bwMode="auto">
            <a:xfrm>
              <a:off x="2637" y="1077"/>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4111" name="Object 79"/>
            <p:cNvGraphicFramePr>
              <a:graphicFrameLocks noChangeAspect="1"/>
            </p:cNvGraphicFramePr>
            <p:nvPr/>
          </p:nvGraphicFramePr>
          <p:xfrm>
            <a:off x="2637" y="1076"/>
            <a:ext cx="177" cy="270"/>
          </p:xfrm>
          <a:graphic>
            <a:graphicData uri="http://schemas.openxmlformats.org/presentationml/2006/ole">
              <mc:AlternateContent xmlns:mc="http://schemas.openxmlformats.org/markup-compatibility/2006">
                <mc:Choice xmlns:v="urn:schemas-microsoft-com:vml" Requires="v">
                  <p:oleObj name="Equation" r:id="rId20" imgW="126720" imgH="190440" progId="Equation.DSMT4">
                    <p:embed/>
                  </p:oleObj>
                </mc:Choice>
                <mc:Fallback>
                  <p:oleObj name="Equation" r:id="rId20" imgW="126720" imgH="190440" progId="Equation.DSMT4">
                    <p:embed/>
                    <p:pic>
                      <p:nvPicPr>
                        <p:cNvPr id="44111" name="Object 79"/>
                        <p:cNvPicPr>
                          <a:picLocks noChangeAspect="1" noChangeArrowheads="1"/>
                        </p:cNvPicPr>
                        <p:nvPr/>
                      </p:nvPicPr>
                      <p:blipFill>
                        <a:blip r:embed="rId21"/>
                        <a:srcRect/>
                        <a:stretch>
                          <a:fillRect/>
                        </a:stretch>
                      </p:blipFill>
                      <p:spPr bwMode="auto">
                        <a:xfrm>
                          <a:off x="2637" y="1076"/>
                          <a:ext cx="177"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12" name="Rectangle 80"/>
            <p:cNvSpPr>
              <a:spLocks noChangeArrowheads="1"/>
            </p:cNvSpPr>
            <p:nvPr/>
          </p:nvSpPr>
          <p:spPr bwMode="auto">
            <a:xfrm>
              <a:off x="2481" y="1435"/>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13" name="Rectangle 81"/>
            <p:cNvSpPr>
              <a:spLocks noChangeArrowheads="1"/>
            </p:cNvSpPr>
            <p:nvPr/>
          </p:nvSpPr>
          <p:spPr bwMode="auto">
            <a:xfrm>
              <a:off x="1883" y="1435"/>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14" name="Rectangle 82"/>
            <p:cNvSpPr>
              <a:spLocks noChangeArrowheads="1"/>
            </p:cNvSpPr>
            <p:nvPr/>
          </p:nvSpPr>
          <p:spPr bwMode="auto">
            <a:xfrm>
              <a:off x="1338" y="1435"/>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15" name="Rectangle 83"/>
            <p:cNvSpPr>
              <a:spLocks noChangeArrowheads="1"/>
            </p:cNvSpPr>
            <p:nvPr/>
          </p:nvSpPr>
          <p:spPr bwMode="auto">
            <a:xfrm>
              <a:off x="2109" y="1026"/>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44136" name="Group 104"/>
            <p:cNvGrpSpPr>
              <a:grpSpLocks/>
            </p:cNvGrpSpPr>
            <p:nvPr/>
          </p:nvGrpSpPr>
          <p:grpSpPr bwMode="auto">
            <a:xfrm>
              <a:off x="703" y="1479"/>
              <a:ext cx="363" cy="363"/>
              <a:chOff x="703" y="1435"/>
              <a:chExt cx="363" cy="363"/>
            </a:xfrm>
          </p:grpSpPr>
          <p:sp>
            <p:nvSpPr>
              <p:cNvPr id="44097" name="Oval 65"/>
              <p:cNvSpPr>
                <a:spLocks noChangeArrowheads="1"/>
              </p:cNvSpPr>
              <p:nvPr/>
            </p:nvSpPr>
            <p:spPr bwMode="auto">
              <a:xfrm>
                <a:off x="703" y="1435"/>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04" name="Line 72"/>
              <p:cNvSpPr>
                <a:spLocks noChangeShapeType="1"/>
              </p:cNvSpPr>
              <p:nvPr/>
            </p:nvSpPr>
            <p:spPr bwMode="auto">
              <a:xfrm>
                <a:off x="703" y="1616"/>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110796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4038"/>
                                        </p:tgtEl>
                                        <p:attrNameLst>
                                          <p:attrName>style.visibility</p:attrName>
                                        </p:attrNameLst>
                                      </p:cBhvr>
                                      <p:to>
                                        <p:strVal val="visible"/>
                                      </p:to>
                                    </p:set>
                                    <p:anim calcmode="lin" valueType="num">
                                      <p:cBhvr>
                                        <p:cTn id="7" dur="1000" fill="hold"/>
                                        <p:tgtEl>
                                          <p:spTgt spid="44038"/>
                                        </p:tgtEl>
                                        <p:attrNameLst>
                                          <p:attrName>ppt_w</p:attrName>
                                        </p:attrNameLst>
                                      </p:cBhvr>
                                      <p:tavLst>
                                        <p:tav tm="0">
                                          <p:val>
                                            <p:fltVal val="0"/>
                                          </p:val>
                                        </p:tav>
                                        <p:tav tm="100000">
                                          <p:val>
                                            <p:strVal val="#ppt_w"/>
                                          </p:val>
                                        </p:tav>
                                      </p:tavLst>
                                    </p:anim>
                                    <p:anim calcmode="lin" valueType="num">
                                      <p:cBhvr>
                                        <p:cTn id="8" dur="1000" fill="hold"/>
                                        <p:tgtEl>
                                          <p:spTgt spid="44038"/>
                                        </p:tgtEl>
                                        <p:attrNameLst>
                                          <p:attrName>ppt_h</p:attrName>
                                        </p:attrNameLst>
                                      </p:cBhvr>
                                      <p:tavLst>
                                        <p:tav tm="0">
                                          <p:val>
                                            <p:fltVal val="0"/>
                                          </p:val>
                                        </p:tav>
                                        <p:tav tm="100000">
                                          <p:val>
                                            <p:strVal val="#ppt_h"/>
                                          </p:val>
                                        </p:tav>
                                      </p:tavLst>
                                    </p:anim>
                                    <p:anim calcmode="lin" valueType="num">
                                      <p:cBhvr>
                                        <p:cTn id="9" dur="1000" fill="hold"/>
                                        <p:tgtEl>
                                          <p:spTgt spid="4403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4038"/>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44137"/>
                                        </p:tgtEl>
                                        <p:attrNameLst>
                                          <p:attrName>style.visibility</p:attrName>
                                        </p:attrNameLst>
                                      </p:cBhvr>
                                      <p:to>
                                        <p:strVal val="visible"/>
                                      </p:to>
                                    </p:set>
                                    <p:animEffect transition="in" filter="blinds(horizontal)">
                                      <p:cBhvr>
                                        <p:cTn id="14" dur="500"/>
                                        <p:tgtEl>
                                          <p:spTgt spid="44137"/>
                                        </p:tgtEl>
                                      </p:cBhvr>
                                    </p:animEffect>
                                  </p:childTnLst>
                                </p:cTn>
                              </p:par>
                            </p:childTnLst>
                          </p:cTn>
                        </p:par>
                        <p:par>
                          <p:cTn id="15" fill="hold" nodeType="afterGroup">
                            <p:stCondLst>
                              <p:cond delay="1500"/>
                            </p:stCondLst>
                            <p:childTnLst>
                              <p:par>
                                <p:cTn id="16" presetID="14" presetClass="entr" presetSubtype="5" fill="hold" nodeType="afterEffect">
                                  <p:stCondLst>
                                    <p:cond delay="0"/>
                                  </p:stCondLst>
                                  <p:childTnLst>
                                    <p:set>
                                      <p:cBhvr>
                                        <p:cTn id="17" dur="1" fill="hold">
                                          <p:stCondLst>
                                            <p:cond delay="0"/>
                                          </p:stCondLst>
                                        </p:cTn>
                                        <p:tgtEl>
                                          <p:spTgt spid="44034"/>
                                        </p:tgtEl>
                                        <p:attrNameLst>
                                          <p:attrName>style.visibility</p:attrName>
                                        </p:attrNameLst>
                                      </p:cBhvr>
                                      <p:to>
                                        <p:strVal val="visible"/>
                                      </p:to>
                                    </p:set>
                                    <p:animEffect transition="in" filter="randombar(vertical)">
                                      <p:cBhvr>
                                        <p:cTn id="18" dur="500"/>
                                        <p:tgtEl>
                                          <p:spTgt spid="4403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44037"/>
                                        </p:tgtEl>
                                        <p:attrNameLst>
                                          <p:attrName>style.visibility</p:attrName>
                                        </p:attrNameLst>
                                      </p:cBhvr>
                                      <p:to>
                                        <p:strVal val="visible"/>
                                      </p:to>
                                    </p:set>
                                    <p:anim calcmode="lin" valueType="num">
                                      <p:cBhvr>
                                        <p:cTn id="23" dur="1000" fill="hold"/>
                                        <p:tgtEl>
                                          <p:spTgt spid="44037"/>
                                        </p:tgtEl>
                                        <p:attrNameLst>
                                          <p:attrName>ppt_w</p:attrName>
                                        </p:attrNameLst>
                                      </p:cBhvr>
                                      <p:tavLst>
                                        <p:tav tm="0">
                                          <p:val>
                                            <p:fltVal val="0"/>
                                          </p:val>
                                        </p:tav>
                                        <p:tav tm="100000">
                                          <p:val>
                                            <p:strVal val="#ppt_w"/>
                                          </p:val>
                                        </p:tav>
                                      </p:tavLst>
                                    </p:anim>
                                    <p:anim calcmode="lin" valueType="num">
                                      <p:cBhvr>
                                        <p:cTn id="24" dur="1000" fill="hold"/>
                                        <p:tgtEl>
                                          <p:spTgt spid="44037"/>
                                        </p:tgtEl>
                                        <p:attrNameLst>
                                          <p:attrName>ppt_h</p:attrName>
                                        </p:attrNameLst>
                                      </p:cBhvr>
                                      <p:tavLst>
                                        <p:tav tm="0">
                                          <p:val>
                                            <p:fltVal val="0"/>
                                          </p:val>
                                        </p:tav>
                                        <p:tav tm="100000">
                                          <p:val>
                                            <p:strVal val="#ppt_h"/>
                                          </p:val>
                                        </p:tav>
                                      </p:tavLst>
                                    </p:anim>
                                    <p:anim calcmode="lin" valueType="num">
                                      <p:cBhvr>
                                        <p:cTn id="25" dur="1000" fill="hold"/>
                                        <p:tgtEl>
                                          <p:spTgt spid="44037"/>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44037"/>
                                        </p:tgtEl>
                                        <p:attrNameLst>
                                          <p:attrName>ppt_y</p:attrName>
                                        </p:attrNameLst>
                                      </p:cBhvr>
                                      <p:tavLst>
                                        <p:tav tm="0" fmla="#ppt_y+(sin(-2*pi*(1-$))*-#ppt_x+cos(-2*pi*(1-$))*(1-#ppt_y))*(1-$)">
                                          <p:val>
                                            <p:fltVal val="0"/>
                                          </p:val>
                                        </p:tav>
                                        <p:tav tm="100000">
                                          <p:val>
                                            <p:fltVal val="1"/>
                                          </p:val>
                                        </p:tav>
                                      </p:tavLst>
                                    </p:anim>
                                  </p:childTnLst>
                                </p:cTn>
                              </p:par>
                            </p:childTnLst>
                          </p:cTn>
                        </p:par>
                        <p:par>
                          <p:cTn id="27" fill="hold" nodeType="afterGroup">
                            <p:stCondLst>
                              <p:cond delay="1000"/>
                            </p:stCondLst>
                            <p:childTnLst>
                              <p:par>
                                <p:cTn id="28" presetID="12" presetClass="entr" presetSubtype="1" fill="hold" grpId="0" nodeType="afterEffect">
                                  <p:stCondLst>
                                    <p:cond delay="0"/>
                                  </p:stCondLst>
                                  <p:childTnLst>
                                    <p:set>
                                      <p:cBhvr>
                                        <p:cTn id="29" dur="1" fill="hold">
                                          <p:stCondLst>
                                            <p:cond delay="0"/>
                                          </p:stCondLst>
                                        </p:cTn>
                                        <p:tgtEl>
                                          <p:spTgt spid="44035"/>
                                        </p:tgtEl>
                                        <p:attrNameLst>
                                          <p:attrName>style.visibility</p:attrName>
                                        </p:attrNameLst>
                                      </p:cBhvr>
                                      <p:to>
                                        <p:strVal val="visible"/>
                                      </p:to>
                                    </p:set>
                                    <p:animEffect transition="in" filter="slide(fromTop)">
                                      <p:cBhvr>
                                        <p:cTn id="30" dur="500"/>
                                        <p:tgtEl>
                                          <p:spTgt spid="4403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44116"/>
                                        </p:tgtEl>
                                        <p:attrNameLst>
                                          <p:attrName>style.visibility</p:attrName>
                                        </p:attrNameLst>
                                      </p:cBhvr>
                                      <p:to>
                                        <p:strVal val="visible"/>
                                      </p:to>
                                    </p:set>
                                    <p:animEffect transition="in" filter="blinds(horizontal)">
                                      <p:cBhvr>
                                        <p:cTn id="35" dur="500"/>
                                        <p:tgtEl>
                                          <p:spTgt spid="4411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4036"/>
                                        </p:tgtEl>
                                        <p:attrNameLst>
                                          <p:attrName>style.visibility</p:attrName>
                                        </p:attrNameLst>
                                      </p:cBhvr>
                                      <p:to>
                                        <p:strVal val="visible"/>
                                      </p:to>
                                    </p:set>
                                    <p:animEffect transition="in" filter="wipe(left)">
                                      <p:cBhvr>
                                        <p:cTn id="40" dur="1000"/>
                                        <p:tgtEl>
                                          <p:spTgt spid="4403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4078"/>
                                        </p:tgtEl>
                                        <p:attrNameLst>
                                          <p:attrName>style.visibility</p:attrName>
                                        </p:attrNameLst>
                                      </p:cBhvr>
                                      <p:to>
                                        <p:strVal val="visible"/>
                                      </p:to>
                                    </p:set>
                                    <p:animEffect transition="in" filter="wipe(left)">
                                      <p:cBhvr>
                                        <p:cTn id="45" dur="1000"/>
                                        <p:tgtEl>
                                          <p:spTgt spid="4407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4079"/>
                                        </p:tgtEl>
                                        <p:attrNameLst>
                                          <p:attrName>style.visibility</p:attrName>
                                        </p:attrNameLst>
                                      </p:cBhvr>
                                      <p:to>
                                        <p:strVal val="visible"/>
                                      </p:to>
                                    </p:set>
                                    <p:animEffect transition="in" filter="wipe(left)">
                                      <p:cBhvr>
                                        <p:cTn id="50" dur="1000"/>
                                        <p:tgtEl>
                                          <p:spTgt spid="4407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4080"/>
                                        </p:tgtEl>
                                        <p:attrNameLst>
                                          <p:attrName>style.visibility</p:attrName>
                                        </p:attrNameLst>
                                      </p:cBhvr>
                                      <p:to>
                                        <p:strVal val="visible"/>
                                      </p:to>
                                    </p:set>
                                    <p:animEffect transition="in" filter="wipe(left)">
                                      <p:cBhvr>
                                        <p:cTn id="55" dur="1000"/>
                                        <p:tgtEl>
                                          <p:spTgt spid="4408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4081"/>
                                        </p:tgtEl>
                                        <p:attrNameLst>
                                          <p:attrName>style.visibility</p:attrName>
                                        </p:attrNameLst>
                                      </p:cBhvr>
                                      <p:to>
                                        <p:strVal val="visible"/>
                                      </p:to>
                                    </p:set>
                                    <p:animEffect transition="in" filter="wipe(left)">
                                      <p:cBhvr>
                                        <p:cTn id="60" dur="1000"/>
                                        <p:tgtEl>
                                          <p:spTgt spid="44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autoUpdateAnimBg="0"/>
      <p:bldP spid="44037" grpId="0" animBg="1" autoUpdateAnimBg="0"/>
      <p:bldP spid="44038"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539750" y="476250"/>
            <a:ext cx="3970959"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t>方法</a:t>
            </a:r>
            <a:r>
              <a:rPr kumimoji="1" lang="en-US" altLang="zh-CN" sz="2800" b="0"/>
              <a:t>2</a:t>
            </a:r>
            <a:r>
              <a:rPr kumimoji="1" lang="zh-CN" altLang="en-US" sz="2800"/>
              <a:t>：戴维宁等效变换</a:t>
            </a:r>
          </a:p>
        </p:txBody>
      </p:sp>
      <p:graphicFrame>
        <p:nvGraphicFramePr>
          <p:cNvPr id="43011" name="Object 3"/>
          <p:cNvGraphicFramePr>
            <a:graphicFrameLocks noChangeAspect="1"/>
          </p:cNvGraphicFramePr>
          <p:nvPr/>
        </p:nvGraphicFramePr>
        <p:xfrm>
          <a:off x="2971800" y="3168650"/>
          <a:ext cx="4289425" cy="506413"/>
        </p:xfrm>
        <a:graphic>
          <a:graphicData uri="http://schemas.openxmlformats.org/presentationml/2006/ole">
            <mc:AlternateContent xmlns:mc="http://schemas.openxmlformats.org/markup-compatibility/2006">
              <mc:Choice xmlns:v="urn:schemas-microsoft-com:vml" Requires="v">
                <p:oleObj name="Equation" r:id="rId2" imgW="2044440" imgH="241200" progId="Equation.DSMT4">
                  <p:embed/>
                </p:oleObj>
              </mc:Choice>
              <mc:Fallback>
                <p:oleObj name="Equation" r:id="rId2" imgW="2044440" imgH="241200" progId="Equation.DSMT4">
                  <p:embed/>
                  <p:pic>
                    <p:nvPicPr>
                      <p:cNvPr id="43011" name="Object 3"/>
                      <p:cNvPicPr>
                        <a:picLocks noChangeAspect="1" noChangeArrowheads="1"/>
                      </p:cNvPicPr>
                      <p:nvPr/>
                    </p:nvPicPr>
                    <p:blipFill>
                      <a:blip r:embed="rId3"/>
                      <a:srcRect/>
                      <a:stretch>
                        <a:fillRect/>
                      </a:stretch>
                    </p:blipFill>
                    <p:spPr bwMode="auto">
                      <a:xfrm>
                        <a:off x="2971800" y="3168650"/>
                        <a:ext cx="428942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83" name="Text Box 75"/>
          <p:cNvSpPr txBox="1">
            <a:spLocks noChangeArrowheads="1"/>
          </p:cNvSpPr>
          <p:nvPr/>
        </p:nvSpPr>
        <p:spPr bwMode="auto">
          <a:xfrm>
            <a:off x="539750" y="3141663"/>
            <a:ext cx="23272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求开路电压：</a:t>
            </a:r>
          </a:p>
        </p:txBody>
      </p:sp>
      <p:sp>
        <p:nvSpPr>
          <p:cNvPr id="43084" name="Text Box 76"/>
          <p:cNvSpPr txBox="1">
            <a:spLocks noChangeArrowheads="1"/>
          </p:cNvSpPr>
          <p:nvPr/>
        </p:nvSpPr>
        <p:spPr bwMode="auto">
          <a:xfrm>
            <a:off x="539750" y="3933825"/>
            <a:ext cx="23272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求等效电阻：</a:t>
            </a:r>
          </a:p>
        </p:txBody>
      </p:sp>
      <p:graphicFrame>
        <p:nvGraphicFramePr>
          <p:cNvPr id="43085" name="Object 77"/>
          <p:cNvGraphicFramePr>
            <a:graphicFrameLocks noChangeAspect="1"/>
          </p:cNvGraphicFramePr>
          <p:nvPr/>
        </p:nvGraphicFramePr>
        <p:xfrm>
          <a:off x="3043238" y="3962400"/>
          <a:ext cx="4208462" cy="542925"/>
        </p:xfrm>
        <a:graphic>
          <a:graphicData uri="http://schemas.openxmlformats.org/presentationml/2006/ole">
            <mc:AlternateContent xmlns:mc="http://schemas.openxmlformats.org/markup-compatibility/2006">
              <mc:Choice xmlns:v="urn:schemas-microsoft-com:vml" Requires="v">
                <p:oleObj name="Equation" r:id="rId4" imgW="1866600" imgH="241200" progId="Equation.DSMT4">
                  <p:embed/>
                </p:oleObj>
              </mc:Choice>
              <mc:Fallback>
                <p:oleObj name="Equation" r:id="rId4" imgW="1866600" imgH="241200" progId="Equation.DSMT4">
                  <p:embed/>
                  <p:pic>
                    <p:nvPicPr>
                      <p:cNvPr id="43085" name="Object 77"/>
                      <p:cNvPicPr>
                        <a:picLocks noChangeAspect="1" noChangeArrowheads="1"/>
                      </p:cNvPicPr>
                      <p:nvPr/>
                    </p:nvPicPr>
                    <p:blipFill>
                      <a:blip r:embed="rId5"/>
                      <a:srcRect/>
                      <a:stretch>
                        <a:fillRect/>
                      </a:stretch>
                    </p:blipFill>
                    <p:spPr bwMode="auto">
                      <a:xfrm>
                        <a:off x="3043238" y="3962400"/>
                        <a:ext cx="4208462"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86" name="Object 78"/>
          <p:cNvGraphicFramePr>
            <a:graphicFrameLocks noChangeAspect="1"/>
          </p:cNvGraphicFramePr>
          <p:nvPr/>
        </p:nvGraphicFramePr>
        <p:xfrm>
          <a:off x="1468438" y="4706938"/>
          <a:ext cx="5664200" cy="946150"/>
        </p:xfrm>
        <a:graphic>
          <a:graphicData uri="http://schemas.openxmlformats.org/presentationml/2006/ole">
            <mc:AlternateContent xmlns:mc="http://schemas.openxmlformats.org/markup-compatibility/2006">
              <mc:Choice xmlns:v="urn:schemas-microsoft-com:vml" Requires="v">
                <p:oleObj name="Equation" r:id="rId6" imgW="2654280" imgH="444240" progId="Equation.DSMT4">
                  <p:embed/>
                </p:oleObj>
              </mc:Choice>
              <mc:Fallback>
                <p:oleObj name="Equation" r:id="rId6" imgW="2654280" imgH="444240" progId="Equation.DSMT4">
                  <p:embed/>
                  <p:pic>
                    <p:nvPicPr>
                      <p:cNvPr id="43086" name="Object 78"/>
                      <p:cNvPicPr>
                        <a:picLocks noChangeAspect="1" noChangeArrowheads="1"/>
                      </p:cNvPicPr>
                      <p:nvPr/>
                    </p:nvPicPr>
                    <p:blipFill>
                      <a:blip r:embed="rId7"/>
                      <a:srcRect/>
                      <a:stretch>
                        <a:fillRect/>
                      </a:stretch>
                    </p:blipFill>
                    <p:spPr bwMode="auto">
                      <a:xfrm>
                        <a:off x="1468438" y="4706938"/>
                        <a:ext cx="56642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3121" name="Group 113"/>
          <p:cNvGrpSpPr>
            <a:grpSpLocks/>
          </p:cNvGrpSpPr>
          <p:nvPr/>
        </p:nvGrpSpPr>
        <p:grpSpPr bwMode="auto">
          <a:xfrm>
            <a:off x="5016500" y="908050"/>
            <a:ext cx="2636838" cy="2103438"/>
            <a:chOff x="2866" y="2115"/>
            <a:chExt cx="1661" cy="1325"/>
          </a:xfrm>
        </p:grpSpPr>
        <p:sp>
          <p:nvSpPr>
            <p:cNvPr id="43122" name="Oval 114"/>
            <p:cNvSpPr>
              <a:spLocks noChangeArrowheads="1"/>
            </p:cNvSpPr>
            <p:nvPr/>
          </p:nvSpPr>
          <p:spPr bwMode="auto">
            <a:xfrm>
              <a:off x="3152" y="2795"/>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23" name="Line 115"/>
            <p:cNvSpPr>
              <a:spLocks noChangeShapeType="1"/>
            </p:cNvSpPr>
            <p:nvPr/>
          </p:nvSpPr>
          <p:spPr bwMode="auto">
            <a:xfrm>
              <a:off x="3334" y="3385"/>
              <a:ext cx="907"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24" name="Line 116"/>
            <p:cNvSpPr>
              <a:spLocks noChangeShapeType="1"/>
            </p:cNvSpPr>
            <p:nvPr/>
          </p:nvSpPr>
          <p:spPr bwMode="auto">
            <a:xfrm flipH="1">
              <a:off x="3334" y="2160"/>
              <a:ext cx="0" cy="1224"/>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25" name="Line 117"/>
            <p:cNvSpPr>
              <a:spLocks noChangeShapeType="1"/>
            </p:cNvSpPr>
            <p:nvPr/>
          </p:nvSpPr>
          <p:spPr bwMode="auto">
            <a:xfrm flipH="1">
              <a:off x="4241" y="2160"/>
              <a:ext cx="0" cy="1225"/>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26" name="Text Box 118"/>
            <p:cNvSpPr txBox="1">
              <a:spLocks noChangeArrowheads="1"/>
            </p:cNvSpPr>
            <p:nvPr/>
          </p:nvSpPr>
          <p:spPr bwMode="auto">
            <a:xfrm>
              <a:off x="2925" y="2251"/>
              <a:ext cx="38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eq</a:t>
              </a:r>
              <a:endParaRPr kumimoji="1" lang="en-US" altLang="zh-CN" sz="2800" b="0">
                <a:latin typeface="Times New Roman" panose="02020603050405020304" pitchFamily="18" charset="0"/>
                <a:ea typeface="宋体" panose="02010600030101010101" pitchFamily="2" charset="-122"/>
              </a:endParaRPr>
            </a:p>
          </p:txBody>
        </p:sp>
        <p:sp>
          <p:nvSpPr>
            <p:cNvPr id="43127" name="Text Box 119"/>
            <p:cNvSpPr txBox="1">
              <a:spLocks noChangeArrowheads="1"/>
            </p:cNvSpPr>
            <p:nvPr/>
          </p:nvSpPr>
          <p:spPr bwMode="auto">
            <a:xfrm>
              <a:off x="4286" y="2614"/>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p>
          </p:txBody>
        </p:sp>
        <p:graphicFrame>
          <p:nvGraphicFramePr>
            <p:cNvPr id="43128" name="Object 120"/>
            <p:cNvGraphicFramePr>
              <a:graphicFrameLocks noChangeAspect="1"/>
            </p:cNvGraphicFramePr>
            <p:nvPr/>
          </p:nvGraphicFramePr>
          <p:xfrm>
            <a:off x="2866" y="2766"/>
            <a:ext cx="278" cy="376"/>
          </p:xfrm>
          <a:graphic>
            <a:graphicData uri="http://schemas.openxmlformats.org/presentationml/2006/ole">
              <mc:AlternateContent xmlns:mc="http://schemas.openxmlformats.org/markup-compatibility/2006">
                <mc:Choice xmlns:v="urn:schemas-microsoft-com:vml" Requires="v">
                  <p:oleObj name="Equation" r:id="rId8" imgW="215640" imgH="291960" progId="Equation.DSMT4">
                    <p:embed/>
                  </p:oleObj>
                </mc:Choice>
                <mc:Fallback>
                  <p:oleObj name="Equation" r:id="rId8" imgW="215640" imgH="291960" progId="Equation.DSMT4">
                    <p:embed/>
                    <p:pic>
                      <p:nvPicPr>
                        <p:cNvPr id="43128" name="Object 120"/>
                        <p:cNvPicPr>
                          <a:picLocks noChangeAspect="1" noChangeArrowheads="1"/>
                        </p:cNvPicPr>
                        <p:nvPr/>
                      </p:nvPicPr>
                      <p:blipFill>
                        <a:blip r:embed="rId9"/>
                        <a:srcRect/>
                        <a:stretch>
                          <a:fillRect/>
                        </a:stretch>
                      </p:blipFill>
                      <p:spPr bwMode="auto">
                        <a:xfrm>
                          <a:off x="2866" y="2766"/>
                          <a:ext cx="278"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29" name="Oval 121"/>
            <p:cNvSpPr>
              <a:spLocks noChangeArrowheads="1"/>
            </p:cNvSpPr>
            <p:nvPr/>
          </p:nvSpPr>
          <p:spPr bwMode="auto">
            <a:xfrm>
              <a:off x="3787" y="3362"/>
              <a:ext cx="68" cy="68"/>
            </a:xfrm>
            <a:prstGeom prst="ellipse">
              <a:avLst/>
            </a:prstGeom>
            <a:solidFill>
              <a:srgbClr val="FFCC99"/>
            </a:solidFill>
            <a:ln w="28575">
              <a:solidFill>
                <a:srgbClr val="FFCC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3130" name="Oval 122"/>
            <p:cNvSpPr>
              <a:spLocks noChangeArrowheads="1"/>
            </p:cNvSpPr>
            <p:nvPr/>
          </p:nvSpPr>
          <p:spPr bwMode="auto">
            <a:xfrm>
              <a:off x="3787" y="2115"/>
              <a:ext cx="68" cy="68"/>
            </a:xfrm>
            <a:prstGeom prst="ellipse">
              <a:avLst/>
            </a:prstGeom>
            <a:solidFill>
              <a:srgbClr val="FFCC99"/>
            </a:solidFill>
            <a:ln w="28575">
              <a:solidFill>
                <a:srgbClr val="FFCC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3131" name="Line 123"/>
            <p:cNvSpPr>
              <a:spLocks noChangeShapeType="1"/>
            </p:cNvSpPr>
            <p:nvPr/>
          </p:nvSpPr>
          <p:spPr bwMode="auto">
            <a:xfrm>
              <a:off x="4150" y="2205"/>
              <a:ext cx="0" cy="28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3132" name="Text Box 124"/>
            <p:cNvSpPr txBox="1">
              <a:spLocks noChangeArrowheads="1"/>
            </p:cNvSpPr>
            <p:nvPr/>
          </p:nvSpPr>
          <p:spPr bwMode="auto">
            <a:xfrm>
              <a:off x="3061" y="2523"/>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43133" name="Text Box 125"/>
            <p:cNvSpPr txBox="1">
              <a:spLocks noChangeArrowheads="1"/>
            </p:cNvSpPr>
            <p:nvPr/>
          </p:nvSpPr>
          <p:spPr bwMode="auto">
            <a:xfrm>
              <a:off x="3107" y="3113"/>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43134" name="Rectangle 126"/>
            <p:cNvSpPr>
              <a:spLocks noChangeArrowheads="1"/>
            </p:cNvSpPr>
            <p:nvPr/>
          </p:nvSpPr>
          <p:spPr bwMode="auto">
            <a:xfrm>
              <a:off x="3288" y="2251"/>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35" name="Rectangle 127"/>
            <p:cNvSpPr>
              <a:spLocks noChangeArrowheads="1"/>
            </p:cNvSpPr>
            <p:nvPr/>
          </p:nvSpPr>
          <p:spPr bwMode="auto">
            <a:xfrm>
              <a:off x="4159" y="2522"/>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36" name="Line 128"/>
            <p:cNvSpPr>
              <a:spLocks noChangeShapeType="1"/>
            </p:cNvSpPr>
            <p:nvPr/>
          </p:nvSpPr>
          <p:spPr bwMode="auto">
            <a:xfrm>
              <a:off x="3334" y="2160"/>
              <a:ext cx="907"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3137" name="Object 129"/>
            <p:cNvGraphicFramePr>
              <a:graphicFrameLocks noChangeAspect="1"/>
            </p:cNvGraphicFramePr>
            <p:nvPr/>
          </p:nvGraphicFramePr>
          <p:xfrm>
            <a:off x="4241" y="2180"/>
            <a:ext cx="213" cy="309"/>
          </p:xfrm>
          <a:graphic>
            <a:graphicData uri="http://schemas.openxmlformats.org/presentationml/2006/ole">
              <mc:AlternateContent xmlns:mc="http://schemas.openxmlformats.org/markup-compatibility/2006">
                <mc:Choice xmlns:v="urn:schemas-microsoft-com:vml" Requires="v">
                  <p:oleObj name="Equation" r:id="rId10" imgW="126720" imgH="190440" progId="Equation.DSMT4">
                    <p:embed/>
                  </p:oleObj>
                </mc:Choice>
                <mc:Fallback>
                  <p:oleObj name="Equation" r:id="rId10" imgW="126720" imgH="190440" progId="Equation.DSMT4">
                    <p:embed/>
                    <p:pic>
                      <p:nvPicPr>
                        <p:cNvPr id="43137" name="Object 129"/>
                        <p:cNvPicPr>
                          <a:picLocks noChangeAspect="1" noChangeArrowheads="1"/>
                        </p:cNvPicPr>
                        <p:nvPr/>
                      </p:nvPicPr>
                      <p:blipFill>
                        <a:blip r:embed="rId11"/>
                        <a:srcRect/>
                        <a:stretch>
                          <a:fillRect/>
                        </a:stretch>
                      </p:blipFill>
                      <p:spPr bwMode="auto">
                        <a:xfrm>
                          <a:off x="4241" y="2180"/>
                          <a:ext cx="213"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3142" name="Group 134"/>
          <p:cNvGrpSpPr>
            <a:grpSpLocks/>
          </p:cNvGrpSpPr>
          <p:nvPr/>
        </p:nvGrpSpPr>
        <p:grpSpPr bwMode="auto">
          <a:xfrm>
            <a:off x="827088" y="1125538"/>
            <a:ext cx="3565525" cy="1800225"/>
            <a:chOff x="521" y="709"/>
            <a:chExt cx="2246" cy="1134"/>
          </a:xfrm>
        </p:grpSpPr>
        <p:sp>
          <p:nvSpPr>
            <p:cNvPr id="43101" name="Line 93"/>
            <p:cNvSpPr>
              <a:spLocks noChangeShapeType="1"/>
            </p:cNvSpPr>
            <p:nvPr/>
          </p:nvSpPr>
          <p:spPr bwMode="auto">
            <a:xfrm>
              <a:off x="1746" y="755"/>
              <a:ext cx="0" cy="1043"/>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3102" name="Text Box 94"/>
            <p:cNvSpPr txBox="1">
              <a:spLocks noChangeArrowheads="1"/>
            </p:cNvSpPr>
            <p:nvPr/>
          </p:nvSpPr>
          <p:spPr bwMode="auto">
            <a:xfrm>
              <a:off x="2472" y="709"/>
              <a:ext cx="22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a:latin typeface="宋体" panose="02010600030101010101" pitchFamily="2" charset="-122"/>
                  <a:ea typeface="宋体" panose="02010600030101010101" pitchFamily="2" charset="-122"/>
                </a:rPr>
                <a:t>+</a:t>
              </a:r>
            </a:p>
          </p:txBody>
        </p:sp>
        <p:sp>
          <p:nvSpPr>
            <p:cNvPr id="43103" name="Text Box 95"/>
            <p:cNvSpPr txBox="1">
              <a:spLocks noChangeArrowheads="1"/>
            </p:cNvSpPr>
            <p:nvPr/>
          </p:nvSpPr>
          <p:spPr bwMode="auto">
            <a:xfrm>
              <a:off x="2426" y="1435"/>
              <a:ext cx="22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i="1">
                  <a:latin typeface="宋体" panose="02010600030101010101" pitchFamily="2" charset="-122"/>
                  <a:ea typeface="宋体" panose="02010600030101010101" pitchFamily="2" charset="-122"/>
                </a:rPr>
                <a:t>-</a:t>
              </a:r>
            </a:p>
          </p:txBody>
        </p:sp>
        <p:sp>
          <p:nvSpPr>
            <p:cNvPr id="43104" name="Oval 96"/>
            <p:cNvSpPr>
              <a:spLocks noChangeArrowheads="1"/>
            </p:cNvSpPr>
            <p:nvPr/>
          </p:nvSpPr>
          <p:spPr bwMode="auto">
            <a:xfrm>
              <a:off x="2605" y="1753"/>
              <a:ext cx="94" cy="90"/>
            </a:xfrm>
            <a:prstGeom prst="ellipse">
              <a:avLst/>
            </a:prstGeom>
            <a:noFill/>
            <a:ln w="28575">
              <a:solidFill>
                <a:srgbClr val="FFCC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3105" name="Object 97"/>
            <p:cNvGraphicFramePr>
              <a:graphicFrameLocks noChangeAspect="1"/>
            </p:cNvGraphicFramePr>
            <p:nvPr/>
          </p:nvGraphicFramePr>
          <p:xfrm>
            <a:off x="2524" y="1133"/>
            <a:ext cx="243" cy="287"/>
          </p:xfrm>
          <a:graphic>
            <a:graphicData uri="http://schemas.openxmlformats.org/presentationml/2006/ole">
              <mc:AlternateContent xmlns:mc="http://schemas.openxmlformats.org/markup-compatibility/2006">
                <mc:Choice xmlns:v="urn:schemas-microsoft-com:vml" Requires="v">
                  <p:oleObj name="Equation" r:id="rId12" imgW="203040" imgH="241200" progId="Equation.DSMT4">
                    <p:embed/>
                  </p:oleObj>
                </mc:Choice>
                <mc:Fallback>
                  <p:oleObj name="Equation" r:id="rId12" imgW="203040" imgH="241200" progId="Equation.DSMT4">
                    <p:embed/>
                    <p:pic>
                      <p:nvPicPr>
                        <p:cNvPr id="43105" name="Object 97"/>
                        <p:cNvPicPr>
                          <a:picLocks noChangeAspect="1" noChangeArrowheads="1"/>
                        </p:cNvPicPr>
                        <p:nvPr/>
                      </p:nvPicPr>
                      <p:blipFill>
                        <a:blip r:embed="rId13"/>
                        <a:srcRect/>
                        <a:stretch>
                          <a:fillRect/>
                        </a:stretch>
                      </p:blipFill>
                      <p:spPr bwMode="auto">
                        <a:xfrm>
                          <a:off x="2524" y="1133"/>
                          <a:ext cx="243"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06" name="Line 98"/>
            <p:cNvSpPr>
              <a:spLocks noChangeShapeType="1"/>
            </p:cNvSpPr>
            <p:nvPr/>
          </p:nvSpPr>
          <p:spPr bwMode="auto">
            <a:xfrm>
              <a:off x="696" y="760"/>
              <a:ext cx="7" cy="103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08" name="Text Box 100"/>
            <p:cNvSpPr txBox="1">
              <a:spLocks noChangeArrowheads="1"/>
            </p:cNvSpPr>
            <p:nvPr/>
          </p:nvSpPr>
          <p:spPr bwMode="auto">
            <a:xfrm>
              <a:off x="1927" y="846"/>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3109" name="Line 101"/>
            <p:cNvSpPr>
              <a:spLocks noChangeShapeType="1"/>
            </p:cNvSpPr>
            <p:nvPr/>
          </p:nvSpPr>
          <p:spPr bwMode="auto">
            <a:xfrm flipV="1">
              <a:off x="696" y="755"/>
              <a:ext cx="1866" cy="5"/>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11" name="Line 103"/>
            <p:cNvSpPr>
              <a:spLocks noChangeShapeType="1"/>
            </p:cNvSpPr>
            <p:nvPr/>
          </p:nvSpPr>
          <p:spPr bwMode="auto">
            <a:xfrm flipH="1" flipV="1">
              <a:off x="695" y="838"/>
              <a:ext cx="8" cy="32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3112" name="Object 104"/>
            <p:cNvGraphicFramePr>
              <a:graphicFrameLocks noChangeAspect="1"/>
            </p:cNvGraphicFramePr>
            <p:nvPr/>
          </p:nvGraphicFramePr>
          <p:xfrm>
            <a:off x="757" y="841"/>
            <a:ext cx="219" cy="347"/>
          </p:xfrm>
          <a:graphic>
            <a:graphicData uri="http://schemas.openxmlformats.org/presentationml/2006/ole">
              <mc:AlternateContent xmlns:mc="http://schemas.openxmlformats.org/markup-compatibility/2006">
                <mc:Choice xmlns:v="urn:schemas-microsoft-com:vml" Requires="v">
                  <p:oleObj name="Equation" r:id="rId14" imgW="152280" imgH="241200" progId="Equation.DSMT4">
                    <p:embed/>
                  </p:oleObj>
                </mc:Choice>
                <mc:Fallback>
                  <p:oleObj name="Equation" r:id="rId14" imgW="152280" imgH="241200" progId="Equation.DSMT4">
                    <p:embed/>
                    <p:pic>
                      <p:nvPicPr>
                        <p:cNvPr id="43112" name="Object 104"/>
                        <p:cNvPicPr>
                          <a:picLocks noChangeAspect="1" noChangeArrowheads="1"/>
                        </p:cNvPicPr>
                        <p:nvPr/>
                      </p:nvPicPr>
                      <p:blipFill>
                        <a:blip r:embed="rId15"/>
                        <a:srcRect/>
                        <a:stretch>
                          <a:fillRect/>
                        </a:stretch>
                      </p:blipFill>
                      <p:spPr bwMode="auto">
                        <a:xfrm>
                          <a:off x="757" y="841"/>
                          <a:ext cx="219" cy="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13" name="Text Box 105"/>
            <p:cNvSpPr txBox="1">
              <a:spLocks noChangeArrowheads="1"/>
            </p:cNvSpPr>
            <p:nvPr/>
          </p:nvSpPr>
          <p:spPr bwMode="auto">
            <a:xfrm>
              <a:off x="1292" y="116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3114" name="Text Box 106"/>
            <p:cNvSpPr txBox="1">
              <a:spLocks noChangeArrowheads="1"/>
            </p:cNvSpPr>
            <p:nvPr/>
          </p:nvSpPr>
          <p:spPr bwMode="auto">
            <a:xfrm>
              <a:off x="1791" y="116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3115" name="Rectangle 107"/>
            <p:cNvSpPr>
              <a:spLocks noChangeArrowheads="1"/>
            </p:cNvSpPr>
            <p:nvPr/>
          </p:nvSpPr>
          <p:spPr bwMode="auto">
            <a:xfrm>
              <a:off x="1664" y="111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16" name="Rectangle 108"/>
            <p:cNvSpPr>
              <a:spLocks noChangeArrowheads="1"/>
            </p:cNvSpPr>
            <p:nvPr/>
          </p:nvSpPr>
          <p:spPr bwMode="auto">
            <a:xfrm>
              <a:off x="1927" y="709"/>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17" name="Line 109"/>
            <p:cNvSpPr>
              <a:spLocks noChangeShapeType="1"/>
            </p:cNvSpPr>
            <p:nvPr/>
          </p:nvSpPr>
          <p:spPr bwMode="auto">
            <a:xfrm>
              <a:off x="703" y="1798"/>
              <a:ext cx="1905"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3118" name="Line 110"/>
            <p:cNvSpPr>
              <a:spLocks noChangeShapeType="1"/>
            </p:cNvSpPr>
            <p:nvPr/>
          </p:nvSpPr>
          <p:spPr bwMode="auto">
            <a:xfrm>
              <a:off x="1247" y="755"/>
              <a:ext cx="0" cy="1043"/>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3119" name="Rectangle 111"/>
            <p:cNvSpPr>
              <a:spLocks noChangeArrowheads="1"/>
            </p:cNvSpPr>
            <p:nvPr/>
          </p:nvSpPr>
          <p:spPr bwMode="auto">
            <a:xfrm>
              <a:off x="1202" y="111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20" name="Oval 112"/>
            <p:cNvSpPr>
              <a:spLocks noChangeArrowheads="1"/>
            </p:cNvSpPr>
            <p:nvPr/>
          </p:nvSpPr>
          <p:spPr bwMode="auto">
            <a:xfrm>
              <a:off x="2562" y="709"/>
              <a:ext cx="94" cy="90"/>
            </a:xfrm>
            <a:prstGeom prst="ellipse">
              <a:avLst/>
            </a:prstGeom>
            <a:noFill/>
            <a:ln w="28575">
              <a:solidFill>
                <a:srgbClr val="FFCC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nvGrpSpPr>
            <p:cNvPr id="43141" name="Group 133"/>
            <p:cNvGrpSpPr>
              <a:grpSpLocks/>
            </p:cNvGrpSpPr>
            <p:nvPr/>
          </p:nvGrpSpPr>
          <p:grpSpPr bwMode="auto">
            <a:xfrm>
              <a:off x="521" y="1162"/>
              <a:ext cx="363" cy="363"/>
              <a:chOff x="521" y="1118"/>
              <a:chExt cx="363" cy="363"/>
            </a:xfrm>
          </p:grpSpPr>
          <p:sp>
            <p:nvSpPr>
              <p:cNvPr id="43107" name="Oval 99"/>
              <p:cNvSpPr>
                <a:spLocks noChangeArrowheads="1"/>
              </p:cNvSpPr>
              <p:nvPr/>
            </p:nvSpPr>
            <p:spPr bwMode="auto">
              <a:xfrm>
                <a:off x="521" y="111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10" name="Line 102"/>
              <p:cNvSpPr>
                <a:spLocks noChangeShapeType="1"/>
              </p:cNvSpPr>
              <p:nvPr/>
            </p:nvSpPr>
            <p:spPr bwMode="auto">
              <a:xfrm>
                <a:off x="521" y="1299"/>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2610860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43010"/>
                                        </p:tgtEl>
                                        <p:attrNameLst>
                                          <p:attrName>style.visibility</p:attrName>
                                        </p:attrNameLst>
                                      </p:cBhvr>
                                      <p:to>
                                        <p:strVal val="visible"/>
                                      </p:to>
                                    </p:set>
                                    <p:anim calcmode="lin" valueType="num">
                                      <p:cBhvr additive="base">
                                        <p:cTn id="7" dur="500" fill="hold"/>
                                        <p:tgtEl>
                                          <p:spTgt spid="43010"/>
                                        </p:tgtEl>
                                        <p:attrNameLst>
                                          <p:attrName>ppt_x</p:attrName>
                                        </p:attrNameLst>
                                      </p:cBhvr>
                                      <p:tavLst>
                                        <p:tav tm="0">
                                          <p:val>
                                            <p:strVal val="0-#ppt_w/2"/>
                                          </p:val>
                                        </p:tav>
                                        <p:tav tm="100000">
                                          <p:val>
                                            <p:strVal val="#ppt_x"/>
                                          </p:val>
                                        </p:tav>
                                      </p:tavLst>
                                    </p:anim>
                                    <p:anim calcmode="lin" valueType="num">
                                      <p:cBhvr additive="base">
                                        <p:cTn id="8" dur="500" fill="hold"/>
                                        <p:tgtEl>
                                          <p:spTgt spid="4301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43142"/>
                                        </p:tgtEl>
                                        <p:attrNameLst>
                                          <p:attrName>style.visibility</p:attrName>
                                        </p:attrNameLst>
                                      </p:cBhvr>
                                      <p:to>
                                        <p:strVal val="visible"/>
                                      </p:to>
                                    </p:set>
                                    <p:animEffect transition="in" filter="wipe(left)">
                                      <p:cBhvr>
                                        <p:cTn id="13" dur="500"/>
                                        <p:tgtEl>
                                          <p:spTgt spid="4314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3083"/>
                                        </p:tgtEl>
                                        <p:attrNameLst>
                                          <p:attrName>style.visibility</p:attrName>
                                        </p:attrNameLst>
                                      </p:cBhvr>
                                      <p:to>
                                        <p:strVal val="visible"/>
                                      </p:to>
                                    </p:set>
                                    <p:animEffect transition="in" filter="dissolve">
                                      <p:cBhvr>
                                        <p:cTn id="18" dur="500"/>
                                        <p:tgtEl>
                                          <p:spTgt spid="4308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nodeType="clickEffect">
                                  <p:stCondLst>
                                    <p:cond delay="0"/>
                                  </p:stCondLst>
                                  <p:childTnLst>
                                    <p:set>
                                      <p:cBhvr>
                                        <p:cTn id="22" dur="1" fill="hold">
                                          <p:stCondLst>
                                            <p:cond delay="0"/>
                                          </p:stCondLst>
                                        </p:cTn>
                                        <p:tgtEl>
                                          <p:spTgt spid="43011"/>
                                        </p:tgtEl>
                                        <p:attrNameLst>
                                          <p:attrName>style.visibility</p:attrName>
                                        </p:attrNameLst>
                                      </p:cBhvr>
                                      <p:to>
                                        <p:strVal val="visible"/>
                                      </p:to>
                                    </p:set>
                                    <p:animEffect transition="in" filter="randombar(horizontal)">
                                      <p:cBhvr>
                                        <p:cTn id="23" dur="500"/>
                                        <p:tgtEl>
                                          <p:spTgt spid="430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3084"/>
                                        </p:tgtEl>
                                        <p:attrNameLst>
                                          <p:attrName>style.visibility</p:attrName>
                                        </p:attrNameLst>
                                      </p:cBhvr>
                                      <p:to>
                                        <p:strVal val="visible"/>
                                      </p:to>
                                    </p:set>
                                    <p:animEffect transition="in" filter="dissolve">
                                      <p:cBhvr>
                                        <p:cTn id="28" dur="500"/>
                                        <p:tgtEl>
                                          <p:spTgt spid="4308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4" presetClass="entr" presetSubtype="10" fill="hold" nodeType="clickEffect">
                                  <p:stCondLst>
                                    <p:cond delay="0"/>
                                  </p:stCondLst>
                                  <p:childTnLst>
                                    <p:set>
                                      <p:cBhvr>
                                        <p:cTn id="32" dur="1" fill="hold">
                                          <p:stCondLst>
                                            <p:cond delay="0"/>
                                          </p:stCondLst>
                                        </p:cTn>
                                        <p:tgtEl>
                                          <p:spTgt spid="43085"/>
                                        </p:tgtEl>
                                        <p:attrNameLst>
                                          <p:attrName>style.visibility</p:attrName>
                                        </p:attrNameLst>
                                      </p:cBhvr>
                                      <p:to>
                                        <p:strVal val="visible"/>
                                      </p:to>
                                    </p:set>
                                    <p:animEffect transition="in" filter="randombar(horizontal)">
                                      <p:cBhvr>
                                        <p:cTn id="33" dur="500"/>
                                        <p:tgtEl>
                                          <p:spTgt spid="4308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43121"/>
                                        </p:tgtEl>
                                        <p:attrNameLst>
                                          <p:attrName>style.visibility</p:attrName>
                                        </p:attrNameLst>
                                      </p:cBhvr>
                                      <p:to>
                                        <p:strVal val="visible"/>
                                      </p:to>
                                    </p:set>
                                    <p:animEffect transition="in" filter="blinds(horizontal)">
                                      <p:cBhvr>
                                        <p:cTn id="38" dur="500"/>
                                        <p:tgtEl>
                                          <p:spTgt spid="4312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4" presetClass="entr" presetSubtype="10" fill="hold" nodeType="clickEffect">
                                  <p:stCondLst>
                                    <p:cond delay="0"/>
                                  </p:stCondLst>
                                  <p:childTnLst>
                                    <p:set>
                                      <p:cBhvr>
                                        <p:cTn id="42" dur="1" fill="hold">
                                          <p:stCondLst>
                                            <p:cond delay="0"/>
                                          </p:stCondLst>
                                        </p:cTn>
                                        <p:tgtEl>
                                          <p:spTgt spid="43086"/>
                                        </p:tgtEl>
                                        <p:attrNameLst>
                                          <p:attrName>style.visibility</p:attrName>
                                        </p:attrNameLst>
                                      </p:cBhvr>
                                      <p:to>
                                        <p:strVal val="visible"/>
                                      </p:to>
                                    </p:set>
                                    <p:animEffect transition="in" filter="randombar(horizontal)">
                                      <p:cBhvr>
                                        <p:cTn id="43" dur="500"/>
                                        <p:tgtEl>
                                          <p:spTgt spid="43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P spid="43083" grpId="0" autoUpdateAnimBg="0"/>
      <p:bldP spid="43084" grpId="0" autoUpdateAnimBg="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395288" y="404813"/>
            <a:ext cx="1081087"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4</a:t>
            </a:r>
            <a:r>
              <a:rPr kumimoji="1" lang="en-US" altLang="zh-CN" sz="2800">
                <a:latin typeface="Times New Roman" panose="02020603050405020304" pitchFamily="18" charset="0"/>
                <a:ea typeface="宋体" panose="02010600030101010101" pitchFamily="2" charset="-122"/>
              </a:rPr>
              <a:t> </a:t>
            </a:r>
          </a:p>
        </p:txBody>
      </p:sp>
      <p:sp>
        <p:nvSpPr>
          <p:cNvPr id="108547" name="Rectangle 3"/>
          <p:cNvSpPr>
            <a:spLocks noChangeArrowheads="1"/>
          </p:cNvSpPr>
          <p:nvPr/>
        </p:nvSpPr>
        <p:spPr bwMode="auto">
          <a:xfrm>
            <a:off x="1187450" y="404813"/>
            <a:ext cx="5234125"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latin typeface="Times New Roman" panose="02020603050405020304" pitchFamily="18" charset="0"/>
              </a:rPr>
              <a:t>求图示电路的戴维宁等效电路。</a:t>
            </a:r>
          </a:p>
        </p:txBody>
      </p:sp>
      <p:graphicFrame>
        <p:nvGraphicFramePr>
          <p:cNvPr id="108548" name="Object 4"/>
          <p:cNvGraphicFramePr>
            <a:graphicFrameLocks noChangeAspect="1"/>
          </p:cNvGraphicFramePr>
          <p:nvPr/>
        </p:nvGraphicFramePr>
        <p:xfrm>
          <a:off x="1276350" y="4559300"/>
          <a:ext cx="6592888" cy="904875"/>
        </p:xfrm>
        <a:graphic>
          <a:graphicData uri="http://schemas.openxmlformats.org/presentationml/2006/ole">
            <mc:AlternateContent xmlns:mc="http://schemas.openxmlformats.org/markup-compatibility/2006">
              <mc:Choice xmlns:v="urn:schemas-microsoft-com:vml" Requires="v">
                <p:oleObj name="Equation" r:id="rId2" imgW="3466800" imgH="444240" progId="Equation.DSMT4">
                  <p:embed/>
                </p:oleObj>
              </mc:Choice>
              <mc:Fallback>
                <p:oleObj name="Equation" r:id="rId2" imgW="3466800" imgH="444240" progId="Equation.DSMT4">
                  <p:embed/>
                  <p:pic>
                    <p:nvPicPr>
                      <p:cNvPr id="108548" name="Object 4"/>
                      <p:cNvPicPr>
                        <a:picLocks noChangeAspect="1" noChangeArrowheads="1"/>
                      </p:cNvPicPr>
                      <p:nvPr/>
                    </p:nvPicPr>
                    <p:blipFill>
                      <a:blip r:embed="rId3"/>
                      <a:srcRect/>
                      <a:stretch>
                        <a:fillRect/>
                      </a:stretch>
                    </p:blipFill>
                    <p:spPr bwMode="auto">
                      <a:xfrm>
                        <a:off x="1276350" y="4559300"/>
                        <a:ext cx="6592888"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49" name="Text Box 5"/>
          <p:cNvSpPr txBox="1">
            <a:spLocks noChangeArrowheads="1"/>
          </p:cNvSpPr>
          <p:nvPr/>
        </p:nvSpPr>
        <p:spPr bwMode="auto">
          <a:xfrm>
            <a:off x="468313" y="4005263"/>
            <a:ext cx="542925" cy="519112"/>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sp>
        <p:nvSpPr>
          <p:cNvPr id="108550" name="Line 6"/>
          <p:cNvSpPr>
            <a:spLocks noChangeShapeType="1"/>
          </p:cNvSpPr>
          <p:nvPr/>
        </p:nvSpPr>
        <p:spPr bwMode="auto">
          <a:xfrm>
            <a:off x="1116013" y="5734050"/>
            <a:ext cx="574675" cy="0"/>
          </a:xfrm>
          <a:prstGeom prst="line">
            <a:avLst/>
          </a:prstGeom>
          <a:noFill/>
          <a:ln w="76200">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108551" name="Object 7"/>
          <p:cNvGraphicFramePr>
            <a:graphicFrameLocks noChangeAspect="1"/>
          </p:cNvGraphicFramePr>
          <p:nvPr/>
        </p:nvGraphicFramePr>
        <p:xfrm>
          <a:off x="2055813" y="5435600"/>
          <a:ext cx="2990850" cy="811213"/>
        </p:xfrm>
        <a:graphic>
          <a:graphicData uri="http://schemas.openxmlformats.org/presentationml/2006/ole">
            <mc:AlternateContent xmlns:mc="http://schemas.openxmlformats.org/markup-compatibility/2006">
              <mc:Choice xmlns:v="urn:schemas-microsoft-com:vml" Requires="v">
                <p:oleObj name="Equation" r:id="rId4" imgW="1549080" imgH="419040" progId="Equation.DSMT4">
                  <p:embed/>
                </p:oleObj>
              </mc:Choice>
              <mc:Fallback>
                <p:oleObj name="Equation" r:id="rId4" imgW="1549080" imgH="419040" progId="Equation.DSMT4">
                  <p:embed/>
                  <p:pic>
                    <p:nvPicPr>
                      <p:cNvPr id="108551" name="Object 7"/>
                      <p:cNvPicPr>
                        <a:picLocks noChangeAspect="1" noChangeArrowheads="1"/>
                      </p:cNvPicPr>
                      <p:nvPr/>
                    </p:nvPicPr>
                    <p:blipFill>
                      <a:blip r:embed="rId5"/>
                      <a:srcRect/>
                      <a:stretch>
                        <a:fillRect/>
                      </a:stretch>
                    </p:blipFill>
                    <p:spPr bwMode="auto">
                      <a:xfrm>
                        <a:off x="2055813" y="5435600"/>
                        <a:ext cx="2990850"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8595" name="Group 51"/>
          <p:cNvGrpSpPr>
            <a:grpSpLocks/>
          </p:cNvGrpSpPr>
          <p:nvPr/>
        </p:nvGrpSpPr>
        <p:grpSpPr bwMode="auto">
          <a:xfrm>
            <a:off x="4572000" y="728663"/>
            <a:ext cx="3340100" cy="3059113"/>
            <a:chOff x="521" y="2002"/>
            <a:chExt cx="2104" cy="1927"/>
          </a:xfrm>
        </p:grpSpPr>
        <p:sp>
          <p:nvSpPr>
            <p:cNvPr id="108596" name="AutoShape 52"/>
            <p:cNvSpPr>
              <a:spLocks noChangeArrowheads="1"/>
            </p:cNvSpPr>
            <p:nvPr/>
          </p:nvSpPr>
          <p:spPr bwMode="auto">
            <a:xfrm>
              <a:off x="1201" y="2387"/>
              <a:ext cx="453" cy="272"/>
            </a:xfrm>
            <a:prstGeom prst="diamond">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97" name="Text Box 53"/>
            <p:cNvSpPr txBox="1">
              <a:spLocks noChangeArrowheads="1"/>
            </p:cNvSpPr>
            <p:nvPr/>
          </p:nvSpPr>
          <p:spPr bwMode="auto">
            <a:xfrm>
              <a:off x="884" y="2205"/>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endParaRPr lang="en-US" altLang="zh-CN" sz="2800" b="0">
                <a:latin typeface="Times New Roman" panose="02020603050405020304" pitchFamily="18" charset="0"/>
                <a:ea typeface="仿宋_GB2312" pitchFamily="49" charset="-122"/>
              </a:endParaRPr>
            </a:p>
          </p:txBody>
        </p:sp>
        <p:sp>
          <p:nvSpPr>
            <p:cNvPr id="108598" name="Text Box 54"/>
            <p:cNvSpPr txBox="1">
              <a:spLocks noChangeArrowheads="1"/>
            </p:cNvSpPr>
            <p:nvPr/>
          </p:nvSpPr>
          <p:spPr bwMode="auto">
            <a:xfrm>
              <a:off x="1701" y="211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ea typeface="宋体" panose="02010600030101010101" pitchFamily="2" charset="-122"/>
                </a:rPr>
                <a:t>_</a:t>
              </a:r>
              <a:endParaRPr lang="en-US" altLang="zh-CN" sz="2800" b="0">
                <a:latin typeface="Arial" panose="020B0604020202020204" pitchFamily="34" charset="0"/>
                <a:ea typeface="仿宋_GB2312" pitchFamily="49" charset="-122"/>
              </a:endParaRPr>
            </a:p>
          </p:txBody>
        </p:sp>
        <p:sp>
          <p:nvSpPr>
            <p:cNvPr id="108599" name="Oval 55"/>
            <p:cNvSpPr>
              <a:spLocks noChangeArrowheads="1"/>
            </p:cNvSpPr>
            <p:nvPr/>
          </p:nvSpPr>
          <p:spPr bwMode="auto">
            <a:xfrm>
              <a:off x="521" y="329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600" name="Line 56"/>
            <p:cNvSpPr>
              <a:spLocks noChangeShapeType="1"/>
            </p:cNvSpPr>
            <p:nvPr/>
          </p:nvSpPr>
          <p:spPr bwMode="auto">
            <a:xfrm>
              <a:off x="703" y="2523"/>
              <a:ext cx="185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601" name="Line 57"/>
            <p:cNvSpPr>
              <a:spLocks noChangeShapeType="1"/>
            </p:cNvSpPr>
            <p:nvPr/>
          </p:nvSpPr>
          <p:spPr bwMode="auto">
            <a:xfrm>
              <a:off x="702" y="3884"/>
              <a:ext cx="181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08602" name="Text Box 58"/>
            <p:cNvSpPr txBox="1">
              <a:spLocks noChangeArrowheads="1"/>
            </p:cNvSpPr>
            <p:nvPr/>
          </p:nvSpPr>
          <p:spPr bwMode="auto">
            <a:xfrm>
              <a:off x="1337" y="2977"/>
              <a:ext cx="6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j300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108603" name="Text Box 59"/>
            <p:cNvSpPr txBox="1">
              <a:spLocks noChangeArrowheads="1"/>
            </p:cNvSpPr>
            <p:nvPr/>
          </p:nvSpPr>
          <p:spPr bwMode="auto">
            <a:xfrm>
              <a:off x="793" y="3067"/>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108604" name="Text Box 60"/>
            <p:cNvSpPr txBox="1">
              <a:spLocks noChangeArrowheads="1"/>
            </p:cNvSpPr>
            <p:nvPr/>
          </p:nvSpPr>
          <p:spPr bwMode="auto">
            <a:xfrm>
              <a:off x="793" y="352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graphicFrame>
          <p:nvGraphicFramePr>
            <p:cNvPr id="108605" name="Object 61"/>
            <p:cNvGraphicFramePr>
              <a:graphicFrameLocks noChangeAspect="1"/>
            </p:cNvGraphicFramePr>
            <p:nvPr/>
          </p:nvGraphicFramePr>
          <p:xfrm>
            <a:off x="914" y="3393"/>
            <a:ext cx="541" cy="248"/>
          </p:xfrm>
          <a:graphic>
            <a:graphicData uri="http://schemas.openxmlformats.org/presentationml/2006/ole">
              <mc:AlternateContent xmlns:mc="http://schemas.openxmlformats.org/markup-compatibility/2006">
                <mc:Choice xmlns:v="urn:schemas-microsoft-com:vml" Requires="v">
                  <p:oleObj name="Equation" r:id="rId6" imgW="444240" imgH="203040" progId="Equation.DSMT4">
                    <p:embed/>
                  </p:oleObj>
                </mc:Choice>
                <mc:Fallback>
                  <p:oleObj name="Equation" r:id="rId6" imgW="444240" imgH="203040" progId="Equation.DSMT4">
                    <p:embed/>
                    <p:pic>
                      <p:nvPicPr>
                        <p:cNvPr id="108605" name="Object 61"/>
                        <p:cNvPicPr>
                          <a:picLocks noChangeAspect="1" noChangeArrowheads="1"/>
                        </p:cNvPicPr>
                        <p:nvPr/>
                      </p:nvPicPr>
                      <p:blipFill>
                        <a:blip r:embed="rId7"/>
                        <a:srcRect/>
                        <a:stretch>
                          <a:fillRect/>
                        </a:stretch>
                      </p:blipFill>
                      <p:spPr bwMode="auto">
                        <a:xfrm>
                          <a:off x="914" y="3393"/>
                          <a:ext cx="54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606" name="Object 62"/>
            <p:cNvGraphicFramePr>
              <a:graphicFrameLocks noChangeAspect="1"/>
            </p:cNvGraphicFramePr>
            <p:nvPr/>
          </p:nvGraphicFramePr>
          <p:xfrm>
            <a:off x="2356" y="3135"/>
            <a:ext cx="249" cy="295"/>
          </p:xfrm>
          <a:graphic>
            <a:graphicData uri="http://schemas.openxmlformats.org/presentationml/2006/ole">
              <mc:AlternateContent xmlns:mc="http://schemas.openxmlformats.org/markup-compatibility/2006">
                <mc:Choice xmlns:v="urn:schemas-microsoft-com:vml" Requires="v">
                  <p:oleObj name="Equation" r:id="rId8" imgW="203040" imgH="241200" progId="Equation.DSMT4">
                    <p:embed/>
                  </p:oleObj>
                </mc:Choice>
                <mc:Fallback>
                  <p:oleObj name="Equation" r:id="rId8" imgW="203040" imgH="241200" progId="Equation.DSMT4">
                    <p:embed/>
                    <p:pic>
                      <p:nvPicPr>
                        <p:cNvPr id="108606" name="Object 62"/>
                        <p:cNvPicPr>
                          <a:picLocks noChangeAspect="1" noChangeArrowheads="1"/>
                        </p:cNvPicPr>
                        <p:nvPr/>
                      </p:nvPicPr>
                      <p:blipFill>
                        <a:blip r:embed="rId9"/>
                        <a:srcRect/>
                        <a:stretch>
                          <a:fillRect/>
                        </a:stretch>
                      </p:blipFill>
                      <p:spPr bwMode="auto">
                        <a:xfrm>
                          <a:off x="2356" y="3135"/>
                          <a:ext cx="249"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607" name="Text Box 63"/>
            <p:cNvSpPr txBox="1">
              <a:spLocks noChangeArrowheads="1"/>
            </p:cNvSpPr>
            <p:nvPr/>
          </p:nvSpPr>
          <p:spPr bwMode="auto">
            <a:xfrm>
              <a:off x="2381" y="2568"/>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108608" name="Text Box 64"/>
            <p:cNvSpPr txBox="1">
              <a:spLocks noChangeArrowheads="1"/>
            </p:cNvSpPr>
            <p:nvPr/>
          </p:nvSpPr>
          <p:spPr bwMode="auto">
            <a:xfrm>
              <a:off x="2380" y="347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sp>
          <p:nvSpPr>
            <p:cNvPr id="108609" name="Oval 65"/>
            <p:cNvSpPr>
              <a:spLocks noChangeArrowheads="1"/>
            </p:cNvSpPr>
            <p:nvPr/>
          </p:nvSpPr>
          <p:spPr bwMode="auto">
            <a:xfrm>
              <a:off x="2516" y="3861"/>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08610" name="Oval 66"/>
            <p:cNvSpPr>
              <a:spLocks noChangeArrowheads="1"/>
            </p:cNvSpPr>
            <p:nvPr/>
          </p:nvSpPr>
          <p:spPr bwMode="auto">
            <a:xfrm>
              <a:off x="2540" y="247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08611" name="Object 67"/>
            <p:cNvGraphicFramePr>
              <a:graphicFrameLocks noChangeAspect="1"/>
            </p:cNvGraphicFramePr>
            <p:nvPr/>
          </p:nvGraphicFramePr>
          <p:xfrm>
            <a:off x="1233" y="2002"/>
            <a:ext cx="462" cy="356"/>
          </p:xfrm>
          <a:graphic>
            <a:graphicData uri="http://schemas.openxmlformats.org/presentationml/2006/ole">
              <mc:AlternateContent xmlns:mc="http://schemas.openxmlformats.org/markup-compatibility/2006">
                <mc:Choice xmlns:v="urn:schemas-microsoft-com:vml" Requires="v">
                  <p:oleObj name="Equation" r:id="rId10" imgW="380880" imgH="291960" progId="Equation.DSMT4">
                    <p:embed/>
                  </p:oleObj>
                </mc:Choice>
                <mc:Fallback>
                  <p:oleObj name="Equation" r:id="rId10" imgW="380880" imgH="291960" progId="Equation.DSMT4">
                    <p:embed/>
                    <p:pic>
                      <p:nvPicPr>
                        <p:cNvPr id="108611" name="Object 67"/>
                        <p:cNvPicPr>
                          <a:picLocks noChangeAspect="1" noChangeArrowheads="1"/>
                        </p:cNvPicPr>
                        <p:nvPr/>
                      </p:nvPicPr>
                      <p:blipFill>
                        <a:blip r:embed="rId11"/>
                        <a:srcRect/>
                        <a:stretch>
                          <a:fillRect/>
                        </a:stretch>
                      </p:blipFill>
                      <p:spPr bwMode="auto">
                        <a:xfrm>
                          <a:off x="1233" y="2002"/>
                          <a:ext cx="462"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612" name="Line 68"/>
            <p:cNvSpPr>
              <a:spLocks noChangeShapeType="1"/>
            </p:cNvSpPr>
            <p:nvPr/>
          </p:nvSpPr>
          <p:spPr bwMode="auto">
            <a:xfrm flipH="1">
              <a:off x="702" y="2523"/>
              <a:ext cx="1" cy="136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613" name="Line 69"/>
            <p:cNvSpPr>
              <a:spLocks noChangeShapeType="1"/>
            </p:cNvSpPr>
            <p:nvPr/>
          </p:nvSpPr>
          <p:spPr bwMode="auto">
            <a:xfrm flipH="1">
              <a:off x="2017" y="2523"/>
              <a:ext cx="1" cy="545"/>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614" name="Line 70"/>
            <p:cNvSpPr>
              <a:spLocks noChangeShapeType="1"/>
            </p:cNvSpPr>
            <p:nvPr/>
          </p:nvSpPr>
          <p:spPr bwMode="auto">
            <a:xfrm flipH="1">
              <a:off x="2017" y="3476"/>
              <a:ext cx="1" cy="408"/>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108615" name="Object 71"/>
            <p:cNvGraphicFramePr>
              <a:graphicFrameLocks noChangeAspect="1"/>
            </p:cNvGraphicFramePr>
            <p:nvPr/>
          </p:nvGraphicFramePr>
          <p:xfrm>
            <a:off x="2025" y="3453"/>
            <a:ext cx="186" cy="357"/>
          </p:xfrm>
          <a:graphic>
            <a:graphicData uri="http://schemas.openxmlformats.org/presentationml/2006/ole">
              <mc:AlternateContent xmlns:mc="http://schemas.openxmlformats.org/markup-compatibility/2006">
                <mc:Choice xmlns:v="urn:schemas-microsoft-com:vml" Requires="v">
                  <p:oleObj name="Equation" r:id="rId12" imgW="152280" imgH="291960" progId="Equation.DSMT4">
                    <p:embed/>
                  </p:oleObj>
                </mc:Choice>
                <mc:Fallback>
                  <p:oleObj name="Equation" r:id="rId12" imgW="152280" imgH="291960" progId="Equation.DSMT4">
                    <p:embed/>
                    <p:pic>
                      <p:nvPicPr>
                        <p:cNvPr id="108615" name="Object 71"/>
                        <p:cNvPicPr>
                          <a:picLocks noChangeAspect="1" noChangeArrowheads="1"/>
                        </p:cNvPicPr>
                        <p:nvPr/>
                      </p:nvPicPr>
                      <p:blipFill>
                        <a:blip r:embed="rId13"/>
                        <a:srcRect/>
                        <a:stretch>
                          <a:fillRect/>
                        </a:stretch>
                      </p:blipFill>
                      <p:spPr bwMode="auto">
                        <a:xfrm>
                          <a:off x="2025" y="3453"/>
                          <a:ext cx="186"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616" name="Line 72"/>
            <p:cNvSpPr>
              <a:spLocks noChangeShapeType="1"/>
            </p:cNvSpPr>
            <p:nvPr/>
          </p:nvSpPr>
          <p:spPr bwMode="auto">
            <a:xfrm flipH="1">
              <a:off x="1927" y="3520"/>
              <a:ext cx="0" cy="27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617" name="Text Box 73"/>
            <p:cNvSpPr txBox="1">
              <a:spLocks noChangeArrowheads="1"/>
            </p:cNvSpPr>
            <p:nvPr/>
          </p:nvSpPr>
          <p:spPr bwMode="auto">
            <a:xfrm>
              <a:off x="691" y="2659"/>
              <a:ext cx="6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100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108618" name="Rectangle 74"/>
            <p:cNvSpPr>
              <a:spLocks noChangeArrowheads="1"/>
            </p:cNvSpPr>
            <p:nvPr/>
          </p:nvSpPr>
          <p:spPr bwMode="auto">
            <a:xfrm>
              <a:off x="620" y="270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108619" name="Group 75"/>
            <p:cNvGrpSpPr>
              <a:grpSpLocks/>
            </p:cNvGrpSpPr>
            <p:nvPr/>
          </p:nvGrpSpPr>
          <p:grpSpPr bwMode="auto">
            <a:xfrm rot="5400000">
              <a:off x="1564" y="2977"/>
              <a:ext cx="499" cy="590"/>
              <a:chOff x="476" y="663"/>
              <a:chExt cx="771" cy="862"/>
            </a:xfrm>
          </p:grpSpPr>
          <p:sp>
            <p:nvSpPr>
              <p:cNvPr id="108620" name="AutoShape 76"/>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621" name="AutoShape 77"/>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622" name="AutoShape 78"/>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
        <p:nvSpPr>
          <p:cNvPr id="108637" name="Text Box 93"/>
          <p:cNvSpPr txBox="1">
            <a:spLocks noChangeArrowheads="1"/>
          </p:cNvSpPr>
          <p:nvPr/>
        </p:nvSpPr>
        <p:spPr bwMode="auto">
          <a:xfrm>
            <a:off x="1258888" y="4005263"/>
            <a:ext cx="23272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求开路电压：</a:t>
            </a:r>
          </a:p>
        </p:txBody>
      </p:sp>
      <p:grpSp>
        <p:nvGrpSpPr>
          <p:cNvPr id="108641" name="Group 97"/>
          <p:cNvGrpSpPr>
            <a:grpSpLocks/>
          </p:cNvGrpSpPr>
          <p:nvPr/>
        </p:nvGrpSpPr>
        <p:grpSpPr bwMode="auto">
          <a:xfrm>
            <a:off x="827088" y="981075"/>
            <a:ext cx="3338512" cy="2808288"/>
            <a:chOff x="521" y="618"/>
            <a:chExt cx="2103" cy="1769"/>
          </a:xfrm>
        </p:grpSpPr>
        <p:sp>
          <p:nvSpPr>
            <p:cNvPr id="108563" name="Oval 19"/>
            <p:cNvSpPr>
              <a:spLocks noChangeArrowheads="1"/>
            </p:cNvSpPr>
            <p:nvPr/>
          </p:nvSpPr>
          <p:spPr bwMode="auto">
            <a:xfrm>
              <a:off x="521" y="1752"/>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64" name="Line 20"/>
            <p:cNvSpPr>
              <a:spLocks noChangeShapeType="1"/>
            </p:cNvSpPr>
            <p:nvPr/>
          </p:nvSpPr>
          <p:spPr bwMode="auto">
            <a:xfrm>
              <a:off x="702" y="755"/>
              <a:ext cx="1315"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66" name="Line 22"/>
            <p:cNvSpPr>
              <a:spLocks noChangeShapeType="1"/>
            </p:cNvSpPr>
            <p:nvPr/>
          </p:nvSpPr>
          <p:spPr bwMode="auto">
            <a:xfrm flipV="1">
              <a:off x="702" y="1208"/>
              <a:ext cx="1723" cy="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67" name="Line 23"/>
            <p:cNvSpPr>
              <a:spLocks noChangeShapeType="1"/>
            </p:cNvSpPr>
            <p:nvPr/>
          </p:nvSpPr>
          <p:spPr bwMode="auto">
            <a:xfrm>
              <a:off x="702" y="2342"/>
              <a:ext cx="181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08568" name="Text Box 24"/>
            <p:cNvSpPr txBox="1">
              <a:spLocks noChangeArrowheads="1"/>
            </p:cNvSpPr>
            <p:nvPr/>
          </p:nvSpPr>
          <p:spPr bwMode="auto">
            <a:xfrm>
              <a:off x="1337" y="1435"/>
              <a:ext cx="6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j300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108569" name="Text Box 25"/>
            <p:cNvSpPr txBox="1">
              <a:spLocks noChangeArrowheads="1"/>
            </p:cNvSpPr>
            <p:nvPr/>
          </p:nvSpPr>
          <p:spPr bwMode="auto">
            <a:xfrm>
              <a:off x="793" y="1525"/>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108570" name="Text Box 26"/>
            <p:cNvSpPr txBox="1">
              <a:spLocks noChangeArrowheads="1"/>
            </p:cNvSpPr>
            <p:nvPr/>
          </p:nvSpPr>
          <p:spPr bwMode="auto">
            <a:xfrm>
              <a:off x="793" y="1979"/>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graphicFrame>
          <p:nvGraphicFramePr>
            <p:cNvPr id="108571" name="Object 27"/>
            <p:cNvGraphicFramePr>
              <a:graphicFrameLocks noChangeAspect="1"/>
            </p:cNvGraphicFramePr>
            <p:nvPr/>
          </p:nvGraphicFramePr>
          <p:xfrm>
            <a:off x="914" y="1851"/>
            <a:ext cx="541" cy="248"/>
          </p:xfrm>
          <a:graphic>
            <a:graphicData uri="http://schemas.openxmlformats.org/presentationml/2006/ole">
              <mc:AlternateContent xmlns:mc="http://schemas.openxmlformats.org/markup-compatibility/2006">
                <mc:Choice xmlns:v="urn:schemas-microsoft-com:vml" Requires="v">
                  <p:oleObj name="Equation" r:id="rId14" imgW="444240" imgH="203040" progId="Equation.DSMT4">
                    <p:embed/>
                  </p:oleObj>
                </mc:Choice>
                <mc:Fallback>
                  <p:oleObj name="Equation" r:id="rId14" imgW="444240" imgH="203040" progId="Equation.DSMT4">
                    <p:embed/>
                    <p:pic>
                      <p:nvPicPr>
                        <p:cNvPr id="108571" name="Object 27"/>
                        <p:cNvPicPr>
                          <a:picLocks noChangeAspect="1" noChangeArrowheads="1"/>
                        </p:cNvPicPr>
                        <p:nvPr/>
                      </p:nvPicPr>
                      <p:blipFill>
                        <a:blip r:embed="rId15"/>
                        <a:srcRect/>
                        <a:stretch>
                          <a:fillRect/>
                        </a:stretch>
                      </p:blipFill>
                      <p:spPr bwMode="auto">
                        <a:xfrm>
                          <a:off x="914" y="1851"/>
                          <a:ext cx="54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2" name="Object 28"/>
            <p:cNvGraphicFramePr>
              <a:graphicFrameLocks noChangeAspect="1"/>
            </p:cNvGraphicFramePr>
            <p:nvPr/>
          </p:nvGraphicFramePr>
          <p:xfrm>
            <a:off x="2349" y="1578"/>
            <a:ext cx="264" cy="326"/>
          </p:xfrm>
          <a:graphic>
            <a:graphicData uri="http://schemas.openxmlformats.org/presentationml/2006/ole">
              <mc:AlternateContent xmlns:mc="http://schemas.openxmlformats.org/markup-compatibility/2006">
                <mc:Choice xmlns:v="urn:schemas-microsoft-com:vml" Requires="v">
                  <p:oleObj name="公式" r:id="rId16" imgW="215640" imgH="266400" progId="Equation.3">
                    <p:embed/>
                  </p:oleObj>
                </mc:Choice>
                <mc:Fallback>
                  <p:oleObj name="公式" r:id="rId16" imgW="215640" imgH="266400" progId="Equation.3">
                    <p:embed/>
                    <p:pic>
                      <p:nvPicPr>
                        <p:cNvPr id="108572" name="Object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49" y="1578"/>
                          <a:ext cx="26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73" name="Text Box 29"/>
            <p:cNvSpPr txBox="1">
              <a:spLocks noChangeArrowheads="1"/>
            </p:cNvSpPr>
            <p:nvPr/>
          </p:nvSpPr>
          <p:spPr bwMode="auto">
            <a:xfrm>
              <a:off x="2380" y="1208"/>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108574" name="Text Box 30"/>
            <p:cNvSpPr txBox="1">
              <a:spLocks noChangeArrowheads="1"/>
            </p:cNvSpPr>
            <p:nvPr/>
          </p:nvSpPr>
          <p:spPr bwMode="auto">
            <a:xfrm>
              <a:off x="2380" y="193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sp>
          <p:nvSpPr>
            <p:cNvPr id="108575" name="Oval 31"/>
            <p:cNvSpPr>
              <a:spLocks noChangeArrowheads="1"/>
            </p:cNvSpPr>
            <p:nvPr/>
          </p:nvSpPr>
          <p:spPr bwMode="auto">
            <a:xfrm>
              <a:off x="2516" y="2319"/>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08576" name="Oval 32"/>
            <p:cNvSpPr>
              <a:spLocks noChangeArrowheads="1"/>
            </p:cNvSpPr>
            <p:nvPr/>
          </p:nvSpPr>
          <p:spPr bwMode="auto">
            <a:xfrm>
              <a:off x="2425" y="1163"/>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08577" name="Object 33"/>
            <p:cNvGraphicFramePr>
              <a:graphicFrameLocks noChangeAspect="1"/>
            </p:cNvGraphicFramePr>
            <p:nvPr/>
          </p:nvGraphicFramePr>
          <p:xfrm>
            <a:off x="899" y="686"/>
            <a:ext cx="277" cy="356"/>
          </p:xfrm>
          <a:graphic>
            <a:graphicData uri="http://schemas.openxmlformats.org/presentationml/2006/ole">
              <mc:AlternateContent xmlns:mc="http://schemas.openxmlformats.org/markup-compatibility/2006">
                <mc:Choice xmlns:v="urn:schemas-microsoft-com:vml" Requires="v">
                  <p:oleObj name="Equation" r:id="rId18" imgW="228600" imgH="291960" progId="Equation.DSMT4">
                    <p:embed/>
                  </p:oleObj>
                </mc:Choice>
                <mc:Fallback>
                  <p:oleObj name="Equation" r:id="rId18" imgW="228600" imgH="291960" progId="Equation.DSMT4">
                    <p:embed/>
                    <p:pic>
                      <p:nvPicPr>
                        <p:cNvPr id="108577" name="Object 33"/>
                        <p:cNvPicPr>
                          <a:picLocks noChangeAspect="1" noChangeArrowheads="1"/>
                        </p:cNvPicPr>
                        <p:nvPr/>
                      </p:nvPicPr>
                      <p:blipFill>
                        <a:blip r:embed="rId19"/>
                        <a:srcRect/>
                        <a:stretch>
                          <a:fillRect/>
                        </a:stretch>
                      </p:blipFill>
                      <p:spPr bwMode="auto">
                        <a:xfrm>
                          <a:off x="899" y="686"/>
                          <a:ext cx="277"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78" name="Line 34"/>
            <p:cNvSpPr>
              <a:spLocks noChangeShapeType="1"/>
            </p:cNvSpPr>
            <p:nvPr/>
          </p:nvSpPr>
          <p:spPr bwMode="auto">
            <a:xfrm>
              <a:off x="702" y="1209"/>
              <a:ext cx="0" cy="1133"/>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79" name="Line 35"/>
            <p:cNvSpPr>
              <a:spLocks noChangeShapeType="1"/>
            </p:cNvSpPr>
            <p:nvPr/>
          </p:nvSpPr>
          <p:spPr bwMode="auto">
            <a:xfrm flipH="1">
              <a:off x="2017" y="1209"/>
              <a:ext cx="0" cy="317"/>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0" name="Line 36"/>
            <p:cNvSpPr>
              <a:spLocks noChangeShapeType="1"/>
            </p:cNvSpPr>
            <p:nvPr/>
          </p:nvSpPr>
          <p:spPr bwMode="auto">
            <a:xfrm flipH="1">
              <a:off x="2017" y="1934"/>
              <a:ext cx="1" cy="408"/>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108581" name="Object 37"/>
            <p:cNvGraphicFramePr>
              <a:graphicFrameLocks noChangeAspect="1"/>
            </p:cNvGraphicFramePr>
            <p:nvPr/>
          </p:nvGraphicFramePr>
          <p:xfrm>
            <a:off x="2026" y="1911"/>
            <a:ext cx="185" cy="357"/>
          </p:xfrm>
          <a:graphic>
            <a:graphicData uri="http://schemas.openxmlformats.org/presentationml/2006/ole">
              <mc:AlternateContent xmlns:mc="http://schemas.openxmlformats.org/markup-compatibility/2006">
                <mc:Choice xmlns:v="urn:schemas-microsoft-com:vml" Requires="v">
                  <p:oleObj name="Equation" r:id="rId20" imgW="152280" imgH="291960" progId="Equation.DSMT4">
                    <p:embed/>
                  </p:oleObj>
                </mc:Choice>
                <mc:Fallback>
                  <p:oleObj name="Equation" r:id="rId20" imgW="152280" imgH="291960" progId="Equation.DSMT4">
                    <p:embed/>
                    <p:pic>
                      <p:nvPicPr>
                        <p:cNvPr id="108581" name="Object 37"/>
                        <p:cNvPicPr>
                          <a:picLocks noChangeAspect="1" noChangeArrowheads="1"/>
                        </p:cNvPicPr>
                        <p:nvPr/>
                      </p:nvPicPr>
                      <p:blipFill>
                        <a:blip r:embed="rId21"/>
                        <a:srcRect/>
                        <a:stretch>
                          <a:fillRect/>
                        </a:stretch>
                      </p:blipFill>
                      <p:spPr bwMode="auto">
                        <a:xfrm>
                          <a:off x="2026" y="1911"/>
                          <a:ext cx="185"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82" name="Line 38"/>
            <p:cNvSpPr>
              <a:spLocks noChangeShapeType="1"/>
            </p:cNvSpPr>
            <p:nvPr/>
          </p:nvSpPr>
          <p:spPr bwMode="auto">
            <a:xfrm flipH="1">
              <a:off x="1927" y="1978"/>
              <a:ext cx="0" cy="27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3" name="Text Box 39"/>
            <p:cNvSpPr txBox="1">
              <a:spLocks noChangeArrowheads="1"/>
            </p:cNvSpPr>
            <p:nvPr/>
          </p:nvSpPr>
          <p:spPr bwMode="auto">
            <a:xfrm>
              <a:off x="1473" y="890"/>
              <a:ext cx="5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50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108584" name="Text Box 40"/>
            <p:cNvSpPr txBox="1">
              <a:spLocks noChangeArrowheads="1"/>
            </p:cNvSpPr>
            <p:nvPr/>
          </p:nvSpPr>
          <p:spPr bwMode="auto">
            <a:xfrm>
              <a:off x="747" y="1253"/>
              <a:ext cx="5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50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108585" name="Line 41"/>
            <p:cNvSpPr>
              <a:spLocks noChangeShapeType="1"/>
            </p:cNvSpPr>
            <p:nvPr/>
          </p:nvSpPr>
          <p:spPr bwMode="auto">
            <a:xfrm>
              <a:off x="702" y="755"/>
              <a:ext cx="0" cy="453"/>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6" name="Line 42"/>
            <p:cNvSpPr>
              <a:spLocks noChangeShapeType="1"/>
            </p:cNvSpPr>
            <p:nvPr/>
          </p:nvSpPr>
          <p:spPr bwMode="auto">
            <a:xfrm>
              <a:off x="2017" y="755"/>
              <a:ext cx="0" cy="453"/>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8" name="Line 44"/>
            <p:cNvSpPr>
              <a:spLocks noChangeShapeType="1"/>
            </p:cNvSpPr>
            <p:nvPr/>
          </p:nvSpPr>
          <p:spPr bwMode="auto">
            <a:xfrm flipH="1">
              <a:off x="839" y="754"/>
              <a:ext cx="363"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9" name="Rectangle 45"/>
            <p:cNvSpPr>
              <a:spLocks noChangeArrowheads="1"/>
            </p:cNvSpPr>
            <p:nvPr/>
          </p:nvSpPr>
          <p:spPr bwMode="auto">
            <a:xfrm>
              <a:off x="1201" y="1117"/>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90" name="Rectangle 46"/>
            <p:cNvSpPr>
              <a:spLocks noChangeArrowheads="1"/>
            </p:cNvSpPr>
            <p:nvPr/>
          </p:nvSpPr>
          <p:spPr bwMode="auto">
            <a:xfrm>
              <a:off x="620" y="129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108591" name="Group 47"/>
            <p:cNvGrpSpPr>
              <a:grpSpLocks/>
            </p:cNvGrpSpPr>
            <p:nvPr/>
          </p:nvGrpSpPr>
          <p:grpSpPr bwMode="auto">
            <a:xfrm rot="5400000">
              <a:off x="1564" y="1435"/>
              <a:ext cx="499" cy="590"/>
              <a:chOff x="476" y="663"/>
              <a:chExt cx="771" cy="862"/>
            </a:xfrm>
          </p:grpSpPr>
          <p:sp>
            <p:nvSpPr>
              <p:cNvPr id="108592" name="AutoShape 48"/>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93" name="AutoShape 49"/>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94" name="AutoShape 50"/>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108565" name="AutoShape 21"/>
            <p:cNvSpPr>
              <a:spLocks noChangeArrowheads="1"/>
            </p:cNvSpPr>
            <p:nvPr/>
          </p:nvSpPr>
          <p:spPr bwMode="auto">
            <a:xfrm>
              <a:off x="1201" y="618"/>
              <a:ext cx="453" cy="272"/>
            </a:xfrm>
            <a:prstGeom prst="diamond">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87" name="Line 43"/>
            <p:cNvSpPr>
              <a:spLocks noChangeShapeType="1"/>
            </p:cNvSpPr>
            <p:nvPr/>
          </p:nvSpPr>
          <p:spPr bwMode="auto">
            <a:xfrm>
              <a:off x="1428" y="618"/>
              <a:ext cx="0" cy="273"/>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Tree>
    <p:extLst>
      <p:ext uri="{BB962C8B-B14F-4D97-AF65-F5344CB8AC3E}">
        <p14:creationId xmlns:p14="http://schemas.microsoft.com/office/powerpoint/2010/main" val="2406510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08546"/>
                                        </p:tgtEl>
                                        <p:attrNameLst>
                                          <p:attrName>style.visibility</p:attrName>
                                        </p:attrNameLst>
                                      </p:cBhvr>
                                      <p:to>
                                        <p:strVal val="visible"/>
                                      </p:to>
                                    </p:set>
                                    <p:anim calcmode="lin" valueType="num">
                                      <p:cBhvr>
                                        <p:cTn id="7" dur="1000" fill="hold"/>
                                        <p:tgtEl>
                                          <p:spTgt spid="108546"/>
                                        </p:tgtEl>
                                        <p:attrNameLst>
                                          <p:attrName>ppt_w</p:attrName>
                                        </p:attrNameLst>
                                      </p:cBhvr>
                                      <p:tavLst>
                                        <p:tav tm="0">
                                          <p:val>
                                            <p:fltVal val="0"/>
                                          </p:val>
                                        </p:tav>
                                        <p:tav tm="100000">
                                          <p:val>
                                            <p:strVal val="#ppt_w"/>
                                          </p:val>
                                        </p:tav>
                                      </p:tavLst>
                                    </p:anim>
                                    <p:anim calcmode="lin" valueType="num">
                                      <p:cBhvr>
                                        <p:cTn id="8" dur="1000" fill="hold"/>
                                        <p:tgtEl>
                                          <p:spTgt spid="108546"/>
                                        </p:tgtEl>
                                        <p:attrNameLst>
                                          <p:attrName>ppt_h</p:attrName>
                                        </p:attrNameLst>
                                      </p:cBhvr>
                                      <p:tavLst>
                                        <p:tav tm="0">
                                          <p:val>
                                            <p:fltVal val="0"/>
                                          </p:val>
                                        </p:tav>
                                        <p:tav tm="100000">
                                          <p:val>
                                            <p:strVal val="#ppt_h"/>
                                          </p:val>
                                        </p:tav>
                                      </p:tavLst>
                                    </p:anim>
                                    <p:anim calcmode="lin" valueType="num">
                                      <p:cBhvr>
                                        <p:cTn id="9" dur="1000" fill="hold"/>
                                        <p:tgtEl>
                                          <p:spTgt spid="10854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8546"/>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108641"/>
                                        </p:tgtEl>
                                        <p:attrNameLst>
                                          <p:attrName>style.visibility</p:attrName>
                                        </p:attrNameLst>
                                      </p:cBhvr>
                                      <p:to>
                                        <p:strVal val="visible"/>
                                      </p:to>
                                    </p:set>
                                    <p:animEffect transition="in" filter="blinds(horizontal)">
                                      <p:cBhvr>
                                        <p:cTn id="14" dur="500"/>
                                        <p:tgtEl>
                                          <p:spTgt spid="108641"/>
                                        </p:tgtEl>
                                      </p:cBhvr>
                                    </p:animEffect>
                                  </p:childTnLst>
                                </p:cTn>
                              </p:par>
                            </p:childTnLst>
                          </p:cTn>
                        </p:par>
                        <p:par>
                          <p:cTn id="15" fill="hold" nodeType="afterGroup">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108547"/>
                                        </p:tgtEl>
                                        <p:attrNameLst>
                                          <p:attrName>style.visibility</p:attrName>
                                        </p:attrNameLst>
                                      </p:cBhvr>
                                      <p:to>
                                        <p:strVal val="visible"/>
                                      </p:to>
                                    </p:set>
                                    <p:anim calcmode="lin" valueType="num">
                                      <p:cBhvr additive="base">
                                        <p:cTn id="18" dur="500" fill="hold"/>
                                        <p:tgtEl>
                                          <p:spTgt spid="108547"/>
                                        </p:tgtEl>
                                        <p:attrNameLst>
                                          <p:attrName>ppt_x</p:attrName>
                                        </p:attrNameLst>
                                      </p:cBhvr>
                                      <p:tavLst>
                                        <p:tav tm="0">
                                          <p:val>
                                            <p:strVal val="1+#ppt_w/2"/>
                                          </p:val>
                                        </p:tav>
                                        <p:tav tm="100000">
                                          <p:val>
                                            <p:strVal val="#ppt_x"/>
                                          </p:val>
                                        </p:tav>
                                      </p:tavLst>
                                    </p:anim>
                                    <p:anim calcmode="lin" valueType="num">
                                      <p:cBhvr additive="base">
                                        <p:cTn id="19" dur="500" fill="hold"/>
                                        <p:tgtEl>
                                          <p:spTgt spid="108547"/>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08549"/>
                                        </p:tgtEl>
                                        <p:attrNameLst>
                                          <p:attrName>style.visibility</p:attrName>
                                        </p:attrNameLst>
                                      </p:cBhvr>
                                      <p:to>
                                        <p:strVal val="visible"/>
                                      </p:to>
                                    </p:set>
                                    <p:anim calcmode="lin" valueType="num">
                                      <p:cBhvr>
                                        <p:cTn id="24" dur="1000" fill="hold"/>
                                        <p:tgtEl>
                                          <p:spTgt spid="108549"/>
                                        </p:tgtEl>
                                        <p:attrNameLst>
                                          <p:attrName>ppt_w</p:attrName>
                                        </p:attrNameLst>
                                      </p:cBhvr>
                                      <p:tavLst>
                                        <p:tav tm="0">
                                          <p:val>
                                            <p:fltVal val="0"/>
                                          </p:val>
                                        </p:tav>
                                        <p:tav tm="100000">
                                          <p:val>
                                            <p:strVal val="#ppt_w"/>
                                          </p:val>
                                        </p:tav>
                                      </p:tavLst>
                                    </p:anim>
                                    <p:anim calcmode="lin" valueType="num">
                                      <p:cBhvr>
                                        <p:cTn id="25" dur="1000" fill="hold"/>
                                        <p:tgtEl>
                                          <p:spTgt spid="108549"/>
                                        </p:tgtEl>
                                        <p:attrNameLst>
                                          <p:attrName>ppt_h</p:attrName>
                                        </p:attrNameLst>
                                      </p:cBhvr>
                                      <p:tavLst>
                                        <p:tav tm="0">
                                          <p:val>
                                            <p:fltVal val="0"/>
                                          </p:val>
                                        </p:tav>
                                        <p:tav tm="100000">
                                          <p:val>
                                            <p:strVal val="#ppt_h"/>
                                          </p:val>
                                        </p:tav>
                                      </p:tavLst>
                                    </p:anim>
                                    <p:anim calcmode="lin" valueType="num">
                                      <p:cBhvr>
                                        <p:cTn id="26" dur="1000" fill="hold"/>
                                        <p:tgtEl>
                                          <p:spTgt spid="108549"/>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08549"/>
                                        </p:tgtEl>
                                        <p:attrNameLst>
                                          <p:attrName>ppt_y</p:attrName>
                                        </p:attrNameLst>
                                      </p:cBhvr>
                                      <p:tavLst>
                                        <p:tav tm="0" fmla="#ppt_y+(sin(-2*pi*(1-$))*-#ppt_x+cos(-2*pi*(1-$))*(1-#ppt_y))*(1-$)">
                                          <p:val>
                                            <p:fltVal val="0"/>
                                          </p:val>
                                        </p:tav>
                                        <p:tav tm="100000">
                                          <p:val>
                                            <p:fltVal val="1"/>
                                          </p:val>
                                        </p:tav>
                                      </p:tavLst>
                                    </p:anim>
                                  </p:childTnLst>
                                </p:cTn>
                              </p:par>
                            </p:childTnLst>
                          </p:cTn>
                        </p:par>
                        <p:par>
                          <p:cTn id="28" fill="hold" nodeType="afterGroup">
                            <p:stCondLst>
                              <p:cond delay="1000"/>
                            </p:stCondLst>
                            <p:childTnLst>
                              <p:par>
                                <p:cTn id="29" presetID="9" presetClass="entr" presetSubtype="0" fill="hold" grpId="0" nodeType="afterEffect">
                                  <p:stCondLst>
                                    <p:cond delay="0"/>
                                  </p:stCondLst>
                                  <p:childTnLst>
                                    <p:set>
                                      <p:cBhvr>
                                        <p:cTn id="30" dur="1" fill="hold">
                                          <p:stCondLst>
                                            <p:cond delay="0"/>
                                          </p:stCondLst>
                                        </p:cTn>
                                        <p:tgtEl>
                                          <p:spTgt spid="108637"/>
                                        </p:tgtEl>
                                        <p:attrNameLst>
                                          <p:attrName>style.visibility</p:attrName>
                                        </p:attrNameLst>
                                      </p:cBhvr>
                                      <p:to>
                                        <p:strVal val="visible"/>
                                      </p:to>
                                    </p:set>
                                    <p:animEffect transition="in" filter="dissolve">
                                      <p:cBhvr>
                                        <p:cTn id="31" dur="500"/>
                                        <p:tgtEl>
                                          <p:spTgt spid="10863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108595"/>
                                        </p:tgtEl>
                                        <p:attrNameLst>
                                          <p:attrName>style.visibility</p:attrName>
                                        </p:attrNameLst>
                                      </p:cBhvr>
                                      <p:to>
                                        <p:strVal val="visible"/>
                                      </p:to>
                                    </p:set>
                                    <p:animEffect transition="in" filter="blinds(horizontal)">
                                      <p:cBhvr>
                                        <p:cTn id="36" dur="500"/>
                                        <p:tgtEl>
                                          <p:spTgt spid="10859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08548"/>
                                        </p:tgtEl>
                                        <p:attrNameLst>
                                          <p:attrName>style.visibility</p:attrName>
                                        </p:attrNameLst>
                                      </p:cBhvr>
                                      <p:to>
                                        <p:strVal val="visible"/>
                                      </p:to>
                                    </p:set>
                                    <p:animEffect transition="in" filter="wipe(left)">
                                      <p:cBhvr>
                                        <p:cTn id="41" dur="2000"/>
                                        <p:tgtEl>
                                          <p:spTgt spid="10854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nodeType="clickEffect">
                                  <p:stCondLst>
                                    <p:cond delay="0"/>
                                  </p:stCondLst>
                                  <p:childTnLst>
                                    <p:set>
                                      <p:cBhvr>
                                        <p:cTn id="45" dur="1" fill="hold">
                                          <p:stCondLst>
                                            <p:cond delay="0"/>
                                          </p:stCondLst>
                                        </p:cTn>
                                        <p:tgtEl>
                                          <p:spTgt spid="108550"/>
                                        </p:tgtEl>
                                        <p:attrNameLst>
                                          <p:attrName>style.visibility</p:attrName>
                                        </p:attrNameLst>
                                      </p:cBhvr>
                                      <p:to>
                                        <p:strVal val="visible"/>
                                      </p:to>
                                    </p:set>
                                    <p:animEffect transition="in" filter="slide(fromLeft)">
                                      <p:cBhvr>
                                        <p:cTn id="46" dur="500"/>
                                        <p:tgtEl>
                                          <p:spTgt spid="108550"/>
                                        </p:tgtEl>
                                      </p:cBhvr>
                                    </p:animEffec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108551"/>
                                        </p:tgtEl>
                                        <p:attrNameLst>
                                          <p:attrName>style.visibility</p:attrName>
                                        </p:attrNameLst>
                                      </p:cBhvr>
                                      <p:to>
                                        <p:strVal val="visible"/>
                                      </p:to>
                                    </p:set>
                                    <p:animEffect transition="in" filter="wipe(left)">
                                      <p:cBhvr>
                                        <p:cTn id="50" dur="2000"/>
                                        <p:tgtEl>
                                          <p:spTgt spid="108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p:bldP spid="108547" grpId="0" autoUpdateAnimBg="0"/>
      <p:bldP spid="108549" grpId="0" animBg="1" autoUpdateAnimBg="0"/>
      <p:bldP spid="108637" grpId="0"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99" name="Text Box 95"/>
          <p:cNvSpPr txBox="1">
            <a:spLocks noChangeArrowheads="1"/>
          </p:cNvSpPr>
          <p:nvPr/>
        </p:nvSpPr>
        <p:spPr bwMode="auto">
          <a:xfrm>
            <a:off x="1403350" y="3429000"/>
            <a:ext cx="2374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latin typeface="Arial" panose="020B0604020202020204" pitchFamily="34" charset="0"/>
              </a:rPr>
              <a:t>求短路电流：</a:t>
            </a:r>
          </a:p>
        </p:txBody>
      </p:sp>
      <p:graphicFrame>
        <p:nvGraphicFramePr>
          <p:cNvPr id="72810" name="Object 106"/>
          <p:cNvGraphicFramePr>
            <a:graphicFrameLocks noChangeAspect="1"/>
          </p:cNvGraphicFramePr>
          <p:nvPr/>
        </p:nvGraphicFramePr>
        <p:xfrm>
          <a:off x="1762125" y="4032250"/>
          <a:ext cx="3276600" cy="511175"/>
        </p:xfrm>
        <a:graphic>
          <a:graphicData uri="http://schemas.openxmlformats.org/presentationml/2006/ole">
            <mc:AlternateContent xmlns:mc="http://schemas.openxmlformats.org/markup-compatibility/2006">
              <mc:Choice xmlns:v="urn:schemas-microsoft-com:vml" Requires="v">
                <p:oleObj name="Equation" r:id="rId2" imgW="1549080" imgH="241200" progId="Equation.DSMT4">
                  <p:embed/>
                </p:oleObj>
              </mc:Choice>
              <mc:Fallback>
                <p:oleObj name="Equation" r:id="rId2" imgW="1549080" imgH="241200" progId="Equation.DSMT4">
                  <p:embed/>
                  <p:pic>
                    <p:nvPicPr>
                      <p:cNvPr id="72810" name="Object 106"/>
                      <p:cNvPicPr>
                        <a:picLocks noChangeAspect="1" noChangeArrowheads="1"/>
                      </p:cNvPicPr>
                      <p:nvPr/>
                    </p:nvPicPr>
                    <p:blipFill>
                      <a:blip r:embed="rId3"/>
                      <a:srcRect/>
                      <a:stretch>
                        <a:fillRect/>
                      </a:stretch>
                    </p:blipFill>
                    <p:spPr bwMode="auto">
                      <a:xfrm>
                        <a:off x="1762125" y="4032250"/>
                        <a:ext cx="3276600"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11" name="Line 107"/>
          <p:cNvSpPr>
            <a:spLocks noChangeShapeType="1"/>
          </p:cNvSpPr>
          <p:nvPr/>
        </p:nvSpPr>
        <p:spPr bwMode="auto">
          <a:xfrm>
            <a:off x="827088" y="5157788"/>
            <a:ext cx="577850" cy="0"/>
          </a:xfrm>
          <a:prstGeom prst="line">
            <a:avLst/>
          </a:prstGeom>
          <a:noFill/>
          <a:ln w="76200">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72812" name="Object 108"/>
          <p:cNvGraphicFramePr>
            <a:graphicFrameLocks noChangeAspect="1"/>
          </p:cNvGraphicFramePr>
          <p:nvPr/>
        </p:nvGraphicFramePr>
        <p:xfrm>
          <a:off x="1762125" y="4824412"/>
          <a:ext cx="5049837" cy="1000125"/>
        </p:xfrm>
        <a:graphic>
          <a:graphicData uri="http://schemas.openxmlformats.org/presentationml/2006/ole">
            <mc:AlternateContent xmlns:mc="http://schemas.openxmlformats.org/markup-compatibility/2006">
              <mc:Choice xmlns:v="urn:schemas-microsoft-com:vml" Requires="v">
                <p:oleObj name="Equation" r:id="rId4" imgW="2387520" imgH="469800" progId="Equation.DSMT4">
                  <p:embed/>
                </p:oleObj>
              </mc:Choice>
              <mc:Fallback>
                <p:oleObj name="Equation" r:id="rId4" imgW="2387520" imgH="469800" progId="Equation.DSMT4">
                  <p:embed/>
                  <p:pic>
                    <p:nvPicPr>
                      <p:cNvPr id="72812" name="Object 108"/>
                      <p:cNvPicPr>
                        <a:picLocks noChangeAspect="1" noChangeArrowheads="1"/>
                      </p:cNvPicPr>
                      <p:nvPr/>
                    </p:nvPicPr>
                    <p:blipFill>
                      <a:blip r:embed="rId5"/>
                      <a:srcRect/>
                      <a:stretch>
                        <a:fillRect/>
                      </a:stretch>
                    </p:blipFill>
                    <p:spPr bwMode="auto">
                      <a:xfrm>
                        <a:off x="1762125" y="4824412"/>
                        <a:ext cx="5049837"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2859" name="Group 155"/>
          <p:cNvGrpSpPr>
            <a:grpSpLocks/>
          </p:cNvGrpSpPr>
          <p:nvPr/>
        </p:nvGrpSpPr>
        <p:grpSpPr bwMode="auto">
          <a:xfrm>
            <a:off x="827088" y="225426"/>
            <a:ext cx="3340100" cy="3059113"/>
            <a:chOff x="521" y="2002"/>
            <a:chExt cx="2104" cy="1927"/>
          </a:xfrm>
        </p:grpSpPr>
        <p:sp>
          <p:nvSpPr>
            <p:cNvPr id="72860" name="AutoShape 156"/>
            <p:cNvSpPr>
              <a:spLocks noChangeArrowheads="1"/>
            </p:cNvSpPr>
            <p:nvPr/>
          </p:nvSpPr>
          <p:spPr bwMode="auto">
            <a:xfrm>
              <a:off x="1201" y="2387"/>
              <a:ext cx="453" cy="272"/>
            </a:xfrm>
            <a:prstGeom prst="diamond">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61" name="Text Box 157"/>
            <p:cNvSpPr txBox="1">
              <a:spLocks noChangeArrowheads="1"/>
            </p:cNvSpPr>
            <p:nvPr/>
          </p:nvSpPr>
          <p:spPr bwMode="auto">
            <a:xfrm>
              <a:off x="884" y="2205"/>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endParaRPr lang="en-US" altLang="zh-CN" sz="2800" b="0">
                <a:latin typeface="Times New Roman" panose="02020603050405020304" pitchFamily="18" charset="0"/>
                <a:ea typeface="仿宋_GB2312" pitchFamily="49" charset="-122"/>
              </a:endParaRPr>
            </a:p>
          </p:txBody>
        </p:sp>
        <p:sp>
          <p:nvSpPr>
            <p:cNvPr id="72862" name="Text Box 158"/>
            <p:cNvSpPr txBox="1">
              <a:spLocks noChangeArrowheads="1"/>
            </p:cNvSpPr>
            <p:nvPr/>
          </p:nvSpPr>
          <p:spPr bwMode="auto">
            <a:xfrm>
              <a:off x="1701" y="211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ea typeface="宋体" panose="02010600030101010101" pitchFamily="2" charset="-122"/>
                </a:rPr>
                <a:t>_</a:t>
              </a:r>
              <a:endParaRPr lang="en-US" altLang="zh-CN" sz="2800" b="0">
                <a:latin typeface="Arial" panose="020B0604020202020204" pitchFamily="34" charset="0"/>
                <a:ea typeface="仿宋_GB2312" pitchFamily="49" charset="-122"/>
              </a:endParaRPr>
            </a:p>
          </p:txBody>
        </p:sp>
        <p:sp>
          <p:nvSpPr>
            <p:cNvPr id="72863" name="Oval 159"/>
            <p:cNvSpPr>
              <a:spLocks noChangeArrowheads="1"/>
            </p:cNvSpPr>
            <p:nvPr/>
          </p:nvSpPr>
          <p:spPr bwMode="auto">
            <a:xfrm>
              <a:off x="521" y="329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64" name="Line 160"/>
            <p:cNvSpPr>
              <a:spLocks noChangeShapeType="1"/>
            </p:cNvSpPr>
            <p:nvPr/>
          </p:nvSpPr>
          <p:spPr bwMode="auto">
            <a:xfrm>
              <a:off x="703" y="2523"/>
              <a:ext cx="185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65" name="Line 161"/>
            <p:cNvSpPr>
              <a:spLocks noChangeShapeType="1"/>
            </p:cNvSpPr>
            <p:nvPr/>
          </p:nvSpPr>
          <p:spPr bwMode="auto">
            <a:xfrm>
              <a:off x="702" y="3884"/>
              <a:ext cx="181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2866" name="Text Box 162"/>
            <p:cNvSpPr txBox="1">
              <a:spLocks noChangeArrowheads="1"/>
            </p:cNvSpPr>
            <p:nvPr/>
          </p:nvSpPr>
          <p:spPr bwMode="auto">
            <a:xfrm>
              <a:off x="1337" y="2977"/>
              <a:ext cx="6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j300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72867" name="Text Box 163"/>
            <p:cNvSpPr txBox="1">
              <a:spLocks noChangeArrowheads="1"/>
            </p:cNvSpPr>
            <p:nvPr/>
          </p:nvSpPr>
          <p:spPr bwMode="auto">
            <a:xfrm>
              <a:off x="793" y="3067"/>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72868" name="Text Box 164"/>
            <p:cNvSpPr txBox="1">
              <a:spLocks noChangeArrowheads="1"/>
            </p:cNvSpPr>
            <p:nvPr/>
          </p:nvSpPr>
          <p:spPr bwMode="auto">
            <a:xfrm>
              <a:off x="793" y="352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graphicFrame>
          <p:nvGraphicFramePr>
            <p:cNvPr id="72869" name="Object 165"/>
            <p:cNvGraphicFramePr>
              <a:graphicFrameLocks noChangeAspect="1"/>
            </p:cNvGraphicFramePr>
            <p:nvPr/>
          </p:nvGraphicFramePr>
          <p:xfrm>
            <a:off x="914" y="3392"/>
            <a:ext cx="541" cy="249"/>
          </p:xfrm>
          <a:graphic>
            <a:graphicData uri="http://schemas.openxmlformats.org/presentationml/2006/ole">
              <mc:AlternateContent xmlns:mc="http://schemas.openxmlformats.org/markup-compatibility/2006">
                <mc:Choice xmlns:v="urn:schemas-microsoft-com:vml" Requires="v">
                  <p:oleObj name="Equation" r:id="rId6" imgW="444240" imgH="203040" progId="Equation.DSMT4">
                    <p:embed/>
                  </p:oleObj>
                </mc:Choice>
                <mc:Fallback>
                  <p:oleObj name="Equation" r:id="rId6" imgW="444240" imgH="203040" progId="Equation.DSMT4">
                    <p:embed/>
                    <p:pic>
                      <p:nvPicPr>
                        <p:cNvPr id="72869" name="Object 165"/>
                        <p:cNvPicPr>
                          <a:picLocks noChangeAspect="1" noChangeArrowheads="1"/>
                        </p:cNvPicPr>
                        <p:nvPr/>
                      </p:nvPicPr>
                      <p:blipFill>
                        <a:blip r:embed="rId7"/>
                        <a:srcRect/>
                        <a:stretch>
                          <a:fillRect/>
                        </a:stretch>
                      </p:blipFill>
                      <p:spPr bwMode="auto">
                        <a:xfrm>
                          <a:off x="914" y="3392"/>
                          <a:ext cx="541"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70" name="Object 166"/>
            <p:cNvGraphicFramePr>
              <a:graphicFrameLocks noChangeAspect="1"/>
            </p:cNvGraphicFramePr>
            <p:nvPr/>
          </p:nvGraphicFramePr>
          <p:xfrm>
            <a:off x="2357" y="3135"/>
            <a:ext cx="248" cy="295"/>
          </p:xfrm>
          <a:graphic>
            <a:graphicData uri="http://schemas.openxmlformats.org/presentationml/2006/ole">
              <mc:AlternateContent xmlns:mc="http://schemas.openxmlformats.org/markup-compatibility/2006">
                <mc:Choice xmlns:v="urn:schemas-microsoft-com:vml" Requires="v">
                  <p:oleObj name="Equation" r:id="rId8" imgW="203040" imgH="241200" progId="Equation.DSMT4">
                    <p:embed/>
                  </p:oleObj>
                </mc:Choice>
                <mc:Fallback>
                  <p:oleObj name="Equation" r:id="rId8" imgW="203040" imgH="241200" progId="Equation.DSMT4">
                    <p:embed/>
                    <p:pic>
                      <p:nvPicPr>
                        <p:cNvPr id="72870" name="Object 166"/>
                        <p:cNvPicPr>
                          <a:picLocks noChangeAspect="1" noChangeArrowheads="1"/>
                        </p:cNvPicPr>
                        <p:nvPr/>
                      </p:nvPicPr>
                      <p:blipFill>
                        <a:blip r:embed="rId9"/>
                        <a:srcRect/>
                        <a:stretch>
                          <a:fillRect/>
                        </a:stretch>
                      </p:blipFill>
                      <p:spPr bwMode="auto">
                        <a:xfrm>
                          <a:off x="2357" y="3135"/>
                          <a:ext cx="248"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71" name="Text Box 167"/>
            <p:cNvSpPr txBox="1">
              <a:spLocks noChangeArrowheads="1"/>
            </p:cNvSpPr>
            <p:nvPr/>
          </p:nvSpPr>
          <p:spPr bwMode="auto">
            <a:xfrm>
              <a:off x="2381" y="2568"/>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72872" name="Text Box 168"/>
            <p:cNvSpPr txBox="1">
              <a:spLocks noChangeArrowheads="1"/>
            </p:cNvSpPr>
            <p:nvPr/>
          </p:nvSpPr>
          <p:spPr bwMode="auto">
            <a:xfrm>
              <a:off x="2380" y="347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sp>
          <p:nvSpPr>
            <p:cNvPr id="72873" name="Oval 169"/>
            <p:cNvSpPr>
              <a:spLocks noChangeArrowheads="1"/>
            </p:cNvSpPr>
            <p:nvPr/>
          </p:nvSpPr>
          <p:spPr bwMode="auto">
            <a:xfrm>
              <a:off x="2516" y="3861"/>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2874" name="Oval 170"/>
            <p:cNvSpPr>
              <a:spLocks noChangeArrowheads="1"/>
            </p:cNvSpPr>
            <p:nvPr/>
          </p:nvSpPr>
          <p:spPr bwMode="auto">
            <a:xfrm>
              <a:off x="2540" y="247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72875" name="Object 171"/>
            <p:cNvGraphicFramePr>
              <a:graphicFrameLocks noChangeAspect="1"/>
            </p:cNvGraphicFramePr>
            <p:nvPr/>
          </p:nvGraphicFramePr>
          <p:xfrm>
            <a:off x="1233" y="2002"/>
            <a:ext cx="462" cy="357"/>
          </p:xfrm>
          <a:graphic>
            <a:graphicData uri="http://schemas.openxmlformats.org/presentationml/2006/ole">
              <mc:AlternateContent xmlns:mc="http://schemas.openxmlformats.org/markup-compatibility/2006">
                <mc:Choice xmlns:v="urn:schemas-microsoft-com:vml" Requires="v">
                  <p:oleObj name="Equation" r:id="rId10" imgW="380880" imgH="291960" progId="Equation.DSMT4">
                    <p:embed/>
                  </p:oleObj>
                </mc:Choice>
                <mc:Fallback>
                  <p:oleObj name="Equation" r:id="rId10" imgW="380880" imgH="291960" progId="Equation.DSMT4">
                    <p:embed/>
                    <p:pic>
                      <p:nvPicPr>
                        <p:cNvPr id="72875" name="Object 171"/>
                        <p:cNvPicPr>
                          <a:picLocks noChangeAspect="1" noChangeArrowheads="1"/>
                        </p:cNvPicPr>
                        <p:nvPr/>
                      </p:nvPicPr>
                      <p:blipFill>
                        <a:blip r:embed="rId11"/>
                        <a:srcRect/>
                        <a:stretch>
                          <a:fillRect/>
                        </a:stretch>
                      </p:blipFill>
                      <p:spPr bwMode="auto">
                        <a:xfrm>
                          <a:off x="1233" y="2002"/>
                          <a:ext cx="462"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76" name="Line 172"/>
            <p:cNvSpPr>
              <a:spLocks noChangeShapeType="1"/>
            </p:cNvSpPr>
            <p:nvPr/>
          </p:nvSpPr>
          <p:spPr bwMode="auto">
            <a:xfrm flipH="1">
              <a:off x="702" y="2523"/>
              <a:ext cx="1" cy="136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77" name="Line 173"/>
            <p:cNvSpPr>
              <a:spLocks noChangeShapeType="1"/>
            </p:cNvSpPr>
            <p:nvPr/>
          </p:nvSpPr>
          <p:spPr bwMode="auto">
            <a:xfrm flipH="1">
              <a:off x="2017" y="2523"/>
              <a:ext cx="1" cy="545"/>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78" name="Line 174"/>
            <p:cNvSpPr>
              <a:spLocks noChangeShapeType="1"/>
            </p:cNvSpPr>
            <p:nvPr/>
          </p:nvSpPr>
          <p:spPr bwMode="auto">
            <a:xfrm flipH="1">
              <a:off x="2017" y="3476"/>
              <a:ext cx="1" cy="408"/>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72879" name="Object 175"/>
            <p:cNvGraphicFramePr>
              <a:graphicFrameLocks noChangeAspect="1"/>
            </p:cNvGraphicFramePr>
            <p:nvPr/>
          </p:nvGraphicFramePr>
          <p:xfrm>
            <a:off x="2026" y="3453"/>
            <a:ext cx="185" cy="356"/>
          </p:xfrm>
          <a:graphic>
            <a:graphicData uri="http://schemas.openxmlformats.org/presentationml/2006/ole">
              <mc:AlternateContent xmlns:mc="http://schemas.openxmlformats.org/markup-compatibility/2006">
                <mc:Choice xmlns:v="urn:schemas-microsoft-com:vml" Requires="v">
                  <p:oleObj name="Equation" r:id="rId12" imgW="152280" imgH="291960" progId="Equation.DSMT4">
                    <p:embed/>
                  </p:oleObj>
                </mc:Choice>
                <mc:Fallback>
                  <p:oleObj name="Equation" r:id="rId12" imgW="152280" imgH="291960" progId="Equation.DSMT4">
                    <p:embed/>
                    <p:pic>
                      <p:nvPicPr>
                        <p:cNvPr id="72879" name="Object 175"/>
                        <p:cNvPicPr>
                          <a:picLocks noChangeAspect="1" noChangeArrowheads="1"/>
                        </p:cNvPicPr>
                        <p:nvPr/>
                      </p:nvPicPr>
                      <p:blipFill>
                        <a:blip r:embed="rId13"/>
                        <a:srcRect/>
                        <a:stretch>
                          <a:fillRect/>
                        </a:stretch>
                      </p:blipFill>
                      <p:spPr bwMode="auto">
                        <a:xfrm>
                          <a:off x="2026" y="3453"/>
                          <a:ext cx="185"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80" name="Line 176"/>
            <p:cNvSpPr>
              <a:spLocks noChangeShapeType="1"/>
            </p:cNvSpPr>
            <p:nvPr/>
          </p:nvSpPr>
          <p:spPr bwMode="auto">
            <a:xfrm flipH="1">
              <a:off x="1927" y="3520"/>
              <a:ext cx="0" cy="27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81" name="Text Box 177"/>
            <p:cNvSpPr txBox="1">
              <a:spLocks noChangeArrowheads="1"/>
            </p:cNvSpPr>
            <p:nvPr/>
          </p:nvSpPr>
          <p:spPr bwMode="auto">
            <a:xfrm>
              <a:off x="691" y="2659"/>
              <a:ext cx="6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100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72882" name="Rectangle 178"/>
            <p:cNvSpPr>
              <a:spLocks noChangeArrowheads="1"/>
            </p:cNvSpPr>
            <p:nvPr/>
          </p:nvSpPr>
          <p:spPr bwMode="auto">
            <a:xfrm>
              <a:off x="620" y="270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72883" name="Group 179"/>
            <p:cNvGrpSpPr>
              <a:grpSpLocks/>
            </p:cNvGrpSpPr>
            <p:nvPr/>
          </p:nvGrpSpPr>
          <p:grpSpPr bwMode="auto">
            <a:xfrm rot="5400000">
              <a:off x="1564" y="2977"/>
              <a:ext cx="499" cy="590"/>
              <a:chOff x="476" y="663"/>
              <a:chExt cx="771" cy="862"/>
            </a:xfrm>
          </p:grpSpPr>
          <p:sp>
            <p:nvSpPr>
              <p:cNvPr id="72884" name="AutoShape 180"/>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85" name="AutoShape 181"/>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86" name="AutoShape 182"/>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grpSp>
        <p:nvGrpSpPr>
          <p:cNvPr id="72901" name="Group 197"/>
          <p:cNvGrpSpPr>
            <a:grpSpLocks/>
          </p:cNvGrpSpPr>
          <p:nvPr/>
        </p:nvGrpSpPr>
        <p:grpSpPr bwMode="auto">
          <a:xfrm>
            <a:off x="4788024" y="992610"/>
            <a:ext cx="3016250" cy="2162175"/>
            <a:chOff x="3016" y="526"/>
            <a:chExt cx="1900" cy="1362"/>
          </a:xfrm>
        </p:grpSpPr>
        <p:sp>
          <p:nvSpPr>
            <p:cNvPr id="72889" name="Line 185"/>
            <p:cNvSpPr>
              <a:spLocks noChangeShapeType="1"/>
            </p:cNvSpPr>
            <p:nvPr/>
          </p:nvSpPr>
          <p:spPr bwMode="auto">
            <a:xfrm>
              <a:off x="4513" y="527"/>
              <a:ext cx="0" cy="136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90" name="Line 186"/>
            <p:cNvSpPr>
              <a:spLocks noChangeShapeType="1"/>
            </p:cNvSpPr>
            <p:nvPr/>
          </p:nvSpPr>
          <p:spPr bwMode="auto">
            <a:xfrm>
              <a:off x="4422" y="799"/>
              <a:ext cx="0" cy="36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72891" name="Object 187"/>
            <p:cNvGraphicFramePr>
              <a:graphicFrameLocks noChangeAspect="1"/>
            </p:cNvGraphicFramePr>
            <p:nvPr/>
          </p:nvGraphicFramePr>
          <p:xfrm>
            <a:off x="4568" y="773"/>
            <a:ext cx="348" cy="369"/>
          </p:xfrm>
          <a:graphic>
            <a:graphicData uri="http://schemas.openxmlformats.org/presentationml/2006/ole">
              <mc:AlternateContent xmlns:mc="http://schemas.openxmlformats.org/markup-compatibility/2006">
                <mc:Choice xmlns:v="urn:schemas-microsoft-com:vml" Requires="v">
                  <p:oleObj name="Equation" r:id="rId14" imgW="228600" imgH="241200" progId="Equation.DSMT4">
                    <p:embed/>
                  </p:oleObj>
                </mc:Choice>
                <mc:Fallback>
                  <p:oleObj name="Equation" r:id="rId14" imgW="228600" imgH="241200" progId="Equation.DSMT4">
                    <p:embed/>
                    <p:pic>
                      <p:nvPicPr>
                        <p:cNvPr id="72891" name="Object 187"/>
                        <p:cNvPicPr>
                          <a:picLocks noChangeAspect="1" noChangeArrowheads="1"/>
                        </p:cNvPicPr>
                        <p:nvPr/>
                      </p:nvPicPr>
                      <p:blipFill>
                        <a:blip r:embed="rId15"/>
                        <a:srcRect/>
                        <a:stretch>
                          <a:fillRect/>
                        </a:stretch>
                      </p:blipFill>
                      <p:spPr bwMode="auto">
                        <a:xfrm>
                          <a:off x="4568" y="773"/>
                          <a:ext cx="348" cy="369"/>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92" name="Oval 188"/>
            <p:cNvSpPr>
              <a:spLocks noChangeArrowheads="1"/>
            </p:cNvSpPr>
            <p:nvPr/>
          </p:nvSpPr>
          <p:spPr bwMode="auto">
            <a:xfrm>
              <a:off x="3016" y="1297"/>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93" name="Line 189"/>
            <p:cNvSpPr>
              <a:spLocks noChangeShapeType="1"/>
            </p:cNvSpPr>
            <p:nvPr/>
          </p:nvSpPr>
          <p:spPr bwMode="auto">
            <a:xfrm>
              <a:off x="3198" y="526"/>
              <a:ext cx="1315" cy="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94" name="Line 190"/>
            <p:cNvSpPr>
              <a:spLocks noChangeShapeType="1"/>
            </p:cNvSpPr>
            <p:nvPr/>
          </p:nvSpPr>
          <p:spPr bwMode="auto">
            <a:xfrm>
              <a:off x="3197" y="1887"/>
              <a:ext cx="1316" cy="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2895" name="Text Box 191"/>
            <p:cNvSpPr txBox="1">
              <a:spLocks noChangeArrowheads="1"/>
            </p:cNvSpPr>
            <p:nvPr/>
          </p:nvSpPr>
          <p:spPr bwMode="auto">
            <a:xfrm>
              <a:off x="3288" y="1070"/>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72896" name="Text Box 192"/>
            <p:cNvSpPr txBox="1">
              <a:spLocks noChangeArrowheads="1"/>
            </p:cNvSpPr>
            <p:nvPr/>
          </p:nvSpPr>
          <p:spPr bwMode="auto">
            <a:xfrm>
              <a:off x="3288" y="152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graphicFrame>
          <p:nvGraphicFramePr>
            <p:cNvPr id="72897" name="Object 193"/>
            <p:cNvGraphicFramePr>
              <a:graphicFrameLocks noChangeAspect="1"/>
            </p:cNvGraphicFramePr>
            <p:nvPr/>
          </p:nvGraphicFramePr>
          <p:xfrm>
            <a:off x="3409" y="1396"/>
            <a:ext cx="541" cy="248"/>
          </p:xfrm>
          <a:graphic>
            <a:graphicData uri="http://schemas.openxmlformats.org/presentationml/2006/ole">
              <mc:AlternateContent xmlns:mc="http://schemas.openxmlformats.org/markup-compatibility/2006">
                <mc:Choice xmlns:v="urn:schemas-microsoft-com:vml" Requires="v">
                  <p:oleObj name="Equation" r:id="rId16" imgW="444240" imgH="203040" progId="Equation.DSMT4">
                    <p:embed/>
                  </p:oleObj>
                </mc:Choice>
                <mc:Fallback>
                  <p:oleObj name="Equation" r:id="rId16" imgW="444240" imgH="203040" progId="Equation.DSMT4">
                    <p:embed/>
                    <p:pic>
                      <p:nvPicPr>
                        <p:cNvPr id="72897" name="Object 193"/>
                        <p:cNvPicPr>
                          <a:picLocks noChangeAspect="1" noChangeArrowheads="1"/>
                        </p:cNvPicPr>
                        <p:nvPr/>
                      </p:nvPicPr>
                      <p:blipFill>
                        <a:blip r:embed="rId17"/>
                        <a:srcRect/>
                        <a:stretch>
                          <a:fillRect/>
                        </a:stretch>
                      </p:blipFill>
                      <p:spPr bwMode="auto">
                        <a:xfrm>
                          <a:off x="3409" y="1396"/>
                          <a:ext cx="54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898" name="Line 194"/>
            <p:cNvSpPr>
              <a:spLocks noChangeShapeType="1"/>
            </p:cNvSpPr>
            <p:nvPr/>
          </p:nvSpPr>
          <p:spPr bwMode="auto">
            <a:xfrm flipH="1">
              <a:off x="3197" y="526"/>
              <a:ext cx="1" cy="136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99" name="Text Box 195"/>
            <p:cNvSpPr txBox="1">
              <a:spLocks noChangeArrowheads="1"/>
            </p:cNvSpPr>
            <p:nvPr/>
          </p:nvSpPr>
          <p:spPr bwMode="auto">
            <a:xfrm>
              <a:off x="3186" y="662"/>
              <a:ext cx="6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100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72900" name="Rectangle 196"/>
            <p:cNvSpPr>
              <a:spLocks noChangeArrowheads="1"/>
            </p:cNvSpPr>
            <p:nvPr/>
          </p:nvSpPr>
          <p:spPr bwMode="auto">
            <a:xfrm>
              <a:off x="3115" y="707"/>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Tree>
    <p:extLst>
      <p:ext uri="{BB962C8B-B14F-4D97-AF65-F5344CB8AC3E}">
        <p14:creationId xmlns:p14="http://schemas.microsoft.com/office/powerpoint/2010/main" val="23405011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2799"/>
                                        </p:tgtEl>
                                        <p:attrNameLst>
                                          <p:attrName>style.visibility</p:attrName>
                                        </p:attrNameLst>
                                      </p:cBhvr>
                                      <p:to>
                                        <p:strVal val="visible"/>
                                      </p:to>
                                    </p:set>
                                    <p:animEffect transition="in" filter="slide(fromLeft)">
                                      <p:cBhvr>
                                        <p:cTn id="7" dur="500"/>
                                        <p:tgtEl>
                                          <p:spTgt spid="727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2901"/>
                                        </p:tgtEl>
                                        <p:attrNameLst>
                                          <p:attrName>style.visibility</p:attrName>
                                        </p:attrNameLst>
                                      </p:cBhvr>
                                      <p:to>
                                        <p:strVal val="visible"/>
                                      </p:to>
                                    </p:set>
                                    <p:animEffect transition="in" filter="blinds(horizontal)">
                                      <p:cBhvr>
                                        <p:cTn id="12" dur="500"/>
                                        <p:tgtEl>
                                          <p:spTgt spid="729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810"/>
                                        </p:tgtEl>
                                        <p:attrNameLst>
                                          <p:attrName>style.visibility</p:attrName>
                                        </p:attrNameLst>
                                      </p:cBhvr>
                                      <p:to>
                                        <p:strVal val="visible"/>
                                      </p:to>
                                    </p:set>
                                    <p:animEffect transition="in" filter="wipe(left)">
                                      <p:cBhvr>
                                        <p:cTn id="17" dur="2000"/>
                                        <p:tgtEl>
                                          <p:spTgt spid="728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72811"/>
                                        </p:tgtEl>
                                        <p:attrNameLst>
                                          <p:attrName>style.visibility</p:attrName>
                                        </p:attrNameLst>
                                      </p:cBhvr>
                                      <p:to>
                                        <p:strVal val="visible"/>
                                      </p:to>
                                    </p:set>
                                    <p:animEffect transition="in" filter="slide(fromLeft)">
                                      <p:cBhvr>
                                        <p:cTn id="22" dur="500"/>
                                        <p:tgtEl>
                                          <p:spTgt spid="72811"/>
                                        </p:tgtEl>
                                      </p:cBhvr>
                                    </p:animEffect>
                                  </p:childTnLst>
                                </p:cTn>
                              </p:par>
                            </p:childTnLst>
                          </p:cTn>
                        </p:par>
                        <p:par>
                          <p:cTn id="23" fill="hold" nodeType="afterGroup">
                            <p:stCondLst>
                              <p:cond delay="500"/>
                            </p:stCondLst>
                            <p:childTnLst>
                              <p:par>
                                <p:cTn id="24" presetID="18" presetClass="entr" presetSubtype="6" fill="hold" nodeType="afterEffect">
                                  <p:stCondLst>
                                    <p:cond delay="0"/>
                                  </p:stCondLst>
                                  <p:childTnLst>
                                    <p:set>
                                      <p:cBhvr>
                                        <p:cTn id="25" dur="1" fill="hold">
                                          <p:stCondLst>
                                            <p:cond delay="0"/>
                                          </p:stCondLst>
                                        </p:cTn>
                                        <p:tgtEl>
                                          <p:spTgt spid="72812"/>
                                        </p:tgtEl>
                                        <p:attrNameLst>
                                          <p:attrName>style.visibility</p:attrName>
                                        </p:attrNameLst>
                                      </p:cBhvr>
                                      <p:to>
                                        <p:strVal val="visible"/>
                                      </p:to>
                                    </p:set>
                                    <p:animEffect transition="in" filter="strips(downRight)">
                                      <p:cBhvr>
                                        <p:cTn id="26" dur="2000"/>
                                        <p:tgtEl>
                                          <p:spTgt spid="72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99"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日期占位符 1"/>
          <p:cNvSpPr txBox="1">
            <a:spLocks/>
          </p:cNvSpPr>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20000"/>
              </a:spcBef>
              <a:spcAft>
                <a:spcPct val="0"/>
              </a:spcAft>
              <a:buChar char="•"/>
              <a:defRPr kumimoji="1" sz="2400" b="0" kern="1200">
                <a:solidFill>
                  <a:schemeClr val="tx1"/>
                </a:solidFill>
                <a:latin typeface="Times New Roman" panose="02020603050405020304" pitchFamily="18" charset="0"/>
                <a:ea typeface="华文楷体" panose="02010600040101010101" pitchFamily="2" charset="-122"/>
                <a:cs typeface="+mn-cs"/>
              </a:defRPr>
            </a:lvl1pPr>
            <a:lvl2pPr marL="742950" indent="-28575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9pPr>
          </a:lstStyle>
          <a:p>
            <a:pPr>
              <a:spcBef>
                <a:spcPct val="0"/>
              </a:spcBef>
              <a:buFontTx/>
              <a:buNone/>
            </a:pPr>
            <a:fld id="{3AF129F4-1095-43A8-B72E-A75160133DF5}" type="datetime1">
              <a:rPr lang="zh-CN" altLang="en-US" sz="1400" smtClean="0">
                <a:solidFill>
                  <a:srgbClr val="FF9900"/>
                </a:solidFill>
                <a:ea typeface="宋体" panose="02010600030101010101" pitchFamily="2" charset="-122"/>
              </a:rPr>
              <a:pPr>
                <a:spcBef>
                  <a:spcPct val="0"/>
                </a:spcBef>
                <a:buFontTx/>
                <a:buNone/>
              </a:pPr>
              <a:t>2024/8/17</a:t>
            </a:fld>
            <a:endParaRPr lang="en-US" altLang="zh-CN" sz="1400">
              <a:solidFill>
                <a:srgbClr val="FF9900"/>
              </a:solidFill>
              <a:ea typeface="宋体" panose="02010600030101010101" pitchFamily="2" charset="-122"/>
            </a:endParaRPr>
          </a:p>
        </p:txBody>
      </p:sp>
      <p:sp>
        <p:nvSpPr>
          <p:cNvPr id="22" name="页脚占位符 2"/>
          <p:cNvSpPr txBox="1">
            <a:spLocks/>
          </p:cNvSpPr>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20000"/>
              </a:spcBef>
              <a:spcAft>
                <a:spcPct val="0"/>
              </a:spcAft>
              <a:buChar char="•"/>
              <a:defRPr kumimoji="1" sz="2400" b="0" kern="1200">
                <a:solidFill>
                  <a:schemeClr val="tx1"/>
                </a:solidFill>
                <a:latin typeface="Times New Roman" panose="02020603050405020304" pitchFamily="18" charset="0"/>
                <a:ea typeface="华文楷体" panose="02010600040101010101" pitchFamily="2" charset="-122"/>
                <a:cs typeface="+mn-cs"/>
              </a:defRPr>
            </a:lvl1pPr>
            <a:lvl2pPr marL="742950" indent="-28575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9pPr>
          </a:lstStyle>
          <a:p>
            <a:pPr>
              <a:spcBef>
                <a:spcPct val="0"/>
              </a:spcBef>
              <a:buFontTx/>
              <a:buNone/>
            </a:pPr>
            <a:r>
              <a:rPr lang="zh-CN" altLang="en-US" sz="1400" dirty="0">
                <a:solidFill>
                  <a:srgbClr val="FF9900"/>
                </a:solidFill>
                <a:ea typeface="宋体" panose="02010600030101010101" pitchFamily="2" charset="-122"/>
              </a:rPr>
              <a:t>电路理论</a:t>
            </a:r>
            <a:endParaRPr lang="en-US" altLang="zh-CN" sz="1400" dirty="0">
              <a:solidFill>
                <a:srgbClr val="FF9900"/>
              </a:solidFill>
              <a:ea typeface="宋体" panose="02010600030101010101" pitchFamily="2" charset="-122"/>
            </a:endParaRPr>
          </a:p>
        </p:txBody>
      </p:sp>
      <p:sp>
        <p:nvSpPr>
          <p:cNvPr id="23" name="灯片编号占位符 3"/>
          <p:cNvSpPr txBox="1">
            <a:spLocks/>
          </p:cNvSpPr>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20000"/>
              </a:spcBef>
              <a:spcAft>
                <a:spcPct val="0"/>
              </a:spcAft>
              <a:buChar char="•"/>
              <a:defRPr kumimoji="1" sz="2400" b="0" kern="1200">
                <a:solidFill>
                  <a:schemeClr val="tx1"/>
                </a:solidFill>
                <a:latin typeface="Times New Roman" panose="02020603050405020304" pitchFamily="18" charset="0"/>
                <a:ea typeface="华文楷体" panose="02010600040101010101" pitchFamily="2" charset="-122"/>
                <a:cs typeface="+mn-cs"/>
              </a:defRPr>
            </a:lvl1pPr>
            <a:lvl2pPr marL="742950" indent="-28575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5pPr>
            <a:lvl6pPr marL="25146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6pPr>
            <a:lvl7pPr marL="29718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7pPr>
            <a:lvl8pPr marL="34290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8pPr>
            <a:lvl9pPr marL="3886200" indent="-228600" algn="l" defTabSz="914400" rtl="0" eaLnBrk="0" fontAlgn="base" latinLnBrk="0" hangingPunct="0">
              <a:spcBef>
                <a:spcPct val="20000"/>
              </a:spcBef>
              <a:spcAft>
                <a:spcPct val="0"/>
              </a:spcAft>
              <a:buChar char="»"/>
              <a:defRPr kumimoji="1" sz="2000" b="1" kern="1200">
                <a:solidFill>
                  <a:schemeClr val="tx1"/>
                </a:solidFill>
                <a:latin typeface="Times New Roman" panose="02020603050405020304" pitchFamily="18" charset="0"/>
                <a:ea typeface="华文宋体" panose="02010600040101010101" pitchFamily="2" charset="-122"/>
                <a:cs typeface="+mn-cs"/>
              </a:defRPr>
            </a:lvl9pPr>
          </a:lstStyle>
          <a:p>
            <a:pPr>
              <a:spcBef>
                <a:spcPct val="0"/>
              </a:spcBef>
              <a:buFontTx/>
              <a:buNone/>
            </a:pPr>
            <a:fld id="{495294A4-CB33-4272-9747-533633F32DBE}" type="slidenum">
              <a:rPr lang="en-US" altLang="zh-CN" sz="1400" smtClean="0">
                <a:solidFill>
                  <a:srgbClr val="FF9900"/>
                </a:solidFill>
                <a:ea typeface="宋体" panose="02010600030101010101" pitchFamily="2" charset="-122"/>
              </a:rPr>
              <a:pPr>
                <a:spcBef>
                  <a:spcPct val="0"/>
                </a:spcBef>
                <a:buFontTx/>
                <a:buNone/>
              </a:pPr>
              <a:t>163</a:t>
            </a:fld>
            <a:endParaRPr lang="en-US" altLang="zh-CN" sz="1400">
              <a:solidFill>
                <a:srgbClr val="FF9900"/>
              </a:solidFill>
              <a:ea typeface="宋体" panose="02010600030101010101" pitchFamily="2" charset="-122"/>
            </a:endParaRPr>
          </a:p>
        </p:txBody>
      </p:sp>
      <p:grpSp>
        <p:nvGrpSpPr>
          <p:cNvPr id="24" name="Group 1026"/>
          <p:cNvGrpSpPr>
            <a:grpSpLocks/>
          </p:cNvGrpSpPr>
          <p:nvPr/>
        </p:nvGrpSpPr>
        <p:grpSpPr bwMode="auto">
          <a:xfrm>
            <a:off x="0" y="0"/>
            <a:ext cx="9144000" cy="6858000"/>
            <a:chOff x="0" y="0"/>
            <a:chExt cx="5970" cy="4956"/>
          </a:xfrm>
        </p:grpSpPr>
        <p:pic>
          <p:nvPicPr>
            <p:cNvPr id="25"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1060"/>
          <p:cNvSpPr txBox="1">
            <a:spLocks noChangeArrowheads="1"/>
          </p:cNvSpPr>
          <p:nvPr/>
        </p:nvSpPr>
        <p:spPr bwMode="auto">
          <a:xfrm>
            <a:off x="1955800" y="-119063"/>
            <a:ext cx="5724525"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defRPr/>
            </a:pPr>
            <a:r>
              <a:rPr kumimoji="1" lang="zh-CN" altLang="en-US" sz="48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第</a:t>
            </a:r>
            <a:r>
              <a:rPr kumimoji="1" lang="en-US" altLang="zh-CN" sz="48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11</a:t>
            </a:r>
            <a:r>
              <a:rPr kumimoji="1" lang="zh-CN" altLang="en-US" sz="48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章</a:t>
            </a:r>
          </a:p>
          <a:p>
            <a:pPr algn="ctr" fontAlgn="base">
              <a:spcBef>
                <a:spcPct val="0"/>
              </a:spcBef>
              <a:spcAft>
                <a:spcPct val="0"/>
              </a:spcAft>
              <a:defRPr/>
            </a:pPr>
            <a:r>
              <a:rPr kumimoji="1" lang="zh-CN" altLang="en-US" sz="48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正弦稳态电路的功率</a:t>
            </a:r>
          </a:p>
        </p:txBody>
      </p:sp>
      <p:sp>
        <p:nvSpPr>
          <p:cNvPr id="33" name="Text Box 1089"/>
          <p:cNvSpPr txBox="1">
            <a:spLocks noChangeArrowheads="1"/>
          </p:cNvSpPr>
          <p:nvPr/>
        </p:nvSpPr>
        <p:spPr bwMode="auto">
          <a:xfrm>
            <a:off x="1403350" y="3155950"/>
            <a:ext cx="5726113"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defRPr/>
            </a:pPr>
            <a:r>
              <a:rPr kumimoji="1" lang="en-US" altLang="zh-CN" sz="2800" dirty="0">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11.4 </a:t>
            </a:r>
            <a:r>
              <a:rPr kumimoji="1" lang="zh-CN" altLang="en-US" sz="2800" dirty="0">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视在功率、功率因数及复功率</a:t>
            </a:r>
          </a:p>
        </p:txBody>
      </p:sp>
      <p:sp>
        <p:nvSpPr>
          <p:cNvPr id="34" name="Text Box 1092"/>
          <p:cNvSpPr txBox="1">
            <a:spLocks noChangeArrowheads="1"/>
          </p:cNvSpPr>
          <p:nvPr/>
        </p:nvSpPr>
        <p:spPr bwMode="auto">
          <a:xfrm>
            <a:off x="1371600" y="3797300"/>
            <a:ext cx="30861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defRPr/>
            </a:pPr>
            <a:r>
              <a:rPr kumimoji="1" lang="en-US" altLang="zh-CN" sz="2800" dirty="0">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11.6 </a:t>
            </a:r>
            <a:r>
              <a:rPr kumimoji="1" lang="zh-CN" altLang="en-US" sz="2800" dirty="0">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功率因数校正</a:t>
            </a:r>
          </a:p>
        </p:txBody>
      </p:sp>
      <p:sp>
        <p:nvSpPr>
          <p:cNvPr id="35" name="Text Box 1074"/>
          <p:cNvSpPr txBox="1">
            <a:spLocks noChangeArrowheads="1"/>
          </p:cNvSpPr>
          <p:nvPr/>
        </p:nvSpPr>
        <p:spPr bwMode="auto">
          <a:xfrm>
            <a:off x="1403350" y="2449513"/>
            <a:ext cx="42846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defRPr/>
            </a:pPr>
            <a:r>
              <a:rPr kumimoji="1" lang="en-US" altLang="zh-CN" sz="2800" dirty="0">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11.3 </a:t>
            </a:r>
            <a:r>
              <a:rPr kumimoji="1" lang="zh-CN" altLang="en-US" sz="2800" dirty="0">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有功功率与无功功率</a:t>
            </a:r>
          </a:p>
        </p:txBody>
      </p:sp>
      <p:sp>
        <p:nvSpPr>
          <p:cNvPr id="36" name="Text Box 1089"/>
          <p:cNvSpPr txBox="1">
            <a:spLocks noChangeArrowheads="1"/>
          </p:cNvSpPr>
          <p:nvPr/>
        </p:nvSpPr>
        <p:spPr bwMode="auto">
          <a:xfrm>
            <a:off x="1403350" y="4505325"/>
            <a:ext cx="2954338"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defRPr/>
            </a:pPr>
            <a:r>
              <a:rPr kumimoji="1" lang="en-US" altLang="zh-CN" sz="2800" dirty="0">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11.7</a:t>
            </a:r>
            <a:r>
              <a:rPr kumimoji="1" lang="zh-CN" altLang="en-US" sz="2800" dirty="0">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最大功率传输</a:t>
            </a:r>
          </a:p>
        </p:txBody>
      </p:sp>
    </p:spTree>
    <p:extLst>
      <p:ext uri="{BB962C8B-B14F-4D97-AF65-F5344CB8AC3E}">
        <p14:creationId xmlns:p14="http://schemas.microsoft.com/office/powerpoint/2010/main" val="30922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Text Box 2"/>
          <p:cNvSpPr txBox="1">
            <a:spLocks noChangeArrowheads="1"/>
          </p:cNvSpPr>
          <p:nvPr/>
        </p:nvSpPr>
        <p:spPr bwMode="auto">
          <a:xfrm>
            <a:off x="250825" y="260350"/>
            <a:ext cx="517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spcBef>
                <a:spcPct val="0"/>
              </a:spcBef>
            </a:pPr>
            <a:r>
              <a:rPr kumimoji="1" lang="en-US" altLang="zh-CN" sz="2400" b="1" dirty="0">
                <a:solidFill>
                  <a:srgbClr val="FF0000"/>
                </a:solidFill>
                <a:latin typeface="Times New Roman" panose="02020603050405020304" pitchFamily="18" charset="0"/>
              </a:rPr>
              <a:t>11.3 </a:t>
            </a:r>
            <a:r>
              <a:rPr kumimoji="1" lang="zh-CN" altLang="en-US" sz="2400" b="1" dirty="0">
                <a:solidFill>
                  <a:srgbClr val="FF0000"/>
                </a:solidFill>
                <a:latin typeface="Times New Roman" panose="02020603050405020304" pitchFamily="18" charset="0"/>
              </a:rPr>
              <a:t>有功功率和无功功率</a:t>
            </a:r>
            <a:endParaRPr kumimoji="1" lang="en-US" altLang="zh-CN" sz="2400" b="1" dirty="0">
              <a:solidFill>
                <a:srgbClr val="FF0000"/>
              </a:solidFill>
              <a:latin typeface="Times New Roman" panose="02020603050405020304" pitchFamily="18" charset="0"/>
            </a:endParaRPr>
          </a:p>
        </p:txBody>
      </p:sp>
      <p:graphicFrame>
        <p:nvGraphicFramePr>
          <p:cNvPr id="548867" name="Object 3"/>
          <p:cNvGraphicFramePr>
            <a:graphicFrameLocks noChangeAspect="1"/>
          </p:cNvGraphicFramePr>
          <p:nvPr/>
        </p:nvGraphicFramePr>
        <p:xfrm>
          <a:off x="825500" y="2330450"/>
          <a:ext cx="1897063" cy="877888"/>
        </p:xfrm>
        <a:graphic>
          <a:graphicData uri="http://schemas.openxmlformats.org/presentationml/2006/ole">
            <mc:AlternateContent xmlns:mc="http://schemas.openxmlformats.org/markup-compatibility/2006">
              <mc:Choice xmlns:v="urn:schemas-microsoft-com:vml" Requires="v">
                <p:oleObj name="公式" r:id="rId3" imgW="876240" imgH="406080" progId="Equation.3">
                  <p:embed/>
                </p:oleObj>
              </mc:Choice>
              <mc:Fallback>
                <p:oleObj name="公式" r:id="rId3" imgW="876240" imgH="406080" progId="Equation.3">
                  <p:embed/>
                  <p:pic>
                    <p:nvPicPr>
                      <p:cNvPr id="5488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00" y="2330450"/>
                        <a:ext cx="1897063" cy="877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8868" name="Text Box 4"/>
          <p:cNvSpPr txBox="1">
            <a:spLocks noChangeArrowheads="1"/>
          </p:cNvSpPr>
          <p:nvPr/>
        </p:nvSpPr>
        <p:spPr bwMode="auto">
          <a:xfrm>
            <a:off x="914400" y="5229225"/>
            <a:ext cx="6858000"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1714500" indent="-1714500" algn="l">
              <a:spcBef>
                <a:spcPct val="0"/>
              </a:spcBef>
              <a:defRPr>
                <a:solidFill>
                  <a:schemeClr val="tx1"/>
                </a:solidFill>
                <a:latin typeface="Arial" panose="020B0604020202020204" pitchFamily="34" charset="0"/>
                <a:ea typeface="宋体" panose="02010600030101010101" pitchFamily="2" charset="-122"/>
              </a:defRPr>
            </a:lvl1pPr>
            <a:lvl2pPr marL="1905000" algn="l">
              <a:spcBef>
                <a:spcPct val="0"/>
              </a:spcBef>
              <a:defRPr>
                <a:solidFill>
                  <a:schemeClr val="tx1"/>
                </a:solidFill>
                <a:latin typeface="Arial" panose="020B0604020202020204" pitchFamily="34" charset="0"/>
                <a:ea typeface="宋体" panose="02010600030101010101" pitchFamily="2" charset="-122"/>
              </a:defRPr>
            </a:lvl2pPr>
            <a:lvl3pPr marL="2095500" algn="l">
              <a:spcBef>
                <a:spcPct val="0"/>
              </a:spcBef>
              <a:defRPr>
                <a:solidFill>
                  <a:schemeClr val="tx1"/>
                </a:solidFill>
                <a:latin typeface="Arial" panose="020B0604020202020204" pitchFamily="34" charset="0"/>
                <a:ea typeface="宋体" panose="02010600030101010101" pitchFamily="2" charset="-122"/>
              </a:defRPr>
            </a:lvl3pPr>
            <a:lvl4pPr marL="2286000" algn="l">
              <a:spcBef>
                <a:spcPct val="0"/>
              </a:spcBef>
              <a:defRPr>
                <a:solidFill>
                  <a:schemeClr val="tx1"/>
                </a:solidFill>
                <a:latin typeface="Arial" panose="020B0604020202020204" pitchFamily="34" charset="0"/>
                <a:ea typeface="宋体" panose="02010600030101010101" pitchFamily="2" charset="-122"/>
              </a:defRPr>
            </a:lvl4pPr>
            <a:lvl5pPr marL="2476500" algn="l">
              <a:spcBef>
                <a:spcPct val="0"/>
              </a:spcBef>
              <a:defRPr>
                <a:solidFill>
                  <a:schemeClr val="tx1"/>
                </a:solidFill>
                <a:latin typeface="Arial" panose="020B0604020202020204" pitchFamily="34" charset="0"/>
                <a:ea typeface="宋体" panose="02010600030101010101" pitchFamily="2" charset="-122"/>
              </a:defRPr>
            </a:lvl5pPr>
            <a:lvl6pPr marL="29337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390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8481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3053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spcBef>
                <a:spcPct val="50000"/>
              </a:spcBef>
            </a:pPr>
            <a:r>
              <a:rPr kumimoji="1" lang="en-US" altLang="zh-CN" sz="2400" b="1" i="1" dirty="0">
                <a:latin typeface="Times New Roman" panose="02020603050405020304" pitchFamily="18" charset="0"/>
                <a:sym typeface="Symbol" panose="05050102010706020507" pitchFamily="18" charset="2"/>
              </a:rPr>
              <a:t> </a:t>
            </a:r>
            <a:r>
              <a:rPr kumimoji="1" lang="en-US" altLang="zh-CN" sz="2400" b="1" dirty="0">
                <a:latin typeface="Times New Roman" panose="02020603050405020304" pitchFamily="18" charset="0"/>
                <a:sym typeface="Symbol" panose="05050102010706020507" pitchFamily="18" charset="2"/>
              </a:rPr>
              <a:t>=</a:t>
            </a:r>
            <a:r>
              <a:rPr kumimoji="1" lang="en-US" altLang="zh-CN" sz="2400" b="1" i="1" dirty="0">
                <a:solidFill>
                  <a:srgbClr val="FF0000"/>
                </a:solidFill>
                <a:latin typeface="Times New Roman" panose="02020603050405020304" pitchFamily="18" charset="0"/>
                <a:sym typeface="Symbol" panose="05050102010706020507" pitchFamily="18" charset="2"/>
              </a:rPr>
              <a:t></a:t>
            </a:r>
            <a:r>
              <a:rPr kumimoji="1" lang="en-US" altLang="zh-CN" sz="2400" b="1" i="1" baseline="-25000" dirty="0">
                <a:solidFill>
                  <a:srgbClr val="FF0000"/>
                </a:solidFill>
                <a:latin typeface="Times New Roman" panose="02020603050405020304" pitchFamily="18" charset="0"/>
                <a:sym typeface="Symbol" panose="05050102010706020507" pitchFamily="18" charset="2"/>
              </a:rPr>
              <a:t>u</a:t>
            </a:r>
            <a:r>
              <a:rPr kumimoji="1" lang="en-US" altLang="zh-CN" sz="2400" b="1" i="1" dirty="0">
                <a:solidFill>
                  <a:srgbClr val="FF0000"/>
                </a:solidFill>
                <a:latin typeface="宋体" panose="02010600030101010101" pitchFamily="2" charset="-122"/>
                <a:sym typeface="Symbol" panose="05050102010706020507" pitchFamily="18" charset="2"/>
              </a:rPr>
              <a:t>-</a:t>
            </a:r>
            <a:r>
              <a:rPr kumimoji="1" lang="en-US" altLang="zh-CN" sz="2400" b="1" i="1" dirty="0">
                <a:solidFill>
                  <a:srgbClr val="FF0000"/>
                </a:solidFill>
                <a:latin typeface="Times New Roman" panose="02020603050405020304" pitchFamily="18" charset="0"/>
                <a:sym typeface="Symbol" panose="05050102010706020507" pitchFamily="18" charset="2"/>
              </a:rPr>
              <a:t></a:t>
            </a:r>
            <a:r>
              <a:rPr kumimoji="1" lang="en-US" altLang="zh-CN" sz="2400" b="1" i="1" baseline="-25000" dirty="0" err="1">
                <a:solidFill>
                  <a:srgbClr val="FF0000"/>
                </a:solidFill>
                <a:latin typeface="Times New Roman" panose="02020603050405020304" pitchFamily="18" charset="0"/>
                <a:sym typeface="Symbol" panose="05050102010706020507" pitchFamily="18" charset="2"/>
              </a:rPr>
              <a:t>i</a:t>
            </a:r>
            <a:r>
              <a:rPr kumimoji="1" lang="zh-CN" altLang="en-US" sz="2400" b="1" dirty="0">
                <a:latin typeface="Times New Roman" panose="02020603050405020304" pitchFamily="18" charset="0"/>
                <a:sym typeface="Symbol" panose="05050102010706020507" pitchFamily="18" charset="2"/>
              </a:rPr>
              <a:t>：</a:t>
            </a:r>
            <a:r>
              <a:rPr kumimoji="1" lang="zh-CN" altLang="zh-CN" sz="2400" b="1" dirty="0">
                <a:solidFill>
                  <a:srgbClr val="FF0000"/>
                </a:solidFill>
                <a:latin typeface="Times New Roman" panose="02020603050405020304" pitchFamily="18" charset="0"/>
                <a:sym typeface="Symbol" panose="05050102010706020507" pitchFamily="18" charset="2"/>
              </a:rPr>
              <a:t>功率因数角</a:t>
            </a:r>
            <a:r>
              <a:rPr kumimoji="1" lang="zh-CN" altLang="zh-CN" sz="2400" b="1" dirty="0">
                <a:latin typeface="Times New Roman" panose="02020603050405020304" pitchFamily="18" charset="0"/>
                <a:sym typeface="Symbol" panose="05050102010706020507" pitchFamily="18" charset="2"/>
              </a:rPr>
              <a:t>。对无源网络，为其等效阻抗的阻抗角。</a:t>
            </a:r>
            <a:endParaRPr kumimoji="1" lang="zh-CN" altLang="en-US" sz="2400" b="1" baseline="30000" dirty="0">
              <a:latin typeface="Times New Roman" panose="02020603050405020304" pitchFamily="18" charset="0"/>
              <a:sym typeface="Symbol" panose="05050102010706020507" pitchFamily="18" charset="2"/>
            </a:endParaRPr>
          </a:p>
        </p:txBody>
      </p:sp>
      <p:sp>
        <p:nvSpPr>
          <p:cNvPr id="548869" name="Text Box 5"/>
          <p:cNvSpPr txBox="1">
            <a:spLocks noChangeArrowheads="1"/>
          </p:cNvSpPr>
          <p:nvPr/>
        </p:nvSpPr>
        <p:spPr bwMode="auto">
          <a:xfrm>
            <a:off x="881063" y="4643438"/>
            <a:ext cx="2755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dirty="0">
                <a:latin typeface="Times New Roman" panose="02020603050405020304" pitchFamily="18" charset="0"/>
              </a:rPr>
              <a:t>cos </a:t>
            </a:r>
            <a:r>
              <a:rPr kumimoji="1" lang="en-US" altLang="zh-CN" sz="2400" b="1" i="1" dirty="0">
                <a:latin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sym typeface="Symbol" panose="05050102010706020507" pitchFamily="18" charset="2"/>
              </a:rPr>
              <a:t> </a:t>
            </a:r>
            <a:r>
              <a:rPr kumimoji="1" lang="zh-CN" altLang="en-US" sz="2400" b="1" dirty="0">
                <a:latin typeface="Times New Roman" panose="02020603050405020304" pitchFamily="18" charset="0"/>
                <a:sym typeface="Symbol" panose="05050102010706020507" pitchFamily="18" charset="2"/>
              </a:rPr>
              <a:t>：</a:t>
            </a:r>
            <a:r>
              <a:rPr kumimoji="1" lang="zh-CN" altLang="en-US" sz="2400" b="1" dirty="0">
                <a:solidFill>
                  <a:srgbClr val="FF0000"/>
                </a:solidFill>
                <a:latin typeface="Times New Roman" panose="02020603050405020304" pitchFamily="18" charset="0"/>
                <a:sym typeface="Symbol" panose="05050102010706020507" pitchFamily="18" charset="2"/>
              </a:rPr>
              <a:t>功率因数</a:t>
            </a:r>
            <a:r>
              <a:rPr kumimoji="1" lang="zh-CN" altLang="en-US" sz="2400" b="1" dirty="0">
                <a:latin typeface="Times New Roman" panose="02020603050405020304" pitchFamily="18" charset="0"/>
                <a:sym typeface="Symbol" panose="05050102010706020507" pitchFamily="18" charset="2"/>
              </a:rPr>
              <a:t>。</a:t>
            </a:r>
            <a:endParaRPr kumimoji="1" lang="zh-CN" altLang="en-US" sz="2400" b="1" i="1" dirty="0">
              <a:latin typeface="Times New Roman" panose="02020603050405020304" pitchFamily="18" charset="0"/>
              <a:sym typeface="Symbol" panose="05050102010706020507" pitchFamily="18" charset="2"/>
            </a:endParaRPr>
          </a:p>
        </p:txBody>
      </p:sp>
      <p:sp>
        <p:nvSpPr>
          <p:cNvPr id="548870" name="Text Box 6"/>
          <p:cNvSpPr txBox="1">
            <a:spLocks noChangeArrowheads="1"/>
          </p:cNvSpPr>
          <p:nvPr/>
        </p:nvSpPr>
        <p:spPr bwMode="auto">
          <a:xfrm>
            <a:off x="881063" y="4014788"/>
            <a:ext cx="28844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dirty="0">
                <a:latin typeface="Times New Roman" panose="02020603050405020304" pitchFamily="18" charset="0"/>
              </a:rPr>
              <a:t>P </a:t>
            </a:r>
            <a:r>
              <a:rPr kumimoji="1" lang="zh-CN" altLang="en-US" sz="2400" b="1" dirty="0">
                <a:latin typeface="Times New Roman" panose="02020603050405020304" pitchFamily="18" charset="0"/>
              </a:rPr>
              <a:t>的单位：</a:t>
            </a:r>
            <a:r>
              <a:rPr kumimoji="1" lang="en-US" altLang="zh-CN" sz="2400" b="1" dirty="0">
                <a:solidFill>
                  <a:srgbClr val="FF0000"/>
                </a:solidFill>
                <a:latin typeface="Times New Roman" panose="02020603050405020304" pitchFamily="18" charset="0"/>
              </a:rPr>
              <a:t>W</a:t>
            </a:r>
            <a:r>
              <a:rPr kumimoji="1" lang="zh-CN" altLang="en-US" sz="2400" b="1" dirty="0">
                <a:latin typeface="Times New Roman" panose="02020603050405020304" pitchFamily="18" charset="0"/>
              </a:rPr>
              <a:t>（瓦）</a:t>
            </a:r>
          </a:p>
        </p:txBody>
      </p:sp>
      <p:graphicFrame>
        <p:nvGraphicFramePr>
          <p:cNvPr id="548871" name="Object 7"/>
          <p:cNvGraphicFramePr>
            <a:graphicFrameLocks noChangeAspect="1"/>
          </p:cNvGraphicFramePr>
          <p:nvPr/>
        </p:nvGraphicFramePr>
        <p:xfrm>
          <a:off x="2803525" y="2366963"/>
          <a:ext cx="5089525" cy="877887"/>
        </p:xfrm>
        <a:graphic>
          <a:graphicData uri="http://schemas.openxmlformats.org/presentationml/2006/ole">
            <mc:AlternateContent xmlns:mc="http://schemas.openxmlformats.org/markup-compatibility/2006">
              <mc:Choice xmlns:v="urn:schemas-microsoft-com:vml" Requires="v">
                <p:oleObj name="公式" r:id="rId5" imgW="2349360" imgH="406080" progId="Equation.3">
                  <p:embed/>
                </p:oleObj>
              </mc:Choice>
              <mc:Fallback>
                <p:oleObj name="公式" r:id="rId5" imgW="2349360" imgH="406080" progId="Equation.3">
                  <p:embed/>
                  <p:pic>
                    <p:nvPicPr>
                      <p:cNvPr id="54887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3525" y="2366963"/>
                        <a:ext cx="5089525" cy="877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8872" name="Object 8"/>
          <p:cNvGraphicFramePr>
            <a:graphicFrameLocks noChangeAspect="1"/>
          </p:cNvGraphicFramePr>
          <p:nvPr/>
        </p:nvGraphicFramePr>
        <p:xfrm>
          <a:off x="1150938" y="3338513"/>
          <a:ext cx="1485900" cy="438150"/>
        </p:xfrm>
        <a:graphic>
          <a:graphicData uri="http://schemas.openxmlformats.org/presentationml/2006/ole">
            <mc:AlternateContent xmlns:mc="http://schemas.openxmlformats.org/markup-compatibility/2006">
              <mc:Choice xmlns:v="urn:schemas-microsoft-com:vml" Requires="v">
                <p:oleObj name="公式" r:id="rId7" imgW="685800" imgH="203040" progId="Equation.3">
                  <p:embed/>
                </p:oleObj>
              </mc:Choice>
              <mc:Fallback>
                <p:oleObj name="公式" r:id="rId7" imgW="685800" imgH="203040" progId="Equation.3">
                  <p:embed/>
                  <p:pic>
                    <p:nvPicPr>
                      <p:cNvPr id="54887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0938" y="3338513"/>
                        <a:ext cx="14859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8873" name="Object 9"/>
          <p:cNvGraphicFramePr>
            <a:graphicFrameLocks noChangeAspect="1"/>
          </p:cNvGraphicFramePr>
          <p:nvPr/>
        </p:nvGraphicFramePr>
        <p:xfrm>
          <a:off x="4932363" y="1042988"/>
          <a:ext cx="2322512" cy="862012"/>
        </p:xfrm>
        <a:graphic>
          <a:graphicData uri="http://schemas.openxmlformats.org/presentationml/2006/ole">
            <mc:AlternateContent xmlns:mc="http://schemas.openxmlformats.org/markup-compatibility/2006">
              <mc:Choice xmlns:v="urn:schemas-microsoft-com:vml" Requires="v">
                <p:oleObj name="公式" r:id="rId9" imgW="1371600" imgH="507960" progId="Equation.3">
                  <p:embed/>
                </p:oleObj>
              </mc:Choice>
              <mc:Fallback>
                <p:oleObj name="公式" r:id="rId9" imgW="1371600" imgH="507960" progId="Equation.3">
                  <p:embed/>
                  <p:pic>
                    <p:nvPicPr>
                      <p:cNvPr id="548873"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2363" y="1042988"/>
                        <a:ext cx="2322512" cy="862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8874" name="Text Box 10"/>
          <p:cNvSpPr txBox="1">
            <a:spLocks noChangeArrowheads="1"/>
          </p:cNvSpPr>
          <p:nvPr/>
        </p:nvSpPr>
        <p:spPr bwMode="auto">
          <a:xfrm>
            <a:off x="468313" y="765175"/>
            <a:ext cx="1530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0000FF"/>
                </a:solidFill>
                <a:latin typeface="Times New Roman" panose="02020603050405020304" pitchFamily="18" charset="0"/>
              </a:rPr>
              <a:t>1. </a:t>
            </a:r>
            <a:r>
              <a:rPr kumimoji="1" lang="zh-CN" altLang="en-US" sz="2400" b="1">
                <a:solidFill>
                  <a:srgbClr val="0000FF"/>
                </a:solidFill>
                <a:latin typeface="Times New Roman" panose="02020603050405020304" pitchFamily="18" charset="0"/>
              </a:rPr>
              <a:t>定义</a:t>
            </a:r>
          </a:p>
        </p:txBody>
      </p:sp>
      <p:sp>
        <p:nvSpPr>
          <p:cNvPr id="548875" name="Text Box 11"/>
          <p:cNvSpPr txBox="1">
            <a:spLocks noChangeArrowheads="1"/>
          </p:cNvSpPr>
          <p:nvPr/>
        </p:nvSpPr>
        <p:spPr bwMode="auto">
          <a:xfrm>
            <a:off x="827088" y="1557338"/>
            <a:ext cx="2925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dirty="0">
                <a:solidFill>
                  <a:srgbClr val="0000FF"/>
                </a:solidFill>
                <a:latin typeface="Times New Roman" panose="02020603050405020304" pitchFamily="18" charset="0"/>
              </a:rPr>
              <a:t>瞬时功率的平均值</a:t>
            </a:r>
          </a:p>
        </p:txBody>
      </p:sp>
      <p:graphicFrame>
        <p:nvGraphicFramePr>
          <p:cNvPr id="548876" name="Object 12"/>
          <p:cNvGraphicFramePr>
            <a:graphicFrameLocks noChangeAspect="1"/>
          </p:cNvGraphicFramePr>
          <p:nvPr/>
        </p:nvGraphicFramePr>
        <p:xfrm>
          <a:off x="4797425" y="2033588"/>
          <a:ext cx="3870325" cy="373062"/>
        </p:xfrm>
        <a:graphic>
          <a:graphicData uri="http://schemas.openxmlformats.org/presentationml/2006/ole">
            <mc:AlternateContent xmlns:mc="http://schemas.openxmlformats.org/markup-compatibility/2006">
              <mc:Choice xmlns:v="urn:schemas-microsoft-com:vml" Requires="v">
                <p:oleObj name="公式" r:id="rId11" imgW="2095200" imgH="203040" progId="Equation.3">
                  <p:embed/>
                </p:oleObj>
              </mc:Choice>
              <mc:Fallback>
                <p:oleObj name="公式" r:id="rId11" imgW="2095200" imgH="203040" progId="Equation.3">
                  <p:embed/>
                  <p:pic>
                    <p:nvPicPr>
                      <p:cNvPr id="548876"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97425" y="2033588"/>
                        <a:ext cx="3870325"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028873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48866"/>
                                        </p:tgtEl>
                                        <p:attrNameLst>
                                          <p:attrName>style.visibility</p:attrName>
                                        </p:attrNameLst>
                                      </p:cBhvr>
                                      <p:to>
                                        <p:strVal val="visible"/>
                                      </p:to>
                                    </p:set>
                                    <p:anim calcmode="lin" valueType="num">
                                      <p:cBhvr additive="base">
                                        <p:cTn id="7" dur="500" fill="hold"/>
                                        <p:tgtEl>
                                          <p:spTgt spid="548866"/>
                                        </p:tgtEl>
                                        <p:attrNameLst>
                                          <p:attrName>ppt_x</p:attrName>
                                        </p:attrNameLst>
                                      </p:cBhvr>
                                      <p:tavLst>
                                        <p:tav tm="0">
                                          <p:val>
                                            <p:strVal val="0-#ppt_w/2"/>
                                          </p:val>
                                        </p:tav>
                                        <p:tav tm="100000">
                                          <p:val>
                                            <p:strVal val="#ppt_x"/>
                                          </p:val>
                                        </p:tav>
                                      </p:tavLst>
                                    </p:anim>
                                    <p:anim calcmode="lin" valueType="num">
                                      <p:cBhvr additive="base">
                                        <p:cTn id="8" dur="500" fill="hold"/>
                                        <p:tgtEl>
                                          <p:spTgt spid="54886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548874"/>
                                        </p:tgtEl>
                                        <p:attrNameLst>
                                          <p:attrName>style.visibility</p:attrName>
                                        </p:attrNameLst>
                                      </p:cBhvr>
                                      <p:to>
                                        <p:strVal val="visible"/>
                                      </p:to>
                                    </p:set>
                                    <p:anim calcmode="lin" valueType="num">
                                      <p:cBhvr>
                                        <p:cTn id="13" dur="500" fill="hold"/>
                                        <p:tgtEl>
                                          <p:spTgt spid="548874"/>
                                        </p:tgtEl>
                                        <p:attrNameLst>
                                          <p:attrName>ppt_w</p:attrName>
                                        </p:attrNameLst>
                                      </p:cBhvr>
                                      <p:tavLst>
                                        <p:tav tm="0">
                                          <p:val>
                                            <p:fltVal val="0"/>
                                          </p:val>
                                        </p:tav>
                                        <p:tav tm="100000">
                                          <p:val>
                                            <p:strVal val="#ppt_w"/>
                                          </p:val>
                                        </p:tav>
                                      </p:tavLst>
                                    </p:anim>
                                    <p:anim calcmode="lin" valueType="num">
                                      <p:cBhvr>
                                        <p:cTn id="14" dur="500" fill="hold"/>
                                        <p:tgtEl>
                                          <p:spTgt spid="548874"/>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548875"/>
                                        </p:tgtEl>
                                        <p:attrNameLst>
                                          <p:attrName>style.visibility</p:attrName>
                                        </p:attrNameLst>
                                      </p:cBhvr>
                                      <p:to>
                                        <p:strVal val="visible"/>
                                      </p:to>
                                    </p:set>
                                    <p:anim calcmode="lin" valueType="num">
                                      <p:cBhvr>
                                        <p:cTn id="19" dur="500" fill="hold"/>
                                        <p:tgtEl>
                                          <p:spTgt spid="548875"/>
                                        </p:tgtEl>
                                        <p:attrNameLst>
                                          <p:attrName>ppt_w</p:attrName>
                                        </p:attrNameLst>
                                      </p:cBhvr>
                                      <p:tavLst>
                                        <p:tav tm="0">
                                          <p:val>
                                            <p:fltVal val="0"/>
                                          </p:val>
                                        </p:tav>
                                        <p:tav tm="100000">
                                          <p:val>
                                            <p:strVal val="#ppt_w"/>
                                          </p:val>
                                        </p:tav>
                                      </p:tavLst>
                                    </p:anim>
                                    <p:anim calcmode="lin" valueType="num">
                                      <p:cBhvr>
                                        <p:cTn id="20" dur="500" fill="hold"/>
                                        <p:tgtEl>
                                          <p:spTgt spid="548875"/>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nodeType="clickEffect">
                                  <p:stCondLst>
                                    <p:cond delay="0"/>
                                  </p:stCondLst>
                                  <p:childTnLst>
                                    <p:set>
                                      <p:cBhvr>
                                        <p:cTn id="24" dur="1" fill="hold">
                                          <p:stCondLst>
                                            <p:cond delay="0"/>
                                          </p:stCondLst>
                                        </p:cTn>
                                        <p:tgtEl>
                                          <p:spTgt spid="548873"/>
                                        </p:tgtEl>
                                        <p:attrNameLst>
                                          <p:attrName>style.visibility</p:attrName>
                                        </p:attrNameLst>
                                      </p:cBhvr>
                                      <p:to>
                                        <p:strVal val="visible"/>
                                      </p:to>
                                    </p:set>
                                    <p:animEffect transition="in" filter="box(out)">
                                      <p:cBhvr>
                                        <p:cTn id="25" dur="500"/>
                                        <p:tgtEl>
                                          <p:spTgt spid="548873"/>
                                        </p:tgtEl>
                                      </p:cBhvr>
                                    </p:animEffect>
                                  </p:childTnLst>
                                </p:cTn>
                              </p:par>
                            </p:childTnLst>
                          </p:cTn>
                        </p:par>
                        <p:par>
                          <p:cTn id="26" fill="hold" nodeType="afterGroup">
                            <p:stCondLst>
                              <p:cond delay="500"/>
                            </p:stCondLst>
                            <p:childTnLst>
                              <p:par>
                                <p:cTn id="27" presetID="17" presetClass="entr" presetSubtype="8" fill="hold" nodeType="afterEffect">
                                  <p:stCondLst>
                                    <p:cond delay="0"/>
                                  </p:stCondLst>
                                  <p:childTnLst>
                                    <p:set>
                                      <p:cBhvr>
                                        <p:cTn id="28" dur="1" fill="hold">
                                          <p:stCondLst>
                                            <p:cond delay="0"/>
                                          </p:stCondLst>
                                        </p:cTn>
                                        <p:tgtEl>
                                          <p:spTgt spid="548876"/>
                                        </p:tgtEl>
                                        <p:attrNameLst>
                                          <p:attrName>style.visibility</p:attrName>
                                        </p:attrNameLst>
                                      </p:cBhvr>
                                      <p:to>
                                        <p:strVal val="visible"/>
                                      </p:to>
                                    </p:set>
                                    <p:anim calcmode="lin" valueType="num">
                                      <p:cBhvr>
                                        <p:cTn id="29" dur="500" fill="hold"/>
                                        <p:tgtEl>
                                          <p:spTgt spid="548876"/>
                                        </p:tgtEl>
                                        <p:attrNameLst>
                                          <p:attrName>ppt_x</p:attrName>
                                        </p:attrNameLst>
                                      </p:cBhvr>
                                      <p:tavLst>
                                        <p:tav tm="0">
                                          <p:val>
                                            <p:strVal val="#ppt_x-#ppt_w/2"/>
                                          </p:val>
                                        </p:tav>
                                        <p:tav tm="100000">
                                          <p:val>
                                            <p:strVal val="#ppt_x"/>
                                          </p:val>
                                        </p:tav>
                                      </p:tavLst>
                                    </p:anim>
                                    <p:anim calcmode="lin" valueType="num">
                                      <p:cBhvr>
                                        <p:cTn id="30" dur="500" fill="hold"/>
                                        <p:tgtEl>
                                          <p:spTgt spid="548876"/>
                                        </p:tgtEl>
                                        <p:attrNameLst>
                                          <p:attrName>ppt_y</p:attrName>
                                        </p:attrNameLst>
                                      </p:cBhvr>
                                      <p:tavLst>
                                        <p:tav tm="0">
                                          <p:val>
                                            <p:strVal val="#ppt_y"/>
                                          </p:val>
                                        </p:tav>
                                        <p:tav tm="100000">
                                          <p:val>
                                            <p:strVal val="#ppt_y"/>
                                          </p:val>
                                        </p:tav>
                                      </p:tavLst>
                                    </p:anim>
                                    <p:anim calcmode="lin" valueType="num">
                                      <p:cBhvr>
                                        <p:cTn id="31" dur="500" fill="hold"/>
                                        <p:tgtEl>
                                          <p:spTgt spid="548876"/>
                                        </p:tgtEl>
                                        <p:attrNameLst>
                                          <p:attrName>ppt_w</p:attrName>
                                        </p:attrNameLst>
                                      </p:cBhvr>
                                      <p:tavLst>
                                        <p:tav tm="0">
                                          <p:val>
                                            <p:fltVal val="0"/>
                                          </p:val>
                                        </p:tav>
                                        <p:tav tm="100000">
                                          <p:val>
                                            <p:strVal val="#ppt_w"/>
                                          </p:val>
                                        </p:tav>
                                      </p:tavLst>
                                    </p:anim>
                                    <p:anim calcmode="lin" valueType="num">
                                      <p:cBhvr>
                                        <p:cTn id="32" dur="500" fill="hold"/>
                                        <p:tgtEl>
                                          <p:spTgt spid="548876"/>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48867"/>
                                        </p:tgtEl>
                                        <p:attrNameLst>
                                          <p:attrName>style.visibility</p:attrName>
                                        </p:attrNameLst>
                                      </p:cBhvr>
                                      <p:to>
                                        <p:strVal val="visible"/>
                                      </p:to>
                                    </p:set>
                                    <p:animEffect transition="in" filter="wipe(left)">
                                      <p:cBhvr>
                                        <p:cTn id="37" dur="500"/>
                                        <p:tgtEl>
                                          <p:spTgt spid="54886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48871"/>
                                        </p:tgtEl>
                                        <p:attrNameLst>
                                          <p:attrName>style.visibility</p:attrName>
                                        </p:attrNameLst>
                                      </p:cBhvr>
                                      <p:to>
                                        <p:strVal val="visible"/>
                                      </p:to>
                                    </p:set>
                                    <p:animEffect transition="in" filter="wipe(left)">
                                      <p:cBhvr>
                                        <p:cTn id="42" dur="500"/>
                                        <p:tgtEl>
                                          <p:spTgt spid="54887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48872"/>
                                        </p:tgtEl>
                                        <p:attrNameLst>
                                          <p:attrName>style.visibility</p:attrName>
                                        </p:attrNameLst>
                                      </p:cBhvr>
                                      <p:to>
                                        <p:strVal val="visible"/>
                                      </p:to>
                                    </p:set>
                                    <p:animEffect transition="in" filter="wipe(left)">
                                      <p:cBhvr>
                                        <p:cTn id="47" dur="500"/>
                                        <p:tgtEl>
                                          <p:spTgt spid="54887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48870">
                                            <p:txEl>
                                              <p:pRg st="0" end="0"/>
                                            </p:txEl>
                                          </p:spTgt>
                                        </p:tgtEl>
                                        <p:attrNameLst>
                                          <p:attrName>style.visibility</p:attrName>
                                        </p:attrNameLst>
                                      </p:cBhvr>
                                      <p:to>
                                        <p:strVal val="visible"/>
                                      </p:to>
                                    </p:set>
                                    <p:animEffect transition="in" filter="wipe(left)">
                                      <p:cBhvr>
                                        <p:cTn id="52" dur="500"/>
                                        <p:tgtEl>
                                          <p:spTgt spid="548870">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48869"/>
                                        </p:tgtEl>
                                        <p:attrNameLst>
                                          <p:attrName>style.visibility</p:attrName>
                                        </p:attrNameLst>
                                      </p:cBhvr>
                                      <p:to>
                                        <p:strVal val="visible"/>
                                      </p:to>
                                    </p:set>
                                    <p:anim calcmode="lin" valueType="num">
                                      <p:cBhvr additive="base">
                                        <p:cTn id="57" dur="500" fill="hold"/>
                                        <p:tgtEl>
                                          <p:spTgt spid="548869"/>
                                        </p:tgtEl>
                                        <p:attrNameLst>
                                          <p:attrName>ppt_x</p:attrName>
                                        </p:attrNameLst>
                                      </p:cBhvr>
                                      <p:tavLst>
                                        <p:tav tm="0">
                                          <p:val>
                                            <p:strVal val="#ppt_x"/>
                                          </p:val>
                                        </p:tav>
                                        <p:tav tm="100000">
                                          <p:val>
                                            <p:strVal val="#ppt_x"/>
                                          </p:val>
                                        </p:tav>
                                      </p:tavLst>
                                    </p:anim>
                                    <p:anim calcmode="lin" valueType="num">
                                      <p:cBhvr additive="base">
                                        <p:cTn id="58" dur="500" fill="hold"/>
                                        <p:tgtEl>
                                          <p:spTgt spid="548869"/>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1" fill="hold" grpId="0" nodeType="clickEffect">
                                  <p:stCondLst>
                                    <p:cond delay="0"/>
                                  </p:stCondLst>
                                  <p:childTnLst>
                                    <p:set>
                                      <p:cBhvr>
                                        <p:cTn id="62" dur="1" fill="hold">
                                          <p:stCondLst>
                                            <p:cond delay="0"/>
                                          </p:stCondLst>
                                        </p:cTn>
                                        <p:tgtEl>
                                          <p:spTgt spid="548868"/>
                                        </p:tgtEl>
                                        <p:attrNameLst>
                                          <p:attrName>style.visibility</p:attrName>
                                        </p:attrNameLst>
                                      </p:cBhvr>
                                      <p:to>
                                        <p:strVal val="visible"/>
                                      </p:to>
                                    </p:set>
                                    <p:animEffect transition="in" filter="slide(fromTop)">
                                      <p:cBhvr>
                                        <p:cTn id="63" dur="500"/>
                                        <p:tgtEl>
                                          <p:spTgt spid="548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6" grpId="0" autoUpdateAnimBg="0"/>
      <p:bldP spid="548868" grpId="0" autoUpdateAnimBg="0"/>
      <p:bldP spid="548869" grpId="0" autoUpdateAnimBg="0"/>
      <p:bldP spid="548870" grpId="0" build="p" autoUpdateAnimBg="0"/>
      <p:bldP spid="548874" grpId="0"/>
      <p:bldP spid="548875"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2962" name="Group 2"/>
          <p:cNvGrpSpPr>
            <a:grpSpLocks/>
          </p:cNvGrpSpPr>
          <p:nvPr/>
        </p:nvGrpSpPr>
        <p:grpSpPr bwMode="auto">
          <a:xfrm>
            <a:off x="6472238" y="423863"/>
            <a:ext cx="1514475" cy="1768475"/>
            <a:chOff x="3848" y="1128"/>
            <a:chExt cx="954" cy="1114"/>
          </a:xfrm>
        </p:grpSpPr>
        <p:sp>
          <p:nvSpPr>
            <p:cNvPr id="552963" name="Line 3"/>
            <p:cNvSpPr>
              <a:spLocks noChangeShapeType="1"/>
            </p:cNvSpPr>
            <p:nvPr/>
          </p:nvSpPr>
          <p:spPr bwMode="auto">
            <a:xfrm>
              <a:off x="3848" y="1960"/>
              <a:ext cx="656"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64" name="Line 4"/>
            <p:cNvSpPr>
              <a:spLocks noChangeShapeType="1"/>
            </p:cNvSpPr>
            <p:nvPr/>
          </p:nvSpPr>
          <p:spPr bwMode="auto">
            <a:xfrm flipV="1">
              <a:off x="4504" y="1128"/>
              <a:ext cx="0" cy="832"/>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65" name="Line 5"/>
            <p:cNvSpPr>
              <a:spLocks noChangeShapeType="1"/>
            </p:cNvSpPr>
            <p:nvPr/>
          </p:nvSpPr>
          <p:spPr bwMode="auto">
            <a:xfrm flipH="1">
              <a:off x="3856" y="1136"/>
              <a:ext cx="648" cy="816"/>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66" name="Text Box 6"/>
            <p:cNvSpPr txBox="1">
              <a:spLocks noChangeArrowheads="1"/>
            </p:cNvSpPr>
            <p:nvPr/>
          </p:nvSpPr>
          <p:spPr bwMode="auto">
            <a:xfrm>
              <a:off x="4118" y="1954"/>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R</a:t>
              </a:r>
              <a:endParaRPr kumimoji="1" lang="en-US" altLang="zh-CN" sz="2400" b="1">
                <a:latin typeface="Times New Roman" panose="02020603050405020304" pitchFamily="18" charset="0"/>
              </a:endParaRPr>
            </a:p>
          </p:txBody>
        </p:sp>
        <p:sp>
          <p:nvSpPr>
            <p:cNvPr id="552967" name="Text Box 7"/>
            <p:cNvSpPr txBox="1">
              <a:spLocks noChangeArrowheads="1"/>
            </p:cNvSpPr>
            <p:nvPr/>
          </p:nvSpPr>
          <p:spPr bwMode="auto">
            <a:xfrm>
              <a:off x="4558" y="1442"/>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X</a:t>
              </a:r>
              <a:endParaRPr kumimoji="1" lang="en-US" altLang="zh-CN" sz="2400" b="1">
                <a:latin typeface="Times New Roman" panose="02020603050405020304" pitchFamily="18" charset="0"/>
              </a:endParaRPr>
            </a:p>
          </p:txBody>
        </p:sp>
        <p:sp>
          <p:nvSpPr>
            <p:cNvPr id="552968" name="Text Box 8"/>
            <p:cNvSpPr txBox="1">
              <a:spLocks noChangeArrowheads="1"/>
            </p:cNvSpPr>
            <p:nvPr/>
          </p:nvSpPr>
          <p:spPr bwMode="auto">
            <a:xfrm>
              <a:off x="3862" y="1210"/>
              <a:ext cx="31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Z</a:t>
              </a:r>
              <a:r>
                <a:rPr kumimoji="1" lang="en-US" altLang="zh-CN" sz="2400" b="1">
                  <a:latin typeface="Times New Roman" panose="02020603050405020304" pitchFamily="18" charset="0"/>
                </a:rPr>
                <a:t>|</a:t>
              </a:r>
            </a:p>
          </p:txBody>
        </p:sp>
        <p:sp>
          <p:nvSpPr>
            <p:cNvPr id="552969" name="Arc 9"/>
            <p:cNvSpPr>
              <a:spLocks/>
            </p:cNvSpPr>
            <p:nvPr/>
          </p:nvSpPr>
          <p:spPr bwMode="auto">
            <a:xfrm>
              <a:off x="4008" y="1760"/>
              <a:ext cx="144"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70" name="Text Box 10"/>
            <p:cNvSpPr txBox="1">
              <a:spLocks noChangeArrowheads="1"/>
            </p:cNvSpPr>
            <p:nvPr/>
          </p:nvSpPr>
          <p:spPr bwMode="auto">
            <a:xfrm>
              <a:off x="3910" y="1694"/>
              <a:ext cx="2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sym typeface="Symbol" panose="05050102010706020507" pitchFamily="18" charset="2"/>
                </a:rPr>
                <a:t></a:t>
              </a:r>
              <a:endParaRPr kumimoji="1" lang="en-US" altLang="zh-CN" sz="2400" b="1" i="1">
                <a:latin typeface="Times New Roman" panose="02020603050405020304" pitchFamily="18" charset="0"/>
              </a:endParaRPr>
            </a:p>
          </p:txBody>
        </p:sp>
      </p:grpSp>
      <p:grpSp>
        <p:nvGrpSpPr>
          <p:cNvPr id="552971" name="Group 11"/>
          <p:cNvGrpSpPr>
            <a:grpSpLocks/>
          </p:cNvGrpSpPr>
          <p:nvPr/>
        </p:nvGrpSpPr>
        <p:grpSpPr bwMode="auto">
          <a:xfrm>
            <a:off x="1376363" y="317500"/>
            <a:ext cx="1730375" cy="1536700"/>
            <a:chOff x="638" y="1061"/>
            <a:chExt cx="1090" cy="968"/>
          </a:xfrm>
        </p:grpSpPr>
        <p:grpSp>
          <p:nvGrpSpPr>
            <p:cNvPr id="552972" name="Group 12"/>
            <p:cNvGrpSpPr>
              <a:grpSpLocks/>
            </p:cNvGrpSpPr>
            <p:nvPr/>
          </p:nvGrpSpPr>
          <p:grpSpPr bwMode="auto">
            <a:xfrm>
              <a:off x="864" y="1272"/>
              <a:ext cx="864" cy="720"/>
              <a:chOff x="384" y="1248"/>
              <a:chExt cx="864" cy="720"/>
            </a:xfrm>
          </p:grpSpPr>
          <p:sp>
            <p:nvSpPr>
              <p:cNvPr id="552973" name="Rectangle 13"/>
              <p:cNvSpPr>
                <a:spLocks noChangeArrowheads="1"/>
              </p:cNvSpPr>
              <p:nvPr/>
            </p:nvSpPr>
            <p:spPr bwMode="auto">
              <a:xfrm>
                <a:off x="816" y="1248"/>
                <a:ext cx="432" cy="720"/>
              </a:xfrm>
              <a:prstGeom prst="rect">
                <a:avLst/>
              </a:prstGeom>
              <a:noFill/>
              <a:ln w="25400">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74" name="Text Box 14"/>
              <p:cNvSpPr txBox="1">
                <a:spLocks noChangeArrowheads="1"/>
              </p:cNvSpPr>
              <p:nvPr/>
            </p:nvSpPr>
            <p:spPr bwMode="auto">
              <a:xfrm>
                <a:off x="864" y="1344"/>
                <a:ext cx="288" cy="5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latin typeface="Times New Roman" panose="02020603050405020304" pitchFamily="18" charset="0"/>
                  </a:rPr>
                  <a:t>无源</a:t>
                </a:r>
              </a:p>
            </p:txBody>
          </p:sp>
          <p:sp>
            <p:nvSpPr>
              <p:cNvPr id="552975" name="Line 15"/>
              <p:cNvSpPr>
                <a:spLocks noChangeShapeType="1"/>
              </p:cNvSpPr>
              <p:nvPr/>
            </p:nvSpPr>
            <p:spPr bwMode="auto">
              <a:xfrm>
                <a:off x="432" y="1296"/>
                <a:ext cx="384"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76" name="Line 16"/>
              <p:cNvSpPr>
                <a:spLocks noChangeShapeType="1"/>
              </p:cNvSpPr>
              <p:nvPr/>
            </p:nvSpPr>
            <p:spPr bwMode="auto">
              <a:xfrm>
                <a:off x="432" y="1920"/>
                <a:ext cx="384"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77" name="Oval 17"/>
              <p:cNvSpPr>
                <a:spLocks noChangeArrowheads="1"/>
              </p:cNvSpPr>
              <p:nvPr/>
            </p:nvSpPr>
            <p:spPr bwMode="auto">
              <a:xfrm>
                <a:off x="384" y="1272"/>
                <a:ext cx="48" cy="48"/>
              </a:xfrm>
              <a:prstGeom prst="ellipse">
                <a:avLst/>
              </a:prstGeom>
              <a:noFill/>
              <a:ln w="28575">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78" name="Oval 18"/>
              <p:cNvSpPr>
                <a:spLocks noChangeArrowheads="1"/>
              </p:cNvSpPr>
              <p:nvPr/>
            </p:nvSpPr>
            <p:spPr bwMode="auto">
              <a:xfrm>
                <a:off x="392" y="1888"/>
                <a:ext cx="48" cy="48"/>
              </a:xfrm>
              <a:prstGeom prst="ellipse">
                <a:avLst/>
              </a:prstGeom>
              <a:noFill/>
              <a:ln w="28575">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552979" name="Text Box 19"/>
            <p:cNvSpPr txBox="1">
              <a:spLocks noChangeArrowheads="1"/>
            </p:cNvSpPr>
            <p:nvPr/>
          </p:nvSpPr>
          <p:spPr bwMode="auto">
            <a:xfrm>
              <a:off x="638" y="1186"/>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Times New Roman" panose="02020603050405020304" pitchFamily="18" charset="0"/>
                </a:rPr>
                <a:t>+</a:t>
              </a:r>
              <a:endParaRPr kumimoji="1" lang="en-US" altLang="zh-CN" sz="2400" b="1">
                <a:latin typeface="Times New Roman" panose="02020603050405020304" pitchFamily="18" charset="0"/>
              </a:endParaRPr>
            </a:p>
          </p:txBody>
        </p:sp>
        <p:sp>
          <p:nvSpPr>
            <p:cNvPr id="552980" name="Text Box 20"/>
            <p:cNvSpPr txBox="1">
              <a:spLocks noChangeArrowheads="1"/>
            </p:cNvSpPr>
            <p:nvPr/>
          </p:nvSpPr>
          <p:spPr bwMode="auto">
            <a:xfrm>
              <a:off x="646" y="1741"/>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sp>
          <p:nvSpPr>
            <p:cNvPr id="552981" name="Text Box 21"/>
            <p:cNvSpPr txBox="1">
              <a:spLocks noChangeArrowheads="1"/>
            </p:cNvSpPr>
            <p:nvPr/>
          </p:nvSpPr>
          <p:spPr bwMode="auto">
            <a:xfrm>
              <a:off x="718" y="1469"/>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400" b="1">
                <a:latin typeface="Times New Roman" panose="02020603050405020304" pitchFamily="18" charset="0"/>
              </a:endParaRPr>
            </a:p>
          </p:txBody>
        </p:sp>
        <p:sp>
          <p:nvSpPr>
            <p:cNvPr id="552982" name="Text Box 22"/>
            <p:cNvSpPr txBox="1">
              <a:spLocks noChangeArrowheads="1"/>
            </p:cNvSpPr>
            <p:nvPr/>
          </p:nvSpPr>
          <p:spPr bwMode="auto">
            <a:xfrm>
              <a:off x="678" y="1501"/>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400" b="1">
                <a:latin typeface="Times New Roman" panose="02020603050405020304" pitchFamily="18" charset="0"/>
              </a:endParaRPr>
            </a:p>
          </p:txBody>
        </p:sp>
        <p:graphicFrame>
          <p:nvGraphicFramePr>
            <p:cNvPr id="552983" name="Object 23"/>
            <p:cNvGraphicFramePr>
              <a:graphicFrameLocks noChangeAspect="1"/>
            </p:cNvGraphicFramePr>
            <p:nvPr/>
          </p:nvGraphicFramePr>
          <p:xfrm>
            <a:off x="676" y="1528"/>
            <a:ext cx="159" cy="196"/>
          </p:xfrm>
          <a:graphic>
            <a:graphicData uri="http://schemas.openxmlformats.org/presentationml/2006/ole">
              <mc:AlternateContent xmlns:mc="http://schemas.openxmlformats.org/markup-compatibility/2006">
                <mc:Choice xmlns:v="urn:schemas-microsoft-com:vml" Requires="v">
                  <p:oleObj name="公式" r:id="rId3" imgW="164880" imgH="203040" progId="Equation.3">
                    <p:embed/>
                  </p:oleObj>
                </mc:Choice>
                <mc:Fallback>
                  <p:oleObj name="公式" r:id="rId3" imgW="164880" imgH="203040" progId="Equation.3">
                    <p:embed/>
                    <p:pic>
                      <p:nvPicPr>
                        <p:cNvPr id="552983"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 y="1528"/>
                          <a:ext cx="159"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2984" name="Object 24"/>
            <p:cNvGraphicFramePr>
              <a:graphicFrameLocks noChangeAspect="1"/>
            </p:cNvGraphicFramePr>
            <p:nvPr/>
          </p:nvGraphicFramePr>
          <p:xfrm>
            <a:off x="1030" y="1061"/>
            <a:ext cx="122" cy="185"/>
          </p:xfrm>
          <a:graphic>
            <a:graphicData uri="http://schemas.openxmlformats.org/presentationml/2006/ole">
              <mc:AlternateContent xmlns:mc="http://schemas.openxmlformats.org/markup-compatibility/2006">
                <mc:Choice xmlns:v="urn:schemas-microsoft-com:vml" Requires="v">
                  <p:oleObj name="公式" r:id="rId5" imgW="126720" imgH="190440" progId="Equation.3">
                    <p:embed/>
                  </p:oleObj>
                </mc:Choice>
                <mc:Fallback>
                  <p:oleObj name="公式" r:id="rId5" imgW="126720" imgH="190440" progId="Equation.3">
                    <p:embed/>
                    <p:pic>
                      <p:nvPicPr>
                        <p:cNvPr id="552984"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0" y="1061"/>
                          <a:ext cx="122"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2985" name="Line 25"/>
            <p:cNvSpPr>
              <a:spLocks noChangeShapeType="1"/>
            </p:cNvSpPr>
            <p:nvPr/>
          </p:nvSpPr>
          <p:spPr bwMode="auto">
            <a:xfrm>
              <a:off x="992" y="1320"/>
              <a:ext cx="152"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552986" name="Group 26"/>
          <p:cNvGrpSpPr>
            <a:grpSpLocks/>
          </p:cNvGrpSpPr>
          <p:nvPr/>
        </p:nvGrpSpPr>
        <p:grpSpPr bwMode="auto">
          <a:xfrm>
            <a:off x="4043363" y="279400"/>
            <a:ext cx="1619250" cy="1536700"/>
            <a:chOff x="2318" y="1037"/>
            <a:chExt cx="1020" cy="968"/>
          </a:xfrm>
        </p:grpSpPr>
        <p:grpSp>
          <p:nvGrpSpPr>
            <p:cNvPr id="552987" name="Group 27"/>
            <p:cNvGrpSpPr>
              <a:grpSpLocks/>
            </p:cNvGrpSpPr>
            <p:nvPr/>
          </p:nvGrpSpPr>
          <p:grpSpPr bwMode="auto">
            <a:xfrm>
              <a:off x="2560" y="1264"/>
              <a:ext cx="778" cy="696"/>
              <a:chOff x="1592" y="1240"/>
              <a:chExt cx="778" cy="696"/>
            </a:xfrm>
          </p:grpSpPr>
          <p:sp>
            <p:nvSpPr>
              <p:cNvPr id="552988" name="Line 28"/>
              <p:cNvSpPr>
                <a:spLocks noChangeShapeType="1"/>
              </p:cNvSpPr>
              <p:nvPr/>
            </p:nvSpPr>
            <p:spPr bwMode="auto">
              <a:xfrm>
                <a:off x="2008" y="1272"/>
                <a:ext cx="0" cy="648"/>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89" name="Line 29"/>
              <p:cNvSpPr>
                <a:spLocks noChangeShapeType="1"/>
              </p:cNvSpPr>
              <p:nvPr/>
            </p:nvSpPr>
            <p:spPr bwMode="auto">
              <a:xfrm>
                <a:off x="1632" y="1272"/>
                <a:ext cx="384"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90" name="Line 30"/>
              <p:cNvSpPr>
                <a:spLocks noChangeShapeType="1"/>
              </p:cNvSpPr>
              <p:nvPr/>
            </p:nvSpPr>
            <p:spPr bwMode="auto">
              <a:xfrm>
                <a:off x="1640" y="1920"/>
                <a:ext cx="384"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91" name="Oval 31"/>
              <p:cNvSpPr>
                <a:spLocks noChangeArrowheads="1"/>
              </p:cNvSpPr>
              <p:nvPr/>
            </p:nvSpPr>
            <p:spPr bwMode="auto">
              <a:xfrm>
                <a:off x="1592" y="1240"/>
                <a:ext cx="48" cy="48"/>
              </a:xfrm>
              <a:prstGeom prst="ellipse">
                <a:avLst/>
              </a:prstGeom>
              <a:noFill/>
              <a:ln w="28575">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92" name="Oval 32"/>
              <p:cNvSpPr>
                <a:spLocks noChangeArrowheads="1"/>
              </p:cNvSpPr>
              <p:nvPr/>
            </p:nvSpPr>
            <p:spPr bwMode="auto">
              <a:xfrm>
                <a:off x="1600" y="1888"/>
                <a:ext cx="48" cy="48"/>
              </a:xfrm>
              <a:prstGeom prst="ellipse">
                <a:avLst/>
              </a:prstGeom>
              <a:noFill/>
              <a:ln w="28575">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93" name="Rectangle 33"/>
              <p:cNvSpPr>
                <a:spLocks noChangeArrowheads="1"/>
              </p:cNvSpPr>
              <p:nvPr/>
            </p:nvSpPr>
            <p:spPr bwMode="auto">
              <a:xfrm>
                <a:off x="1960" y="1672"/>
                <a:ext cx="80" cy="144"/>
              </a:xfrm>
              <a:prstGeom prst="rect">
                <a:avLst/>
              </a:prstGeom>
              <a:solidFill>
                <a:schemeClr val="accent1"/>
              </a:solidFill>
              <a:ln w="25400">
                <a:solidFill>
                  <a:schemeClr val="tx1"/>
                </a:solidFill>
                <a:miter lim="800000"/>
                <a:headEnd/>
                <a:tailEnd type="non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94" name="Rectangle 34"/>
              <p:cNvSpPr>
                <a:spLocks noChangeArrowheads="1"/>
              </p:cNvSpPr>
              <p:nvPr/>
            </p:nvSpPr>
            <p:spPr bwMode="auto">
              <a:xfrm>
                <a:off x="1960" y="1400"/>
                <a:ext cx="80" cy="144"/>
              </a:xfrm>
              <a:prstGeom prst="rect">
                <a:avLst/>
              </a:prstGeom>
              <a:solidFill>
                <a:schemeClr val="accent1"/>
              </a:solidFill>
              <a:ln w="25400">
                <a:solidFill>
                  <a:schemeClr val="tx1"/>
                </a:solidFill>
                <a:miter lim="800000"/>
                <a:headEnd/>
                <a:tailEnd type="non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2995" name="Text Box 35"/>
              <p:cNvSpPr txBox="1">
                <a:spLocks noChangeArrowheads="1"/>
              </p:cNvSpPr>
              <p:nvPr/>
            </p:nvSpPr>
            <p:spPr bwMode="auto">
              <a:xfrm>
                <a:off x="2046" y="1322"/>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R</a:t>
                </a:r>
                <a:endParaRPr kumimoji="1" lang="en-US" altLang="zh-CN" sz="2400" b="1">
                  <a:latin typeface="Times New Roman" panose="02020603050405020304" pitchFamily="18" charset="0"/>
                </a:endParaRPr>
              </a:p>
            </p:txBody>
          </p:sp>
          <p:sp>
            <p:nvSpPr>
              <p:cNvPr id="552996" name="Text Box 36"/>
              <p:cNvSpPr txBox="1">
                <a:spLocks noChangeArrowheads="1"/>
              </p:cNvSpPr>
              <p:nvPr/>
            </p:nvSpPr>
            <p:spPr bwMode="auto">
              <a:xfrm>
                <a:off x="2062" y="1586"/>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j</a:t>
                </a:r>
                <a:r>
                  <a:rPr kumimoji="1" lang="en-US" altLang="zh-CN" sz="2400" b="1" i="1">
                    <a:latin typeface="Times New Roman" panose="02020603050405020304" pitchFamily="18" charset="0"/>
                  </a:rPr>
                  <a:t>X</a:t>
                </a:r>
                <a:endParaRPr kumimoji="1" lang="en-US" altLang="zh-CN" sz="2400" b="1">
                  <a:latin typeface="Times New Roman" panose="02020603050405020304" pitchFamily="18" charset="0"/>
                </a:endParaRPr>
              </a:p>
            </p:txBody>
          </p:sp>
        </p:grpSp>
        <p:sp>
          <p:nvSpPr>
            <p:cNvPr id="552997" name="Text Box 37"/>
            <p:cNvSpPr txBox="1">
              <a:spLocks noChangeArrowheads="1"/>
            </p:cNvSpPr>
            <p:nvPr/>
          </p:nvSpPr>
          <p:spPr bwMode="auto">
            <a:xfrm>
              <a:off x="2318" y="1162"/>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Times New Roman" panose="02020603050405020304" pitchFamily="18" charset="0"/>
                </a:rPr>
                <a:t>+</a:t>
              </a:r>
              <a:endParaRPr kumimoji="1" lang="en-US" altLang="zh-CN" sz="2400" b="1">
                <a:latin typeface="Times New Roman" panose="02020603050405020304" pitchFamily="18" charset="0"/>
              </a:endParaRPr>
            </a:p>
          </p:txBody>
        </p:sp>
        <p:sp>
          <p:nvSpPr>
            <p:cNvPr id="552998" name="Text Box 38"/>
            <p:cNvSpPr txBox="1">
              <a:spLocks noChangeArrowheads="1"/>
            </p:cNvSpPr>
            <p:nvPr/>
          </p:nvSpPr>
          <p:spPr bwMode="auto">
            <a:xfrm>
              <a:off x="2326" y="1717"/>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sp>
          <p:nvSpPr>
            <p:cNvPr id="552999" name="Text Box 39"/>
            <p:cNvSpPr txBox="1">
              <a:spLocks noChangeArrowheads="1"/>
            </p:cNvSpPr>
            <p:nvPr/>
          </p:nvSpPr>
          <p:spPr bwMode="auto">
            <a:xfrm>
              <a:off x="2398" y="1445"/>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400" b="1">
                <a:latin typeface="Times New Roman" panose="02020603050405020304" pitchFamily="18" charset="0"/>
              </a:endParaRPr>
            </a:p>
          </p:txBody>
        </p:sp>
        <p:sp>
          <p:nvSpPr>
            <p:cNvPr id="553000" name="Text Box 40"/>
            <p:cNvSpPr txBox="1">
              <a:spLocks noChangeArrowheads="1"/>
            </p:cNvSpPr>
            <p:nvPr/>
          </p:nvSpPr>
          <p:spPr bwMode="auto">
            <a:xfrm>
              <a:off x="2358" y="1477"/>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400" b="1">
                <a:latin typeface="Times New Roman" panose="02020603050405020304" pitchFamily="18" charset="0"/>
              </a:endParaRPr>
            </a:p>
          </p:txBody>
        </p:sp>
        <p:graphicFrame>
          <p:nvGraphicFramePr>
            <p:cNvPr id="553001" name="Object 41"/>
            <p:cNvGraphicFramePr>
              <a:graphicFrameLocks noChangeAspect="1"/>
            </p:cNvGraphicFramePr>
            <p:nvPr/>
          </p:nvGraphicFramePr>
          <p:xfrm>
            <a:off x="2356" y="1504"/>
            <a:ext cx="159" cy="196"/>
          </p:xfrm>
          <a:graphic>
            <a:graphicData uri="http://schemas.openxmlformats.org/presentationml/2006/ole">
              <mc:AlternateContent xmlns:mc="http://schemas.openxmlformats.org/markup-compatibility/2006">
                <mc:Choice xmlns:v="urn:schemas-microsoft-com:vml" Requires="v">
                  <p:oleObj name="公式" r:id="rId7" imgW="164880" imgH="203040" progId="Equation.3">
                    <p:embed/>
                  </p:oleObj>
                </mc:Choice>
                <mc:Fallback>
                  <p:oleObj name="公式" r:id="rId7" imgW="164880" imgH="203040" progId="Equation.3">
                    <p:embed/>
                    <p:pic>
                      <p:nvPicPr>
                        <p:cNvPr id="553001"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6" y="1504"/>
                          <a:ext cx="159"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02" name="Object 42"/>
            <p:cNvGraphicFramePr>
              <a:graphicFrameLocks noChangeAspect="1"/>
            </p:cNvGraphicFramePr>
            <p:nvPr/>
          </p:nvGraphicFramePr>
          <p:xfrm>
            <a:off x="2710" y="1037"/>
            <a:ext cx="122" cy="185"/>
          </p:xfrm>
          <a:graphic>
            <a:graphicData uri="http://schemas.openxmlformats.org/presentationml/2006/ole">
              <mc:AlternateContent xmlns:mc="http://schemas.openxmlformats.org/markup-compatibility/2006">
                <mc:Choice xmlns:v="urn:schemas-microsoft-com:vml" Requires="v">
                  <p:oleObj name="公式" r:id="rId9" imgW="126720" imgH="190440" progId="Equation.3">
                    <p:embed/>
                  </p:oleObj>
                </mc:Choice>
                <mc:Fallback>
                  <p:oleObj name="公式" r:id="rId9" imgW="126720" imgH="190440" progId="Equation.3">
                    <p:embed/>
                    <p:pic>
                      <p:nvPicPr>
                        <p:cNvPr id="553002" name="Object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10" y="1037"/>
                          <a:ext cx="122"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03" name="Line 43"/>
            <p:cNvSpPr>
              <a:spLocks noChangeShapeType="1"/>
            </p:cNvSpPr>
            <p:nvPr/>
          </p:nvSpPr>
          <p:spPr bwMode="auto">
            <a:xfrm>
              <a:off x="2672" y="1296"/>
              <a:ext cx="152"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553004" name="Object 44"/>
          <p:cNvGraphicFramePr>
            <a:graphicFrameLocks noChangeAspect="1"/>
          </p:cNvGraphicFramePr>
          <p:nvPr/>
        </p:nvGraphicFramePr>
        <p:xfrm>
          <a:off x="1511300" y="2078038"/>
          <a:ext cx="1816100" cy="438150"/>
        </p:xfrm>
        <a:graphic>
          <a:graphicData uri="http://schemas.openxmlformats.org/presentationml/2006/ole">
            <mc:AlternateContent xmlns:mc="http://schemas.openxmlformats.org/markup-compatibility/2006">
              <mc:Choice xmlns:v="urn:schemas-microsoft-com:vml" Requires="v">
                <p:oleObj name="公式" r:id="rId11" imgW="838080" imgH="203040" progId="Equation.3">
                  <p:embed/>
                </p:oleObj>
              </mc:Choice>
              <mc:Fallback>
                <p:oleObj name="公式" r:id="rId11" imgW="838080" imgH="203040" progId="Equation.3">
                  <p:embed/>
                  <p:pic>
                    <p:nvPicPr>
                      <p:cNvPr id="553004" name="Object 4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11300" y="2078038"/>
                        <a:ext cx="18161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05" name="Object 45"/>
          <p:cNvGraphicFramePr>
            <a:graphicFrameLocks noChangeAspect="1"/>
          </p:cNvGraphicFramePr>
          <p:nvPr/>
        </p:nvGraphicFramePr>
        <p:xfrm>
          <a:off x="3311525" y="2033588"/>
          <a:ext cx="4649788" cy="520700"/>
        </p:xfrm>
        <a:graphic>
          <a:graphicData uri="http://schemas.openxmlformats.org/presentationml/2006/ole">
            <mc:AlternateContent xmlns:mc="http://schemas.openxmlformats.org/markup-compatibility/2006">
              <mc:Choice xmlns:v="urn:schemas-microsoft-com:vml" Requires="v">
                <p:oleObj name="公式" r:id="rId13" imgW="2145960" imgH="241200" progId="Equation.3">
                  <p:embed/>
                </p:oleObj>
              </mc:Choice>
              <mc:Fallback>
                <p:oleObj name="公式" r:id="rId13" imgW="2145960" imgH="241200" progId="Equation.3">
                  <p:embed/>
                  <p:pic>
                    <p:nvPicPr>
                      <p:cNvPr id="553005" name="Object 4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11525" y="2033588"/>
                        <a:ext cx="4649788"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06" name="Text Box 46"/>
          <p:cNvSpPr txBox="1">
            <a:spLocks noChangeArrowheads="1"/>
          </p:cNvSpPr>
          <p:nvPr/>
        </p:nvSpPr>
        <p:spPr bwMode="auto">
          <a:xfrm>
            <a:off x="392113" y="4576479"/>
            <a:ext cx="2838450" cy="1552575"/>
          </a:xfrm>
          <a:prstGeom prst="rect">
            <a:avLst/>
          </a:prstGeom>
          <a:solidFill>
            <a:srgbClr val="0000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0"/>
              </a:spcBef>
            </a:pPr>
            <a:r>
              <a:rPr lang="zh-CN" altLang="en-US" sz="2400" b="1" dirty="0">
                <a:solidFill>
                  <a:schemeClr val="bg1"/>
                </a:solidFill>
              </a:rPr>
              <a:t>有功功率守恒：</a:t>
            </a:r>
            <a:r>
              <a:rPr lang="zh-CN" altLang="en-US" sz="2400" b="1" dirty="0">
                <a:solidFill>
                  <a:schemeClr val="bg1"/>
                </a:solidFill>
                <a:latin typeface="Times New Roman" panose="02020603050405020304" pitchFamily="18" charset="0"/>
              </a:rPr>
              <a:t>电路中所有元件吸收的有功功率代数和为零。</a:t>
            </a:r>
          </a:p>
        </p:txBody>
      </p:sp>
      <p:sp>
        <p:nvSpPr>
          <p:cNvPr id="553007" name="Text Box 47"/>
          <p:cNvSpPr txBox="1">
            <a:spLocks noChangeArrowheads="1"/>
          </p:cNvSpPr>
          <p:nvPr/>
        </p:nvSpPr>
        <p:spPr bwMode="auto">
          <a:xfrm>
            <a:off x="201613" y="2816225"/>
            <a:ext cx="4010025" cy="40229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spcBef>
                <a:spcPct val="0"/>
              </a:spcBef>
            </a:pPr>
            <a:r>
              <a:rPr lang="zh-CN" altLang="en-US" sz="2000" b="1" dirty="0"/>
              <a:t>平均功率为</a:t>
            </a:r>
            <a:r>
              <a:rPr lang="zh-CN" altLang="en-US" sz="2000" b="1" dirty="0">
                <a:solidFill>
                  <a:srgbClr val="FF0000"/>
                </a:solidFill>
              </a:rPr>
              <a:t>消耗在电阻上的功率</a:t>
            </a:r>
          </a:p>
        </p:txBody>
      </p:sp>
      <p:sp>
        <p:nvSpPr>
          <p:cNvPr id="553008" name="Line 48"/>
          <p:cNvSpPr>
            <a:spLocks noChangeShapeType="1"/>
          </p:cNvSpPr>
          <p:nvPr/>
        </p:nvSpPr>
        <p:spPr bwMode="auto">
          <a:xfrm>
            <a:off x="2057400" y="3346450"/>
            <a:ext cx="0" cy="433388"/>
          </a:xfrm>
          <a:prstGeom prst="line">
            <a:avLst/>
          </a:prstGeom>
          <a:noFill/>
          <a:ln w="762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53009" name="Text Box 49"/>
          <p:cNvSpPr txBox="1">
            <a:spLocks noChangeArrowheads="1"/>
          </p:cNvSpPr>
          <p:nvPr/>
        </p:nvSpPr>
        <p:spPr bwMode="auto">
          <a:xfrm>
            <a:off x="385763" y="3790950"/>
            <a:ext cx="3173412" cy="4572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l">
              <a:spcBef>
                <a:spcPct val="0"/>
              </a:spcBef>
            </a:pPr>
            <a:r>
              <a:rPr lang="zh-CN" altLang="en-US" sz="2400" b="1" dirty="0">
                <a:solidFill>
                  <a:srgbClr val="FF0000"/>
                </a:solidFill>
              </a:rPr>
              <a:t>有功功率</a:t>
            </a:r>
            <a:r>
              <a:rPr lang="en-US" altLang="zh-CN" sz="2400" b="1" dirty="0">
                <a:solidFill>
                  <a:srgbClr val="FF0000"/>
                </a:solidFill>
              </a:rPr>
              <a:t>(</a:t>
            </a:r>
            <a:r>
              <a:rPr lang="en-US" altLang="zh-CN" sz="2400" b="1" i="1" dirty="0">
                <a:solidFill>
                  <a:srgbClr val="FF0000"/>
                </a:solidFill>
                <a:latin typeface="Times New Roman" panose="02020603050405020304" pitchFamily="18" charset="0"/>
              </a:rPr>
              <a:t>active power</a:t>
            </a:r>
            <a:r>
              <a:rPr lang="en-US" altLang="zh-CN" sz="2400" b="1" dirty="0">
                <a:solidFill>
                  <a:srgbClr val="FF0000"/>
                </a:solidFill>
              </a:rPr>
              <a:t>)</a:t>
            </a:r>
          </a:p>
        </p:txBody>
      </p:sp>
      <p:sp>
        <p:nvSpPr>
          <p:cNvPr id="553010" name="Text Box 50"/>
          <p:cNvSpPr txBox="1">
            <a:spLocks noChangeArrowheads="1"/>
          </p:cNvSpPr>
          <p:nvPr/>
        </p:nvSpPr>
        <p:spPr bwMode="auto">
          <a:xfrm>
            <a:off x="4527550" y="4284663"/>
            <a:ext cx="4365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spcBef>
                <a:spcPct val="0"/>
              </a:spcBef>
            </a:pPr>
            <a:r>
              <a:rPr kumimoji="1" lang="en-US" altLang="zh-CN" sz="2000" b="1" i="1" dirty="0">
                <a:latin typeface="Times New Roman" panose="02020603050405020304" pitchFamily="18" charset="0"/>
              </a:rPr>
              <a:t>X </a:t>
            </a:r>
            <a:r>
              <a:rPr kumimoji="1" lang="en-US" altLang="zh-CN" sz="2000" b="1" dirty="0">
                <a:latin typeface="Times New Roman" panose="02020603050405020304" pitchFamily="18" charset="0"/>
              </a:rPr>
              <a:t>&gt; 0 , </a:t>
            </a:r>
            <a:r>
              <a:rPr kumimoji="1" lang="en-US" altLang="zh-CN" sz="2000" b="1" i="1" dirty="0">
                <a:latin typeface="Symbol" panose="05050102010706020507" pitchFamily="18" charset="2"/>
              </a:rPr>
              <a:t>j  </a:t>
            </a:r>
            <a:r>
              <a:rPr kumimoji="1" lang="en-US" altLang="zh-CN" sz="2000" b="1" dirty="0">
                <a:latin typeface="Times New Roman" panose="02020603050405020304" pitchFamily="18" charset="0"/>
              </a:rPr>
              <a:t>&gt; 0 ,  </a:t>
            </a:r>
            <a:r>
              <a:rPr kumimoji="1" lang="zh-CN" altLang="zh-CN" sz="2000" b="1" dirty="0">
                <a:solidFill>
                  <a:srgbClr val="FF0000"/>
                </a:solidFill>
                <a:latin typeface="Times New Roman" panose="02020603050405020304" pitchFamily="18" charset="0"/>
              </a:rPr>
              <a:t>感性</a:t>
            </a:r>
            <a:r>
              <a:rPr kumimoji="1" lang="zh-CN" altLang="zh-CN" sz="2000" b="1" dirty="0">
                <a:latin typeface="Times New Roman" panose="02020603050405020304" pitchFamily="18" charset="0"/>
              </a:rPr>
              <a:t>， </a:t>
            </a:r>
            <a:r>
              <a:rPr kumimoji="1" lang="zh-CN" altLang="zh-CN" sz="2000" b="1" dirty="0">
                <a:solidFill>
                  <a:srgbClr val="FF0000"/>
                </a:solidFill>
                <a:latin typeface="Times New Roman" panose="02020603050405020304" pitchFamily="18" charset="0"/>
              </a:rPr>
              <a:t>滞后</a:t>
            </a:r>
            <a:r>
              <a:rPr kumimoji="1" lang="zh-CN" altLang="zh-CN" sz="2000" b="1" dirty="0">
                <a:latin typeface="Times New Roman" panose="02020603050405020304" pitchFamily="18" charset="0"/>
              </a:rPr>
              <a:t>功率因数</a:t>
            </a:r>
            <a:endParaRPr kumimoji="1" lang="zh-CN" altLang="en-US" sz="2000" b="1" dirty="0">
              <a:latin typeface="Times New Roman" panose="02020603050405020304" pitchFamily="18" charset="0"/>
            </a:endParaRPr>
          </a:p>
        </p:txBody>
      </p:sp>
      <p:sp>
        <p:nvSpPr>
          <p:cNvPr id="553011" name="Text Box 51"/>
          <p:cNvSpPr txBox="1">
            <a:spLocks noChangeArrowheads="1"/>
          </p:cNvSpPr>
          <p:nvPr/>
        </p:nvSpPr>
        <p:spPr bwMode="auto">
          <a:xfrm>
            <a:off x="4556125" y="4848225"/>
            <a:ext cx="4264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spcBef>
                <a:spcPct val="0"/>
              </a:spcBef>
            </a:pPr>
            <a:r>
              <a:rPr kumimoji="1" lang="en-US" altLang="zh-CN" sz="2000" b="1" i="1" dirty="0">
                <a:latin typeface="Times New Roman" panose="02020603050405020304" pitchFamily="18" charset="0"/>
              </a:rPr>
              <a:t>X </a:t>
            </a:r>
            <a:r>
              <a:rPr kumimoji="1" lang="en-US" altLang="zh-CN" sz="2000" b="1" dirty="0">
                <a:latin typeface="Times New Roman" panose="02020603050405020304" pitchFamily="18" charset="0"/>
              </a:rPr>
              <a:t>&lt; 0 , </a:t>
            </a:r>
            <a:r>
              <a:rPr kumimoji="1" lang="en-US" altLang="zh-CN" sz="2000" b="1" i="1" dirty="0">
                <a:latin typeface="Symbol" panose="05050102010706020507" pitchFamily="18" charset="2"/>
              </a:rPr>
              <a:t>j  </a:t>
            </a:r>
            <a:r>
              <a:rPr kumimoji="1" lang="en-US" altLang="zh-CN" sz="2000" b="1" dirty="0">
                <a:latin typeface="Times New Roman" panose="02020603050405020304" pitchFamily="18" charset="0"/>
              </a:rPr>
              <a:t>&lt; 0 , </a:t>
            </a:r>
            <a:r>
              <a:rPr kumimoji="1" lang="zh-CN" altLang="zh-CN" sz="2000" b="1" dirty="0">
                <a:solidFill>
                  <a:srgbClr val="FF0000"/>
                </a:solidFill>
                <a:latin typeface="Times New Roman" panose="02020603050405020304" pitchFamily="18" charset="0"/>
              </a:rPr>
              <a:t>容性</a:t>
            </a:r>
            <a:r>
              <a:rPr kumimoji="1" lang="zh-CN" altLang="zh-CN" sz="2000" b="1" dirty="0">
                <a:latin typeface="Times New Roman" panose="02020603050405020304" pitchFamily="18" charset="0"/>
              </a:rPr>
              <a:t>， </a:t>
            </a:r>
            <a:r>
              <a:rPr kumimoji="1" lang="zh-CN" altLang="zh-CN" sz="2000" b="1" dirty="0">
                <a:solidFill>
                  <a:srgbClr val="FF0000"/>
                </a:solidFill>
                <a:latin typeface="Times New Roman" panose="02020603050405020304" pitchFamily="18" charset="0"/>
              </a:rPr>
              <a:t>超前</a:t>
            </a:r>
            <a:r>
              <a:rPr kumimoji="1" lang="zh-CN" altLang="zh-CN" sz="2000" b="1" dirty="0">
                <a:latin typeface="Times New Roman" panose="02020603050405020304" pitchFamily="18" charset="0"/>
              </a:rPr>
              <a:t>功率因数</a:t>
            </a:r>
            <a:endParaRPr kumimoji="1" lang="zh-CN" altLang="en-US" sz="2000" b="1" dirty="0">
              <a:latin typeface="Times New Roman" panose="02020603050405020304" pitchFamily="18" charset="0"/>
            </a:endParaRPr>
          </a:p>
        </p:txBody>
      </p:sp>
      <p:sp>
        <p:nvSpPr>
          <p:cNvPr id="553012" name="Text Box 52"/>
          <p:cNvSpPr txBox="1">
            <a:spLocks noChangeArrowheads="1"/>
          </p:cNvSpPr>
          <p:nvPr/>
        </p:nvSpPr>
        <p:spPr bwMode="auto">
          <a:xfrm>
            <a:off x="4481513" y="5543550"/>
            <a:ext cx="44116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spcBef>
                <a:spcPct val="0"/>
              </a:spcBef>
            </a:pPr>
            <a:r>
              <a:rPr kumimoji="1" lang="zh-CN" altLang="en-US" sz="2000" b="1">
                <a:latin typeface="Times New Roman" panose="02020603050405020304" pitchFamily="18" charset="0"/>
              </a:rPr>
              <a:t>例：  </a:t>
            </a:r>
            <a:r>
              <a:rPr kumimoji="1" lang="en-US" altLang="zh-CN" sz="2000" b="1">
                <a:latin typeface="Times New Roman" panose="02020603050405020304" pitchFamily="18" charset="0"/>
              </a:rPr>
              <a:t>cos</a:t>
            </a:r>
            <a:r>
              <a:rPr kumimoji="1" lang="en-US" altLang="zh-CN" sz="2000" b="1" i="1">
                <a:latin typeface="Symbol" panose="05050102010706020507" pitchFamily="18" charset="2"/>
              </a:rPr>
              <a:t>j  </a:t>
            </a:r>
            <a:r>
              <a:rPr kumimoji="1" lang="en-US" altLang="zh-CN" sz="2000" b="1">
                <a:latin typeface="Times New Roman" panose="02020603050405020304" pitchFamily="18" charset="0"/>
              </a:rPr>
              <a:t>= 0.5 (</a:t>
            </a:r>
            <a:r>
              <a:rPr kumimoji="1" lang="zh-CN" altLang="zh-CN" sz="2000" b="1">
                <a:latin typeface="Times New Roman" panose="02020603050405020304" pitchFamily="18" charset="0"/>
              </a:rPr>
              <a:t>滞后)， 则</a:t>
            </a:r>
            <a:r>
              <a:rPr kumimoji="1" lang="en-US" altLang="zh-CN" sz="2000" b="1" i="1">
                <a:latin typeface="Symbol" panose="05050102010706020507" pitchFamily="18" charset="2"/>
              </a:rPr>
              <a:t>j</a:t>
            </a:r>
            <a:r>
              <a:rPr kumimoji="1" lang="en-US" altLang="zh-CN" sz="2000" b="1">
                <a:latin typeface="Times New Roman" panose="02020603050405020304" pitchFamily="18" charset="0"/>
              </a:rPr>
              <a:t>   = 60</a:t>
            </a:r>
            <a:r>
              <a:rPr kumimoji="1" lang="en-US" altLang="zh-CN" sz="2000" b="1" baseline="50000">
                <a:latin typeface="Times New Roman" panose="02020603050405020304" pitchFamily="18" charset="0"/>
              </a:rPr>
              <a:t>o  </a:t>
            </a:r>
          </a:p>
        </p:txBody>
      </p:sp>
      <p:sp>
        <p:nvSpPr>
          <p:cNvPr id="553013" name="Text Box 53"/>
          <p:cNvSpPr txBox="1">
            <a:spLocks noChangeArrowheads="1"/>
          </p:cNvSpPr>
          <p:nvPr/>
        </p:nvSpPr>
        <p:spPr bwMode="auto">
          <a:xfrm>
            <a:off x="4572000" y="3743325"/>
            <a:ext cx="3384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spcBef>
                <a:spcPct val="0"/>
              </a:spcBef>
            </a:pPr>
            <a:r>
              <a:rPr kumimoji="1" lang="zh-CN" altLang="en-US" sz="2000" b="1" dirty="0">
                <a:latin typeface="Times New Roman" panose="02020603050405020304" pitchFamily="18" charset="0"/>
              </a:rPr>
              <a:t>一般地  </a:t>
            </a:r>
            <a:r>
              <a:rPr kumimoji="1" lang="en-US" altLang="zh-CN" sz="2000" b="1" dirty="0">
                <a:latin typeface="Times New Roman" panose="02020603050405020304" pitchFamily="18" charset="0"/>
              </a:rPr>
              <a:t>,  </a:t>
            </a:r>
            <a:r>
              <a:rPr kumimoji="1" lang="zh-CN" altLang="en-US" sz="2000" b="1" dirty="0">
                <a:latin typeface="Times New Roman" panose="02020603050405020304" pitchFamily="18" charset="0"/>
              </a:rPr>
              <a:t>有 </a:t>
            </a:r>
            <a:r>
              <a:rPr kumimoji="1" lang="en-US" altLang="zh-CN" sz="2000" b="1" dirty="0">
                <a:solidFill>
                  <a:srgbClr val="FF0000"/>
                </a:solidFill>
                <a:latin typeface="Times New Roman" panose="02020603050405020304" pitchFamily="18" charset="0"/>
              </a:rPr>
              <a:t>0 </a:t>
            </a:r>
            <a:r>
              <a:rPr kumimoji="1" lang="en-US" altLang="zh-CN" sz="2000" b="1" dirty="0">
                <a:solidFill>
                  <a:srgbClr val="FF0000"/>
                </a:solidFill>
                <a:latin typeface="Times New Roman" panose="02020603050405020304" pitchFamily="18" charset="0"/>
                <a:sym typeface="Symbol" panose="05050102010706020507" pitchFamily="18" charset="2"/>
              </a:rPr>
              <a:t> </a:t>
            </a:r>
            <a:r>
              <a:rPr kumimoji="1" lang="en-US" altLang="zh-CN" sz="2000" b="1" dirty="0" err="1">
                <a:solidFill>
                  <a:srgbClr val="FF0000"/>
                </a:solidFill>
                <a:latin typeface="Times New Roman" panose="02020603050405020304" pitchFamily="18" charset="0"/>
              </a:rPr>
              <a:t>cos</a:t>
            </a:r>
            <a:r>
              <a:rPr kumimoji="1" lang="en-US" altLang="zh-CN" sz="2000" b="1" i="1" dirty="0" err="1">
                <a:solidFill>
                  <a:srgbClr val="FF0000"/>
                </a:solidFill>
                <a:latin typeface="Symbol" panose="05050102010706020507" pitchFamily="18" charset="2"/>
              </a:rPr>
              <a:t>j</a:t>
            </a:r>
            <a:r>
              <a:rPr kumimoji="1" lang="en-US" altLang="zh-CN" sz="2000" b="1" i="1" dirty="0">
                <a:solidFill>
                  <a:srgbClr val="FF0000"/>
                </a:solidFill>
                <a:latin typeface="Symbol" panose="05050102010706020507" pitchFamily="18" charset="2"/>
              </a:rPr>
              <a:t> </a:t>
            </a:r>
            <a:r>
              <a:rPr kumimoji="1" lang="en-US" altLang="zh-CN" sz="2000" b="1" dirty="0">
                <a:solidFill>
                  <a:srgbClr val="FF0000"/>
                </a:solidFill>
                <a:latin typeface="Times New Roman" panose="02020603050405020304" pitchFamily="18" charset="0"/>
                <a:sym typeface="Symbol" panose="05050102010706020507" pitchFamily="18" charset="2"/>
              </a:rPr>
              <a:t> 1</a:t>
            </a:r>
          </a:p>
        </p:txBody>
      </p:sp>
      <p:grpSp>
        <p:nvGrpSpPr>
          <p:cNvPr id="553014" name="Group 54"/>
          <p:cNvGrpSpPr>
            <a:grpSpLocks/>
          </p:cNvGrpSpPr>
          <p:nvPr/>
        </p:nvGrpSpPr>
        <p:grpSpPr bwMode="auto">
          <a:xfrm>
            <a:off x="4481513" y="2743200"/>
            <a:ext cx="3835400" cy="854075"/>
            <a:chOff x="2823" y="1728"/>
            <a:chExt cx="2333" cy="538"/>
          </a:xfrm>
        </p:grpSpPr>
        <p:grpSp>
          <p:nvGrpSpPr>
            <p:cNvPr id="553015" name="Group 55"/>
            <p:cNvGrpSpPr>
              <a:grpSpLocks/>
            </p:cNvGrpSpPr>
            <p:nvPr/>
          </p:nvGrpSpPr>
          <p:grpSpPr bwMode="auto">
            <a:xfrm>
              <a:off x="3560" y="1728"/>
              <a:ext cx="1596" cy="538"/>
              <a:chOff x="864" y="739"/>
              <a:chExt cx="1596" cy="538"/>
            </a:xfrm>
          </p:grpSpPr>
          <p:sp>
            <p:nvSpPr>
              <p:cNvPr id="553016" name="Rectangle 56"/>
              <p:cNvSpPr>
                <a:spLocks noChangeArrowheads="1"/>
              </p:cNvSpPr>
              <p:nvPr/>
            </p:nvSpPr>
            <p:spPr bwMode="auto">
              <a:xfrm>
                <a:off x="864" y="835"/>
                <a:ext cx="41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spcBef>
                    <a:spcPct val="0"/>
                  </a:spcBef>
                </a:pPr>
                <a:r>
                  <a:rPr kumimoji="1" lang="en-US" altLang="zh-CN" sz="2000" b="1">
                    <a:latin typeface="Times New Roman" panose="02020603050405020304" pitchFamily="18" charset="0"/>
                  </a:rPr>
                  <a:t>cos</a:t>
                </a:r>
                <a:r>
                  <a:rPr kumimoji="1" lang="en-US" altLang="zh-CN" sz="2000" b="1" i="1">
                    <a:latin typeface="Symbol" panose="05050102010706020507" pitchFamily="18" charset="2"/>
                  </a:rPr>
                  <a:t>j</a:t>
                </a:r>
                <a:endParaRPr kumimoji="1" lang="en-US" altLang="zh-CN" sz="2000" b="1">
                  <a:latin typeface="Symbol" panose="05050102010706020507" pitchFamily="18" charset="2"/>
                </a:endParaRPr>
              </a:p>
            </p:txBody>
          </p:sp>
          <p:sp>
            <p:nvSpPr>
              <p:cNvPr id="553017" name="Text Box 57"/>
              <p:cNvSpPr txBox="1">
                <a:spLocks noChangeArrowheads="1"/>
              </p:cNvSpPr>
              <p:nvPr/>
            </p:nvSpPr>
            <p:spPr bwMode="auto">
              <a:xfrm>
                <a:off x="1584" y="739"/>
                <a:ext cx="8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spcBef>
                    <a:spcPct val="0"/>
                  </a:spcBef>
                </a:pPr>
                <a:r>
                  <a:rPr kumimoji="1" lang="en-US" altLang="zh-CN" sz="2000" b="1">
                    <a:latin typeface="Times New Roman" panose="02020603050405020304" pitchFamily="18" charset="0"/>
                  </a:rPr>
                  <a:t>1,    </a:t>
                </a:r>
                <a:r>
                  <a:rPr kumimoji="1" lang="zh-CN" altLang="en-US" sz="2000" b="1">
                    <a:latin typeface="Times New Roman" panose="02020603050405020304" pitchFamily="18" charset="0"/>
                  </a:rPr>
                  <a:t>纯电阻</a:t>
                </a:r>
              </a:p>
            </p:txBody>
          </p:sp>
          <p:sp>
            <p:nvSpPr>
              <p:cNvPr id="553018" name="Text Box 58"/>
              <p:cNvSpPr txBox="1">
                <a:spLocks noChangeArrowheads="1"/>
              </p:cNvSpPr>
              <p:nvPr/>
            </p:nvSpPr>
            <p:spPr bwMode="auto">
              <a:xfrm>
                <a:off x="1584" y="1027"/>
                <a:ext cx="85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spcBef>
                    <a:spcPct val="0"/>
                  </a:spcBef>
                </a:pPr>
                <a:r>
                  <a:rPr kumimoji="1" lang="en-US" altLang="zh-CN" sz="2000" b="1">
                    <a:latin typeface="Times New Roman" panose="02020603050405020304" pitchFamily="18" charset="0"/>
                  </a:rPr>
                  <a:t>0</a:t>
                </a:r>
                <a:r>
                  <a:rPr kumimoji="1" lang="zh-CN" altLang="en-US" sz="2000" b="1">
                    <a:latin typeface="Times New Roman" panose="02020603050405020304" pitchFamily="18" charset="0"/>
                  </a:rPr>
                  <a:t>， 纯电抗</a:t>
                </a:r>
              </a:p>
            </p:txBody>
          </p:sp>
          <p:sp>
            <p:nvSpPr>
              <p:cNvPr id="553019" name="AutoShape 59"/>
              <p:cNvSpPr>
                <a:spLocks/>
              </p:cNvSpPr>
              <p:nvPr/>
            </p:nvSpPr>
            <p:spPr bwMode="auto">
              <a:xfrm>
                <a:off x="1392" y="768"/>
                <a:ext cx="144" cy="432"/>
              </a:xfrm>
              <a:prstGeom prst="leftBrace">
                <a:avLst>
                  <a:gd name="adj1" fmla="val 25000"/>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553020" name="Text Box 60"/>
            <p:cNvSpPr txBox="1">
              <a:spLocks noChangeArrowheads="1"/>
            </p:cNvSpPr>
            <p:nvPr/>
          </p:nvSpPr>
          <p:spPr bwMode="auto">
            <a:xfrm>
              <a:off x="2823" y="1820"/>
              <a:ext cx="73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000" b="1" dirty="0">
                  <a:latin typeface="Times New Roman" panose="02020603050405020304" pitchFamily="18" charset="0"/>
                  <a:sym typeface="Symbol" panose="05050102010706020507" pitchFamily="18" charset="2"/>
                </a:rPr>
                <a:t>功率因数</a:t>
              </a:r>
              <a:endParaRPr kumimoji="1" lang="zh-CN" altLang="en-US" sz="2000" b="1" i="1" dirty="0">
                <a:latin typeface="Times New Roman" panose="02020603050405020304" pitchFamily="18" charset="0"/>
                <a:sym typeface="Symbol" panose="05050102010706020507" pitchFamily="18" charset="2"/>
              </a:endParaRPr>
            </a:p>
          </p:txBody>
        </p:sp>
      </p:grpSp>
    </p:spTree>
    <p:extLst>
      <p:ext uri="{BB962C8B-B14F-4D97-AF65-F5344CB8AC3E}">
        <p14:creationId xmlns:p14="http://schemas.microsoft.com/office/powerpoint/2010/main" val="20127730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553004"/>
                                        </p:tgtEl>
                                        <p:attrNameLst>
                                          <p:attrName>style.visibility</p:attrName>
                                        </p:attrNameLst>
                                      </p:cBhvr>
                                      <p:to>
                                        <p:strVal val="visible"/>
                                      </p:to>
                                    </p:set>
                                    <p:anim calcmode="lin" valueType="num">
                                      <p:cBhvr>
                                        <p:cTn id="7" dur="500" fill="hold"/>
                                        <p:tgtEl>
                                          <p:spTgt spid="553004"/>
                                        </p:tgtEl>
                                        <p:attrNameLst>
                                          <p:attrName>ppt_x</p:attrName>
                                        </p:attrNameLst>
                                      </p:cBhvr>
                                      <p:tavLst>
                                        <p:tav tm="0">
                                          <p:val>
                                            <p:strVal val="#ppt_x-#ppt_w/2"/>
                                          </p:val>
                                        </p:tav>
                                        <p:tav tm="100000">
                                          <p:val>
                                            <p:strVal val="#ppt_x"/>
                                          </p:val>
                                        </p:tav>
                                      </p:tavLst>
                                    </p:anim>
                                    <p:anim calcmode="lin" valueType="num">
                                      <p:cBhvr>
                                        <p:cTn id="8" dur="500" fill="hold"/>
                                        <p:tgtEl>
                                          <p:spTgt spid="553004"/>
                                        </p:tgtEl>
                                        <p:attrNameLst>
                                          <p:attrName>ppt_y</p:attrName>
                                        </p:attrNameLst>
                                      </p:cBhvr>
                                      <p:tavLst>
                                        <p:tav tm="0">
                                          <p:val>
                                            <p:strVal val="#ppt_y"/>
                                          </p:val>
                                        </p:tav>
                                        <p:tav tm="100000">
                                          <p:val>
                                            <p:strVal val="#ppt_y"/>
                                          </p:val>
                                        </p:tav>
                                      </p:tavLst>
                                    </p:anim>
                                    <p:anim calcmode="lin" valueType="num">
                                      <p:cBhvr>
                                        <p:cTn id="9" dur="500" fill="hold"/>
                                        <p:tgtEl>
                                          <p:spTgt spid="553004"/>
                                        </p:tgtEl>
                                        <p:attrNameLst>
                                          <p:attrName>ppt_w</p:attrName>
                                        </p:attrNameLst>
                                      </p:cBhvr>
                                      <p:tavLst>
                                        <p:tav tm="0">
                                          <p:val>
                                            <p:fltVal val="0"/>
                                          </p:val>
                                        </p:tav>
                                        <p:tav tm="100000">
                                          <p:val>
                                            <p:strVal val="#ppt_w"/>
                                          </p:val>
                                        </p:tav>
                                      </p:tavLst>
                                    </p:anim>
                                    <p:anim calcmode="lin" valueType="num">
                                      <p:cBhvr>
                                        <p:cTn id="10" dur="500" fill="hold"/>
                                        <p:tgtEl>
                                          <p:spTgt spid="55300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552986"/>
                                        </p:tgtEl>
                                        <p:attrNameLst>
                                          <p:attrName>style.visibility</p:attrName>
                                        </p:attrNameLst>
                                      </p:cBhvr>
                                      <p:to>
                                        <p:strVal val="visible"/>
                                      </p:to>
                                    </p:set>
                                    <p:animEffect transition="in" filter="box(in)">
                                      <p:cBhvr>
                                        <p:cTn id="15" dur="500"/>
                                        <p:tgtEl>
                                          <p:spTgt spid="552986"/>
                                        </p:tgtEl>
                                      </p:cBhvr>
                                    </p:animEffect>
                                  </p:childTnLst>
                                </p:cTn>
                              </p:par>
                              <p:par>
                                <p:cTn id="16" presetID="4" presetClass="entr" presetSubtype="16" fill="hold" nodeType="withEffect">
                                  <p:stCondLst>
                                    <p:cond delay="0"/>
                                  </p:stCondLst>
                                  <p:childTnLst>
                                    <p:set>
                                      <p:cBhvr>
                                        <p:cTn id="17" dur="1" fill="hold">
                                          <p:stCondLst>
                                            <p:cond delay="0"/>
                                          </p:stCondLst>
                                        </p:cTn>
                                        <p:tgtEl>
                                          <p:spTgt spid="552962"/>
                                        </p:tgtEl>
                                        <p:attrNameLst>
                                          <p:attrName>style.visibility</p:attrName>
                                        </p:attrNameLst>
                                      </p:cBhvr>
                                      <p:to>
                                        <p:strVal val="visible"/>
                                      </p:to>
                                    </p:set>
                                    <p:animEffect transition="in" filter="box(in)">
                                      <p:cBhvr>
                                        <p:cTn id="18" dur="500"/>
                                        <p:tgtEl>
                                          <p:spTgt spid="55296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nodeType="clickEffect">
                                  <p:stCondLst>
                                    <p:cond delay="0"/>
                                  </p:stCondLst>
                                  <p:childTnLst>
                                    <p:set>
                                      <p:cBhvr>
                                        <p:cTn id="22" dur="1" fill="hold">
                                          <p:stCondLst>
                                            <p:cond delay="0"/>
                                          </p:stCondLst>
                                        </p:cTn>
                                        <p:tgtEl>
                                          <p:spTgt spid="553005"/>
                                        </p:tgtEl>
                                        <p:attrNameLst>
                                          <p:attrName>style.visibility</p:attrName>
                                        </p:attrNameLst>
                                      </p:cBhvr>
                                      <p:to>
                                        <p:strVal val="visible"/>
                                      </p:to>
                                    </p:set>
                                    <p:anim calcmode="lin" valueType="num">
                                      <p:cBhvr>
                                        <p:cTn id="23" dur="500" fill="hold"/>
                                        <p:tgtEl>
                                          <p:spTgt spid="553005"/>
                                        </p:tgtEl>
                                        <p:attrNameLst>
                                          <p:attrName>ppt_x</p:attrName>
                                        </p:attrNameLst>
                                      </p:cBhvr>
                                      <p:tavLst>
                                        <p:tav tm="0">
                                          <p:val>
                                            <p:strVal val="#ppt_x-#ppt_w/2"/>
                                          </p:val>
                                        </p:tav>
                                        <p:tav tm="100000">
                                          <p:val>
                                            <p:strVal val="#ppt_x"/>
                                          </p:val>
                                        </p:tav>
                                      </p:tavLst>
                                    </p:anim>
                                    <p:anim calcmode="lin" valueType="num">
                                      <p:cBhvr>
                                        <p:cTn id="24" dur="500" fill="hold"/>
                                        <p:tgtEl>
                                          <p:spTgt spid="553005"/>
                                        </p:tgtEl>
                                        <p:attrNameLst>
                                          <p:attrName>ppt_y</p:attrName>
                                        </p:attrNameLst>
                                      </p:cBhvr>
                                      <p:tavLst>
                                        <p:tav tm="0">
                                          <p:val>
                                            <p:strVal val="#ppt_y"/>
                                          </p:val>
                                        </p:tav>
                                        <p:tav tm="100000">
                                          <p:val>
                                            <p:strVal val="#ppt_y"/>
                                          </p:val>
                                        </p:tav>
                                      </p:tavLst>
                                    </p:anim>
                                    <p:anim calcmode="lin" valueType="num">
                                      <p:cBhvr>
                                        <p:cTn id="25" dur="500" fill="hold"/>
                                        <p:tgtEl>
                                          <p:spTgt spid="553005"/>
                                        </p:tgtEl>
                                        <p:attrNameLst>
                                          <p:attrName>ppt_w</p:attrName>
                                        </p:attrNameLst>
                                      </p:cBhvr>
                                      <p:tavLst>
                                        <p:tav tm="0">
                                          <p:val>
                                            <p:fltVal val="0"/>
                                          </p:val>
                                        </p:tav>
                                        <p:tav tm="100000">
                                          <p:val>
                                            <p:strVal val="#ppt_w"/>
                                          </p:val>
                                        </p:tav>
                                      </p:tavLst>
                                    </p:anim>
                                    <p:anim calcmode="lin" valueType="num">
                                      <p:cBhvr>
                                        <p:cTn id="26" dur="500" fill="hold"/>
                                        <p:tgtEl>
                                          <p:spTgt spid="553005"/>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53007"/>
                                        </p:tgtEl>
                                        <p:attrNameLst>
                                          <p:attrName>style.visibility</p:attrName>
                                        </p:attrNameLst>
                                      </p:cBhvr>
                                      <p:to>
                                        <p:strVal val="visible"/>
                                      </p:to>
                                    </p:set>
                                    <p:animEffect transition="in" filter="wipe(left)">
                                      <p:cBhvr>
                                        <p:cTn id="31" dur="500"/>
                                        <p:tgtEl>
                                          <p:spTgt spid="553007"/>
                                        </p:tgtEl>
                                      </p:cBhvr>
                                    </p:animEffect>
                                  </p:childTnLst>
                                </p:cTn>
                              </p:par>
                            </p:childTnLst>
                          </p:cTn>
                        </p:par>
                        <p:par>
                          <p:cTn id="32" fill="hold" nodeType="afterGroup">
                            <p:stCondLst>
                              <p:cond delay="500"/>
                            </p:stCondLst>
                            <p:childTnLst>
                              <p:par>
                                <p:cTn id="33" presetID="22" presetClass="entr" presetSubtype="1" fill="hold" nodeType="afterEffect">
                                  <p:stCondLst>
                                    <p:cond delay="0"/>
                                  </p:stCondLst>
                                  <p:childTnLst>
                                    <p:set>
                                      <p:cBhvr>
                                        <p:cTn id="34" dur="1" fill="hold">
                                          <p:stCondLst>
                                            <p:cond delay="0"/>
                                          </p:stCondLst>
                                        </p:cTn>
                                        <p:tgtEl>
                                          <p:spTgt spid="553008"/>
                                        </p:tgtEl>
                                        <p:attrNameLst>
                                          <p:attrName>style.visibility</p:attrName>
                                        </p:attrNameLst>
                                      </p:cBhvr>
                                      <p:to>
                                        <p:strVal val="visible"/>
                                      </p:to>
                                    </p:set>
                                    <p:animEffect transition="in" filter="wipe(up)">
                                      <p:cBhvr>
                                        <p:cTn id="35" dur="500"/>
                                        <p:tgtEl>
                                          <p:spTgt spid="55300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53009"/>
                                        </p:tgtEl>
                                        <p:attrNameLst>
                                          <p:attrName>style.visibility</p:attrName>
                                        </p:attrNameLst>
                                      </p:cBhvr>
                                      <p:to>
                                        <p:strVal val="visible"/>
                                      </p:to>
                                    </p:set>
                                    <p:animEffect transition="in" filter="wipe(left)">
                                      <p:cBhvr>
                                        <p:cTn id="40" dur="500"/>
                                        <p:tgtEl>
                                          <p:spTgt spid="55300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53006"/>
                                        </p:tgtEl>
                                        <p:attrNameLst>
                                          <p:attrName>style.visibility</p:attrName>
                                        </p:attrNameLst>
                                      </p:cBhvr>
                                      <p:to>
                                        <p:strVal val="visible"/>
                                      </p:to>
                                    </p:set>
                                    <p:animEffect transition="in" filter="wipe(left)">
                                      <p:cBhvr>
                                        <p:cTn id="45" dur="500"/>
                                        <p:tgtEl>
                                          <p:spTgt spid="55300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8" presetClass="entr" presetSubtype="6" fill="hold" nodeType="clickEffect">
                                  <p:stCondLst>
                                    <p:cond delay="0"/>
                                  </p:stCondLst>
                                  <p:childTnLst>
                                    <p:set>
                                      <p:cBhvr>
                                        <p:cTn id="49" dur="1" fill="hold">
                                          <p:stCondLst>
                                            <p:cond delay="0"/>
                                          </p:stCondLst>
                                        </p:cTn>
                                        <p:tgtEl>
                                          <p:spTgt spid="553014"/>
                                        </p:tgtEl>
                                        <p:attrNameLst>
                                          <p:attrName>style.visibility</p:attrName>
                                        </p:attrNameLst>
                                      </p:cBhvr>
                                      <p:to>
                                        <p:strVal val="visible"/>
                                      </p:to>
                                    </p:set>
                                    <p:animEffect transition="in" filter="strips(downRight)">
                                      <p:cBhvr>
                                        <p:cTn id="50" dur="500"/>
                                        <p:tgtEl>
                                          <p:spTgt spid="55301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8" fill="hold" grpId="0" nodeType="clickEffect">
                                  <p:stCondLst>
                                    <p:cond delay="0"/>
                                  </p:stCondLst>
                                  <p:childTnLst>
                                    <p:set>
                                      <p:cBhvr>
                                        <p:cTn id="54" dur="1" fill="hold">
                                          <p:stCondLst>
                                            <p:cond delay="0"/>
                                          </p:stCondLst>
                                        </p:cTn>
                                        <p:tgtEl>
                                          <p:spTgt spid="553013"/>
                                        </p:tgtEl>
                                        <p:attrNameLst>
                                          <p:attrName>style.visibility</p:attrName>
                                        </p:attrNameLst>
                                      </p:cBhvr>
                                      <p:to>
                                        <p:strVal val="visible"/>
                                      </p:to>
                                    </p:set>
                                    <p:anim calcmode="lin" valueType="num">
                                      <p:cBhvr>
                                        <p:cTn id="55" dur="500" fill="hold"/>
                                        <p:tgtEl>
                                          <p:spTgt spid="553013"/>
                                        </p:tgtEl>
                                        <p:attrNameLst>
                                          <p:attrName>ppt_x</p:attrName>
                                        </p:attrNameLst>
                                      </p:cBhvr>
                                      <p:tavLst>
                                        <p:tav tm="0">
                                          <p:val>
                                            <p:strVal val="#ppt_x-#ppt_w/2"/>
                                          </p:val>
                                        </p:tav>
                                        <p:tav tm="100000">
                                          <p:val>
                                            <p:strVal val="#ppt_x"/>
                                          </p:val>
                                        </p:tav>
                                      </p:tavLst>
                                    </p:anim>
                                    <p:anim calcmode="lin" valueType="num">
                                      <p:cBhvr>
                                        <p:cTn id="56" dur="500" fill="hold"/>
                                        <p:tgtEl>
                                          <p:spTgt spid="553013"/>
                                        </p:tgtEl>
                                        <p:attrNameLst>
                                          <p:attrName>ppt_y</p:attrName>
                                        </p:attrNameLst>
                                      </p:cBhvr>
                                      <p:tavLst>
                                        <p:tav tm="0">
                                          <p:val>
                                            <p:strVal val="#ppt_y"/>
                                          </p:val>
                                        </p:tav>
                                        <p:tav tm="100000">
                                          <p:val>
                                            <p:strVal val="#ppt_y"/>
                                          </p:val>
                                        </p:tav>
                                      </p:tavLst>
                                    </p:anim>
                                    <p:anim calcmode="lin" valueType="num">
                                      <p:cBhvr>
                                        <p:cTn id="57" dur="500" fill="hold"/>
                                        <p:tgtEl>
                                          <p:spTgt spid="553013"/>
                                        </p:tgtEl>
                                        <p:attrNameLst>
                                          <p:attrName>ppt_w</p:attrName>
                                        </p:attrNameLst>
                                      </p:cBhvr>
                                      <p:tavLst>
                                        <p:tav tm="0">
                                          <p:val>
                                            <p:fltVal val="0"/>
                                          </p:val>
                                        </p:tav>
                                        <p:tav tm="100000">
                                          <p:val>
                                            <p:strVal val="#ppt_w"/>
                                          </p:val>
                                        </p:tav>
                                      </p:tavLst>
                                    </p:anim>
                                    <p:anim calcmode="lin" valueType="num">
                                      <p:cBhvr>
                                        <p:cTn id="58" dur="500" fill="hold"/>
                                        <p:tgtEl>
                                          <p:spTgt spid="553013"/>
                                        </p:tgtEl>
                                        <p:attrNameLst>
                                          <p:attrName>ppt_h</p:attrName>
                                        </p:attrNameLst>
                                      </p:cBhvr>
                                      <p:tavLst>
                                        <p:tav tm="0">
                                          <p:val>
                                            <p:strVal val="#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553010"/>
                                        </p:tgtEl>
                                        <p:attrNameLst>
                                          <p:attrName>style.visibility</p:attrName>
                                        </p:attrNameLst>
                                      </p:cBhvr>
                                      <p:to>
                                        <p:strVal val="visible"/>
                                      </p:to>
                                    </p:set>
                                    <p:animEffect transition="in" filter="slide(fromBottom)">
                                      <p:cBhvr>
                                        <p:cTn id="63" dur="500"/>
                                        <p:tgtEl>
                                          <p:spTgt spid="55301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2" presetClass="entr" presetSubtype="4" fill="hold" grpId="0" nodeType="clickEffect">
                                  <p:stCondLst>
                                    <p:cond delay="0"/>
                                  </p:stCondLst>
                                  <p:childTnLst>
                                    <p:set>
                                      <p:cBhvr>
                                        <p:cTn id="67" dur="1" fill="hold">
                                          <p:stCondLst>
                                            <p:cond delay="0"/>
                                          </p:stCondLst>
                                        </p:cTn>
                                        <p:tgtEl>
                                          <p:spTgt spid="553011"/>
                                        </p:tgtEl>
                                        <p:attrNameLst>
                                          <p:attrName>style.visibility</p:attrName>
                                        </p:attrNameLst>
                                      </p:cBhvr>
                                      <p:to>
                                        <p:strVal val="visible"/>
                                      </p:to>
                                    </p:set>
                                    <p:animEffect transition="in" filter="slide(fromBottom)">
                                      <p:cBhvr>
                                        <p:cTn id="68" dur="500"/>
                                        <p:tgtEl>
                                          <p:spTgt spid="55301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553012"/>
                                        </p:tgtEl>
                                        <p:attrNameLst>
                                          <p:attrName>style.visibility</p:attrName>
                                        </p:attrNameLst>
                                      </p:cBhvr>
                                      <p:to>
                                        <p:strVal val="visible"/>
                                      </p:to>
                                    </p:set>
                                    <p:animEffect transition="in" filter="box(out)">
                                      <p:cBhvr>
                                        <p:cTn id="73" dur="500"/>
                                        <p:tgtEl>
                                          <p:spTgt spid="553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6" grpId="0" animBg="1"/>
      <p:bldP spid="553007" grpId="0"/>
      <p:bldP spid="553009" grpId="0"/>
      <p:bldP spid="553010" grpId="0" autoUpdateAnimBg="0"/>
      <p:bldP spid="553011" grpId="0" autoUpdateAnimBg="0"/>
      <p:bldP spid="553012" grpId="0" autoUpdateAnimBg="0"/>
      <p:bldP spid="553013"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6" name="Group 6"/>
          <p:cNvGrpSpPr>
            <a:grpSpLocks/>
          </p:cNvGrpSpPr>
          <p:nvPr/>
        </p:nvGrpSpPr>
        <p:grpSpPr bwMode="auto">
          <a:xfrm>
            <a:off x="2057715" y="1013855"/>
            <a:ext cx="3513138" cy="950913"/>
            <a:chOff x="864" y="692"/>
            <a:chExt cx="1781" cy="633"/>
          </a:xfrm>
        </p:grpSpPr>
        <p:sp>
          <p:nvSpPr>
            <p:cNvPr id="30727" name="Rectangle 7"/>
            <p:cNvSpPr>
              <a:spLocks noChangeArrowheads="1"/>
            </p:cNvSpPr>
            <p:nvPr/>
          </p:nvSpPr>
          <p:spPr bwMode="auto">
            <a:xfrm>
              <a:off x="864" y="787"/>
              <a:ext cx="445"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kumimoji="1" lang="en-US" altLang="zh-CN" sz="2800" b="0">
                  <a:latin typeface="Times New Roman" panose="02020603050405020304" pitchFamily="18" charset="0"/>
                  <a:ea typeface="宋体" panose="02010600030101010101" pitchFamily="2" charset="-122"/>
                </a:rPr>
                <a:t>cos</a:t>
              </a:r>
              <a:r>
                <a:rPr kumimoji="1" lang="en-US" altLang="zh-CN" sz="2800" b="0" i="1">
                  <a:latin typeface="Symbol" panose="05050102010706020507" pitchFamily="18" charset="2"/>
                  <a:ea typeface="宋体" panose="02010600030101010101" pitchFamily="2" charset="-122"/>
                </a:rPr>
                <a:t>j</a:t>
              </a:r>
              <a:endParaRPr kumimoji="1" lang="en-US" altLang="zh-CN" sz="2800" b="0">
                <a:latin typeface="Symbol" panose="05050102010706020507" pitchFamily="18" charset="2"/>
                <a:ea typeface="宋体" panose="02010600030101010101" pitchFamily="2" charset="-122"/>
              </a:endParaRPr>
            </a:p>
          </p:txBody>
        </p:sp>
        <p:sp>
          <p:nvSpPr>
            <p:cNvPr id="30728" name="Text Box 8"/>
            <p:cNvSpPr txBox="1">
              <a:spLocks noChangeArrowheads="1"/>
            </p:cNvSpPr>
            <p:nvPr/>
          </p:nvSpPr>
          <p:spPr bwMode="auto">
            <a:xfrm>
              <a:off x="1584" y="692"/>
              <a:ext cx="1031"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kumimoji="1" lang="en-US" altLang="zh-CN" sz="2800" b="0" dirty="0">
                  <a:latin typeface="Times New Roman" panose="02020603050405020304" pitchFamily="18" charset="0"/>
                  <a:ea typeface="宋体" panose="02010600030101010101" pitchFamily="2" charset="-122"/>
                </a:rPr>
                <a:t> 1</a:t>
              </a:r>
              <a:r>
                <a:rPr kumimoji="1" lang="en-US" altLang="zh-CN" sz="2800" dirty="0">
                  <a:latin typeface="Times New Roman" panose="02020603050405020304" pitchFamily="18" charset="0"/>
                  <a:ea typeface="宋体" panose="02010600030101010101" pitchFamily="2" charset="-122"/>
                </a:rPr>
                <a:t>,    </a:t>
              </a:r>
              <a:r>
                <a:rPr kumimoji="1" lang="zh-CN" altLang="en-US" sz="2800" dirty="0">
                  <a:latin typeface="Times New Roman" panose="02020603050405020304" pitchFamily="18" charset="0"/>
                </a:rPr>
                <a:t>纯电阻</a:t>
              </a:r>
            </a:p>
          </p:txBody>
        </p:sp>
        <p:sp>
          <p:nvSpPr>
            <p:cNvPr id="30729" name="Text Box 9"/>
            <p:cNvSpPr txBox="1">
              <a:spLocks noChangeArrowheads="1"/>
            </p:cNvSpPr>
            <p:nvPr/>
          </p:nvSpPr>
          <p:spPr bwMode="auto">
            <a:xfrm>
              <a:off x="1584" y="980"/>
              <a:ext cx="1061"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nchor="ctr">
              <a:spAutoFit/>
            </a:bodyPr>
            <a:lstStyle/>
            <a:p>
              <a:r>
                <a:rPr kumimoji="1" lang="en-US" altLang="zh-CN" sz="2800" b="0" dirty="0">
                  <a:latin typeface="Times New Roman" panose="02020603050405020304" pitchFamily="18" charset="0"/>
                  <a:ea typeface="宋体" panose="02010600030101010101" pitchFamily="2" charset="-122"/>
                </a:rPr>
                <a:t>0</a:t>
              </a:r>
              <a:r>
                <a:rPr kumimoji="1" lang="zh-CN" altLang="en-US" sz="2800" dirty="0">
                  <a:latin typeface="Times New Roman" panose="02020603050405020304" pitchFamily="18" charset="0"/>
                  <a:ea typeface="宋体" panose="02010600030101010101" pitchFamily="2" charset="-122"/>
                </a:rPr>
                <a:t>， </a:t>
              </a:r>
              <a:r>
                <a:rPr kumimoji="1" lang="zh-CN" altLang="en-US" sz="2800" dirty="0">
                  <a:latin typeface="Times New Roman" panose="02020603050405020304" pitchFamily="18" charset="0"/>
                </a:rPr>
                <a:t>纯电抗</a:t>
              </a:r>
            </a:p>
          </p:txBody>
        </p:sp>
        <p:sp>
          <p:nvSpPr>
            <p:cNvPr id="30730" name="AutoShape 10"/>
            <p:cNvSpPr>
              <a:spLocks/>
            </p:cNvSpPr>
            <p:nvPr/>
          </p:nvSpPr>
          <p:spPr bwMode="auto">
            <a:xfrm>
              <a:off x="1392" y="768"/>
              <a:ext cx="144" cy="432"/>
            </a:xfrm>
            <a:prstGeom prst="leftBrace">
              <a:avLst>
                <a:gd name="adj1" fmla="val 25000"/>
                <a:gd name="adj2" fmla="val 50000"/>
              </a:avLst>
            </a:prstGeom>
            <a:noFill/>
            <a:ln w="28575">
              <a:solidFill>
                <a:srgbClr val="00206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sp>
        <p:nvSpPr>
          <p:cNvPr id="30731" name="Text Box 11"/>
          <p:cNvSpPr txBox="1">
            <a:spLocks noChangeArrowheads="1"/>
          </p:cNvSpPr>
          <p:nvPr/>
        </p:nvSpPr>
        <p:spPr bwMode="auto">
          <a:xfrm>
            <a:off x="755650" y="3101993"/>
            <a:ext cx="7921625" cy="265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indent="571500">
              <a:defRPr>
                <a:solidFill>
                  <a:schemeClr val="tx1"/>
                </a:solidFill>
                <a:latin typeface="Arial" panose="020B0604020202020204" pitchFamily="34" charset="0"/>
                <a:ea typeface="宋体" panose="02010600030101010101" pitchFamily="2" charset="-122"/>
              </a:defRPr>
            </a:lvl1pPr>
            <a:lvl2pPr marL="1047750">
              <a:defRPr>
                <a:solidFill>
                  <a:schemeClr val="tx1"/>
                </a:solidFill>
                <a:latin typeface="Arial" panose="020B0604020202020204" pitchFamily="34" charset="0"/>
                <a:ea typeface="宋体" panose="02010600030101010101" pitchFamily="2" charset="-122"/>
              </a:defRPr>
            </a:lvl2pPr>
            <a:lvl3pPr marL="1238250">
              <a:defRPr>
                <a:solidFill>
                  <a:schemeClr val="tx1"/>
                </a:solidFill>
                <a:latin typeface="Arial" panose="020B0604020202020204" pitchFamily="34" charset="0"/>
                <a:ea typeface="宋体" panose="02010600030101010101" pitchFamily="2" charset="-122"/>
              </a:defRPr>
            </a:lvl3pPr>
            <a:lvl4pPr marL="1428750">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zh-CN" altLang="en-US" sz="2800" dirty="0">
                <a:latin typeface="+mn-ea"/>
                <a:ea typeface="+mn-ea"/>
              </a:rPr>
              <a:t>平均功率实际上是电阻消耗的功率，亦称为有功功率。表示电路实际消耗的功率，它不仅与电压电流有效值有关，而且与 </a:t>
            </a:r>
            <a:r>
              <a:rPr kumimoji="1" lang="en-US" altLang="zh-CN" sz="2800" b="0" dirty="0">
                <a:latin typeface="+mn-ea"/>
                <a:ea typeface="+mn-ea"/>
              </a:rPr>
              <a:t>cos</a:t>
            </a:r>
            <a:r>
              <a:rPr kumimoji="1" lang="en-US" altLang="zh-CN" sz="2800" b="0" i="1" dirty="0">
                <a:latin typeface="+mn-ea"/>
                <a:ea typeface="+mn-ea"/>
                <a:sym typeface="Symbol" panose="05050102010706020507" pitchFamily="18" charset="2"/>
              </a:rPr>
              <a:t></a:t>
            </a:r>
            <a:r>
              <a:rPr kumimoji="1" lang="en-US" altLang="zh-CN" sz="2800" i="1" dirty="0">
                <a:latin typeface="+mn-ea"/>
                <a:ea typeface="+mn-ea"/>
                <a:sym typeface="Symbol" panose="05050102010706020507" pitchFamily="18" charset="2"/>
              </a:rPr>
              <a:t> </a:t>
            </a:r>
            <a:r>
              <a:rPr kumimoji="1" lang="zh-CN" altLang="en-US" sz="2800" dirty="0">
                <a:latin typeface="+mn-ea"/>
                <a:ea typeface="+mn-ea"/>
              </a:rPr>
              <a:t>有关，这是交流和直流的很大区别</a:t>
            </a:r>
            <a:r>
              <a:rPr kumimoji="1" lang="en-US" altLang="zh-CN" sz="2800" dirty="0">
                <a:latin typeface="+mn-ea"/>
                <a:ea typeface="+mn-ea"/>
              </a:rPr>
              <a:t>, </a:t>
            </a:r>
            <a:r>
              <a:rPr kumimoji="1" lang="zh-CN" altLang="en-US" sz="2800" dirty="0">
                <a:latin typeface="+mn-ea"/>
                <a:ea typeface="+mn-ea"/>
              </a:rPr>
              <a:t>主要由于电压、电流存在相位差。</a:t>
            </a:r>
          </a:p>
        </p:txBody>
      </p:sp>
      <p:sp>
        <p:nvSpPr>
          <p:cNvPr id="30748" name="Text Box 28"/>
          <p:cNvSpPr txBox="1">
            <a:spLocks noChangeArrowheads="1"/>
          </p:cNvSpPr>
          <p:nvPr/>
        </p:nvSpPr>
        <p:spPr bwMode="auto">
          <a:xfrm>
            <a:off x="686061" y="2603518"/>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0" dirty="0">
                <a:latin typeface="Times New Roman" panose="02020603050405020304" pitchFamily="18" charset="0"/>
                <a:ea typeface="华文行楷" panose="02010800040101010101" pitchFamily="2" charset="-122"/>
              </a:rPr>
              <a:t>结论  </a:t>
            </a:r>
          </a:p>
        </p:txBody>
      </p:sp>
    </p:spTree>
    <p:extLst>
      <p:ext uri="{BB962C8B-B14F-4D97-AF65-F5344CB8AC3E}">
        <p14:creationId xmlns:p14="http://schemas.microsoft.com/office/powerpoint/2010/main" val="2776852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30726"/>
                                        </p:tgtEl>
                                        <p:attrNameLst>
                                          <p:attrName>style.visibility</p:attrName>
                                        </p:attrNameLst>
                                      </p:cBhvr>
                                      <p:to>
                                        <p:strVal val="visible"/>
                                      </p:to>
                                    </p:set>
                                    <p:animEffect transition="in" filter="wipe(left)">
                                      <p:cBhvr>
                                        <p:cTn id="7" dur="2000"/>
                                        <p:tgtEl>
                                          <p:spTgt spid="307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074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grpId="0" nodeType="clickEffect">
                                  <p:stCondLst>
                                    <p:cond delay="0"/>
                                  </p:stCondLst>
                                  <p:iterate type="lt">
                                    <p:tmPct val="100000"/>
                                  </p:iterate>
                                  <p:childTnLst>
                                    <p:set>
                                      <p:cBhvr>
                                        <p:cTn id="15" dur="1" fill="hold">
                                          <p:stCondLst>
                                            <p:cond delay="0"/>
                                          </p:stCondLst>
                                        </p:cTn>
                                        <p:tgtEl>
                                          <p:spTgt spid="30731"/>
                                        </p:tgtEl>
                                        <p:attrNameLst>
                                          <p:attrName>style.visibility</p:attrName>
                                        </p:attrNameLst>
                                      </p:cBhvr>
                                      <p:to>
                                        <p:strVal val="visible"/>
                                      </p:to>
                                    </p:set>
                                    <p:anim calcmode="lin" valueType="num">
                                      <p:cBhvr>
                                        <p:cTn id="16" dur="75" fill="hold"/>
                                        <p:tgtEl>
                                          <p:spTgt spid="30731"/>
                                        </p:tgtEl>
                                        <p:attrNameLst>
                                          <p:attrName>ppt_w</p:attrName>
                                        </p:attrNameLst>
                                      </p:cBhvr>
                                      <p:tavLst>
                                        <p:tav tm="0">
                                          <p:val>
                                            <p:fltVal val="0"/>
                                          </p:val>
                                        </p:tav>
                                        <p:tav tm="100000">
                                          <p:val>
                                            <p:strVal val="#ppt_w"/>
                                          </p:val>
                                        </p:tav>
                                      </p:tavLst>
                                    </p:anim>
                                    <p:anim calcmode="lin" valueType="num">
                                      <p:cBhvr>
                                        <p:cTn id="17" dur="75" fill="hold"/>
                                        <p:tgtEl>
                                          <p:spTgt spid="3073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1" grpId="0" autoUpdateAnimBg="0"/>
      <p:bldP spid="30748"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3" name="Text Box 7"/>
          <p:cNvSpPr txBox="1">
            <a:spLocks noChangeArrowheads="1"/>
          </p:cNvSpPr>
          <p:nvPr/>
        </p:nvSpPr>
        <p:spPr bwMode="auto">
          <a:xfrm>
            <a:off x="488685" y="4881008"/>
            <a:ext cx="7924800" cy="18275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62000">
              <a:defRPr>
                <a:solidFill>
                  <a:schemeClr val="tx1"/>
                </a:solidFill>
                <a:latin typeface="Arial" panose="020B0604020202020204" pitchFamily="34" charset="0"/>
                <a:ea typeface="宋体" panose="02010600030101010101" pitchFamily="2" charset="-122"/>
              </a:defRPr>
            </a:lvl2pPr>
            <a:lvl3pPr marL="9525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buClr>
                <a:srgbClr val="FF0000"/>
              </a:buClr>
              <a:buSzPct val="80000"/>
              <a:buFont typeface="Wingdings" panose="05000000000000000000" pitchFamily="2" charset="2"/>
              <a:buChar char="l"/>
            </a:pPr>
            <a:r>
              <a:rPr kumimoji="1" lang="en-US" altLang="zh-CN" sz="2400" b="0" i="1" dirty="0">
                <a:latin typeface="+mn-ea"/>
                <a:ea typeface="+mn-ea"/>
              </a:rPr>
              <a:t>Q </a:t>
            </a:r>
            <a:r>
              <a:rPr kumimoji="1" lang="en-US" altLang="zh-CN" sz="2400" b="0" dirty="0">
                <a:latin typeface="+mn-ea"/>
                <a:ea typeface="+mn-ea"/>
              </a:rPr>
              <a:t>&gt;0</a:t>
            </a:r>
            <a:r>
              <a:rPr kumimoji="1" lang="zh-CN" altLang="en-US" sz="2400" dirty="0">
                <a:latin typeface="+mn-ea"/>
                <a:ea typeface="+mn-ea"/>
              </a:rPr>
              <a:t>，表示网络吸收无功功率；</a:t>
            </a:r>
          </a:p>
          <a:p>
            <a:pPr>
              <a:lnSpc>
                <a:spcPct val="120000"/>
              </a:lnSpc>
              <a:buClr>
                <a:srgbClr val="FF0000"/>
              </a:buClr>
              <a:buSzPct val="80000"/>
              <a:buFont typeface="Wingdings" panose="05000000000000000000" pitchFamily="2" charset="2"/>
              <a:buChar char="l"/>
            </a:pPr>
            <a:r>
              <a:rPr kumimoji="1" lang="en-US" altLang="zh-CN" sz="2400" b="0" i="1" dirty="0">
                <a:latin typeface="+mn-ea"/>
                <a:ea typeface="+mn-ea"/>
              </a:rPr>
              <a:t>Q </a:t>
            </a:r>
            <a:r>
              <a:rPr kumimoji="1" lang="en-US" altLang="zh-CN" sz="2400" b="0" dirty="0">
                <a:latin typeface="+mn-ea"/>
                <a:ea typeface="+mn-ea"/>
              </a:rPr>
              <a:t>&lt;0</a:t>
            </a:r>
            <a:r>
              <a:rPr kumimoji="1" lang="zh-CN" altLang="en-US" sz="2400" dirty="0">
                <a:latin typeface="+mn-ea"/>
                <a:ea typeface="+mn-ea"/>
              </a:rPr>
              <a:t>，表示网络发出无功功率。</a:t>
            </a:r>
          </a:p>
          <a:p>
            <a:pPr>
              <a:lnSpc>
                <a:spcPct val="120000"/>
              </a:lnSpc>
              <a:buClr>
                <a:srgbClr val="FF0000"/>
              </a:buClr>
              <a:buSzPct val="80000"/>
              <a:buFont typeface="Wingdings" panose="05000000000000000000" pitchFamily="2" charset="2"/>
              <a:buChar char="l"/>
            </a:pPr>
            <a:r>
              <a:rPr kumimoji="1" lang="en-US" altLang="zh-CN" sz="2400" b="0" i="1" dirty="0">
                <a:latin typeface="+mn-ea"/>
                <a:ea typeface="+mn-ea"/>
              </a:rPr>
              <a:t>Q</a:t>
            </a:r>
            <a:r>
              <a:rPr kumimoji="1" lang="en-US" altLang="zh-CN" sz="2400" i="1" dirty="0">
                <a:latin typeface="+mn-ea"/>
                <a:ea typeface="+mn-ea"/>
              </a:rPr>
              <a:t> </a:t>
            </a:r>
            <a:r>
              <a:rPr kumimoji="1" lang="zh-CN" altLang="en-US" sz="2400" dirty="0">
                <a:latin typeface="+mn-ea"/>
                <a:ea typeface="+mn-ea"/>
              </a:rPr>
              <a:t>定义为网络与电源往复交换功率的幅值，是由储能元件</a:t>
            </a:r>
            <a:r>
              <a:rPr kumimoji="1" lang="en-US" altLang="zh-CN" sz="2400" b="0" i="1" dirty="0">
                <a:latin typeface="+mn-ea"/>
                <a:ea typeface="+mn-ea"/>
              </a:rPr>
              <a:t>L</a:t>
            </a:r>
            <a:r>
              <a:rPr kumimoji="1" lang="zh-CN" altLang="en-US" sz="2400" b="0" dirty="0">
                <a:latin typeface="+mn-ea"/>
                <a:ea typeface="+mn-ea"/>
              </a:rPr>
              <a:t>、</a:t>
            </a:r>
            <a:r>
              <a:rPr kumimoji="1" lang="en-US" altLang="zh-CN" sz="2400" b="0" i="1" dirty="0">
                <a:latin typeface="+mn-ea"/>
                <a:ea typeface="+mn-ea"/>
              </a:rPr>
              <a:t>C</a:t>
            </a:r>
            <a:r>
              <a:rPr kumimoji="1" lang="zh-CN" altLang="en-US" sz="2400" dirty="0">
                <a:latin typeface="+mn-ea"/>
                <a:ea typeface="+mn-ea"/>
              </a:rPr>
              <a:t>的性质决定的</a:t>
            </a:r>
          </a:p>
        </p:txBody>
      </p:sp>
      <p:sp>
        <p:nvSpPr>
          <p:cNvPr id="9" name="Text Box 2"/>
          <p:cNvSpPr txBox="1">
            <a:spLocks noChangeArrowheads="1"/>
          </p:cNvSpPr>
          <p:nvPr/>
        </p:nvSpPr>
        <p:spPr bwMode="auto">
          <a:xfrm>
            <a:off x="323850" y="120350"/>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dirty="0">
                <a:solidFill>
                  <a:srgbClr val="FF0000"/>
                </a:solidFill>
                <a:latin typeface="Times New Roman" panose="02020603050405020304" pitchFamily="18" charset="0"/>
              </a:rPr>
              <a:t>无功功率 </a:t>
            </a:r>
          </a:p>
        </p:txBody>
      </p:sp>
      <p:sp>
        <p:nvSpPr>
          <p:cNvPr id="10" name="Text Box 3"/>
          <p:cNvSpPr txBox="1">
            <a:spLocks noChangeArrowheads="1"/>
          </p:cNvSpPr>
          <p:nvPr/>
        </p:nvSpPr>
        <p:spPr bwMode="auto">
          <a:xfrm>
            <a:off x="385763" y="723600"/>
            <a:ext cx="16652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dirty="0">
                <a:solidFill>
                  <a:srgbClr val="0000CC"/>
                </a:solidFill>
                <a:latin typeface="Times New Roman" panose="02020603050405020304" pitchFamily="18" charset="0"/>
              </a:rPr>
              <a:t>定义</a:t>
            </a:r>
          </a:p>
        </p:txBody>
      </p:sp>
      <p:grpSp>
        <p:nvGrpSpPr>
          <p:cNvPr id="11" name="Group 4"/>
          <p:cNvGrpSpPr>
            <a:grpSpLocks/>
          </p:cNvGrpSpPr>
          <p:nvPr/>
        </p:nvGrpSpPr>
        <p:grpSpPr bwMode="auto">
          <a:xfrm>
            <a:off x="1360972" y="3369962"/>
            <a:ext cx="2212975" cy="609600"/>
            <a:chOff x="2880" y="873"/>
            <a:chExt cx="1673" cy="521"/>
          </a:xfrm>
        </p:grpSpPr>
        <p:graphicFrame>
          <p:nvGraphicFramePr>
            <p:cNvPr id="12" name="Object 5"/>
            <p:cNvGraphicFramePr>
              <a:graphicFrameLocks noChangeAspect="1"/>
            </p:cNvGraphicFramePr>
            <p:nvPr/>
          </p:nvGraphicFramePr>
          <p:xfrm>
            <a:off x="2880" y="969"/>
            <a:ext cx="1673" cy="425"/>
          </p:xfrm>
          <a:graphic>
            <a:graphicData uri="http://schemas.openxmlformats.org/presentationml/2006/ole">
              <mc:AlternateContent xmlns:mc="http://schemas.openxmlformats.org/markup-compatibility/2006">
                <mc:Choice xmlns:v="urn:schemas-microsoft-com:vml" Requires="v">
                  <p:oleObj name="Equation" r:id="rId2" imgW="799920" imgH="203040" progId="Equation.DSMT4">
                    <p:embed/>
                  </p:oleObj>
                </mc:Choice>
                <mc:Fallback>
                  <p:oleObj name="Equation" r:id="rId2" imgW="799920" imgH="203040" progId="Equation.DSMT4">
                    <p:embed/>
                    <p:pic>
                      <p:nvPicPr>
                        <p:cNvPr id="12"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0" y="969"/>
                          <a:ext cx="1673" cy="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6"/>
            <p:cNvSpPr txBox="1">
              <a:spLocks noChangeArrowheads="1"/>
            </p:cNvSpPr>
            <p:nvPr/>
          </p:nvSpPr>
          <p:spPr bwMode="auto">
            <a:xfrm>
              <a:off x="3107" y="873"/>
              <a:ext cx="511"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endParaRPr kumimoji="1" lang="zh-CN" altLang="zh-CN" sz="2400" b="1">
                <a:latin typeface="Times New Roman" panose="02020603050405020304" pitchFamily="18" charset="0"/>
              </a:endParaRPr>
            </a:p>
          </p:txBody>
        </p:sp>
      </p:grpSp>
      <p:grpSp>
        <p:nvGrpSpPr>
          <p:cNvPr id="14" name="Group 7"/>
          <p:cNvGrpSpPr>
            <a:grpSpLocks/>
          </p:cNvGrpSpPr>
          <p:nvPr/>
        </p:nvGrpSpPr>
        <p:grpSpPr bwMode="auto">
          <a:xfrm>
            <a:off x="6157913" y="1363363"/>
            <a:ext cx="1514475" cy="1768475"/>
            <a:chOff x="3848" y="1128"/>
            <a:chExt cx="954" cy="1114"/>
          </a:xfrm>
        </p:grpSpPr>
        <p:sp>
          <p:nvSpPr>
            <p:cNvPr id="15" name="Line 8"/>
            <p:cNvSpPr>
              <a:spLocks noChangeShapeType="1"/>
            </p:cNvSpPr>
            <p:nvPr/>
          </p:nvSpPr>
          <p:spPr bwMode="auto">
            <a:xfrm>
              <a:off x="3848" y="1960"/>
              <a:ext cx="656"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9"/>
            <p:cNvSpPr>
              <a:spLocks noChangeShapeType="1"/>
            </p:cNvSpPr>
            <p:nvPr/>
          </p:nvSpPr>
          <p:spPr bwMode="auto">
            <a:xfrm flipV="1">
              <a:off x="4504" y="1128"/>
              <a:ext cx="0" cy="832"/>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Line 10"/>
            <p:cNvSpPr>
              <a:spLocks noChangeShapeType="1"/>
            </p:cNvSpPr>
            <p:nvPr/>
          </p:nvSpPr>
          <p:spPr bwMode="auto">
            <a:xfrm flipH="1">
              <a:off x="3856" y="1136"/>
              <a:ext cx="648" cy="816"/>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Text Box 11"/>
            <p:cNvSpPr txBox="1">
              <a:spLocks noChangeArrowheads="1"/>
            </p:cNvSpPr>
            <p:nvPr/>
          </p:nvSpPr>
          <p:spPr bwMode="auto">
            <a:xfrm>
              <a:off x="4118" y="1954"/>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R</a:t>
              </a:r>
              <a:endParaRPr kumimoji="1" lang="en-US" altLang="zh-CN" sz="2400" b="1">
                <a:latin typeface="Times New Roman" panose="02020603050405020304" pitchFamily="18" charset="0"/>
              </a:endParaRPr>
            </a:p>
          </p:txBody>
        </p:sp>
        <p:sp>
          <p:nvSpPr>
            <p:cNvPr id="19" name="Text Box 12"/>
            <p:cNvSpPr txBox="1">
              <a:spLocks noChangeArrowheads="1"/>
            </p:cNvSpPr>
            <p:nvPr/>
          </p:nvSpPr>
          <p:spPr bwMode="auto">
            <a:xfrm>
              <a:off x="4558" y="1442"/>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X</a:t>
              </a:r>
              <a:endParaRPr kumimoji="1" lang="en-US" altLang="zh-CN" sz="2400" b="1">
                <a:latin typeface="Times New Roman" panose="02020603050405020304" pitchFamily="18" charset="0"/>
              </a:endParaRPr>
            </a:p>
          </p:txBody>
        </p:sp>
        <p:sp>
          <p:nvSpPr>
            <p:cNvPr id="20" name="Text Box 13"/>
            <p:cNvSpPr txBox="1">
              <a:spLocks noChangeArrowheads="1"/>
            </p:cNvSpPr>
            <p:nvPr/>
          </p:nvSpPr>
          <p:spPr bwMode="auto">
            <a:xfrm>
              <a:off x="3862" y="1210"/>
              <a:ext cx="31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Z</a:t>
              </a:r>
              <a:r>
                <a:rPr kumimoji="1" lang="en-US" altLang="zh-CN" sz="2400" b="1">
                  <a:latin typeface="Times New Roman" panose="02020603050405020304" pitchFamily="18" charset="0"/>
                </a:rPr>
                <a:t>|</a:t>
              </a:r>
            </a:p>
          </p:txBody>
        </p:sp>
        <p:sp>
          <p:nvSpPr>
            <p:cNvPr id="21" name="Arc 14"/>
            <p:cNvSpPr>
              <a:spLocks/>
            </p:cNvSpPr>
            <p:nvPr/>
          </p:nvSpPr>
          <p:spPr bwMode="auto">
            <a:xfrm>
              <a:off x="4008" y="1760"/>
              <a:ext cx="144"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Text Box 15"/>
            <p:cNvSpPr txBox="1">
              <a:spLocks noChangeArrowheads="1"/>
            </p:cNvSpPr>
            <p:nvPr/>
          </p:nvSpPr>
          <p:spPr bwMode="auto">
            <a:xfrm>
              <a:off x="3910" y="1694"/>
              <a:ext cx="2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sym typeface="Symbol" panose="05050102010706020507" pitchFamily="18" charset="2"/>
                </a:rPr>
                <a:t></a:t>
              </a:r>
              <a:endParaRPr kumimoji="1" lang="en-US" altLang="zh-CN" sz="2400" b="1" i="1">
                <a:latin typeface="Times New Roman" panose="02020603050405020304" pitchFamily="18" charset="0"/>
              </a:endParaRPr>
            </a:p>
          </p:txBody>
        </p:sp>
      </p:grpSp>
      <p:grpSp>
        <p:nvGrpSpPr>
          <p:cNvPr id="23" name="Group 16"/>
          <p:cNvGrpSpPr>
            <a:grpSpLocks/>
          </p:cNvGrpSpPr>
          <p:nvPr/>
        </p:nvGrpSpPr>
        <p:grpSpPr bwMode="auto">
          <a:xfrm>
            <a:off x="1285875" y="1353838"/>
            <a:ext cx="1730375" cy="1536700"/>
            <a:chOff x="638" y="1061"/>
            <a:chExt cx="1090" cy="968"/>
          </a:xfrm>
        </p:grpSpPr>
        <p:grpSp>
          <p:nvGrpSpPr>
            <p:cNvPr id="24" name="Group 17"/>
            <p:cNvGrpSpPr>
              <a:grpSpLocks/>
            </p:cNvGrpSpPr>
            <p:nvPr/>
          </p:nvGrpSpPr>
          <p:grpSpPr bwMode="auto">
            <a:xfrm>
              <a:off x="864" y="1272"/>
              <a:ext cx="864" cy="720"/>
              <a:chOff x="384" y="1248"/>
              <a:chExt cx="864" cy="720"/>
            </a:xfrm>
          </p:grpSpPr>
          <p:sp>
            <p:nvSpPr>
              <p:cNvPr id="32" name="Rectangle 18"/>
              <p:cNvSpPr>
                <a:spLocks noChangeArrowheads="1"/>
              </p:cNvSpPr>
              <p:nvPr/>
            </p:nvSpPr>
            <p:spPr bwMode="auto">
              <a:xfrm>
                <a:off x="816" y="1248"/>
                <a:ext cx="432" cy="720"/>
              </a:xfrm>
              <a:prstGeom prst="rect">
                <a:avLst/>
              </a:prstGeom>
              <a:noFill/>
              <a:ln w="25400">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Text Box 19"/>
              <p:cNvSpPr txBox="1">
                <a:spLocks noChangeArrowheads="1"/>
              </p:cNvSpPr>
              <p:nvPr/>
            </p:nvSpPr>
            <p:spPr bwMode="auto">
              <a:xfrm>
                <a:off x="864" y="1344"/>
                <a:ext cx="288" cy="5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dirty="0">
                    <a:latin typeface="Times New Roman" panose="02020603050405020304" pitchFamily="18" charset="0"/>
                  </a:rPr>
                  <a:t>无源</a:t>
                </a:r>
              </a:p>
            </p:txBody>
          </p:sp>
          <p:sp>
            <p:nvSpPr>
              <p:cNvPr id="34" name="Line 20"/>
              <p:cNvSpPr>
                <a:spLocks noChangeShapeType="1"/>
              </p:cNvSpPr>
              <p:nvPr/>
            </p:nvSpPr>
            <p:spPr bwMode="auto">
              <a:xfrm>
                <a:off x="432" y="1296"/>
                <a:ext cx="384"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 name="Line 21"/>
              <p:cNvSpPr>
                <a:spLocks noChangeShapeType="1"/>
              </p:cNvSpPr>
              <p:nvPr/>
            </p:nvSpPr>
            <p:spPr bwMode="auto">
              <a:xfrm>
                <a:off x="432" y="1920"/>
                <a:ext cx="384"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Oval 22"/>
              <p:cNvSpPr>
                <a:spLocks noChangeArrowheads="1"/>
              </p:cNvSpPr>
              <p:nvPr/>
            </p:nvSpPr>
            <p:spPr bwMode="auto">
              <a:xfrm>
                <a:off x="384" y="1272"/>
                <a:ext cx="48" cy="48"/>
              </a:xfrm>
              <a:prstGeom prst="ellipse">
                <a:avLst/>
              </a:prstGeom>
              <a:noFill/>
              <a:ln w="28575">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Oval 23"/>
              <p:cNvSpPr>
                <a:spLocks noChangeArrowheads="1"/>
              </p:cNvSpPr>
              <p:nvPr/>
            </p:nvSpPr>
            <p:spPr bwMode="auto">
              <a:xfrm>
                <a:off x="392" y="1888"/>
                <a:ext cx="48" cy="48"/>
              </a:xfrm>
              <a:prstGeom prst="ellipse">
                <a:avLst/>
              </a:prstGeom>
              <a:noFill/>
              <a:ln w="28575">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5" name="Text Box 24"/>
            <p:cNvSpPr txBox="1">
              <a:spLocks noChangeArrowheads="1"/>
            </p:cNvSpPr>
            <p:nvPr/>
          </p:nvSpPr>
          <p:spPr bwMode="auto">
            <a:xfrm>
              <a:off x="638" y="1186"/>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Times New Roman" panose="02020603050405020304" pitchFamily="18" charset="0"/>
                </a:rPr>
                <a:t>+</a:t>
              </a:r>
              <a:endParaRPr kumimoji="1" lang="en-US" altLang="zh-CN" sz="2400" b="1">
                <a:latin typeface="Times New Roman" panose="02020603050405020304" pitchFamily="18" charset="0"/>
              </a:endParaRPr>
            </a:p>
          </p:txBody>
        </p:sp>
        <p:sp>
          <p:nvSpPr>
            <p:cNvPr id="26" name="Text Box 25"/>
            <p:cNvSpPr txBox="1">
              <a:spLocks noChangeArrowheads="1"/>
            </p:cNvSpPr>
            <p:nvPr/>
          </p:nvSpPr>
          <p:spPr bwMode="auto">
            <a:xfrm>
              <a:off x="646" y="1741"/>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黑体" panose="02010609060101010101" pitchFamily="49" charset="-122"/>
                </a:rPr>
                <a:t>-</a:t>
              </a:r>
              <a:endParaRPr kumimoji="1" lang="en-US" altLang="zh-CN" sz="2400" b="1">
                <a:latin typeface="Times New Roman" panose="02020603050405020304" pitchFamily="18" charset="0"/>
              </a:endParaRPr>
            </a:p>
          </p:txBody>
        </p:sp>
        <p:sp>
          <p:nvSpPr>
            <p:cNvPr id="27" name="Text Box 26"/>
            <p:cNvSpPr txBox="1">
              <a:spLocks noChangeArrowheads="1"/>
            </p:cNvSpPr>
            <p:nvPr/>
          </p:nvSpPr>
          <p:spPr bwMode="auto">
            <a:xfrm>
              <a:off x="718" y="1469"/>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400" b="1">
                <a:latin typeface="Times New Roman" panose="02020603050405020304" pitchFamily="18" charset="0"/>
              </a:endParaRPr>
            </a:p>
          </p:txBody>
        </p:sp>
        <p:sp>
          <p:nvSpPr>
            <p:cNvPr id="28" name="Text Box 27"/>
            <p:cNvSpPr txBox="1">
              <a:spLocks noChangeArrowheads="1"/>
            </p:cNvSpPr>
            <p:nvPr/>
          </p:nvSpPr>
          <p:spPr bwMode="auto">
            <a:xfrm>
              <a:off x="678" y="1501"/>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400" b="1">
                <a:latin typeface="Times New Roman" panose="02020603050405020304" pitchFamily="18" charset="0"/>
              </a:endParaRPr>
            </a:p>
          </p:txBody>
        </p:sp>
        <p:graphicFrame>
          <p:nvGraphicFramePr>
            <p:cNvPr id="29" name="Object 28"/>
            <p:cNvGraphicFramePr>
              <a:graphicFrameLocks noChangeAspect="1"/>
            </p:cNvGraphicFramePr>
            <p:nvPr/>
          </p:nvGraphicFramePr>
          <p:xfrm>
            <a:off x="676" y="1528"/>
            <a:ext cx="159" cy="196"/>
          </p:xfrm>
          <a:graphic>
            <a:graphicData uri="http://schemas.openxmlformats.org/presentationml/2006/ole">
              <mc:AlternateContent xmlns:mc="http://schemas.openxmlformats.org/markup-compatibility/2006">
                <mc:Choice xmlns:v="urn:schemas-microsoft-com:vml" Requires="v">
                  <p:oleObj name="公式" r:id="rId4" imgW="164880" imgH="203040" progId="Equation.3">
                    <p:embed/>
                  </p:oleObj>
                </mc:Choice>
                <mc:Fallback>
                  <p:oleObj name="公式" r:id="rId4" imgW="164880" imgH="203040" progId="Equation.3">
                    <p:embed/>
                    <p:pic>
                      <p:nvPicPr>
                        <p:cNvPr id="29"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 y="1528"/>
                          <a:ext cx="159"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29"/>
            <p:cNvGraphicFramePr>
              <a:graphicFrameLocks noChangeAspect="1"/>
            </p:cNvGraphicFramePr>
            <p:nvPr/>
          </p:nvGraphicFramePr>
          <p:xfrm>
            <a:off x="1030" y="1061"/>
            <a:ext cx="122" cy="185"/>
          </p:xfrm>
          <a:graphic>
            <a:graphicData uri="http://schemas.openxmlformats.org/presentationml/2006/ole">
              <mc:AlternateContent xmlns:mc="http://schemas.openxmlformats.org/markup-compatibility/2006">
                <mc:Choice xmlns:v="urn:schemas-microsoft-com:vml" Requires="v">
                  <p:oleObj name="公式" r:id="rId6" imgW="126720" imgH="190440" progId="Equation.3">
                    <p:embed/>
                  </p:oleObj>
                </mc:Choice>
                <mc:Fallback>
                  <p:oleObj name="公式" r:id="rId6" imgW="126720" imgH="190440" progId="Equation.3">
                    <p:embed/>
                    <p:pic>
                      <p:nvPicPr>
                        <p:cNvPr id="3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0" y="1061"/>
                          <a:ext cx="122"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Line 30"/>
            <p:cNvSpPr>
              <a:spLocks noChangeShapeType="1"/>
            </p:cNvSpPr>
            <p:nvPr/>
          </p:nvSpPr>
          <p:spPr bwMode="auto">
            <a:xfrm>
              <a:off x="992" y="1320"/>
              <a:ext cx="152"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8" name="Group 31"/>
          <p:cNvGrpSpPr>
            <a:grpSpLocks/>
          </p:cNvGrpSpPr>
          <p:nvPr/>
        </p:nvGrpSpPr>
        <p:grpSpPr bwMode="auto">
          <a:xfrm>
            <a:off x="3806825" y="1309388"/>
            <a:ext cx="1619250" cy="1536700"/>
            <a:chOff x="2318" y="1037"/>
            <a:chExt cx="1020" cy="968"/>
          </a:xfrm>
        </p:grpSpPr>
        <p:grpSp>
          <p:nvGrpSpPr>
            <p:cNvPr id="39" name="Group 32"/>
            <p:cNvGrpSpPr>
              <a:grpSpLocks/>
            </p:cNvGrpSpPr>
            <p:nvPr/>
          </p:nvGrpSpPr>
          <p:grpSpPr bwMode="auto">
            <a:xfrm>
              <a:off x="2560" y="1264"/>
              <a:ext cx="778" cy="696"/>
              <a:chOff x="1592" y="1240"/>
              <a:chExt cx="778" cy="696"/>
            </a:xfrm>
          </p:grpSpPr>
          <p:sp>
            <p:nvSpPr>
              <p:cNvPr id="47" name="Line 33"/>
              <p:cNvSpPr>
                <a:spLocks noChangeShapeType="1"/>
              </p:cNvSpPr>
              <p:nvPr/>
            </p:nvSpPr>
            <p:spPr bwMode="auto">
              <a:xfrm>
                <a:off x="2008" y="1272"/>
                <a:ext cx="0" cy="648"/>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Line 34"/>
              <p:cNvSpPr>
                <a:spLocks noChangeShapeType="1"/>
              </p:cNvSpPr>
              <p:nvPr/>
            </p:nvSpPr>
            <p:spPr bwMode="auto">
              <a:xfrm>
                <a:off x="1632" y="1272"/>
                <a:ext cx="384"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Line 35"/>
              <p:cNvSpPr>
                <a:spLocks noChangeShapeType="1"/>
              </p:cNvSpPr>
              <p:nvPr/>
            </p:nvSpPr>
            <p:spPr bwMode="auto">
              <a:xfrm>
                <a:off x="1640" y="1920"/>
                <a:ext cx="384" cy="0"/>
              </a:xfrm>
              <a:prstGeom prst="line">
                <a:avLst/>
              </a:prstGeom>
              <a:noFill/>
              <a:ln w="254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Oval 36"/>
              <p:cNvSpPr>
                <a:spLocks noChangeArrowheads="1"/>
              </p:cNvSpPr>
              <p:nvPr/>
            </p:nvSpPr>
            <p:spPr bwMode="auto">
              <a:xfrm>
                <a:off x="1592" y="1240"/>
                <a:ext cx="48" cy="48"/>
              </a:xfrm>
              <a:prstGeom prst="ellipse">
                <a:avLst/>
              </a:prstGeom>
              <a:noFill/>
              <a:ln w="28575">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Oval 37"/>
              <p:cNvSpPr>
                <a:spLocks noChangeArrowheads="1"/>
              </p:cNvSpPr>
              <p:nvPr/>
            </p:nvSpPr>
            <p:spPr bwMode="auto">
              <a:xfrm>
                <a:off x="1600" y="1888"/>
                <a:ext cx="48" cy="48"/>
              </a:xfrm>
              <a:prstGeom prst="ellipse">
                <a:avLst/>
              </a:prstGeom>
              <a:noFill/>
              <a:ln w="28575">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Rectangle 38"/>
              <p:cNvSpPr>
                <a:spLocks noChangeArrowheads="1"/>
              </p:cNvSpPr>
              <p:nvPr/>
            </p:nvSpPr>
            <p:spPr bwMode="auto">
              <a:xfrm>
                <a:off x="1960" y="1672"/>
                <a:ext cx="80" cy="144"/>
              </a:xfrm>
              <a:prstGeom prst="rect">
                <a:avLst/>
              </a:prstGeom>
              <a:solidFill>
                <a:schemeClr val="accent1"/>
              </a:solidFill>
              <a:ln w="25400">
                <a:solidFill>
                  <a:schemeClr val="tx1"/>
                </a:solidFill>
                <a:miter lim="800000"/>
                <a:headEnd/>
                <a:tailEnd type="non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Rectangle 39"/>
              <p:cNvSpPr>
                <a:spLocks noChangeArrowheads="1"/>
              </p:cNvSpPr>
              <p:nvPr/>
            </p:nvSpPr>
            <p:spPr bwMode="auto">
              <a:xfrm>
                <a:off x="1960" y="1400"/>
                <a:ext cx="80" cy="144"/>
              </a:xfrm>
              <a:prstGeom prst="rect">
                <a:avLst/>
              </a:prstGeom>
              <a:solidFill>
                <a:schemeClr val="accent1"/>
              </a:solidFill>
              <a:ln w="25400">
                <a:solidFill>
                  <a:schemeClr val="tx1"/>
                </a:solidFill>
                <a:miter lim="800000"/>
                <a:headEnd/>
                <a:tailEnd type="non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 name="Text Box 40"/>
              <p:cNvSpPr txBox="1">
                <a:spLocks noChangeArrowheads="1"/>
              </p:cNvSpPr>
              <p:nvPr/>
            </p:nvSpPr>
            <p:spPr bwMode="auto">
              <a:xfrm>
                <a:off x="2046" y="1322"/>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R</a:t>
                </a:r>
                <a:endParaRPr kumimoji="1" lang="en-US" altLang="zh-CN" sz="2400" b="1">
                  <a:latin typeface="Times New Roman" panose="02020603050405020304" pitchFamily="18" charset="0"/>
                </a:endParaRPr>
              </a:p>
            </p:txBody>
          </p:sp>
          <p:sp>
            <p:nvSpPr>
              <p:cNvPr id="55" name="Text Box 41"/>
              <p:cNvSpPr txBox="1">
                <a:spLocks noChangeArrowheads="1"/>
              </p:cNvSpPr>
              <p:nvPr/>
            </p:nvSpPr>
            <p:spPr bwMode="auto">
              <a:xfrm>
                <a:off x="2062" y="1586"/>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j</a:t>
                </a:r>
                <a:r>
                  <a:rPr kumimoji="1" lang="en-US" altLang="zh-CN" sz="2400" b="1" i="1">
                    <a:latin typeface="Times New Roman" panose="02020603050405020304" pitchFamily="18" charset="0"/>
                  </a:rPr>
                  <a:t>X</a:t>
                </a:r>
                <a:endParaRPr kumimoji="1" lang="en-US" altLang="zh-CN" sz="2400" b="1">
                  <a:latin typeface="Times New Roman" panose="02020603050405020304" pitchFamily="18" charset="0"/>
                </a:endParaRPr>
              </a:p>
            </p:txBody>
          </p:sp>
        </p:grpSp>
        <p:sp>
          <p:nvSpPr>
            <p:cNvPr id="40" name="Text Box 42"/>
            <p:cNvSpPr txBox="1">
              <a:spLocks noChangeArrowheads="1"/>
            </p:cNvSpPr>
            <p:nvPr/>
          </p:nvSpPr>
          <p:spPr bwMode="auto">
            <a:xfrm>
              <a:off x="2318" y="1162"/>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Times New Roman" panose="02020603050405020304" pitchFamily="18" charset="0"/>
                </a:rPr>
                <a:t>+</a:t>
              </a:r>
              <a:endParaRPr kumimoji="1" lang="en-US" altLang="zh-CN" sz="2400" b="1">
                <a:latin typeface="Times New Roman" panose="02020603050405020304" pitchFamily="18" charset="0"/>
              </a:endParaRPr>
            </a:p>
          </p:txBody>
        </p:sp>
        <p:sp>
          <p:nvSpPr>
            <p:cNvPr id="41" name="Text Box 43"/>
            <p:cNvSpPr txBox="1">
              <a:spLocks noChangeArrowheads="1"/>
            </p:cNvSpPr>
            <p:nvPr/>
          </p:nvSpPr>
          <p:spPr bwMode="auto">
            <a:xfrm>
              <a:off x="2326" y="1717"/>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黑体" panose="02010609060101010101" pitchFamily="49" charset="-122"/>
                </a:rPr>
                <a:t>-</a:t>
              </a:r>
              <a:endParaRPr kumimoji="1" lang="en-US" altLang="zh-CN" sz="2400" b="1">
                <a:latin typeface="Times New Roman" panose="02020603050405020304" pitchFamily="18" charset="0"/>
              </a:endParaRPr>
            </a:p>
          </p:txBody>
        </p:sp>
        <p:sp>
          <p:nvSpPr>
            <p:cNvPr id="42" name="Text Box 44"/>
            <p:cNvSpPr txBox="1">
              <a:spLocks noChangeArrowheads="1"/>
            </p:cNvSpPr>
            <p:nvPr/>
          </p:nvSpPr>
          <p:spPr bwMode="auto">
            <a:xfrm>
              <a:off x="2398" y="1445"/>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400" b="1">
                <a:latin typeface="Times New Roman" panose="02020603050405020304" pitchFamily="18" charset="0"/>
              </a:endParaRPr>
            </a:p>
          </p:txBody>
        </p:sp>
        <p:sp>
          <p:nvSpPr>
            <p:cNvPr id="43" name="Text Box 45"/>
            <p:cNvSpPr txBox="1">
              <a:spLocks noChangeArrowheads="1"/>
            </p:cNvSpPr>
            <p:nvPr/>
          </p:nvSpPr>
          <p:spPr bwMode="auto">
            <a:xfrm>
              <a:off x="2358" y="1477"/>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400" b="1">
                <a:latin typeface="Times New Roman" panose="02020603050405020304" pitchFamily="18" charset="0"/>
              </a:endParaRPr>
            </a:p>
          </p:txBody>
        </p:sp>
        <p:graphicFrame>
          <p:nvGraphicFramePr>
            <p:cNvPr id="44" name="Object 46"/>
            <p:cNvGraphicFramePr>
              <a:graphicFrameLocks noChangeAspect="1"/>
            </p:cNvGraphicFramePr>
            <p:nvPr/>
          </p:nvGraphicFramePr>
          <p:xfrm>
            <a:off x="2356" y="1504"/>
            <a:ext cx="159" cy="196"/>
          </p:xfrm>
          <a:graphic>
            <a:graphicData uri="http://schemas.openxmlformats.org/presentationml/2006/ole">
              <mc:AlternateContent xmlns:mc="http://schemas.openxmlformats.org/markup-compatibility/2006">
                <mc:Choice xmlns:v="urn:schemas-microsoft-com:vml" Requires="v">
                  <p:oleObj name="公式" r:id="rId8" imgW="164880" imgH="203040" progId="Equation.3">
                    <p:embed/>
                  </p:oleObj>
                </mc:Choice>
                <mc:Fallback>
                  <p:oleObj name="公式" r:id="rId8" imgW="164880" imgH="203040" progId="Equation.3">
                    <p:embed/>
                    <p:pic>
                      <p:nvPicPr>
                        <p:cNvPr id="44"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6" y="1504"/>
                          <a:ext cx="159"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47"/>
            <p:cNvGraphicFramePr>
              <a:graphicFrameLocks noChangeAspect="1"/>
            </p:cNvGraphicFramePr>
            <p:nvPr/>
          </p:nvGraphicFramePr>
          <p:xfrm>
            <a:off x="2710" y="1037"/>
            <a:ext cx="122" cy="185"/>
          </p:xfrm>
          <a:graphic>
            <a:graphicData uri="http://schemas.openxmlformats.org/presentationml/2006/ole">
              <mc:AlternateContent xmlns:mc="http://schemas.openxmlformats.org/markup-compatibility/2006">
                <mc:Choice xmlns:v="urn:schemas-microsoft-com:vml" Requires="v">
                  <p:oleObj name="公式" r:id="rId10" imgW="126720" imgH="190440" progId="Equation.3">
                    <p:embed/>
                  </p:oleObj>
                </mc:Choice>
                <mc:Fallback>
                  <p:oleObj name="公式" r:id="rId10" imgW="126720" imgH="190440" progId="Equation.3">
                    <p:embed/>
                    <p:pic>
                      <p:nvPicPr>
                        <p:cNvPr id="45" name="Object 4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10" y="1037"/>
                          <a:ext cx="122"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Line 48"/>
            <p:cNvSpPr>
              <a:spLocks noChangeShapeType="1"/>
            </p:cNvSpPr>
            <p:nvPr/>
          </p:nvSpPr>
          <p:spPr bwMode="auto">
            <a:xfrm>
              <a:off x="2672" y="1296"/>
              <a:ext cx="152" cy="0"/>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56" name="Object 49"/>
          <p:cNvGraphicFramePr>
            <a:graphicFrameLocks noChangeAspect="1"/>
          </p:cNvGraphicFramePr>
          <p:nvPr/>
        </p:nvGraphicFramePr>
        <p:xfrm>
          <a:off x="1464469" y="4466539"/>
          <a:ext cx="4044950" cy="482600"/>
        </p:xfrm>
        <a:graphic>
          <a:graphicData uri="http://schemas.openxmlformats.org/presentationml/2006/ole">
            <mc:AlternateContent xmlns:mc="http://schemas.openxmlformats.org/markup-compatibility/2006">
              <mc:Choice xmlns:v="urn:schemas-microsoft-com:vml" Requires="v">
                <p:oleObj name="公式" r:id="rId12" imgW="2095200" imgH="241200" progId="Equation.3">
                  <p:embed/>
                </p:oleObj>
              </mc:Choice>
              <mc:Fallback>
                <p:oleObj name="公式" r:id="rId12" imgW="2095200" imgH="241200" progId="Equation.3">
                  <p:embed/>
                  <p:pic>
                    <p:nvPicPr>
                      <p:cNvPr id="56" name="Object 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64469" y="4466539"/>
                        <a:ext cx="404495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Text Box 51"/>
          <p:cNvSpPr txBox="1">
            <a:spLocks noChangeArrowheads="1"/>
          </p:cNvSpPr>
          <p:nvPr/>
        </p:nvSpPr>
        <p:spPr bwMode="auto">
          <a:xfrm>
            <a:off x="4481513" y="3109613"/>
            <a:ext cx="3916362"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1714500" indent="-1714500" algn="l">
              <a:spcBef>
                <a:spcPct val="0"/>
              </a:spcBef>
              <a:defRPr>
                <a:solidFill>
                  <a:schemeClr val="tx1"/>
                </a:solidFill>
                <a:latin typeface="Arial" panose="020B0604020202020204" pitchFamily="34" charset="0"/>
                <a:ea typeface="宋体" panose="02010600030101010101" pitchFamily="2" charset="-122"/>
              </a:defRPr>
            </a:lvl1pPr>
            <a:lvl2pPr marL="1905000" algn="l">
              <a:spcBef>
                <a:spcPct val="0"/>
              </a:spcBef>
              <a:defRPr>
                <a:solidFill>
                  <a:schemeClr val="tx1"/>
                </a:solidFill>
                <a:latin typeface="Arial" panose="020B0604020202020204" pitchFamily="34" charset="0"/>
                <a:ea typeface="宋体" panose="02010600030101010101" pitchFamily="2" charset="-122"/>
              </a:defRPr>
            </a:lvl2pPr>
            <a:lvl3pPr marL="2095500" algn="l">
              <a:spcBef>
                <a:spcPct val="0"/>
              </a:spcBef>
              <a:defRPr>
                <a:solidFill>
                  <a:schemeClr val="tx1"/>
                </a:solidFill>
                <a:latin typeface="Arial" panose="020B0604020202020204" pitchFamily="34" charset="0"/>
                <a:ea typeface="宋体" panose="02010600030101010101" pitchFamily="2" charset="-122"/>
              </a:defRPr>
            </a:lvl3pPr>
            <a:lvl4pPr marL="2286000" algn="l">
              <a:spcBef>
                <a:spcPct val="0"/>
              </a:spcBef>
              <a:defRPr>
                <a:solidFill>
                  <a:schemeClr val="tx1"/>
                </a:solidFill>
                <a:latin typeface="Arial" panose="020B0604020202020204" pitchFamily="34" charset="0"/>
                <a:ea typeface="宋体" panose="02010600030101010101" pitchFamily="2" charset="-122"/>
              </a:defRPr>
            </a:lvl4pPr>
            <a:lvl5pPr marL="2476500" algn="l">
              <a:spcBef>
                <a:spcPct val="0"/>
              </a:spcBef>
              <a:defRPr>
                <a:solidFill>
                  <a:schemeClr val="tx1"/>
                </a:solidFill>
                <a:latin typeface="Arial" panose="020B0604020202020204" pitchFamily="34" charset="0"/>
                <a:ea typeface="宋体" panose="02010600030101010101" pitchFamily="2" charset="-122"/>
              </a:defRPr>
            </a:lvl5pPr>
            <a:lvl6pPr marL="29337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390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8481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3053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spcBef>
                <a:spcPct val="50000"/>
              </a:spcBef>
            </a:pPr>
            <a:r>
              <a:rPr kumimoji="1" lang="en-US" altLang="zh-CN" sz="2400" b="1" i="1" dirty="0">
                <a:latin typeface="Times New Roman" panose="02020603050405020304" pitchFamily="18" charset="0"/>
                <a:sym typeface="Symbol" panose="05050102010706020507" pitchFamily="18" charset="2"/>
              </a:rPr>
              <a:t> </a:t>
            </a:r>
            <a:r>
              <a:rPr kumimoji="1" lang="en-US" altLang="zh-CN" sz="2400" b="1" dirty="0">
                <a:latin typeface="Times New Roman" panose="02020603050405020304" pitchFamily="18" charset="0"/>
                <a:sym typeface="Symbol" panose="05050102010706020507" pitchFamily="18" charset="2"/>
              </a:rPr>
              <a:t>=</a:t>
            </a:r>
            <a:r>
              <a:rPr kumimoji="1" lang="en-US" altLang="zh-CN" sz="2400" b="1" i="1" dirty="0">
                <a:solidFill>
                  <a:srgbClr val="FF0000"/>
                </a:solidFill>
                <a:latin typeface="Times New Roman" panose="02020603050405020304" pitchFamily="18" charset="0"/>
                <a:sym typeface="Symbol" panose="05050102010706020507" pitchFamily="18" charset="2"/>
              </a:rPr>
              <a:t></a:t>
            </a:r>
            <a:r>
              <a:rPr kumimoji="1" lang="en-US" altLang="zh-CN" sz="2400" b="1" i="1" baseline="-25000" dirty="0">
                <a:solidFill>
                  <a:srgbClr val="FF0000"/>
                </a:solidFill>
                <a:latin typeface="Times New Roman" panose="02020603050405020304" pitchFamily="18" charset="0"/>
                <a:sym typeface="Symbol" panose="05050102010706020507" pitchFamily="18" charset="2"/>
              </a:rPr>
              <a:t>u</a:t>
            </a:r>
            <a:r>
              <a:rPr kumimoji="1" lang="en-US" altLang="zh-CN" sz="2400" b="1" i="1" dirty="0">
                <a:solidFill>
                  <a:srgbClr val="FF0000"/>
                </a:solidFill>
                <a:latin typeface="宋体" panose="02010600030101010101" pitchFamily="2" charset="-122"/>
                <a:sym typeface="Symbol" panose="05050102010706020507" pitchFamily="18" charset="2"/>
              </a:rPr>
              <a:t>-</a:t>
            </a:r>
            <a:r>
              <a:rPr kumimoji="1" lang="en-US" altLang="zh-CN" sz="2400" b="1" i="1" dirty="0">
                <a:solidFill>
                  <a:srgbClr val="FF0000"/>
                </a:solidFill>
                <a:latin typeface="Times New Roman" panose="02020603050405020304" pitchFamily="18" charset="0"/>
                <a:sym typeface="Symbol" panose="05050102010706020507" pitchFamily="18" charset="2"/>
              </a:rPr>
              <a:t></a:t>
            </a:r>
            <a:r>
              <a:rPr kumimoji="1" lang="en-US" altLang="zh-CN" sz="2400" b="1" i="1" baseline="-25000" dirty="0" err="1">
                <a:solidFill>
                  <a:srgbClr val="FF0000"/>
                </a:solidFill>
                <a:latin typeface="Times New Roman" panose="02020603050405020304" pitchFamily="18" charset="0"/>
                <a:sym typeface="Symbol" panose="05050102010706020507" pitchFamily="18" charset="2"/>
              </a:rPr>
              <a:t>i</a:t>
            </a:r>
            <a:r>
              <a:rPr kumimoji="1" lang="zh-CN" altLang="en-US" sz="2400" b="1" dirty="0">
                <a:latin typeface="Times New Roman" panose="02020603050405020304" pitchFamily="18" charset="0"/>
                <a:sym typeface="Symbol" panose="05050102010706020507" pitchFamily="18" charset="2"/>
              </a:rPr>
              <a:t>：</a:t>
            </a:r>
            <a:r>
              <a:rPr kumimoji="1" lang="zh-CN" altLang="zh-CN" sz="2400" b="1" dirty="0">
                <a:solidFill>
                  <a:srgbClr val="FF0000"/>
                </a:solidFill>
                <a:latin typeface="Times New Roman" panose="02020603050405020304" pitchFamily="18" charset="0"/>
                <a:sym typeface="Symbol" panose="05050102010706020507" pitchFamily="18" charset="2"/>
              </a:rPr>
              <a:t>功率因数角</a:t>
            </a:r>
            <a:r>
              <a:rPr kumimoji="1" lang="zh-CN" altLang="zh-CN" sz="2400" b="1" dirty="0">
                <a:latin typeface="Times New Roman" panose="02020603050405020304" pitchFamily="18" charset="0"/>
                <a:sym typeface="Symbol" panose="05050102010706020507" pitchFamily="18" charset="2"/>
              </a:rPr>
              <a:t>。</a:t>
            </a:r>
            <a:endParaRPr kumimoji="1" lang="zh-CN" altLang="en-US" sz="2400" b="1" baseline="30000" dirty="0">
              <a:latin typeface="Times New Roman" panose="02020603050405020304" pitchFamily="18" charset="0"/>
              <a:sym typeface="Symbol" panose="05050102010706020507" pitchFamily="18" charset="2"/>
            </a:endParaRPr>
          </a:p>
        </p:txBody>
      </p:sp>
      <p:sp>
        <p:nvSpPr>
          <p:cNvPr id="58" name="Rectangle 52"/>
          <p:cNvSpPr>
            <a:spLocks noChangeArrowheads="1"/>
          </p:cNvSpPr>
          <p:nvPr/>
        </p:nvSpPr>
        <p:spPr bwMode="auto">
          <a:xfrm>
            <a:off x="4445478" y="3678805"/>
            <a:ext cx="378186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zh-CN" sz="2400" b="1" dirty="0">
                <a:latin typeface="Times New Roman" panose="02020603050405020304" pitchFamily="18" charset="0"/>
              </a:rPr>
              <a:t>单位 : </a:t>
            </a:r>
            <a:r>
              <a:rPr kumimoji="1" lang="en-US" altLang="zh-CN" sz="2400" b="1" dirty="0">
                <a:solidFill>
                  <a:srgbClr val="FF0000"/>
                </a:solidFill>
                <a:latin typeface="Times New Roman" panose="02020603050405020304" pitchFamily="18" charset="0"/>
              </a:rPr>
              <a:t>var</a:t>
            </a:r>
            <a:r>
              <a:rPr kumimoji="1" lang="zh-CN" altLang="zh-CN" sz="2400" b="1" dirty="0">
                <a:latin typeface="Times New Roman" panose="02020603050405020304" pitchFamily="18" charset="0"/>
              </a:rPr>
              <a:t> (</a:t>
            </a:r>
            <a:r>
              <a:rPr kumimoji="1" lang="en-US" altLang="zh-CN" sz="2400" b="1" dirty="0">
                <a:latin typeface="Times New Roman" panose="02020603050405020304" pitchFamily="18" charset="0"/>
              </a:rPr>
              <a:t>voltage-ampere </a:t>
            </a:r>
          </a:p>
          <a:p>
            <a:pPr algn="l">
              <a:spcBef>
                <a:spcPct val="0"/>
              </a:spcBef>
            </a:pPr>
            <a:r>
              <a:rPr kumimoji="1" lang="en-US" altLang="zh-CN" sz="2400" b="1" dirty="0">
                <a:latin typeface="Times New Roman" panose="02020603050405020304" pitchFamily="18" charset="0"/>
              </a:rPr>
              <a:t>reactive</a:t>
            </a:r>
            <a:r>
              <a:rPr kumimoji="1" lang="zh-CN" altLang="en-US" sz="2400" b="1" dirty="0">
                <a:latin typeface="Times New Roman" panose="02020603050405020304" pitchFamily="18" charset="0"/>
              </a:rPr>
              <a:t>，</a:t>
            </a:r>
            <a:r>
              <a:rPr kumimoji="1" lang="zh-CN" altLang="zh-CN" sz="2400" b="1" dirty="0">
                <a:latin typeface="Times New Roman" panose="02020603050405020304" pitchFamily="18" charset="0"/>
              </a:rPr>
              <a:t>乏</a:t>
            </a:r>
            <a:r>
              <a:rPr kumimoji="1" lang="en-US" altLang="zh-CN" sz="2400" b="1" dirty="0">
                <a:latin typeface="Times New Roman" panose="02020603050405020304" pitchFamily="18" charset="0"/>
              </a:rPr>
              <a:t>)</a:t>
            </a:r>
          </a:p>
        </p:txBody>
      </p:sp>
      <p:sp>
        <p:nvSpPr>
          <p:cNvPr id="59" name="Rectangle 53"/>
          <p:cNvSpPr>
            <a:spLocks noChangeArrowheads="1"/>
          </p:cNvSpPr>
          <p:nvPr/>
        </p:nvSpPr>
        <p:spPr bwMode="auto">
          <a:xfrm>
            <a:off x="1733550" y="58437"/>
            <a:ext cx="2951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reactive power</a:t>
            </a:r>
            <a:r>
              <a:rPr kumimoji="1" lang="en-US" altLang="zh-CN" sz="2400" b="1" dirty="0">
                <a:solidFill>
                  <a:srgbClr val="FF0000"/>
                </a:solidFill>
                <a:latin typeface="Times New Roman" panose="02020603050405020304" pitchFamily="18" charset="0"/>
              </a:rPr>
              <a:t>) </a:t>
            </a:r>
            <a:r>
              <a:rPr kumimoji="1" lang="en-US" altLang="zh-CN" sz="2400" b="1" i="1" dirty="0">
                <a:solidFill>
                  <a:srgbClr val="FF0000"/>
                </a:solidFill>
                <a:latin typeface="Times New Roman" panose="02020603050405020304" pitchFamily="18" charset="0"/>
              </a:rPr>
              <a:t>Q</a:t>
            </a:r>
          </a:p>
        </p:txBody>
      </p:sp>
    </p:spTree>
    <p:extLst>
      <p:ext uri="{BB962C8B-B14F-4D97-AF65-F5344CB8AC3E}">
        <p14:creationId xmlns:p14="http://schemas.microsoft.com/office/powerpoint/2010/main" val="14074622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1+#ppt_w/2"/>
                                          </p:val>
                                        </p:tav>
                                        <p:tav tm="100000">
                                          <p:val>
                                            <p:strVal val="#ppt_x"/>
                                          </p:val>
                                        </p:tav>
                                      </p:tavLst>
                                    </p:anim>
                                    <p:anim calcmode="lin" valueType="num">
                                      <p:cBhvr additive="base">
                                        <p:cTn id="8" dur="500" fill="hold"/>
                                        <p:tgtEl>
                                          <p:spTgt spid="5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9"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0-#ppt_w/2"/>
                                          </p:val>
                                        </p:tav>
                                        <p:tav tm="100000">
                                          <p:val>
                                            <p:strVal val="#ppt_x"/>
                                          </p:val>
                                        </p:tav>
                                      </p:tavLst>
                                    </p:anim>
                                    <p:anim calcmode="lin" valueType="num">
                                      <p:cBhvr additive="base">
                                        <p:cTn id="1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ox(in)">
                                      <p:cBhvr>
                                        <p:cTn id="23" dur="500"/>
                                        <p:tgtEl>
                                          <p:spTgt spid="23"/>
                                        </p:tgtEl>
                                      </p:cBhvr>
                                    </p:animEffect>
                                  </p:childTnLst>
                                </p:cTn>
                              </p:par>
                            </p:childTnLst>
                          </p:cTn>
                        </p:par>
                        <p:par>
                          <p:cTn id="24" fill="hold">
                            <p:stCondLst>
                              <p:cond delay="500"/>
                            </p:stCondLst>
                            <p:childTnLst>
                              <p:par>
                                <p:cTn id="25" presetID="18" presetClass="entr" presetSubtype="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strips(downRigh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slide(fromTop)">
                                      <p:cBhvr>
                                        <p:cTn id="32" dur="500"/>
                                        <p:tgtEl>
                                          <p:spTgt spid="57"/>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additive="base">
                                        <p:cTn id="37" dur="500" fill="hold"/>
                                        <p:tgtEl>
                                          <p:spTgt spid="58"/>
                                        </p:tgtEl>
                                        <p:attrNameLst>
                                          <p:attrName>ppt_x</p:attrName>
                                        </p:attrNameLst>
                                      </p:cBhvr>
                                      <p:tavLst>
                                        <p:tav tm="0">
                                          <p:val>
                                            <p:strVal val="1+#ppt_w/2"/>
                                          </p:val>
                                        </p:tav>
                                        <p:tav tm="100000">
                                          <p:val>
                                            <p:strVal val="#ppt_x"/>
                                          </p:val>
                                        </p:tav>
                                      </p:tavLst>
                                    </p:anim>
                                    <p:anim calcmode="lin" valueType="num">
                                      <p:cBhvr additive="base">
                                        <p:cTn id="38"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box(in)">
                                      <p:cBhvr>
                                        <p:cTn id="43" dur="500"/>
                                        <p:tgtEl>
                                          <p:spTgt spid="38"/>
                                        </p:tgtEl>
                                      </p:cBhvr>
                                    </p:animEffect>
                                  </p:childTnLst>
                                </p:cTn>
                              </p:par>
                              <p:par>
                                <p:cTn id="44" presetID="4" presetClass="entr" presetSubtype="16" fill="hold"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box(in)">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8" fill="hold" nodeType="click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p:cTn id="51" dur="500" fill="hold"/>
                                        <p:tgtEl>
                                          <p:spTgt spid="56"/>
                                        </p:tgtEl>
                                        <p:attrNameLst>
                                          <p:attrName>ppt_x</p:attrName>
                                        </p:attrNameLst>
                                      </p:cBhvr>
                                      <p:tavLst>
                                        <p:tav tm="0">
                                          <p:val>
                                            <p:strVal val="#ppt_x-#ppt_w/2"/>
                                          </p:val>
                                        </p:tav>
                                        <p:tav tm="100000">
                                          <p:val>
                                            <p:strVal val="#ppt_x"/>
                                          </p:val>
                                        </p:tav>
                                      </p:tavLst>
                                    </p:anim>
                                    <p:anim calcmode="lin" valueType="num">
                                      <p:cBhvr>
                                        <p:cTn id="52" dur="500" fill="hold"/>
                                        <p:tgtEl>
                                          <p:spTgt spid="56"/>
                                        </p:tgtEl>
                                        <p:attrNameLst>
                                          <p:attrName>ppt_y</p:attrName>
                                        </p:attrNameLst>
                                      </p:cBhvr>
                                      <p:tavLst>
                                        <p:tav tm="0">
                                          <p:val>
                                            <p:strVal val="#ppt_y"/>
                                          </p:val>
                                        </p:tav>
                                        <p:tav tm="100000">
                                          <p:val>
                                            <p:strVal val="#ppt_y"/>
                                          </p:val>
                                        </p:tav>
                                      </p:tavLst>
                                    </p:anim>
                                    <p:anim calcmode="lin" valueType="num">
                                      <p:cBhvr>
                                        <p:cTn id="53" dur="500" fill="hold"/>
                                        <p:tgtEl>
                                          <p:spTgt spid="56"/>
                                        </p:tgtEl>
                                        <p:attrNameLst>
                                          <p:attrName>ppt_w</p:attrName>
                                        </p:attrNameLst>
                                      </p:cBhvr>
                                      <p:tavLst>
                                        <p:tav tm="0">
                                          <p:val>
                                            <p:fltVal val="0"/>
                                          </p:val>
                                        </p:tav>
                                        <p:tav tm="100000">
                                          <p:val>
                                            <p:strVal val="#ppt_w"/>
                                          </p:val>
                                        </p:tav>
                                      </p:tavLst>
                                    </p:anim>
                                    <p:anim calcmode="lin" valueType="num">
                                      <p:cBhvr>
                                        <p:cTn id="54" dur="500" fill="hold"/>
                                        <p:tgtEl>
                                          <p:spTgt spid="56"/>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2" presetClass="entr" presetSubtype="4" fill="hold" grpId="0" nodeType="clickEffect">
                                  <p:stCondLst>
                                    <p:cond delay="0"/>
                                  </p:stCondLst>
                                  <p:childTnLst>
                                    <p:set>
                                      <p:cBhvr>
                                        <p:cTn id="58" dur="1" fill="hold">
                                          <p:stCondLst>
                                            <p:cond delay="0"/>
                                          </p:stCondLst>
                                        </p:cTn>
                                        <p:tgtEl>
                                          <p:spTgt spid="29703"/>
                                        </p:tgtEl>
                                        <p:attrNameLst>
                                          <p:attrName>style.visibility</p:attrName>
                                        </p:attrNameLst>
                                      </p:cBhvr>
                                      <p:to>
                                        <p:strVal val="visible"/>
                                      </p:to>
                                    </p:set>
                                    <p:animEffect transition="in" filter="slide(fromBottom)">
                                      <p:cBhvr>
                                        <p:cTn id="59" dur="1000"/>
                                        <p:tgtEl>
                                          <p:spTgt spid="2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utoUpdateAnimBg="0"/>
      <p:bldP spid="9" grpId="0"/>
      <p:bldP spid="10" grpId="0" autoUpdateAnimBg="0"/>
      <p:bldP spid="57" grpId="0" autoUpdateAnimBg="0"/>
      <p:bldP spid="58" grpId="0" autoUpdateAnimBg="0"/>
      <p:bldP spid="59"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988967" y="2522448"/>
            <a:ext cx="5688012" cy="519113"/>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kumimoji="1" lang="zh-CN" altLang="en-US" sz="2800" dirty="0">
                <a:solidFill>
                  <a:schemeClr val="bg1"/>
                </a:solidFill>
                <a:latin typeface="Times New Roman" panose="02020603050405020304" pitchFamily="18" charset="0"/>
              </a:rPr>
              <a:t>有功，无功，视在功率的关系：</a:t>
            </a:r>
          </a:p>
        </p:txBody>
      </p:sp>
      <p:sp>
        <p:nvSpPr>
          <p:cNvPr id="73731" name="Text Box 3"/>
          <p:cNvSpPr txBox="1">
            <a:spLocks noChangeArrowheads="1"/>
          </p:cNvSpPr>
          <p:nvPr/>
        </p:nvSpPr>
        <p:spPr bwMode="auto">
          <a:xfrm>
            <a:off x="1127079" y="3269694"/>
            <a:ext cx="6991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nchor="ctr">
            <a:spAutoFit/>
          </a:bodyPr>
          <a:lstStyle/>
          <a:p>
            <a:r>
              <a:rPr kumimoji="1" lang="zh-CN" altLang="en-US" sz="2800" dirty="0"/>
              <a:t>有功功率</a:t>
            </a:r>
            <a:r>
              <a:rPr kumimoji="1" lang="en-US" altLang="zh-CN" sz="2800" dirty="0"/>
              <a:t>:  	 </a:t>
            </a:r>
            <a:r>
              <a:rPr kumimoji="1" lang="en-US" altLang="zh-CN" sz="2800" b="0" i="1" dirty="0">
                <a:latin typeface="Times New Roman" panose="02020603050405020304" pitchFamily="18" charset="0"/>
              </a:rPr>
              <a:t>P</a:t>
            </a:r>
            <a:r>
              <a:rPr kumimoji="1" lang="en-US" altLang="zh-CN" sz="2800" b="0" dirty="0">
                <a:latin typeface="Times New Roman" panose="02020603050405020304" pitchFamily="18" charset="0"/>
              </a:rPr>
              <a:t>=</a:t>
            </a:r>
            <a:r>
              <a:rPr kumimoji="1" lang="en-US" altLang="zh-CN" sz="2800" b="0" i="1" dirty="0" err="1">
                <a:latin typeface="Times New Roman" panose="02020603050405020304" pitchFamily="18" charset="0"/>
              </a:rPr>
              <a:t>UI</a:t>
            </a:r>
            <a:r>
              <a:rPr kumimoji="1" lang="en-US" altLang="zh-CN" sz="2800" b="0" dirty="0" err="1">
                <a:latin typeface="Times New Roman" panose="02020603050405020304" pitchFamily="18" charset="0"/>
              </a:rPr>
              <a:t>cos</a:t>
            </a:r>
            <a:r>
              <a:rPr kumimoji="1" lang="en-US" altLang="zh-CN" sz="2800" b="0" i="1" dirty="0">
                <a:latin typeface="Times New Roman" panose="02020603050405020304" pitchFamily="18" charset="0"/>
                <a:sym typeface="Symbol" panose="05050102010706020507" pitchFamily="18" charset="2"/>
              </a:rPr>
              <a:t></a:t>
            </a:r>
            <a:r>
              <a:rPr kumimoji="1" lang="en-US" altLang="zh-CN" sz="2800" i="1" dirty="0"/>
              <a:t>    </a:t>
            </a:r>
            <a:r>
              <a:rPr kumimoji="1" lang="zh-CN" altLang="en-US" sz="2800" dirty="0"/>
              <a:t>单位：</a:t>
            </a:r>
            <a:r>
              <a:rPr kumimoji="1" lang="en-US" altLang="zh-CN" sz="2800" b="0" dirty="0">
                <a:latin typeface="Times New Roman" panose="02020603050405020304" pitchFamily="18" charset="0"/>
              </a:rPr>
              <a:t>W</a:t>
            </a:r>
          </a:p>
        </p:txBody>
      </p:sp>
      <p:sp>
        <p:nvSpPr>
          <p:cNvPr id="73732" name="Text Box 4"/>
          <p:cNvSpPr txBox="1">
            <a:spLocks noChangeArrowheads="1"/>
          </p:cNvSpPr>
          <p:nvPr/>
        </p:nvSpPr>
        <p:spPr bwMode="auto">
          <a:xfrm>
            <a:off x="1061992" y="3845957"/>
            <a:ext cx="72009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nchor="ctr">
            <a:spAutoFit/>
          </a:bodyPr>
          <a:lstStyle/>
          <a:p>
            <a:r>
              <a:rPr kumimoji="1" lang="zh-CN" altLang="en-US" sz="2800" dirty="0"/>
              <a:t>无功功率</a:t>
            </a:r>
            <a:r>
              <a:rPr kumimoji="1" lang="en-US" altLang="zh-CN" sz="2800" dirty="0">
                <a:latin typeface="仿宋_GB2312" pitchFamily="49" charset="-122"/>
                <a:ea typeface="仿宋_GB2312" pitchFamily="49" charset="-122"/>
              </a:rPr>
              <a:t>:</a:t>
            </a:r>
            <a:r>
              <a:rPr kumimoji="1" lang="en-US" altLang="zh-CN" sz="2800" dirty="0">
                <a:latin typeface="Times New Roman" panose="02020603050405020304" pitchFamily="18" charset="0"/>
                <a:ea typeface="宋体" panose="02010600030101010101" pitchFamily="2" charset="-122"/>
              </a:rPr>
              <a:t>    </a:t>
            </a:r>
            <a:r>
              <a:rPr kumimoji="1" lang="en-US" altLang="zh-CN" sz="2800" b="0" i="1" dirty="0">
                <a:latin typeface="Times New Roman" panose="02020603050405020304" pitchFamily="18" charset="0"/>
                <a:ea typeface="宋体" panose="02010600030101010101" pitchFamily="2" charset="-122"/>
              </a:rPr>
              <a:t>Q</a:t>
            </a:r>
            <a:r>
              <a:rPr kumimoji="1" lang="en-US" altLang="zh-CN" sz="2800" b="0" dirty="0">
                <a:latin typeface="Times New Roman" panose="02020603050405020304" pitchFamily="18" charset="0"/>
                <a:ea typeface="宋体" panose="02010600030101010101" pitchFamily="2" charset="-122"/>
              </a:rPr>
              <a:t>=</a:t>
            </a:r>
            <a:r>
              <a:rPr kumimoji="1" lang="en-US" altLang="zh-CN" sz="2800" b="0" i="1" dirty="0" err="1">
                <a:latin typeface="Times New Roman" panose="02020603050405020304" pitchFamily="18" charset="0"/>
                <a:ea typeface="宋体" panose="02010600030101010101" pitchFamily="2" charset="-122"/>
              </a:rPr>
              <a:t>UI</a:t>
            </a:r>
            <a:r>
              <a:rPr kumimoji="1" lang="en-US" altLang="zh-CN" sz="2800" b="0" dirty="0" err="1">
                <a:latin typeface="Times New Roman" panose="02020603050405020304" pitchFamily="18" charset="0"/>
                <a:ea typeface="宋体" panose="02010600030101010101" pitchFamily="2" charset="-122"/>
              </a:rPr>
              <a:t>sin</a:t>
            </a:r>
            <a:r>
              <a:rPr kumimoji="1" lang="en-US" altLang="zh-CN" sz="2800" b="0" i="1" dirty="0" err="1">
                <a:latin typeface="Symbol" panose="05050102010706020507" pitchFamily="18" charset="2"/>
                <a:ea typeface="宋体" panose="02010600030101010101" pitchFamily="2" charset="-122"/>
              </a:rPr>
              <a:t>j</a:t>
            </a:r>
            <a:r>
              <a:rPr kumimoji="1" lang="en-US" altLang="zh-CN" sz="2800" b="0" i="1" dirty="0">
                <a:latin typeface="Symbol" panose="05050102010706020507" pitchFamily="18" charset="2"/>
                <a:ea typeface="宋体" panose="02010600030101010101" pitchFamily="2" charset="-122"/>
              </a:rPr>
              <a:t>   </a:t>
            </a:r>
            <a:r>
              <a:rPr kumimoji="1" lang="en-US" altLang="zh-CN" sz="2800" i="1" dirty="0">
                <a:latin typeface="Symbol" panose="05050102010706020507" pitchFamily="18" charset="2"/>
                <a:ea typeface="宋体" panose="02010600030101010101" pitchFamily="2" charset="-122"/>
              </a:rPr>
              <a:t> </a:t>
            </a:r>
            <a:r>
              <a:rPr kumimoji="1" lang="zh-CN" altLang="en-US" sz="2800" dirty="0">
                <a:latin typeface="Symbol" panose="05050102010706020507" pitchFamily="18" charset="2"/>
              </a:rPr>
              <a:t>单位</a:t>
            </a:r>
            <a:r>
              <a:rPr kumimoji="1" lang="zh-CN" altLang="en-US" sz="2800" dirty="0">
                <a:latin typeface="Symbol" panose="05050102010706020507" pitchFamily="18" charset="2"/>
                <a:ea typeface="宋体" panose="02010600030101010101" pitchFamily="2" charset="-122"/>
              </a:rPr>
              <a:t>：</a:t>
            </a:r>
            <a:r>
              <a:rPr kumimoji="1" lang="en-US" altLang="zh-CN" sz="2800" b="0" dirty="0" err="1">
                <a:latin typeface="Times New Roman" panose="02020603050405020304" pitchFamily="18" charset="0"/>
                <a:ea typeface="宋体" panose="02010600030101010101" pitchFamily="2" charset="-122"/>
              </a:rPr>
              <a:t>var</a:t>
            </a:r>
            <a:endParaRPr kumimoji="1" lang="en-US" altLang="zh-CN" sz="2800" b="0" dirty="0">
              <a:latin typeface="Times New Roman" panose="02020603050405020304" pitchFamily="18" charset="0"/>
              <a:ea typeface="宋体" panose="02010600030101010101" pitchFamily="2" charset="-122"/>
            </a:endParaRPr>
          </a:p>
        </p:txBody>
      </p:sp>
      <p:sp>
        <p:nvSpPr>
          <p:cNvPr id="73733" name="Text Box 5"/>
          <p:cNvSpPr txBox="1">
            <a:spLocks noChangeArrowheads="1"/>
          </p:cNvSpPr>
          <p:nvPr/>
        </p:nvSpPr>
        <p:spPr bwMode="auto">
          <a:xfrm>
            <a:off x="1061992" y="4493657"/>
            <a:ext cx="75596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34000" rIns="234000" anchor="ctr">
            <a:spAutoFit/>
          </a:bodyPr>
          <a:lstStyle/>
          <a:p>
            <a:r>
              <a:rPr kumimoji="1" lang="zh-CN" altLang="en-US" sz="2800" dirty="0"/>
              <a:t>视在功率</a:t>
            </a:r>
            <a:r>
              <a:rPr kumimoji="1" lang="en-US" altLang="zh-CN" sz="2800" dirty="0">
                <a:latin typeface="仿宋_GB2312" pitchFamily="49" charset="-122"/>
                <a:ea typeface="仿宋_GB2312" pitchFamily="49" charset="-122"/>
              </a:rPr>
              <a:t>:</a:t>
            </a:r>
            <a:r>
              <a:rPr kumimoji="1" lang="en-US" altLang="zh-CN" sz="2800" dirty="0">
                <a:latin typeface="Times New Roman" panose="02020603050405020304" pitchFamily="18" charset="0"/>
                <a:ea typeface="宋体" panose="02010600030101010101" pitchFamily="2" charset="-122"/>
              </a:rPr>
              <a:t>    </a:t>
            </a:r>
            <a:r>
              <a:rPr kumimoji="1" lang="en-US" altLang="zh-CN" sz="2800" b="0" i="1" dirty="0">
                <a:latin typeface="Times New Roman" panose="02020603050405020304" pitchFamily="18" charset="0"/>
                <a:ea typeface="宋体" panose="02010600030101010101" pitchFamily="2" charset="-122"/>
              </a:rPr>
              <a:t>S</a:t>
            </a:r>
            <a:r>
              <a:rPr kumimoji="1" lang="en-US" altLang="zh-CN" sz="2800" b="0" dirty="0">
                <a:latin typeface="Times New Roman" panose="02020603050405020304" pitchFamily="18" charset="0"/>
                <a:ea typeface="宋体" panose="02010600030101010101" pitchFamily="2" charset="-122"/>
              </a:rPr>
              <a:t>=</a:t>
            </a:r>
            <a:r>
              <a:rPr kumimoji="1" lang="en-US" altLang="zh-CN" sz="2800" b="0" i="1" dirty="0">
                <a:latin typeface="Times New Roman" panose="02020603050405020304" pitchFamily="18" charset="0"/>
                <a:ea typeface="宋体" panose="02010600030101010101" pitchFamily="2" charset="-122"/>
              </a:rPr>
              <a:t>UI</a:t>
            </a:r>
            <a:r>
              <a:rPr kumimoji="1" lang="en-US" altLang="zh-CN" sz="2800" b="0" i="1" dirty="0">
                <a:latin typeface="Symbol" panose="05050102010706020507" pitchFamily="18" charset="2"/>
                <a:ea typeface="宋体" panose="02010600030101010101" pitchFamily="2" charset="-122"/>
              </a:rPr>
              <a:t>  </a:t>
            </a:r>
            <a:r>
              <a:rPr kumimoji="1" lang="en-US" altLang="zh-CN" sz="2800" i="1" dirty="0">
                <a:latin typeface="Symbol" panose="05050102010706020507" pitchFamily="18" charset="2"/>
                <a:ea typeface="宋体" panose="02010600030101010101" pitchFamily="2" charset="-122"/>
              </a:rPr>
              <a:t>           </a:t>
            </a:r>
            <a:r>
              <a:rPr kumimoji="1" lang="zh-CN" altLang="en-US" sz="2800" dirty="0"/>
              <a:t>单位</a:t>
            </a:r>
            <a:r>
              <a:rPr kumimoji="1" lang="zh-CN" altLang="en-US" sz="2800" b="0" dirty="0">
                <a:latin typeface="Times New Roman" panose="02020603050405020304" pitchFamily="18" charset="0"/>
              </a:rPr>
              <a:t>：</a:t>
            </a:r>
            <a:r>
              <a:rPr kumimoji="1" lang="en-US" altLang="zh-CN" sz="2800" b="0" dirty="0">
                <a:latin typeface="Times New Roman" panose="02020603050405020304" pitchFamily="18" charset="0"/>
              </a:rPr>
              <a:t>VA</a:t>
            </a:r>
          </a:p>
        </p:txBody>
      </p:sp>
      <p:graphicFrame>
        <p:nvGraphicFramePr>
          <p:cNvPr id="73734" name="Object 6"/>
          <p:cNvGraphicFramePr>
            <a:graphicFrameLocks noChangeAspect="1"/>
          </p:cNvGraphicFramePr>
          <p:nvPr/>
        </p:nvGraphicFramePr>
        <p:xfrm>
          <a:off x="890345" y="5311816"/>
          <a:ext cx="3224212" cy="981075"/>
        </p:xfrm>
        <a:graphic>
          <a:graphicData uri="http://schemas.openxmlformats.org/presentationml/2006/ole">
            <mc:AlternateContent xmlns:mc="http://schemas.openxmlformats.org/markup-compatibility/2006">
              <mc:Choice xmlns:v="urn:schemas-microsoft-com:vml" Requires="v">
                <p:oleObj name="公式" r:id="rId2" imgW="1002960" imgH="304560" progId="Equation.3">
                  <p:embed/>
                </p:oleObj>
              </mc:Choice>
              <mc:Fallback>
                <p:oleObj name="公式" r:id="rId2" imgW="1002960" imgH="304560" progId="Equation.3">
                  <p:embed/>
                  <p:pic>
                    <p:nvPicPr>
                      <p:cNvPr id="7373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345" y="5311816"/>
                        <a:ext cx="3224212" cy="981075"/>
                      </a:xfrm>
                      <a:prstGeom prst="rect">
                        <a:avLst/>
                      </a:prstGeom>
                      <a:gradFill rotWithShape="1">
                        <a:gsLst>
                          <a:gs pos="0">
                            <a:srgbClr val="FFCCFF"/>
                          </a:gs>
                          <a:gs pos="50000">
                            <a:schemeClr val="bg1"/>
                          </a:gs>
                          <a:gs pos="100000">
                            <a:srgbClr val="FFCC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3735" name="Group 7"/>
          <p:cNvGrpSpPr>
            <a:grpSpLocks/>
          </p:cNvGrpSpPr>
          <p:nvPr/>
        </p:nvGrpSpPr>
        <p:grpSpPr bwMode="auto">
          <a:xfrm>
            <a:off x="4838084" y="5242079"/>
            <a:ext cx="1570037" cy="1565275"/>
            <a:chOff x="768" y="2304"/>
            <a:chExt cx="849" cy="806"/>
          </a:xfrm>
        </p:grpSpPr>
        <p:sp>
          <p:nvSpPr>
            <p:cNvPr id="73736" name="Line 8"/>
            <p:cNvSpPr>
              <a:spLocks noChangeShapeType="1"/>
            </p:cNvSpPr>
            <p:nvPr/>
          </p:nvSpPr>
          <p:spPr bwMode="auto">
            <a:xfrm flipH="1">
              <a:off x="768" y="2304"/>
              <a:ext cx="624" cy="528"/>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3737" name="Line 9"/>
            <p:cNvSpPr>
              <a:spLocks noChangeShapeType="1"/>
            </p:cNvSpPr>
            <p:nvPr/>
          </p:nvSpPr>
          <p:spPr bwMode="auto">
            <a:xfrm>
              <a:off x="1392" y="2304"/>
              <a:ext cx="0" cy="528"/>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3738" name="Line 10"/>
            <p:cNvSpPr>
              <a:spLocks noChangeShapeType="1"/>
            </p:cNvSpPr>
            <p:nvPr/>
          </p:nvSpPr>
          <p:spPr bwMode="auto">
            <a:xfrm>
              <a:off x="768" y="2832"/>
              <a:ext cx="624"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3739" name="Freeform 11"/>
            <p:cNvSpPr>
              <a:spLocks/>
            </p:cNvSpPr>
            <p:nvPr/>
          </p:nvSpPr>
          <p:spPr bwMode="auto">
            <a:xfrm>
              <a:off x="876" y="2736"/>
              <a:ext cx="60" cy="96"/>
            </a:xfrm>
            <a:custGeom>
              <a:avLst/>
              <a:gdLst>
                <a:gd name="T0" fmla="*/ 0 w 60"/>
                <a:gd name="T1" fmla="*/ 0 h 96"/>
                <a:gd name="T2" fmla="*/ 60 w 60"/>
                <a:gd name="T3" fmla="*/ 96 h 96"/>
              </a:gdLst>
              <a:ahLst/>
              <a:cxnLst>
                <a:cxn ang="0">
                  <a:pos x="T0" y="T1"/>
                </a:cxn>
                <a:cxn ang="0">
                  <a:pos x="T2" y="T3"/>
                </a:cxn>
              </a:cxnLst>
              <a:rect l="0" t="0" r="r" b="b"/>
              <a:pathLst>
                <a:path w="60" h="96">
                  <a:moveTo>
                    <a:pt x="0" y="0"/>
                  </a:moveTo>
                  <a:cubicBezTo>
                    <a:pt x="53" y="18"/>
                    <a:pt x="60" y="35"/>
                    <a:pt x="60" y="96"/>
                  </a:cubicBezTo>
                </a:path>
              </a:pathLst>
            </a:custGeom>
            <a:noFill/>
            <a:ln w="38100" cap="flat" cmpd="sng">
              <a:solidFill>
                <a:srgbClr val="66FF3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3740" name="Text Box 12"/>
            <p:cNvSpPr txBox="1">
              <a:spLocks noChangeArrowheads="1"/>
            </p:cNvSpPr>
            <p:nvPr/>
          </p:nvSpPr>
          <p:spPr bwMode="auto">
            <a:xfrm>
              <a:off x="921" y="2555"/>
              <a:ext cx="215"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Symbol" panose="05050102010706020507" pitchFamily="18" charset="2"/>
                  <a:ea typeface="宋体" panose="02010600030101010101" pitchFamily="2" charset="-122"/>
                </a:rPr>
                <a:t>j</a:t>
              </a:r>
              <a:endParaRPr kumimoji="1" lang="en-US" altLang="zh-CN" sz="2800" b="0" i="1">
                <a:latin typeface="Times New Roman" panose="02020603050405020304" pitchFamily="18" charset="0"/>
                <a:ea typeface="宋体" panose="02010600030101010101" pitchFamily="2" charset="-122"/>
              </a:endParaRPr>
            </a:p>
          </p:txBody>
        </p:sp>
        <p:sp>
          <p:nvSpPr>
            <p:cNvPr id="73741" name="Text Box 13"/>
            <p:cNvSpPr txBox="1">
              <a:spLocks noChangeArrowheads="1"/>
            </p:cNvSpPr>
            <p:nvPr/>
          </p:nvSpPr>
          <p:spPr bwMode="auto">
            <a:xfrm>
              <a:off x="862" y="2363"/>
              <a:ext cx="196"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S</a:t>
              </a:r>
            </a:p>
          </p:txBody>
        </p:sp>
        <p:sp>
          <p:nvSpPr>
            <p:cNvPr id="73742" name="Text Box 14"/>
            <p:cNvSpPr txBox="1">
              <a:spLocks noChangeArrowheads="1"/>
            </p:cNvSpPr>
            <p:nvPr/>
          </p:nvSpPr>
          <p:spPr bwMode="auto">
            <a:xfrm>
              <a:off x="1036" y="2843"/>
              <a:ext cx="25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r>
                <a:rPr kumimoji="1" lang="en-US" altLang="zh-CN" sz="2800" b="0" i="1">
                  <a:latin typeface="Times New Roman" panose="02020603050405020304" pitchFamily="18" charset="0"/>
                  <a:ea typeface="宋体" panose="02010600030101010101" pitchFamily="2" charset="-122"/>
                </a:rPr>
                <a:t>P</a:t>
              </a:r>
            </a:p>
          </p:txBody>
        </p:sp>
        <p:sp>
          <p:nvSpPr>
            <p:cNvPr id="73743" name="Text Box 15"/>
            <p:cNvSpPr txBox="1">
              <a:spLocks noChangeArrowheads="1"/>
            </p:cNvSpPr>
            <p:nvPr/>
          </p:nvSpPr>
          <p:spPr bwMode="auto">
            <a:xfrm>
              <a:off x="1379" y="2459"/>
              <a:ext cx="238"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Q</a:t>
              </a:r>
            </a:p>
          </p:txBody>
        </p:sp>
      </p:grpSp>
      <p:sp>
        <p:nvSpPr>
          <p:cNvPr id="73781" name="Text Box 53"/>
          <p:cNvSpPr txBox="1">
            <a:spLocks noChangeArrowheads="1"/>
          </p:cNvSpPr>
          <p:nvPr/>
        </p:nvSpPr>
        <p:spPr bwMode="auto">
          <a:xfrm>
            <a:off x="6782771" y="5386541"/>
            <a:ext cx="1970088" cy="519113"/>
          </a:xfrm>
          <a:prstGeom prst="rect">
            <a:avLst/>
          </a:prstGeom>
          <a:solidFill>
            <a:srgbClr val="6600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kumimoji="1" lang="zh-CN" altLang="en-US" sz="2800" dirty="0">
                <a:solidFill>
                  <a:schemeClr val="bg1"/>
                </a:solidFill>
                <a:latin typeface="Times New Roman" panose="02020603050405020304" pitchFamily="18" charset="0"/>
              </a:rPr>
              <a:t>功率三角形</a:t>
            </a:r>
          </a:p>
        </p:txBody>
      </p:sp>
      <p:sp>
        <p:nvSpPr>
          <p:cNvPr id="17" name="Text Box 2"/>
          <p:cNvSpPr txBox="1">
            <a:spLocks noChangeArrowheads="1"/>
          </p:cNvSpPr>
          <p:nvPr/>
        </p:nvSpPr>
        <p:spPr bwMode="auto">
          <a:xfrm>
            <a:off x="550576" y="323613"/>
            <a:ext cx="2371561" cy="52322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98000" rIns="198000" anchor="ctr">
            <a:spAutoFit/>
          </a:bodyPr>
          <a:lstStyle/>
          <a:p>
            <a:pPr algn="ctr"/>
            <a:r>
              <a:rPr kumimoji="1" lang="en-US" altLang="zh-CN" sz="2800" dirty="0"/>
              <a:t>4. </a:t>
            </a:r>
            <a:r>
              <a:rPr kumimoji="1" lang="zh-CN" altLang="en-US" sz="2800" dirty="0"/>
              <a:t>视在功率</a:t>
            </a:r>
            <a:r>
              <a:rPr kumimoji="1" lang="en-US" altLang="zh-CN" sz="2800" b="0" i="1" dirty="0">
                <a:latin typeface="Times New Roman" panose="02020603050405020304" pitchFamily="18" charset="0"/>
              </a:rPr>
              <a:t>S</a:t>
            </a:r>
            <a:endParaRPr kumimoji="1" lang="en-US" altLang="zh-CN" sz="2800" b="0" dirty="0">
              <a:latin typeface="Times New Roman" panose="02020603050405020304" pitchFamily="18" charset="0"/>
            </a:endParaRPr>
          </a:p>
        </p:txBody>
      </p:sp>
      <p:graphicFrame>
        <p:nvGraphicFramePr>
          <p:cNvPr id="18" name="Object 8"/>
          <p:cNvGraphicFramePr>
            <a:graphicFrameLocks noChangeAspect="1"/>
          </p:cNvGraphicFramePr>
          <p:nvPr/>
        </p:nvGraphicFramePr>
        <p:xfrm>
          <a:off x="1530229" y="1135755"/>
          <a:ext cx="5545138" cy="889000"/>
        </p:xfrm>
        <a:graphic>
          <a:graphicData uri="http://schemas.openxmlformats.org/presentationml/2006/ole">
            <mc:AlternateContent xmlns:mc="http://schemas.openxmlformats.org/markup-compatibility/2006">
              <mc:Choice xmlns:v="urn:schemas-microsoft-com:vml" Requires="v">
                <p:oleObj name="公式" r:id="rId4" imgW="2133360" imgH="330120" progId="Equation.3">
                  <p:embed/>
                </p:oleObj>
              </mc:Choice>
              <mc:Fallback>
                <p:oleObj name="公式" r:id="rId4" imgW="2133360" imgH="330120" progId="Equation.3">
                  <p:embed/>
                  <p:pic>
                    <p:nvPicPr>
                      <p:cNvPr id="1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0229" y="1135755"/>
                        <a:ext cx="5545138" cy="889000"/>
                      </a:xfrm>
                      <a:prstGeom prst="rect">
                        <a:avLst/>
                      </a:prstGeom>
                      <a:gradFill rotWithShape="1">
                        <a:gsLst>
                          <a:gs pos="0">
                            <a:srgbClr val="FFCC99"/>
                          </a:gs>
                          <a:gs pos="50000">
                            <a:schemeClr val="bg1"/>
                          </a:gs>
                          <a:gs pos="100000">
                            <a:srgbClr val="FFCC99"/>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AutoShape 22"/>
          <p:cNvSpPr>
            <a:spLocks noChangeArrowheads="1"/>
          </p:cNvSpPr>
          <p:nvPr/>
        </p:nvSpPr>
        <p:spPr bwMode="auto">
          <a:xfrm>
            <a:off x="4554417" y="199130"/>
            <a:ext cx="3241675" cy="574675"/>
          </a:xfrm>
          <a:prstGeom prst="wedgeRoundRectCallout">
            <a:avLst>
              <a:gd name="adj1" fmla="val -99509"/>
              <a:gd name="adj2" fmla="val 148343"/>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800" dirty="0"/>
              <a:t>电气设备的容量</a:t>
            </a:r>
          </a:p>
        </p:txBody>
      </p:sp>
    </p:spTree>
    <p:extLst>
      <p:ext uri="{BB962C8B-B14F-4D97-AF65-F5344CB8AC3E}">
        <p14:creationId xmlns:p14="http://schemas.microsoft.com/office/powerpoint/2010/main" val="1862622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dissolve">
                                      <p:cBhvr>
                                        <p:cTn id="13" dur="500"/>
                                        <p:tgtEl>
                                          <p:spTgt spid="18"/>
                                        </p:tgtEl>
                                      </p:cBhvr>
                                    </p:animEffect>
                                  </p:childTnLst>
                                </p:cTn>
                              </p:par>
                            </p:childTnLst>
                          </p:cTn>
                        </p:par>
                        <p:par>
                          <p:cTn id="14" fill="hold">
                            <p:stCondLst>
                              <p:cond delay="500"/>
                            </p:stCondLst>
                            <p:childTnLst>
                              <p:par>
                                <p:cTn id="15" presetID="2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edge">
                                      <p:cBhvr>
                                        <p:cTn id="17" dur="1000"/>
                                        <p:tgtEl>
                                          <p:spTgt spid="19"/>
                                        </p:tgtEl>
                                      </p:cBhvr>
                                    </p:animEffect>
                                  </p:childTnLst>
                                </p:cTn>
                              </p:par>
                              <p:par>
                                <p:cTn id="18" presetID="15" presetClass="entr" presetSubtype="0" fill="hold" grpId="0" nodeType="withEffect">
                                  <p:stCondLst>
                                    <p:cond delay="0"/>
                                  </p:stCondLst>
                                  <p:childTnLst>
                                    <p:set>
                                      <p:cBhvr>
                                        <p:cTn id="19" dur="1" fill="hold">
                                          <p:stCondLst>
                                            <p:cond delay="0"/>
                                          </p:stCondLst>
                                        </p:cTn>
                                        <p:tgtEl>
                                          <p:spTgt spid="73730"/>
                                        </p:tgtEl>
                                        <p:attrNameLst>
                                          <p:attrName>style.visibility</p:attrName>
                                        </p:attrNameLst>
                                      </p:cBhvr>
                                      <p:to>
                                        <p:strVal val="visible"/>
                                      </p:to>
                                    </p:set>
                                    <p:anim calcmode="lin" valueType="num">
                                      <p:cBhvr>
                                        <p:cTn id="20" dur="1000" fill="hold"/>
                                        <p:tgtEl>
                                          <p:spTgt spid="73730"/>
                                        </p:tgtEl>
                                        <p:attrNameLst>
                                          <p:attrName>ppt_w</p:attrName>
                                        </p:attrNameLst>
                                      </p:cBhvr>
                                      <p:tavLst>
                                        <p:tav tm="0">
                                          <p:val>
                                            <p:fltVal val="0"/>
                                          </p:val>
                                        </p:tav>
                                        <p:tav tm="100000">
                                          <p:val>
                                            <p:strVal val="#ppt_w"/>
                                          </p:val>
                                        </p:tav>
                                      </p:tavLst>
                                    </p:anim>
                                    <p:anim calcmode="lin" valueType="num">
                                      <p:cBhvr>
                                        <p:cTn id="21" dur="1000" fill="hold"/>
                                        <p:tgtEl>
                                          <p:spTgt spid="73730"/>
                                        </p:tgtEl>
                                        <p:attrNameLst>
                                          <p:attrName>ppt_h</p:attrName>
                                        </p:attrNameLst>
                                      </p:cBhvr>
                                      <p:tavLst>
                                        <p:tav tm="0">
                                          <p:val>
                                            <p:fltVal val="0"/>
                                          </p:val>
                                        </p:tav>
                                        <p:tav tm="100000">
                                          <p:val>
                                            <p:strVal val="#ppt_h"/>
                                          </p:val>
                                        </p:tav>
                                      </p:tavLst>
                                    </p:anim>
                                    <p:anim calcmode="lin" valueType="num">
                                      <p:cBhvr>
                                        <p:cTn id="22" dur="1000" fill="hold"/>
                                        <p:tgtEl>
                                          <p:spTgt spid="73730"/>
                                        </p:tgtEl>
                                        <p:attrNameLst>
                                          <p:attrName>ppt_x</p:attrName>
                                        </p:attrNameLst>
                                      </p:cBhvr>
                                      <p:tavLst>
                                        <p:tav tm="0" fmla="#ppt_x+(cos(-2*pi*(1-$))*-#ppt_x-sin(-2*pi*(1-$))*(1-#ppt_y))*(1-$)">
                                          <p:val>
                                            <p:fltVal val="0"/>
                                          </p:val>
                                        </p:tav>
                                        <p:tav tm="100000">
                                          <p:val>
                                            <p:fltVal val="1"/>
                                          </p:val>
                                        </p:tav>
                                      </p:tavLst>
                                    </p:anim>
                                    <p:anim calcmode="lin" valueType="num">
                                      <p:cBhvr>
                                        <p:cTn id="23" dur="1000" fill="hold"/>
                                        <p:tgtEl>
                                          <p:spTgt spid="7373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73731"/>
                                        </p:tgtEl>
                                        <p:attrNameLst>
                                          <p:attrName>style.visibility</p:attrName>
                                        </p:attrNameLst>
                                      </p:cBhvr>
                                      <p:to>
                                        <p:strVal val="visible"/>
                                      </p:to>
                                    </p:set>
                                    <p:animEffect transition="in" filter="slide(fromBottom)">
                                      <p:cBhvr>
                                        <p:cTn id="28" dur="500"/>
                                        <p:tgtEl>
                                          <p:spTgt spid="7373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73732"/>
                                        </p:tgtEl>
                                        <p:attrNameLst>
                                          <p:attrName>style.visibility</p:attrName>
                                        </p:attrNameLst>
                                      </p:cBhvr>
                                      <p:to>
                                        <p:strVal val="visible"/>
                                      </p:to>
                                    </p:set>
                                    <p:animEffect transition="in" filter="slide(fromBottom)">
                                      <p:cBhvr>
                                        <p:cTn id="33" dur="500"/>
                                        <p:tgtEl>
                                          <p:spTgt spid="7373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73733"/>
                                        </p:tgtEl>
                                        <p:attrNameLst>
                                          <p:attrName>style.visibility</p:attrName>
                                        </p:attrNameLst>
                                      </p:cBhvr>
                                      <p:to>
                                        <p:strVal val="visible"/>
                                      </p:to>
                                    </p:set>
                                    <p:animEffect transition="in" filter="slide(fromBottom)">
                                      <p:cBhvr>
                                        <p:cTn id="38" dur="500"/>
                                        <p:tgtEl>
                                          <p:spTgt spid="7373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nodeType="clickEffect">
                                  <p:stCondLst>
                                    <p:cond delay="0"/>
                                  </p:stCondLst>
                                  <p:childTnLst>
                                    <p:set>
                                      <p:cBhvr>
                                        <p:cTn id="42" dur="1" fill="hold">
                                          <p:stCondLst>
                                            <p:cond delay="0"/>
                                          </p:stCondLst>
                                        </p:cTn>
                                        <p:tgtEl>
                                          <p:spTgt spid="73734"/>
                                        </p:tgtEl>
                                        <p:attrNameLst>
                                          <p:attrName>style.visibility</p:attrName>
                                        </p:attrNameLst>
                                      </p:cBhvr>
                                      <p:to>
                                        <p:strVal val="visible"/>
                                      </p:to>
                                    </p:set>
                                    <p:animEffect transition="in" filter="slide(fromBottom)">
                                      <p:cBhvr>
                                        <p:cTn id="43" dur="500"/>
                                        <p:tgtEl>
                                          <p:spTgt spid="7373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272" fill="hold" nodeType="clickEffect">
                                  <p:stCondLst>
                                    <p:cond delay="0"/>
                                  </p:stCondLst>
                                  <p:childTnLst>
                                    <p:set>
                                      <p:cBhvr>
                                        <p:cTn id="47" dur="1" fill="hold">
                                          <p:stCondLst>
                                            <p:cond delay="0"/>
                                          </p:stCondLst>
                                        </p:cTn>
                                        <p:tgtEl>
                                          <p:spTgt spid="73735"/>
                                        </p:tgtEl>
                                        <p:attrNameLst>
                                          <p:attrName>style.visibility</p:attrName>
                                        </p:attrNameLst>
                                      </p:cBhvr>
                                      <p:to>
                                        <p:strVal val="visible"/>
                                      </p:to>
                                    </p:set>
                                    <p:anim calcmode="lin" valueType="num">
                                      <p:cBhvr>
                                        <p:cTn id="48" dur="500" fill="hold"/>
                                        <p:tgtEl>
                                          <p:spTgt spid="73735"/>
                                        </p:tgtEl>
                                        <p:attrNameLst>
                                          <p:attrName>ppt_w</p:attrName>
                                        </p:attrNameLst>
                                      </p:cBhvr>
                                      <p:tavLst>
                                        <p:tav tm="0">
                                          <p:val>
                                            <p:strVal val="2/3*#ppt_w"/>
                                          </p:val>
                                        </p:tav>
                                        <p:tav tm="100000">
                                          <p:val>
                                            <p:strVal val="#ppt_w"/>
                                          </p:val>
                                        </p:tav>
                                      </p:tavLst>
                                    </p:anim>
                                    <p:anim calcmode="lin" valueType="num">
                                      <p:cBhvr>
                                        <p:cTn id="49" dur="500" fill="hold"/>
                                        <p:tgtEl>
                                          <p:spTgt spid="73735"/>
                                        </p:tgtEl>
                                        <p:attrNameLst>
                                          <p:attrName>ppt_h</p:attrName>
                                        </p:attrNameLst>
                                      </p:cBhvr>
                                      <p:tavLst>
                                        <p:tav tm="0">
                                          <p:val>
                                            <p:strVal val="2/3*#ppt_h"/>
                                          </p:val>
                                        </p:tav>
                                        <p:tav tm="100000">
                                          <p:val>
                                            <p:strVal val="#ppt_h"/>
                                          </p:val>
                                        </p:tav>
                                      </p:tavLst>
                                    </p:anim>
                                  </p:childTnLst>
                                </p:cTn>
                              </p:par>
                            </p:childTnLst>
                          </p:cTn>
                        </p:par>
                        <p:par>
                          <p:cTn id="50" fill="hold" nodeType="afterGroup">
                            <p:stCondLst>
                              <p:cond delay="500"/>
                            </p:stCondLst>
                            <p:childTnLst>
                              <p:par>
                                <p:cTn id="51" presetID="23" presetClass="entr" presetSubtype="272" fill="hold" grpId="0" nodeType="afterEffect">
                                  <p:stCondLst>
                                    <p:cond delay="0"/>
                                  </p:stCondLst>
                                  <p:childTnLst>
                                    <p:set>
                                      <p:cBhvr>
                                        <p:cTn id="52" dur="1" fill="hold">
                                          <p:stCondLst>
                                            <p:cond delay="0"/>
                                          </p:stCondLst>
                                        </p:cTn>
                                        <p:tgtEl>
                                          <p:spTgt spid="73781"/>
                                        </p:tgtEl>
                                        <p:attrNameLst>
                                          <p:attrName>style.visibility</p:attrName>
                                        </p:attrNameLst>
                                      </p:cBhvr>
                                      <p:to>
                                        <p:strVal val="visible"/>
                                      </p:to>
                                    </p:set>
                                    <p:anim calcmode="lin" valueType="num">
                                      <p:cBhvr>
                                        <p:cTn id="53" dur="500" fill="hold"/>
                                        <p:tgtEl>
                                          <p:spTgt spid="73781"/>
                                        </p:tgtEl>
                                        <p:attrNameLst>
                                          <p:attrName>ppt_w</p:attrName>
                                        </p:attrNameLst>
                                      </p:cBhvr>
                                      <p:tavLst>
                                        <p:tav tm="0">
                                          <p:val>
                                            <p:strVal val="2/3*#ppt_w"/>
                                          </p:val>
                                        </p:tav>
                                        <p:tav tm="100000">
                                          <p:val>
                                            <p:strVal val="#ppt_w"/>
                                          </p:val>
                                        </p:tav>
                                      </p:tavLst>
                                    </p:anim>
                                    <p:anim calcmode="lin" valueType="num">
                                      <p:cBhvr>
                                        <p:cTn id="54" dur="500" fill="hold"/>
                                        <p:tgtEl>
                                          <p:spTgt spid="73781"/>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nimBg="1" autoUpdateAnimBg="0"/>
      <p:bldP spid="73731" grpId="0" autoUpdateAnimBg="0"/>
      <p:bldP spid="73732" grpId="0" autoUpdateAnimBg="0"/>
      <p:bldP spid="73733" grpId="0" autoUpdateAnimBg="0"/>
      <p:bldP spid="73781" grpId="0" animBg="1" autoUpdateAnimBg="0"/>
      <p:bldP spid="17" grpId="0"/>
      <p:bldP spid="19"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4386" y="252556"/>
            <a:ext cx="4189544" cy="523220"/>
          </a:xfrm>
          <a:prstGeom prst="rect">
            <a:avLst/>
          </a:prstGeom>
          <a:noFill/>
        </p:spPr>
        <p:txBody>
          <a:bodyPr wrap="square">
            <a:spAutoFit/>
          </a:bodyPr>
          <a:lstStyle/>
          <a:p>
            <a:r>
              <a:rPr lang="zh-CN" altLang="en-US" sz="2800" b="1" dirty="0">
                <a:latin typeface="Times New Roman" panose="02020603050405020304" pitchFamily="18" charset="0"/>
                <a:ea typeface="楷体" panose="02010609060101010101" charset="-122"/>
              </a:rPr>
              <a:t>正弦稳态电路的功率分析</a:t>
            </a:r>
            <a:endParaRPr lang="zh-CN" altLang="en-US" sz="2800" dirty="0"/>
          </a:p>
        </p:txBody>
      </p:sp>
      <p:grpSp>
        <p:nvGrpSpPr>
          <p:cNvPr id="21" name="组合 20"/>
          <p:cNvGrpSpPr/>
          <p:nvPr/>
        </p:nvGrpSpPr>
        <p:grpSpPr>
          <a:xfrm>
            <a:off x="348558" y="819542"/>
            <a:ext cx="6511046" cy="461665"/>
            <a:chOff x="310684" y="1696072"/>
            <a:chExt cx="6511046" cy="461665"/>
          </a:xfrm>
        </p:grpSpPr>
        <p:sp>
          <p:nvSpPr>
            <p:cNvPr id="5" name="文本框 4"/>
            <p:cNvSpPr txBox="1"/>
            <p:nvPr/>
          </p:nvSpPr>
          <p:spPr>
            <a:xfrm>
              <a:off x="310684" y="1696072"/>
              <a:ext cx="6511046" cy="461665"/>
            </a:xfrm>
            <a:prstGeom prst="rect">
              <a:avLst/>
            </a:prstGeom>
            <a:noFill/>
          </p:spPr>
          <p:txBody>
            <a:bodyPr wrap="square">
              <a:spAutoFit/>
            </a:bodyPr>
            <a:lstStyle/>
            <a:p>
              <a:pPr marL="342900" indent="-342900">
                <a:buFont typeface="Wingdings" panose="05000000000000000000" pitchFamily="2" charset="2"/>
                <a:buChar char="Ø"/>
              </a:pPr>
              <a:r>
                <a:rPr kumimoji="1" lang="zh-CN" altLang="en-US" sz="2400" b="1" dirty="0">
                  <a:latin typeface="Times New Roman" panose="02020603050405020304" pitchFamily="18" charset="0"/>
                  <a:ea typeface="楷体" panose="02010609060101010101" charset="-122"/>
                </a:rPr>
                <a:t>有功功率：                                单位：</a:t>
              </a:r>
              <a:r>
                <a:rPr kumimoji="1" lang="en-US" altLang="zh-CN" sz="2400" b="1" dirty="0">
                  <a:latin typeface="Times New Roman" panose="02020603050405020304" pitchFamily="18" charset="0"/>
                  <a:ea typeface="楷体" panose="02010609060101010101" charset="-122"/>
                </a:rPr>
                <a:t>[W]</a:t>
              </a:r>
              <a:endParaRPr lang="zh-CN" altLang="en-US" sz="2400" dirty="0"/>
            </a:p>
          </p:txBody>
        </p:sp>
        <p:graphicFrame>
          <p:nvGraphicFramePr>
            <p:cNvPr id="7" name="对象 6"/>
            <p:cNvGraphicFramePr>
              <a:graphicFrameLocks noChangeAspect="1"/>
            </p:cNvGraphicFramePr>
            <p:nvPr/>
          </p:nvGraphicFramePr>
          <p:xfrm>
            <a:off x="2280547" y="1765429"/>
            <a:ext cx="1651000" cy="355600"/>
          </p:xfrm>
          <a:graphic>
            <a:graphicData uri="http://schemas.openxmlformats.org/presentationml/2006/ole">
              <mc:AlternateContent xmlns:mc="http://schemas.openxmlformats.org/markup-compatibility/2006">
                <mc:Choice xmlns:v="urn:schemas-microsoft-com:vml" Requires="v">
                  <p:oleObj name="Equation" r:id="rId3" imgW="39624000" imgH="8534400" progId="Equation.DSMT4">
                    <p:embed/>
                  </p:oleObj>
                </mc:Choice>
                <mc:Fallback>
                  <p:oleObj name="Equation" r:id="rId3" imgW="39624000" imgH="8534400" progId="Equation.DSMT4">
                    <p:embed/>
                    <p:pic>
                      <p:nvPicPr>
                        <p:cNvPr id="0" name="对象 10"/>
                        <p:cNvPicPr/>
                        <p:nvPr/>
                      </p:nvPicPr>
                      <p:blipFill>
                        <a:blip r:embed="rId4"/>
                        <a:stretch>
                          <a:fillRect/>
                        </a:stretch>
                      </p:blipFill>
                      <p:spPr>
                        <a:xfrm>
                          <a:off x="2280547" y="1765429"/>
                          <a:ext cx="1651000" cy="355600"/>
                        </a:xfrm>
                        <a:prstGeom prst="rect">
                          <a:avLst/>
                        </a:prstGeom>
                      </p:spPr>
                    </p:pic>
                  </p:oleObj>
                </mc:Fallback>
              </mc:AlternateContent>
            </a:graphicData>
          </a:graphic>
        </p:graphicFrame>
      </p:grpSp>
      <p:grpSp>
        <p:nvGrpSpPr>
          <p:cNvPr id="22" name="组合 21"/>
          <p:cNvGrpSpPr/>
          <p:nvPr/>
        </p:nvGrpSpPr>
        <p:grpSpPr>
          <a:xfrm>
            <a:off x="348558" y="1396582"/>
            <a:ext cx="8392251" cy="461665"/>
            <a:chOff x="315880" y="2341573"/>
            <a:chExt cx="8392251" cy="461665"/>
          </a:xfrm>
        </p:grpSpPr>
        <p:sp>
          <p:nvSpPr>
            <p:cNvPr id="11" name="文本框 10"/>
            <p:cNvSpPr txBox="1"/>
            <p:nvPr/>
          </p:nvSpPr>
          <p:spPr>
            <a:xfrm>
              <a:off x="315880" y="2341573"/>
              <a:ext cx="8392251" cy="461665"/>
            </a:xfrm>
            <a:prstGeom prst="rect">
              <a:avLst/>
            </a:prstGeom>
            <a:noFill/>
          </p:spPr>
          <p:txBody>
            <a:bodyPr wrap="square">
              <a:spAutoFit/>
            </a:bodyPr>
            <a:lstStyle/>
            <a:p>
              <a:pPr marL="342900" indent="-342900">
                <a:buFont typeface="Wingdings" panose="05000000000000000000" pitchFamily="2" charset="2"/>
                <a:buChar char="Ø"/>
              </a:pPr>
              <a:r>
                <a:rPr kumimoji="1" lang="zh-CN" altLang="en-US" sz="2400" b="1" dirty="0">
                  <a:latin typeface="Times New Roman" panose="02020603050405020304" pitchFamily="18" charset="0"/>
                  <a:ea typeface="楷体" panose="02010609060101010101" charset="-122"/>
                </a:rPr>
                <a:t>无功功率：                                单位：</a:t>
              </a:r>
              <a:r>
                <a:rPr kumimoji="1" lang="en-US" altLang="zh-CN" sz="2400" b="1" dirty="0">
                  <a:latin typeface="Times New Roman" panose="02020603050405020304" pitchFamily="18" charset="0"/>
                  <a:ea typeface="楷体" panose="02010609060101010101" charset="-122"/>
                </a:rPr>
                <a:t>[var]</a:t>
              </a:r>
              <a:endParaRPr lang="zh-CN" altLang="en-US" sz="2400" dirty="0"/>
            </a:p>
          </p:txBody>
        </p:sp>
        <p:graphicFrame>
          <p:nvGraphicFramePr>
            <p:cNvPr id="12" name="对象 11"/>
            <p:cNvGraphicFramePr>
              <a:graphicFrameLocks noChangeAspect="1"/>
            </p:cNvGraphicFramePr>
            <p:nvPr/>
          </p:nvGraphicFramePr>
          <p:xfrm>
            <a:off x="2285743" y="2405232"/>
            <a:ext cx="1625600" cy="368300"/>
          </p:xfrm>
          <a:graphic>
            <a:graphicData uri="http://schemas.openxmlformats.org/presentationml/2006/ole">
              <mc:AlternateContent xmlns:mc="http://schemas.openxmlformats.org/markup-compatibility/2006">
                <mc:Choice xmlns:v="urn:schemas-microsoft-com:vml" Requires="v">
                  <p:oleObj name="Equation" r:id="rId5" imgW="39014400" imgH="8839200" progId="Equation.DSMT4">
                    <p:embed/>
                  </p:oleObj>
                </mc:Choice>
                <mc:Fallback>
                  <p:oleObj name="Equation" r:id="rId5" imgW="39014400" imgH="8839200" progId="Equation.DSMT4">
                    <p:embed/>
                    <p:pic>
                      <p:nvPicPr>
                        <p:cNvPr id="0" name="对象 16"/>
                        <p:cNvPicPr/>
                        <p:nvPr/>
                      </p:nvPicPr>
                      <p:blipFill>
                        <a:blip r:embed="rId6"/>
                        <a:stretch>
                          <a:fillRect/>
                        </a:stretch>
                      </p:blipFill>
                      <p:spPr>
                        <a:xfrm>
                          <a:off x="2285743" y="2405232"/>
                          <a:ext cx="1625600" cy="368300"/>
                        </a:xfrm>
                        <a:prstGeom prst="rect">
                          <a:avLst/>
                        </a:prstGeom>
                      </p:spPr>
                    </p:pic>
                  </p:oleObj>
                </mc:Fallback>
              </mc:AlternateContent>
            </a:graphicData>
          </a:graphic>
        </p:graphicFrame>
      </p:grpSp>
      <p:grpSp>
        <p:nvGrpSpPr>
          <p:cNvPr id="23" name="组合 22"/>
          <p:cNvGrpSpPr/>
          <p:nvPr/>
        </p:nvGrpSpPr>
        <p:grpSpPr>
          <a:xfrm>
            <a:off x="348558" y="1974011"/>
            <a:ext cx="7429155" cy="461665"/>
            <a:chOff x="310684" y="2850541"/>
            <a:chExt cx="7429155" cy="461665"/>
          </a:xfrm>
        </p:grpSpPr>
        <p:sp>
          <p:nvSpPr>
            <p:cNvPr id="15" name="文本框 14"/>
            <p:cNvSpPr txBox="1"/>
            <p:nvPr/>
          </p:nvSpPr>
          <p:spPr>
            <a:xfrm>
              <a:off x="310684" y="2850541"/>
              <a:ext cx="7429155" cy="461665"/>
            </a:xfrm>
            <a:prstGeom prst="rect">
              <a:avLst/>
            </a:prstGeom>
            <a:noFill/>
          </p:spPr>
          <p:txBody>
            <a:bodyPr wrap="square">
              <a:spAutoFit/>
            </a:bodyPr>
            <a:lstStyle/>
            <a:p>
              <a:pPr marL="342900" indent="-342900">
                <a:buFont typeface="Wingdings" panose="05000000000000000000" pitchFamily="2" charset="2"/>
                <a:buChar char="Ø"/>
              </a:pPr>
              <a:r>
                <a:rPr kumimoji="1" lang="zh-CN" altLang="en-US" sz="2400" b="1" dirty="0">
                  <a:latin typeface="Times New Roman" panose="02020603050405020304" pitchFamily="18" charset="0"/>
                  <a:ea typeface="楷体" panose="02010609060101010101" charset="-122"/>
                </a:rPr>
                <a:t>视在功率：                                单位：</a:t>
              </a:r>
              <a:r>
                <a:rPr kumimoji="1" lang="en-US" altLang="zh-CN" sz="2400" b="1" dirty="0">
                  <a:latin typeface="Times New Roman" panose="02020603050405020304" pitchFamily="18" charset="0"/>
                  <a:ea typeface="楷体" panose="02010609060101010101" charset="-122"/>
                </a:rPr>
                <a:t>[V·A]</a:t>
              </a:r>
              <a:endParaRPr lang="zh-CN" altLang="en-US" sz="2400" dirty="0"/>
            </a:p>
          </p:txBody>
        </p:sp>
        <p:graphicFrame>
          <p:nvGraphicFramePr>
            <p:cNvPr id="18" name="对象 17"/>
            <p:cNvGraphicFramePr>
              <a:graphicFrameLocks noChangeAspect="1"/>
            </p:cNvGraphicFramePr>
            <p:nvPr/>
          </p:nvGraphicFramePr>
          <p:xfrm>
            <a:off x="2280547" y="2929499"/>
            <a:ext cx="914400" cy="292100"/>
          </p:xfrm>
          <a:graphic>
            <a:graphicData uri="http://schemas.openxmlformats.org/presentationml/2006/ole">
              <mc:AlternateContent xmlns:mc="http://schemas.openxmlformats.org/markup-compatibility/2006">
                <mc:Choice xmlns:v="urn:schemas-microsoft-com:vml" Requires="v">
                  <p:oleObj name="Equation" r:id="rId7" imgW="21945600" imgH="7010400" progId="Equation.DSMT4">
                    <p:embed/>
                  </p:oleObj>
                </mc:Choice>
                <mc:Fallback>
                  <p:oleObj name="Equation" r:id="rId7" imgW="21945600" imgH="7010400" progId="Equation.DSMT4">
                    <p:embed/>
                    <p:pic>
                      <p:nvPicPr>
                        <p:cNvPr id="0" name="对象 25"/>
                        <p:cNvPicPr/>
                        <p:nvPr/>
                      </p:nvPicPr>
                      <p:blipFill>
                        <a:blip r:embed="rId8"/>
                        <a:stretch>
                          <a:fillRect/>
                        </a:stretch>
                      </p:blipFill>
                      <p:spPr>
                        <a:xfrm>
                          <a:off x="2280547" y="2929499"/>
                          <a:ext cx="914400" cy="292100"/>
                        </a:xfrm>
                        <a:prstGeom prst="rect">
                          <a:avLst/>
                        </a:prstGeom>
                      </p:spPr>
                    </p:pic>
                  </p:oleObj>
                </mc:Fallback>
              </mc:AlternateContent>
            </a:graphicData>
          </a:graphic>
        </p:graphicFrame>
      </p:grpSp>
      <p:grpSp>
        <p:nvGrpSpPr>
          <p:cNvPr id="24" name="组合 23"/>
          <p:cNvGrpSpPr/>
          <p:nvPr/>
        </p:nvGrpSpPr>
        <p:grpSpPr>
          <a:xfrm>
            <a:off x="348557" y="2546817"/>
            <a:ext cx="7429155" cy="461665"/>
            <a:chOff x="310684" y="2850541"/>
            <a:chExt cx="7429155" cy="461665"/>
          </a:xfrm>
        </p:grpSpPr>
        <p:sp>
          <p:nvSpPr>
            <p:cNvPr id="25" name="文本框 24"/>
            <p:cNvSpPr txBox="1"/>
            <p:nvPr/>
          </p:nvSpPr>
          <p:spPr>
            <a:xfrm>
              <a:off x="310684" y="2850541"/>
              <a:ext cx="7429155" cy="461665"/>
            </a:xfrm>
            <a:prstGeom prst="rect">
              <a:avLst/>
            </a:prstGeom>
            <a:noFill/>
          </p:spPr>
          <p:txBody>
            <a:bodyPr wrap="square">
              <a:spAutoFit/>
            </a:bodyPr>
            <a:lstStyle/>
            <a:p>
              <a:pPr marL="342900" indent="-342900">
                <a:buFont typeface="Wingdings" panose="05000000000000000000" pitchFamily="2" charset="2"/>
                <a:buChar char="Ø"/>
              </a:pPr>
              <a:r>
                <a:rPr kumimoji="1" lang="zh-CN" altLang="en-US" sz="2400" b="1" dirty="0">
                  <a:latin typeface="Times New Roman" panose="02020603050405020304" pitchFamily="18" charset="0"/>
                  <a:ea typeface="楷体" panose="02010609060101010101" charset="-122"/>
                </a:rPr>
                <a:t>复功率：                                    单位：</a:t>
              </a:r>
              <a:r>
                <a:rPr kumimoji="1" lang="en-US" altLang="zh-CN" sz="2400" b="1" dirty="0">
                  <a:latin typeface="Times New Roman" panose="02020603050405020304" pitchFamily="18" charset="0"/>
                  <a:ea typeface="楷体" panose="02010609060101010101" charset="-122"/>
                </a:rPr>
                <a:t>[V·A]</a:t>
              </a:r>
              <a:endParaRPr lang="zh-CN" altLang="en-US" sz="2400" dirty="0"/>
            </a:p>
          </p:txBody>
        </p:sp>
        <p:graphicFrame>
          <p:nvGraphicFramePr>
            <p:cNvPr id="26" name="对象 25"/>
            <p:cNvGraphicFramePr>
              <a:graphicFrameLocks noChangeAspect="1"/>
            </p:cNvGraphicFramePr>
            <p:nvPr/>
          </p:nvGraphicFramePr>
          <p:xfrm>
            <a:off x="2280548" y="2850541"/>
            <a:ext cx="2209800" cy="431800"/>
          </p:xfrm>
          <a:graphic>
            <a:graphicData uri="http://schemas.openxmlformats.org/presentationml/2006/ole">
              <mc:AlternateContent xmlns:mc="http://schemas.openxmlformats.org/markup-compatibility/2006">
                <mc:Choice xmlns:v="urn:schemas-microsoft-com:vml" Requires="v">
                  <p:oleObj name="Equation" r:id="rId9" imgW="53035200" imgH="10363200" progId="Equation.DSMT4">
                    <p:embed/>
                  </p:oleObj>
                </mc:Choice>
                <mc:Fallback>
                  <p:oleObj name="Equation" r:id="rId9" imgW="53035200" imgH="10363200" progId="Equation.DSMT4">
                    <p:embed/>
                    <p:pic>
                      <p:nvPicPr>
                        <p:cNvPr id="0" name="对象 17"/>
                        <p:cNvPicPr/>
                        <p:nvPr/>
                      </p:nvPicPr>
                      <p:blipFill>
                        <a:blip r:embed="rId10"/>
                        <a:stretch>
                          <a:fillRect/>
                        </a:stretch>
                      </p:blipFill>
                      <p:spPr>
                        <a:xfrm>
                          <a:off x="2280548" y="2850541"/>
                          <a:ext cx="2209800" cy="431800"/>
                        </a:xfrm>
                        <a:prstGeom prst="rect">
                          <a:avLst/>
                        </a:prstGeom>
                      </p:spPr>
                    </p:pic>
                  </p:oleObj>
                </mc:Fallback>
              </mc:AlternateContent>
            </a:graphicData>
          </a:graphic>
        </p:graphicFrame>
      </p:grpSp>
      <p:sp>
        <p:nvSpPr>
          <p:cNvPr id="28" name="文本框 27"/>
          <p:cNvSpPr txBox="1"/>
          <p:nvPr/>
        </p:nvSpPr>
        <p:spPr>
          <a:xfrm>
            <a:off x="6572794" y="880791"/>
            <a:ext cx="798219" cy="461665"/>
          </a:xfrm>
          <a:prstGeom prst="rect">
            <a:avLst/>
          </a:prstGeom>
          <a:noFill/>
        </p:spPr>
        <p:txBody>
          <a:bodyPr wrap="square">
            <a:spAutoFit/>
          </a:bodyPr>
          <a:lstStyle/>
          <a:p>
            <a:r>
              <a:rPr kumimoji="1" lang="zh-CN" altLang="en-US" sz="2400" b="1" dirty="0">
                <a:solidFill>
                  <a:srgbClr val="FF0000"/>
                </a:solidFill>
                <a:latin typeface="Times New Roman" panose="02020603050405020304" pitchFamily="18" charset="0"/>
                <a:ea typeface="楷体" panose="02010609060101010101" charset="-122"/>
              </a:rPr>
              <a:t>守恒</a:t>
            </a:r>
            <a:endParaRPr lang="zh-CN" altLang="en-US" sz="2400" dirty="0">
              <a:solidFill>
                <a:srgbClr val="FF0000"/>
              </a:solidFill>
            </a:endParaRPr>
          </a:p>
        </p:txBody>
      </p:sp>
      <p:sp>
        <p:nvSpPr>
          <p:cNvPr id="29" name="文本框 28"/>
          <p:cNvSpPr txBox="1"/>
          <p:nvPr/>
        </p:nvSpPr>
        <p:spPr>
          <a:xfrm>
            <a:off x="6589928" y="1460241"/>
            <a:ext cx="798219" cy="461665"/>
          </a:xfrm>
          <a:prstGeom prst="rect">
            <a:avLst/>
          </a:prstGeom>
          <a:noFill/>
        </p:spPr>
        <p:txBody>
          <a:bodyPr wrap="square">
            <a:spAutoFit/>
          </a:bodyPr>
          <a:lstStyle/>
          <a:p>
            <a:r>
              <a:rPr kumimoji="1" lang="zh-CN" altLang="en-US" sz="2400" b="1" dirty="0">
                <a:solidFill>
                  <a:srgbClr val="FF0000"/>
                </a:solidFill>
                <a:latin typeface="Times New Roman" panose="02020603050405020304" pitchFamily="18" charset="0"/>
                <a:ea typeface="楷体" panose="02010609060101010101" charset="-122"/>
              </a:rPr>
              <a:t>守恒</a:t>
            </a:r>
            <a:endParaRPr lang="zh-CN" altLang="en-US" sz="2400" dirty="0">
              <a:solidFill>
                <a:srgbClr val="FF0000"/>
              </a:solidFill>
            </a:endParaRPr>
          </a:p>
        </p:txBody>
      </p:sp>
      <p:sp>
        <p:nvSpPr>
          <p:cNvPr id="31" name="文本框 30"/>
          <p:cNvSpPr txBox="1"/>
          <p:nvPr/>
        </p:nvSpPr>
        <p:spPr>
          <a:xfrm>
            <a:off x="6589927" y="2546817"/>
            <a:ext cx="798219" cy="461665"/>
          </a:xfrm>
          <a:prstGeom prst="rect">
            <a:avLst/>
          </a:prstGeom>
          <a:noFill/>
        </p:spPr>
        <p:txBody>
          <a:bodyPr wrap="square">
            <a:spAutoFit/>
          </a:bodyPr>
          <a:lstStyle/>
          <a:p>
            <a:r>
              <a:rPr kumimoji="1" lang="zh-CN" altLang="en-US" sz="2400" b="1" dirty="0">
                <a:solidFill>
                  <a:srgbClr val="FF0000"/>
                </a:solidFill>
                <a:latin typeface="Times New Roman" panose="02020603050405020304" pitchFamily="18" charset="0"/>
                <a:ea typeface="楷体" panose="02010609060101010101" charset="-122"/>
              </a:rPr>
              <a:t>守恒</a:t>
            </a:r>
            <a:endParaRPr lang="zh-CN" altLang="en-US" sz="2400" dirty="0">
              <a:solidFill>
                <a:srgbClr val="FF0000"/>
              </a:solidFill>
            </a:endParaRPr>
          </a:p>
        </p:txBody>
      </p:sp>
      <p:sp>
        <p:nvSpPr>
          <p:cNvPr id="32" name="文本框 31"/>
          <p:cNvSpPr txBox="1"/>
          <p:nvPr/>
        </p:nvSpPr>
        <p:spPr>
          <a:xfrm>
            <a:off x="6552823" y="2016283"/>
            <a:ext cx="1135063" cy="461665"/>
          </a:xfrm>
          <a:prstGeom prst="rect">
            <a:avLst/>
          </a:prstGeom>
          <a:noFill/>
        </p:spPr>
        <p:txBody>
          <a:bodyPr wrap="square">
            <a:spAutoFit/>
          </a:bodyPr>
          <a:lstStyle/>
          <a:p>
            <a:r>
              <a:rPr kumimoji="1" lang="zh-CN" altLang="en-US" sz="2400" b="1" dirty="0">
                <a:solidFill>
                  <a:srgbClr val="FF0000"/>
                </a:solidFill>
                <a:latin typeface="Times New Roman" panose="02020603050405020304" pitchFamily="18" charset="0"/>
                <a:ea typeface="楷体" panose="02010609060101010101" charset="-122"/>
              </a:rPr>
              <a:t>不守恒</a:t>
            </a:r>
            <a:endParaRPr lang="zh-CN" altLang="en-US" sz="2400" dirty="0">
              <a:solidFill>
                <a:srgbClr val="FF0000"/>
              </a:solidFill>
            </a:endParaRPr>
          </a:p>
        </p:txBody>
      </p:sp>
      <p:sp>
        <p:nvSpPr>
          <p:cNvPr id="33" name="Text Box 2"/>
          <p:cNvSpPr txBox="1">
            <a:spLocks noChangeArrowheads="1"/>
          </p:cNvSpPr>
          <p:nvPr/>
        </p:nvSpPr>
        <p:spPr bwMode="auto">
          <a:xfrm>
            <a:off x="146959" y="3487557"/>
            <a:ext cx="42598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spcBef>
                <a:spcPct val="0"/>
              </a:spcBef>
            </a:pPr>
            <a:r>
              <a:rPr kumimoji="1" lang="zh-CN" altLang="en-US" sz="2800" b="1" dirty="0">
                <a:latin typeface="Times New Roman" panose="02020603050405020304" pitchFamily="18" charset="0"/>
                <a:ea typeface="楷体" panose="02010609060101010101" charset="-122"/>
              </a:rPr>
              <a:t>功率因数提高：并联电容</a:t>
            </a:r>
          </a:p>
        </p:txBody>
      </p:sp>
      <p:grpSp>
        <p:nvGrpSpPr>
          <p:cNvPr id="34" name="Group 88"/>
          <p:cNvGrpSpPr/>
          <p:nvPr/>
        </p:nvGrpSpPr>
        <p:grpSpPr bwMode="auto">
          <a:xfrm>
            <a:off x="6528415" y="3174308"/>
            <a:ext cx="2584450" cy="2360612"/>
            <a:chOff x="3152" y="865"/>
            <a:chExt cx="1628" cy="1487"/>
          </a:xfrm>
        </p:grpSpPr>
        <p:grpSp>
          <p:nvGrpSpPr>
            <p:cNvPr id="35" name="Group 71"/>
            <p:cNvGrpSpPr/>
            <p:nvPr/>
          </p:nvGrpSpPr>
          <p:grpSpPr bwMode="auto">
            <a:xfrm>
              <a:off x="3960" y="1501"/>
              <a:ext cx="235" cy="567"/>
              <a:chOff x="3970" y="1512"/>
              <a:chExt cx="235" cy="567"/>
            </a:xfrm>
          </p:grpSpPr>
          <p:sp>
            <p:nvSpPr>
              <p:cNvPr id="50" name="Line 72"/>
              <p:cNvSpPr>
                <a:spLocks noChangeShapeType="1"/>
              </p:cNvSpPr>
              <p:nvPr/>
            </p:nvSpPr>
            <p:spPr bwMode="auto">
              <a:xfrm flipV="1">
                <a:off x="4205" y="1536"/>
                <a:ext cx="0" cy="543"/>
              </a:xfrm>
              <a:prstGeom prst="line">
                <a:avLst/>
              </a:prstGeom>
              <a:noFill/>
              <a:ln w="28575">
                <a:solidFill>
                  <a:srgbClr val="FF66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51" name="Object 73"/>
              <p:cNvGraphicFramePr>
                <a:graphicFrameLocks noChangeAspect="1"/>
              </p:cNvGraphicFramePr>
              <p:nvPr/>
            </p:nvGraphicFramePr>
            <p:xfrm>
              <a:off x="3970" y="1512"/>
              <a:ext cx="208" cy="401"/>
            </p:xfrm>
            <a:graphic>
              <a:graphicData uri="http://schemas.openxmlformats.org/presentationml/2006/ole">
                <mc:AlternateContent xmlns:mc="http://schemas.openxmlformats.org/markup-compatibility/2006">
                  <mc:Choice xmlns:v="urn:schemas-microsoft-com:vml" Requires="v">
                    <p:oleObj name="Equation" r:id="rId11" imgW="4267200" imgH="5791200" progId="Equation.DSMT4">
                      <p:embed/>
                    </p:oleObj>
                  </mc:Choice>
                  <mc:Fallback>
                    <p:oleObj name="Equation" r:id="rId11" imgW="4267200" imgH="5791200" progId="Equation.DSMT4">
                      <p:embed/>
                      <p:pic>
                        <p:nvPicPr>
                          <p:cNvPr id="0" name="Object 73"/>
                          <p:cNvPicPr>
                            <a:picLocks noChangeAspect="1" noChangeArrowheads="1"/>
                          </p:cNvPicPr>
                          <p:nvPr/>
                        </p:nvPicPr>
                        <p:blipFill>
                          <a:blip r:embed="rId12"/>
                          <a:srcRect/>
                          <a:stretch>
                            <a:fillRect/>
                          </a:stretch>
                        </p:blipFill>
                        <p:spPr bwMode="auto">
                          <a:xfrm>
                            <a:off x="3970" y="1512"/>
                            <a:ext cx="208"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 name="Group 74"/>
            <p:cNvGrpSpPr/>
            <p:nvPr/>
          </p:nvGrpSpPr>
          <p:grpSpPr bwMode="auto">
            <a:xfrm>
              <a:off x="3152" y="865"/>
              <a:ext cx="1628" cy="351"/>
              <a:chOff x="3152" y="865"/>
              <a:chExt cx="1628" cy="351"/>
            </a:xfrm>
          </p:grpSpPr>
          <p:sp>
            <p:nvSpPr>
              <p:cNvPr id="48" name="Line 75"/>
              <p:cNvSpPr>
                <a:spLocks noChangeShapeType="1"/>
              </p:cNvSpPr>
              <p:nvPr/>
            </p:nvSpPr>
            <p:spPr bwMode="auto">
              <a:xfrm>
                <a:off x="3152" y="1060"/>
                <a:ext cx="1316"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9" name="Object 76"/>
              <p:cNvGraphicFramePr>
                <a:graphicFrameLocks noChangeAspect="1"/>
              </p:cNvGraphicFramePr>
              <p:nvPr/>
            </p:nvGraphicFramePr>
            <p:xfrm>
              <a:off x="4520" y="865"/>
              <a:ext cx="260" cy="351"/>
            </p:xfrm>
            <a:graphic>
              <a:graphicData uri="http://schemas.openxmlformats.org/presentationml/2006/ole">
                <mc:AlternateContent xmlns:mc="http://schemas.openxmlformats.org/markup-compatibility/2006">
                  <mc:Choice xmlns:v="urn:schemas-microsoft-com:vml" Requires="v">
                    <p:oleObj name="Equation" r:id="rId13" imgW="5181600" imgH="4876800" progId="Equation.DSMT4">
                      <p:embed/>
                    </p:oleObj>
                  </mc:Choice>
                  <mc:Fallback>
                    <p:oleObj name="Equation" r:id="rId13" imgW="5181600" imgH="4876800" progId="Equation.DSMT4">
                      <p:embed/>
                      <p:pic>
                        <p:nvPicPr>
                          <p:cNvPr id="0" name="Object 76"/>
                          <p:cNvPicPr>
                            <a:picLocks noChangeAspect="1" noChangeArrowheads="1"/>
                          </p:cNvPicPr>
                          <p:nvPr/>
                        </p:nvPicPr>
                        <p:blipFill>
                          <a:blip r:embed="rId14"/>
                          <a:srcRect/>
                          <a:stretch>
                            <a:fillRect/>
                          </a:stretch>
                        </p:blipFill>
                        <p:spPr bwMode="auto">
                          <a:xfrm>
                            <a:off x="4520" y="865"/>
                            <a:ext cx="260"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7" name="Group 77"/>
            <p:cNvGrpSpPr/>
            <p:nvPr/>
          </p:nvGrpSpPr>
          <p:grpSpPr bwMode="auto">
            <a:xfrm>
              <a:off x="3152" y="1005"/>
              <a:ext cx="1053" cy="1347"/>
              <a:chOff x="3152" y="1005"/>
              <a:chExt cx="1053" cy="1347"/>
            </a:xfrm>
          </p:grpSpPr>
          <p:sp>
            <p:nvSpPr>
              <p:cNvPr id="44" name="Line 78"/>
              <p:cNvSpPr>
                <a:spLocks noChangeShapeType="1"/>
              </p:cNvSpPr>
              <p:nvPr/>
            </p:nvSpPr>
            <p:spPr bwMode="auto">
              <a:xfrm>
                <a:off x="3152" y="1060"/>
                <a:ext cx="1053" cy="1019"/>
              </a:xfrm>
              <a:prstGeom prst="line">
                <a:avLst/>
              </a:prstGeom>
              <a:noFill/>
              <a:ln w="28575">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5" name="Object 79"/>
              <p:cNvGraphicFramePr>
                <a:graphicFrameLocks noChangeAspect="1"/>
              </p:cNvGraphicFramePr>
              <p:nvPr/>
            </p:nvGraphicFramePr>
            <p:xfrm>
              <a:off x="3938" y="1932"/>
              <a:ext cx="203" cy="420"/>
            </p:xfrm>
            <a:graphic>
              <a:graphicData uri="http://schemas.openxmlformats.org/presentationml/2006/ole">
                <mc:AlternateContent xmlns:mc="http://schemas.openxmlformats.org/markup-compatibility/2006">
                  <mc:Choice xmlns:v="urn:schemas-microsoft-com:vml" Requires="v">
                    <p:oleObj name="Equation" r:id="rId15" imgW="3962400" imgH="5791200" progId="Equation.DSMT4">
                      <p:embed/>
                    </p:oleObj>
                  </mc:Choice>
                  <mc:Fallback>
                    <p:oleObj name="Equation" r:id="rId15" imgW="3962400" imgH="5791200" progId="Equation.DSMT4">
                      <p:embed/>
                      <p:pic>
                        <p:nvPicPr>
                          <p:cNvPr id="0" name="Object 79"/>
                          <p:cNvPicPr>
                            <a:picLocks noChangeAspect="1" noChangeArrowheads="1"/>
                          </p:cNvPicPr>
                          <p:nvPr/>
                        </p:nvPicPr>
                        <p:blipFill>
                          <a:blip r:embed="rId16"/>
                          <a:srcRect/>
                          <a:stretch>
                            <a:fillRect/>
                          </a:stretch>
                        </p:blipFill>
                        <p:spPr bwMode="auto">
                          <a:xfrm>
                            <a:off x="3938" y="1932"/>
                            <a:ext cx="203" cy="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Freeform 80"/>
              <p:cNvSpPr/>
              <p:nvPr/>
            </p:nvSpPr>
            <p:spPr bwMode="auto">
              <a:xfrm>
                <a:off x="3334" y="1075"/>
                <a:ext cx="45" cy="178"/>
              </a:xfrm>
              <a:custGeom>
                <a:avLst/>
                <a:gdLst>
                  <a:gd name="T0" fmla="*/ 0 w 45"/>
                  <a:gd name="T1" fmla="*/ 126 h 126"/>
                  <a:gd name="T2" fmla="*/ 45 w 45"/>
                  <a:gd name="T3" fmla="*/ 0 h 126"/>
                </a:gdLst>
                <a:ahLst/>
                <a:cxnLst>
                  <a:cxn ang="0">
                    <a:pos x="T0" y="T1"/>
                  </a:cxn>
                  <a:cxn ang="0">
                    <a:pos x="T2" y="T3"/>
                  </a:cxn>
                </a:cxnLst>
                <a:rect l="0" t="0" r="r" b="b"/>
                <a:pathLst>
                  <a:path w="45" h="126">
                    <a:moveTo>
                      <a:pt x="0" y="126"/>
                    </a:moveTo>
                    <a:cubicBezTo>
                      <a:pt x="35" y="91"/>
                      <a:pt x="45" y="54"/>
                      <a:pt x="45" y="0"/>
                    </a:cubicBezTo>
                  </a:path>
                </a:pathLst>
              </a:custGeom>
              <a:noFill/>
              <a:ln w="28575" cap="flat" cmpd="sng">
                <a:solidFill>
                  <a:srgbClr val="66FF3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7" name="Text Box 81"/>
              <p:cNvSpPr txBox="1">
                <a:spLocks noChangeArrowheads="1"/>
              </p:cNvSpPr>
              <p:nvPr/>
            </p:nvSpPr>
            <p:spPr bwMode="auto">
              <a:xfrm>
                <a:off x="3318" y="1005"/>
                <a:ext cx="32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Symbol" panose="05050102010706020507" pitchFamily="18" charset="2"/>
                    <a:ea typeface="宋体" panose="02010600030101010101" pitchFamily="2" charset="-122"/>
                  </a:rPr>
                  <a:t>j</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a:latin typeface="Times New Roman" panose="02020603050405020304" pitchFamily="18" charset="0"/>
                  <a:ea typeface="宋体" panose="02010600030101010101" pitchFamily="2" charset="-122"/>
                </a:endParaRPr>
              </a:p>
            </p:txBody>
          </p:sp>
        </p:grpSp>
        <p:grpSp>
          <p:nvGrpSpPr>
            <p:cNvPr id="38" name="Group 82"/>
            <p:cNvGrpSpPr/>
            <p:nvPr/>
          </p:nvGrpSpPr>
          <p:grpSpPr bwMode="auto">
            <a:xfrm>
              <a:off x="3152" y="960"/>
              <a:ext cx="1053" cy="573"/>
              <a:chOff x="3288" y="325"/>
              <a:chExt cx="1053" cy="573"/>
            </a:xfrm>
          </p:grpSpPr>
          <p:sp>
            <p:nvSpPr>
              <p:cNvPr id="39" name="Line 83"/>
              <p:cNvSpPr>
                <a:spLocks noChangeShapeType="1"/>
              </p:cNvSpPr>
              <p:nvPr/>
            </p:nvSpPr>
            <p:spPr bwMode="auto">
              <a:xfrm>
                <a:off x="3288" y="422"/>
                <a:ext cx="1053" cy="476"/>
              </a:xfrm>
              <a:prstGeom prst="line">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0" name="Object 84"/>
              <p:cNvGraphicFramePr>
                <a:graphicFrameLocks noChangeAspect="1"/>
              </p:cNvGraphicFramePr>
              <p:nvPr/>
            </p:nvGraphicFramePr>
            <p:xfrm>
              <a:off x="4105" y="518"/>
              <a:ext cx="136" cy="294"/>
            </p:xfrm>
            <a:graphic>
              <a:graphicData uri="http://schemas.openxmlformats.org/presentationml/2006/ole">
                <mc:AlternateContent xmlns:mc="http://schemas.openxmlformats.org/markup-compatibility/2006">
                  <mc:Choice xmlns:v="urn:schemas-microsoft-com:vml" Requires="v">
                    <p:oleObj name="Equation" r:id="rId17" imgW="3048000" imgH="4572000" progId="Equation.DSMT4">
                      <p:embed/>
                    </p:oleObj>
                  </mc:Choice>
                  <mc:Fallback>
                    <p:oleObj name="Equation" r:id="rId17" imgW="3048000" imgH="4572000" progId="Equation.DSMT4">
                      <p:embed/>
                      <p:pic>
                        <p:nvPicPr>
                          <p:cNvPr id="0" name="Object 84"/>
                          <p:cNvPicPr>
                            <a:picLocks noChangeAspect="1" noChangeArrowheads="1"/>
                          </p:cNvPicPr>
                          <p:nvPr/>
                        </p:nvPicPr>
                        <p:blipFill>
                          <a:blip r:embed="rId18"/>
                          <a:srcRect/>
                          <a:stretch>
                            <a:fillRect/>
                          </a:stretch>
                        </p:blipFill>
                        <p:spPr bwMode="auto">
                          <a:xfrm>
                            <a:off x="4105" y="518"/>
                            <a:ext cx="136"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 name="Freeform 85"/>
              <p:cNvSpPr/>
              <p:nvPr/>
            </p:nvSpPr>
            <p:spPr bwMode="auto">
              <a:xfrm>
                <a:off x="3754" y="422"/>
                <a:ext cx="34" cy="208"/>
              </a:xfrm>
              <a:custGeom>
                <a:avLst/>
                <a:gdLst>
                  <a:gd name="T0" fmla="*/ 18 w 34"/>
                  <a:gd name="T1" fmla="*/ 3 h 147"/>
                  <a:gd name="T2" fmla="*/ 33 w 34"/>
                  <a:gd name="T3" fmla="*/ 81 h 147"/>
                  <a:gd name="T4" fmla="*/ 0 w 34"/>
                  <a:gd name="T5" fmla="*/ 147 h 147"/>
                </a:gdLst>
                <a:ahLst/>
                <a:cxnLst>
                  <a:cxn ang="0">
                    <a:pos x="T0" y="T1"/>
                  </a:cxn>
                  <a:cxn ang="0">
                    <a:pos x="T2" y="T3"/>
                  </a:cxn>
                  <a:cxn ang="0">
                    <a:pos x="T4" y="T5"/>
                  </a:cxn>
                </a:cxnLst>
                <a:rect l="0" t="0" r="r" b="b"/>
                <a:pathLst>
                  <a:path w="34" h="147">
                    <a:moveTo>
                      <a:pt x="18" y="3"/>
                    </a:moveTo>
                    <a:cubicBezTo>
                      <a:pt x="24" y="0"/>
                      <a:pt x="34" y="57"/>
                      <a:pt x="33" y="81"/>
                    </a:cubicBezTo>
                    <a:cubicBezTo>
                      <a:pt x="30" y="105"/>
                      <a:pt x="7" y="133"/>
                      <a:pt x="0" y="147"/>
                    </a:cubicBezTo>
                  </a:path>
                </a:pathLst>
              </a:custGeom>
              <a:noFill/>
              <a:ln w="28575" cap="flat" cmpd="sng">
                <a:solidFill>
                  <a:srgbClr val="66FF3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2" name="Freeform 86"/>
              <p:cNvSpPr/>
              <p:nvPr/>
            </p:nvSpPr>
            <p:spPr bwMode="auto">
              <a:xfrm>
                <a:off x="3787" y="418"/>
                <a:ext cx="33" cy="229"/>
              </a:xfrm>
              <a:custGeom>
                <a:avLst/>
                <a:gdLst>
                  <a:gd name="T0" fmla="*/ 18 w 33"/>
                  <a:gd name="T1" fmla="*/ 0 h 162"/>
                  <a:gd name="T2" fmla="*/ 30 w 33"/>
                  <a:gd name="T3" fmla="*/ 84 h 162"/>
                  <a:gd name="T4" fmla="*/ 0 w 33"/>
                  <a:gd name="T5" fmla="*/ 162 h 162"/>
                </a:gdLst>
                <a:ahLst/>
                <a:cxnLst>
                  <a:cxn ang="0">
                    <a:pos x="T0" y="T1"/>
                  </a:cxn>
                  <a:cxn ang="0">
                    <a:pos x="T2" y="T3"/>
                  </a:cxn>
                  <a:cxn ang="0">
                    <a:pos x="T4" y="T5"/>
                  </a:cxn>
                </a:cxnLst>
                <a:rect l="0" t="0" r="r" b="b"/>
                <a:pathLst>
                  <a:path w="33" h="162">
                    <a:moveTo>
                      <a:pt x="18" y="0"/>
                    </a:moveTo>
                    <a:cubicBezTo>
                      <a:pt x="15" y="6"/>
                      <a:pt x="33" y="57"/>
                      <a:pt x="30" y="84"/>
                    </a:cubicBezTo>
                    <a:cubicBezTo>
                      <a:pt x="27" y="111"/>
                      <a:pt x="6" y="146"/>
                      <a:pt x="0" y="162"/>
                    </a:cubicBezTo>
                  </a:path>
                </a:pathLst>
              </a:custGeom>
              <a:noFill/>
              <a:ln w="28575" cap="flat" cmpd="sng">
                <a:solidFill>
                  <a:srgbClr val="66FF3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3" name="Text Box 87"/>
              <p:cNvSpPr txBox="1">
                <a:spLocks noChangeArrowheads="1"/>
              </p:cNvSpPr>
              <p:nvPr/>
            </p:nvSpPr>
            <p:spPr bwMode="auto">
              <a:xfrm>
                <a:off x="3790" y="325"/>
                <a:ext cx="32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Symbol" panose="05050102010706020507" pitchFamily="18" charset="2"/>
                    <a:ea typeface="宋体" panose="02010600030101010101" pitchFamily="2" charset="-122"/>
                  </a:rPr>
                  <a:t>j</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grpSp>
      </p:grpSp>
      <p:graphicFrame>
        <p:nvGraphicFramePr>
          <p:cNvPr id="52" name="对象 51"/>
          <p:cNvGraphicFramePr>
            <a:graphicFrameLocks noChangeAspect="1"/>
          </p:cNvGraphicFramePr>
          <p:nvPr/>
        </p:nvGraphicFramePr>
        <p:xfrm>
          <a:off x="670731" y="4727538"/>
          <a:ext cx="5143500" cy="736600"/>
        </p:xfrm>
        <a:graphic>
          <a:graphicData uri="http://schemas.openxmlformats.org/presentationml/2006/ole">
            <mc:AlternateContent xmlns:mc="http://schemas.openxmlformats.org/markup-compatibility/2006">
              <mc:Choice xmlns:v="urn:schemas-microsoft-com:vml" Requires="v">
                <p:oleObj name="Equation" r:id="rId19" imgW="123444000" imgH="17678400" progId="Equation.DSMT4">
                  <p:embed/>
                </p:oleObj>
              </mc:Choice>
              <mc:Fallback>
                <p:oleObj name="Equation" r:id="rId19" imgW="123444000" imgH="17678400" progId="Equation.DSMT4">
                  <p:embed/>
                  <p:pic>
                    <p:nvPicPr>
                      <p:cNvPr id="0" name="图片 45131"/>
                      <p:cNvPicPr/>
                      <p:nvPr/>
                    </p:nvPicPr>
                    <p:blipFill>
                      <a:blip r:embed="rId20"/>
                      <a:stretch>
                        <a:fillRect/>
                      </a:stretch>
                    </p:blipFill>
                    <p:spPr>
                      <a:xfrm>
                        <a:off x="670731" y="4727538"/>
                        <a:ext cx="5143500" cy="736600"/>
                      </a:xfrm>
                      <a:prstGeom prst="rect">
                        <a:avLst/>
                      </a:prstGeom>
                    </p:spPr>
                  </p:pic>
                </p:oleObj>
              </mc:Fallback>
            </mc:AlternateContent>
          </a:graphicData>
        </a:graphic>
      </p:graphicFrame>
      <p:graphicFrame>
        <p:nvGraphicFramePr>
          <p:cNvPr id="53" name="对象 52"/>
          <p:cNvGraphicFramePr>
            <a:graphicFrameLocks noChangeAspect="1"/>
          </p:cNvGraphicFramePr>
          <p:nvPr/>
        </p:nvGraphicFramePr>
        <p:xfrm>
          <a:off x="313423" y="4187203"/>
          <a:ext cx="2908300" cy="393700"/>
        </p:xfrm>
        <a:graphic>
          <a:graphicData uri="http://schemas.openxmlformats.org/presentationml/2006/ole">
            <mc:AlternateContent xmlns:mc="http://schemas.openxmlformats.org/markup-compatibility/2006">
              <mc:Choice xmlns:v="urn:schemas-microsoft-com:vml" Requires="v">
                <p:oleObj name="Equation" r:id="rId21" imgW="69799200" imgH="9448800" progId="Equation.DSMT4">
                  <p:embed/>
                </p:oleObj>
              </mc:Choice>
              <mc:Fallback>
                <p:oleObj name="Equation" r:id="rId21" imgW="69799200" imgH="9448800" progId="Equation.DSMT4">
                  <p:embed/>
                  <p:pic>
                    <p:nvPicPr>
                      <p:cNvPr id="0" name="图片 45132"/>
                      <p:cNvPicPr/>
                      <p:nvPr/>
                    </p:nvPicPr>
                    <p:blipFill>
                      <a:blip r:embed="rId22"/>
                      <a:stretch>
                        <a:fillRect/>
                      </a:stretch>
                    </p:blipFill>
                    <p:spPr>
                      <a:xfrm>
                        <a:off x="313423" y="4187203"/>
                        <a:ext cx="2908300" cy="393700"/>
                      </a:xfrm>
                      <a:prstGeom prst="rect">
                        <a:avLst/>
                      </a:prstGeom>
                    </p:spPr>
                  </p:pic>
                </p:oleObj>
              </mc:Fallback>
            </mc:AlternateContent>
          </a:graphicData>
        </a:graphic>
      </p:graphicFrame>
      <p:sp>
        <p:nvSpPr>
          <p:cNvPr id="54" name="Text Box 2"/>
          <p:cNvSpPr txBox="1">
            <a:spLocks noChangeArrowheads="1"/>
          </p:cNvSpPr>
          <p:nvPr/>
        </p:nvSpPr>
        <p:spPr bwMode="auto">
          <a:xfrm>
            <a:off x="350032" y="5716193"/>
            <a:ext cx="26864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spcBef>
                <a:spcPct val="0"/>
              </a:spcBef>
            </a:pPr>
            <a:r>
              <a:rPr kumimoji="1" lang="zh-CN" altLang="en-US" sz="2800" b="1" dirty="0">
                <a:latin typeface="Times New Roman" panose="02020603050405020304" pitchFamily="18" charset="0"/>
                <a:ea typeface="楷体" panose="02010609060101010101" charset="-122"/>
              </a:rPr>
              <a:t>最大有功功率：</a:t>
            </a:r>
          </a:p>
        </p:txBody>
      </p:sp>
      <p:sp>
        <p:nvSpPr>
          <p:cNvPr id="55" name="Text Box 43"/>
          <p:cNvSpPr txBox="1">
            <a:spLocks noChangeArrowheads="1"/>
          </p:cNvSpPr>
          <p:nvPr/>
        </p:nvSpPr>
        <p:spPr bwMode="auto">
          <a:xfrm>
            <a:off x="2939999" y="5716193"/>
            <a:ext cx="1588221" cy="523220"/>
          </a:xfrm>
          <a:prstGeom prst="rect">
            <a:avLst/>
          </a:prstGeom>
          <a:noFill/>
          <a:ln>
            <a:noFill/>
          </a:ln>
          <a:effectLst/>
        </p:spPr>
        <p:txBody>
          <a:bodyPr wrap="square">
            <a:spAutoFit/>
          </a:bodyPr>
          <a:lstStyle/>
          <a:p>
            <a:pPr>
              <a:spcBef>
                <a:spcPct val="50000"/>
              </a:spcBef>
            </a:pPr>
            <a:r>
              <a:rPr kumimoji="1" lang="en-US" altLang="zh-CN" sz="2800" b="0" i="1" dirty="0">
                <a:latin typeface="Times New Roman" panose="02020603050405020304" pitchFamily="18" charset="0"/>
                <a:ea typeface="宋体" panose="02010600030101010101" pitchFamily="2" charset="-122"/>
              </a:rPr>
              <a:t>Z</a:t>
            </a:r>
            <a:r>
              <a:rPr kumimoji="1" lang="en-US" altLang="zh-CN" sz="2800" b="0" baseline="-25000" dirty="0">
                <a:latin typeface="Times New Roman" panose="02020603050405020304" pitchFamily="18" charset="0"/>
                <a:ea typeface="宋体" panose="02010600030101010101" pitchFamily="2" charset="-122"/>
              </a:rPr>
              <a:t>L</a:t>
            </a:r>
            <a:r>
              <a:rPr kumimoji="1" lang="en-US" altLang="zh-CN" sz="2800" b="0" dirty="0">
                <a:latin typeface="Times New Roman" panose="02020603050405020304" pitchFamily="18" charset="0"/>
                <a:ea typeface="宋体" panose="02010600030101010101" pitchFamily="2" charset="-122"/>
              </a:rPr>
              <a:t>= </a:t>
            </a:r>
            <a:r>
              <a:rPr kumimoji="1" lang="en-US" altLang="zh-CN" sz="2800" b="0" i="1" dirty="0" err="1">
                <a:latin typeface="Times New Roman" panose="02020603050405020304" pitchFamily="18" charset="0"/>
                <a:ea typeface="宋体" panose="02010600030101010101" pitchFamily="2" charset="-122"/>
              </a:rPr>
              <a:t>Z</a:t>
            </a:r>
            <a:r>
              <a:rPr kumimoji="1" lang="en-US" altLang="zh-CN" sz="2800" b="0" baseline="-25000" dirty="0" err="1">
                <a:latin typeface="Times New Roman" panose="02020603050405020304" pitchFamily="18" charset="0"/>
                <a:ea typeface="宋体" panose="02010600030101010101" pitchFamily="2" charset="-122"/>
              </a:rPr>
              <a:t>eq</a:t>
            </a:r>
            <a:r>
              <a:rPr kumimoji="1" lang="en-US" altLang="zh-CN" sz="2800" b="0" baseline="30000" dirty="0">
                <a:latin typeface="Times New Roman" panose="02020603050405020304" pitchFamily="18" charset="0"/>
                <a:ea typeface="宋体" panose="02010600030101010101" pitchFamily="2" charset="-122"/>
              </a:rPr>
              <a:t>*</a:t>
            </a:r>
            <a:endParaRPr kumimoji="1" lang="en-US" altLang="zh-CN" sz="2800" b="0" baseline="-25000" dirty="0">
              <a:latin typeface="Times New Roman" panose="02020603050405020304" pitchFamily="18" charset="0"/>
              <a:ea typeface="宋体" panose="02010600030101010101" pitchFamily="2" charset="-122"/>
            </a:endParaRPr>
          </a:p>
        </p:txBody>
      </p:sp>
      <p:graphicFrame>
        <p:nvGraphicFramePr>
          <p:cNvPr id="56" name="对象 55"/>
          <p:cNvGraphicFramePr>
            <a:graphicFrameLocks noChangeAspect="1"/>
          </p:cNvGraphicFramePr>
          <p:nvPr/>
        </p:nvGraphicFramePr>
        <p:xfrm>
          <a:off x="4453930" y="5541777"/>
          <a:ext cx="2082800" cy="901700"/>
        </p:xfrm>
        <a:graphic>
          <a:graphicData uri="http://schemas.openxmlformats.org/presentationml/2006/ole">
            <mc:AlternateContent xmlns:mc="http://schemas.openxmlformats.org/markup-compatibility/2006">
              <mc:Choice xmlns:v="urn:schemas-microsoft-com:vml" Requires="v">
                <p:oleObj name="Equation" r:id="rId23" imgW="49987200" imgH="21640800" progId="Equation.DSMT4">
                  <p:embed/>
                </p:oleObj>
              </mc:Choice>
              <mc:Fallback>
                <p:oleObj name="Equation" r:id="rId23" imgW="49987200" imgH="21640800" progId="Equation.DSMT4">
                  <p:embed/>
                  <p:pic>
                    <p:nvPicPr>
                      <p:cNvPr id="0" name="图片 45133"/>
                      <p:cNvPicPr/>
                      <p:nvPr/>
                    </p:nvPicPr>
                    <p:blipFill>
                      <a:blip r:embed="rId24"/>
                      <a:stretch>
                        <a:fillRect/>
                      </a:stretch>
                    </p:blipFill>
                    <p:spPr>
                      <a:xfrm>
                        <a:off x="4453930" y="5541777"/>
                        <a:ext cx="2082800" cy="901700"/>
                      </a:xfrm>
                      <a:prstGeom prst="rect">
                        <a:avLst/>
                      </a:prstGeom>
                    </p:spPr>
                  </p:pic>
                </p:oleObj>
              </mc:Fallback>
            </mc:AlternateContent>
          </a:graphicData>
        </a:graphic>
      </p:graphicFrame>
      <p:graphicFrame>
        <p:nvGraphicFramePr>
          <p:cNvPr id="57" name="对象 56"/>
          <p:cNvGraphicFramePr/>
          <p:nvPr/>
        </p:nvGraphicFramePr>
        <p:xfrm>
          <a:off x="3423321" y="3096015"/>
          <a:ext cx="1175385" cy="356870"/>
        </p:xfrm>
        <a:graphic>
          <a:graphicData uri="http://schemas.openxmlformats.org/presentationml/2006/ole">
            <mc:AlternateContent xmlns:mc="http://schemas.openxmlformats.org/markup-compatibility/2006">
              <mc:Choice xmlns:v="urn:schemas-microsoft-com:vml" Requires="v">
                <p:oleObj name="Equation" r:id="rId25" imgW="28346400" imgH="8839200" progId="Equation.DSMT4">
                  <p:embed/>
                </p:oleObj>
              </mc:Choice>
              <mc:Fallback>
                <p:oleObj name="Equation" r:id="rId25" imgW="28346400" imgH="8839200" progId="Equation.DSMT4">
                  <p:embed/>
                  <p:pic>
                    <p:nvPicPr>
                      <p:cNvPr id="0" name="对象 35"/>
                      <p:cNvPicPr/>
                      <p:nvPr/>
                    </p:nvPicPr>
                    <p:blipFill>
                      <a:blip r:embed="rId26"/>
                      <a:stretch>
                        <a:fillRect/>
                      </a:stretch>
                    </p:blipFill>
                    <p:spPr>
                      <a:xfrm>
                        <a:off x="3423321" y="3096015"/>
                        <a:ext cx="1175385" cy="35687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518611" y="4074420"/>
          <a:ext cx="3276600" cy="698500"/>
        </p:xfrm>
        <a:graphic>
          <a:graphicData uri="http://schemas.openxmlformats.org/presentationml/2006/ole">
            <mc:AlternateContent xmlns:mc="http://schemas.openxmlformats.org/markup-compatibility/2006">
              <mc:Choice xmlns:v="urn:schemas-microsoft-com:vml" Requires="v">
                <p:oleObj name="Equation" r:id="rId27" imgW="78638400" imgH="16764000" progId="Equation.DSMT4">
                  <p:embed/>
                </p:oleObj>
              </mc:Choice>
              <mc:Fallback>
                <p:oleObj name="Equation" r:id="rId27" imgW="78638400" imgH="16764000" progId="Equation.DSMT4">
                  <p:embed/>
                  <p:pic>
                    <p:nvPicPr>
                      <p:cNvPr id="0" name="图片 45582"/>
                      <p:cNvPicPr/>
                      <p:nvPr/>
                    </p:nvPicPr>
                    <p:blipFill>
                      <a:blip r:embed="rId28"/>
                      <a:stretch>
                        <a:fillRect/>
                      </a:stretch>
                    </p:blipFill>
                    <p:spPr>
                      <a:xfrm>
                        <a:off x="3518611" y="4074420"/>
                        <a:ext cx="3276600" cy="698500"/>
                      </a:xfrm>
                      <a:prstGeom prst="rect">
                        <a:avLst/>
                      </a:prstGeom>
                    </p:spPr>
                  </p:pic>
                </p:oleObj>
              </mc:Fallback>
            </mc:AlternateContent>
          </a:graphicData>
        </a:graphic>
      </p:graphicFrame>
      <p:sp>
        <p:nvSpPr>
          <p:cNvPr id="58" name="文本框 57"/>
          <p:cNvSpPr txBox="1"/>
          <p:nvPr/>
        </p:nvSpPr>
        <p:spPr>
          <a:xfrm>
            <a:off x="4628708" y="3737384"/>
            <a:ext cx="1767606" cy="461665"/>
          </a:xfrm>
          <a:prstGeom prst="rect">
            <a:avLst/>
          </a:prstGeom>
          <a:noFill/>
        </p:spPr>
        <p:txBody>
          <a:bodyPr wrap="square">
            <a:spAutoFit/>
          </a:bodyPr>
          <a:lstStyle/>
          <a:p>
            <a:r>
              <a:rPr kumimoji="1" lang="zh-CN" altLang="en-US" sz="2400" b="1" dirty="0">
                <a:solidFill>
                  <a:srgbClr val="FF0000"/>
                </a:solidFill>
                <a:latin typeface="Times New Roman" panose="02020603050405020304" pitchFamily="18" charset="0"/>
                <a:ea typeface="楷体" panose="02010609060101010101" charset="-122"/>
              </a:rPr>
              <a:t>可现场推导</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8"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par>
                                <p:cTn id="16" presetID="22" presetClass="entr" presetSubtype="8"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left)">
                                      <p:cBhvr>
                                        <p:cTn id="18" dur="500"/>
                                        <p:tgtEl>
                                          <p:spTgt spid="22"/>
                                        </p:tgtEl>
                                      </p:cBhvr>
                                    </p:animEffect>
                                  </p:childTnLst>
                                </p:cTn>
                              </p:par>
                              <p:par>
                                <p:cTn id="19" presetID="22" presetClass="entr" presetSubtype="8"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wipe(left)">
                                      <p:cBhvr>
                                        <p:cTn id="26" dur="500"/>
                                        <p:tgtEl>
                                          <p:spTgt spid="57"/>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arn(inVertical)">
                                      <p:cBhvr>
                                        <p:cTn id="31" dur="500"/>
                                        <p:tgtEl>
                                          <p:spTgt spid="3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barn(inVertical)">
                                      <p:cBhvr>
                                        <p:cTn id="34" dur="500"/>
                                        <p:tgtEl>
                                          <p:spTgt spid="28"/>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barn(inVertical)">
                                      <p:cBhvr>
                                        <p:cTn id="37" dur="500"/>
                                        <p:tgtEl>
                                          <p:spTgt spid="29"/>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barn(inVertical)">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wipe(left)">
                                      <p:cBhvr>
                                        <p:cTn id="45" dur="500"/>
                                        <p:tgtEl>
                                          <p:spTgt spid="3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blinds(horizontal)">
                                      <p:cBhvr>
                                        <p:cTn id="50" dur="500"/>
                                        <p:tgtEl>
                                          <p:spTgt spid="3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3"/>
                                        </p:tgtEl>
                                        <p:attrNameLst>
                                          <p:attrName>style.visibility</p:attrName>
                                        </p:attrNameLst>
                                      </p:cBhvr>
                                      <p:to>
                                        <p:strVal val="visible"/>
                                      </p:to>
                                    </p:set>
                                    <p:animEffect transition="in" filter="wipe(left)">
                                      <p:cBhvr>
                                        <p:cTn id="55" dur="500"/>
                                        <p:tgtEl>
                                          <p:spTgt spid="5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wipe(left)">
                                      <p:cBhvr>
                                        <p:cTn id="60" dur="500"/>
                                        <p:tgtEl>
                                          <p:spTgt spid="52"/>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barn(inVertical)">
                                      <p:cBhvr>
                                        <p:cTn id="65" dur="500"/>
                                        <p:tgtEl>
                                          <p:spTgt spid="8"/>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58"/>
                                        </p:tgtEl>
                                        <p:attrNameLst>
                                          <p:attrName>style.visibility</p:attrName>
                                        </p:attrNameLst>
                                      </p:cBhvr>
                                      <p:to>
                                        <p:strVal val="visible"/>
                                      </p:to>
                                    </p:set>
                                    <p:animEffect transition="in" filter="barn(inVertical)">
                                      <p:cBhvr>
                                        <p:cTn id="68" dur="500"/>
                                        <p:tgtEl>
                                          <p:spTgt spid="5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wipe(left)">
                                      <p:cBhvr>
                                        <p:cTn id="73" dur="500"/>
                                        <p:tgtEl>
                                          <p:spTgt spid="5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wipe(left)">
                                      <p:cBhvr>
                                        <p:cTn id="78" dur="500"/>
                                        <p:tgtEl>
                                          <p:spTgt spid="5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56"/>
                                        </p:tgtEl>
                                        <p:attrNameLst>
                                          <p:attrName>style.visibility</p:attrName>
                                        </p:attrNameLst>
                                      </p:cBhvr>
                                      <p:to>
                                        <p:strVal val="visible"/>
                                      </p:to>
                                    </p:set>
                                    <p:animEffect transition="in" filter="wipe(left)">
                                      <p:cBhvr>
                                        <p:cTn id="83"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p:bldP spid="29" grpId="0"/>
      <p:bldP spid="31" grpId="0"/>
      <p:bldP spid="32" grpId="0"/>
      <p:bldP spid="33" grpId="0"/>
      <p:bldP spid="54" grpId="0"/>
      <p:bldP spid="55" grpId="0"/>
      <p:bldP spid="58"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61645" y="1071245"/>
            <a:ext cx="8220075" cy="4714875"/>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361950" y="767080"/>
            <a:ext cx="8420100" cy="4572000"/>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28625" y="890270"/>
            <a:ext cx="8286750" cy="5076825"/>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99745" y="1042670"/>
            <a:ext cx="8143875" cy="4772025"/>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14020" y="990600"/>
            <a:ext cx="8315325" cy="4876800"/>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3"/>
          <a:stretch>
            <a:fillRect/>
          </a:stretch>
        </p:blipFill>
        <p:spPr>
          <a:xfrm>
            <a:off x="514350" y="747395"/>
            <a:ext cx="8115300" cy="5362575"/>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23545" y="1109345"/>
            <a:ext cx="8296275" cy="4638675"/>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00050" y="408940"/>
            <a:ext cx="8343900" cy="5000625"/>
          </a:xfrm>
          <a:prstGeom prst="rect">
            <a:avLst/>
          </a:prstGeom>
        </p:spPr>
      </p:pic>
      <p:sp>
        <p:nvSpPr>
          <p:cNvPr id="3" name="文本框 2"/>
          <p:cNvSpPr txBox="1"/>
          <p:nvPr/>
        </p:nvSpPr>
        <p:spPr>
          <a:xfrm>
            <a:off x="1099820" y="5549265"/>
            <a:ext cx="4569460" cy="583565"/>
          </a:xfrm>
          <a:prstGeom prst="rect">
            <a:avLst/>
          </a:prstGeom>
          <a:noFill/>
        </p:spPr>
        <p:txBody>
          <a:bodyPr wrap="square" rtlCol="0">
            <a:spAutoFit/>
          </a:bodyPr>
          <a:lstStyle/>
          <a:p>
            <a:r>
              <a:rPr lang="zh-CN" altLang="en-US" sz="3200">
                <a:solidFill>
                  <a:srgbClr val="FF0000"/>
                </a:solidFill>
              </a:rPr>
              <a:t>千万不要直接用</a:t>
            </a:r>
            <a:r>
              <a:rPr lang="en-US" altLang="zh-CN" sz="3200">
                <a:solidFill>
                  <a:srgbClr val="FF0000"/>
                </a:solidFill>
              </a:rPr>
              <a:t>R/3</a:t>
            </a:r>
            <a:r>
              <a:rPr lang="zh-CN" altLang="en-US" sz="3200">
                <a:solidFill>
                  <a:srgbClr val="FF0000"/>
                </a:solidFill>
              </a:rPr>
              <a:t>变换</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09270" y="880745"/>
            <a:ext cx="8124825" cy="5095875"/>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33070" y="533400"/>
            <a:ext cx="8277225" cy="5791200"/>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71145" y="570865"/>
            <a:ext cx="8637905" cy="5134610"/>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763713" y="404813"/>
            <a:ext cx="6985000"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zh-CN" altLang="en-US" sz="2800"/>
              <a:t>正弦电路中负载获得最大功率</a:t>
            </a:r>
            <a:r>
              <a:rPr kumimoji="1" lang="en-US" altLang="zh-CN" sz="2800" b="0" i="1">
                <a:latin typeface="Times New Roman" panose="02020603050405020304" pitchFamily="18" charset="0"/>
              </a:rPr>
              <a:t>P</a:t>
            </a:r>
            <a:r>
              <a:rPr kumimoji="1" lang="en-US" altLang="zh-CN" sz="2800" b="0" baseline="-25000">
                <a:latin typeface="Times New Roman" panose="02020603050405020304" pitchFamily="18" charset="0"/>
              </a:rPr>
              <a:t>max</a:t>
            </a:r>
            <a:r>
              <a:rPr kumimoji="1" lang="zh-CN" altLang="en-US" sz="2800"/>
              <a:t>的条件</a:t>
            </a:r>
          </a:p>
        </p:txBody>
      </p:sp>
      <p:sp>
        <p:nvSpPr>
          <p:cNvPr id="9219" name="Text Box 3"/>
          <p:cNvSpPr txBox="1">
            <a:spLocks noChangeArrowheads="1"/>
          </p:cNvSpPr>
          <p:nvPr/>
        </p:nvSpPr>
        <p:spPr bwMode="auto">
          <a:xfrm>
            <a:off x="827088" y="2276475"/>
            <a:ext cx="50419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Tx/>
              <a:buAutoNum type="circleNumDbPlain"/>
            </a:pPr>
            <a:r>
              <a:rPr kumimoji="1" lang="zh-CN" altLang="en-US" sz="2800" dirty="0">
                <a:latin typeface="宋体" panose="02010600030101010101" pitchFamily="2" charset="-122"/>
              </a:rPr>
              <a:t>若</a:t>
            </a:r>
            <a:r>
              <a:rPr kumimoji="1" lang="en-US" altLang="zh-CN" sz="2800" b="0" i="1" dirty="0">
                <a:latin typeface="宋体" panose="02010600030101010101" pitchFamily="2" charset="-122"/>
              </a:rPr>
              <a:t>Z</a:t>
            </a:r>
            <a:r>
              <a:rPr kumimoji="1" lang="en-US" altLang="zh-CN" sz="2800" b="0" baseline="-25000" dirty="0">
                <a:latin typeface="宋体" panose="02010600030101010101" pitchFamily="2" charset="-122"/>
              </a:rPr>
              <a:t>L</a:t>
            </a:r>
            <a:r>
              <a:rPr kumimoji="1" lang="en-US" altLang="zh-CN" sz="2800" b="0" dirty="0">
                <a:latin typeface="宋体" panose="02010600030101010101" pitchFamily="2" charset="-122"/>
              </a:rPr>
              <a:t>= </a:t>
            </a:r>
            <a:r>
              <a:rPr kumimoji="1" lang="en-US" altLang="zh-CN" sz="2800" b="0" i="1" dirty="0">
                <a:latin typeface="宋体" panose="02010600030101010101" pitchFamily="2" charset="-122"/>
              </a:rPr>
              <a:t>R</a:t>
            </a:r>
            <a:r>
              <a:rPr kumimoji="1" lang="en-US" altLang="zh-CN" sz="2800" b="0" baseline="-25000" dirty="0">
                <a:latin typeface="宋体" panose="02010600030101010101" pitchFamily="2" charset="-122"/>
              </a:rPr>
              <a:t>L</a:t>
            </a:r>
            <a:r>
              <a:rPr kumimoji="1" lang="en-US" altLang="zh-CN" sz="2800" b="0" dirty="0">
                <a:latin typeface="宋体" panose="02010600030101010101" pitchFamily="2" charset="-122"/>
              </a:rPr>
              <a:t> + </a:t>
            </a:r>
            <a:r>
              <a:rPr kumimoji="1" lang="en-US" altLang="zh-CN" sz="2800" b="0" dirty="0" err="1">
                <a:latin typeface="宋体" panose="02010600030101010101" pitchFamily="2" charset="-122"/>
              </a:rPr>
              <a:t>j</a:t>
            </a:r>
            <a:r>
              <a:rPr kumimoji="1" lang="en-US" altLang="zh-CN" sz="2800" b="0" i="1" dirty="0" err="1">
                <a:latin typeface="宋体" panose="02010600030101010101" pitchFamily="2" charset="-122"/>
              </a:rPr>
              <a:t>X</a:t>
            </a:r>
            <a:r>
              <a:rPr kumimoji="1" lang="en-US" altLang="zh-CN" sz="2800" b="0" baseline="-25000" dirty="0" err="1">
                <a:latin typeface="宋体" panose="02010600030101010101" pitchFamily="2" charset="-122"/>
              </a:rPr>
              <a:t>L</a:t>
            </a:r>
            <a:r>
              <a:rPr kumimoji="1" lang="zh-CN" altLang="en-US" sz="2800" dirty="0">
                <a:latin typeface="宋体" panose="02010600030101010101" pitchFamily="2" charset="-122"/>
              </a:rPr>
              <a:t>可任意改变 </a:t>
            </a:r>
          </a:p>
        </p:txBody>
      </p:sp>
      <p:sp>
        <p:nvSpPr>
          <p:cNvPr id="9220" name="Text Box 4"/>
          <p:cNvSpPr txBox="1">
            <a:spLocks noChangeArrowheads="1"/>
          </p:cNvSpPr>
          <p:nvPr/>
        </p:nvSpPr>
        <p:spPr bwMode="auto">
          <a:xfrm>
            <a:off x="900113" y="2924175"/>
            <a:ext cx="428375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98000" rIns="198000">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Tx/>
              <a:buAutoNum type="alphaLcParenR"/>
            </a:pPr>
            <a:r>
              <a:rPr kumimoji="1" lang="zh-CN" altLang="zh-CN" sz="2800" b="1" dirty="0">
                <a:latin typeface="宋体" panose="02010600030101010101" pitchFamily="2" charset="-122"/>
              </a:rPr>
              <a:t>先</a:t>
            </a:r>
            <a:r>
              <a:rPr kumimoji="1" lang="zh-CN" altLang="en-US" sz="2800" b="1" dirty="0">
                <a:latin typeface="宋体" panose="02010600030101010101" pitchFamily="2" charset="-122"/>
              </a:rPr>
              <a:t>设 </a:t>
            </a:r>
            <a:r>
              <a:rPr kumimoji="1" lang="en-US" altLang="zh-CN" sz="2800" b="1" i="1" dirty="0">
                <a:latin typeface="宋体" panose="02010600030101010101" pitchFamily="2" charset="-122"/>
              </a:rPr>
              <a:t>R</a:t>
            </a:r>
            <a:r>
              <a:rPr kumimoji="1" lang="en-US" altLang="zh-CN" sz="2800" b="1" baseline="-25000" dirty="0">
                <a:latin typeface="宋体" panose="02010600030101010101" pitchFamily="2" charset="-122"/>
              </a:rPr>
              <a:t>L </a:t>
            </a:r>
            <a:r>
              <a:rPr kumimoji="1" lang="zh-CN" altLang="en-US" sz="2800" b="1" dirty="0">
                <a:latin typeface="宋体" panose="02010600030101010101" pitchFamily="2" charset="-122"/>
              </a:rPr>
              <a:t>不变，</a:t>
            </a:r>
            <a:r>
              <a:rPr kumimoji="1" lang="en-US" altLang="zh-CN" sz="2800" b="1" i="1" dirty="0">
                <a:latin typeface="宋体" panose="02010600030101010101" pitchFamily="2" charset="-122"/>
              </a:rPr>
              <a:t>X</a:t>
            </a:r>
            <a:r>
              <a:rPr kumimoji="1" lang="en-US" altLang="zh-CN" sz="2800" b="1" baseline="-25000" dirty="0">
                <a:latin typeface="宋体" panose="02010600030101010101" pitchFamily="2" charset="-122"/>
              </a:rPr>
              <a:t>L </a:t>
            </a:r>
            <a:r>
              <a:rPr kumimoji="1" lang="zh-CN" altLang="zh-CN" sz="2800" b="1" dirty="0">
                <a:latin typeface="宋体" panose="02010600030101010101" pitchFamily="2" charset="-122"/>
              </a:rPr>
              <a:t>改变</a:t>
            </a:r>
            <a:endParaRPr kumimoji="1" lang="zh-CN" altLang="en-US" sz="2800" b="1" dirty="0">
              <a:latin typeface="宋体" panose="02010600030101010101" pitchFamily="2" charset="-122"/>
            </a:endParaRPr>
          </a:p>
        </p:txBody>
      </p:sp>
      <p:sp>
        <p:nvSpPr>
          <p:cNvPr id="9221" name="Text Box 5"/>
          <p:cNvSpPr txBox="1">
            <a:spLocks noChangeArrowheads="1"/>
          </p:cNvSpPr>
          <p:nvPr/>
        </p:nvSpPr>
        <p:spPr bwMode="auto">
          <a:xfrm>
            <a:off x="539750" y="3500438"/>
            <a:ext cx="8281988"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zh-CN" altLang="en-US" sz="2800" dirty="0">
                <a:latin typeface="Times New Roman" panose="02020603050405020304" pitchFamily="18" charset="0"/>
              </a:rPr>
              <a:t>显然，当</a:t>
            </a: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i</a:t>
            </a:r>
            <a:r>
              <a:rPr kumimoji="1" lang="en-US" altLang="zh-CN" sz="2800" b="0" dirty="0">
                <a:latin typeface="Times New Roman" panose="02020603050405020304" pitchFamily="18" charset="0"/>
                <a:ea typeface="宋体" panose="02010600030101010101" pitchFamily="2" charset="-122"/>
              </a:rPr>
              <a:t> + </a:t>
            </a: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L</a:t>
            </a:r>
            <a:r>
              <a:rPr kumimoji="1" lang="en-US" altLang="zh-CN" sz="2800" b="0" dirty="0">
                <a:latin typeface="Times New Roman" panose="02020603050405020304" pitchFamily="18" charset="0"/>
                <a:ea typeface="宋体" panose="02010600030101010101" pitchFamily="2" charset="-122"/>
              </a:rPr>
              <a:t>=0</a:t>
            </a:r>
            <a:r>
              <a:rPr kumimoji="1" lang="zh-CN" altLang="en-US" sz="2800" dirty="0">
                <a:latin typeface="Times New Roman" panose="02020603050405020304" pitchFamily="18" charset="0"/>
                <a:ea typeface="宋体" panose="02010600030101010101" pitchFamily="2" charset="-122"/>
              </a:rPr>
              <a:t>，</a:t>
            </a:r>
            <a:r>
              <a:rPr kumimoji="1" lang="zh-CN" altLang="en-US" sz="2800" dirty="0">
                <a:latin typeface="Times New Roman" panose="02020603050405020304" pitchFamily="18" charset="0"/>
              </a:rPr>
              <a:t>即</a:t>
            </a: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L</a:t>
            </a:r>
            <a:r>
              <a:rPr kumimoji="1" lang="en-US" altLang="zh-CN" sz="2800" b="0" dirty="0">
                <a:latin typeface="Times New Roman" panose="02020603050405020304" pitchFamily="18" charset="0"/>
                <a:ea typeface="宋体" panose="02010600030101010101" pitchFamily="2" charset="-122"/>
              </a:rPr>
              <a:t> =</a:t>
            </a:r>
            <a:r>
              <a:rPr kumimoji="1" lang="en-US" altLang="zh-CN" sz="2800" b="0" dirty="0">
                <a:latin typeface="宋体" panose="02010600030101010101" pitchFamily="2" charset="-122"/>
                <a:ea typeface="宋体" panose="02010600030101010101" pitchFamily="2" charset="-122"/>
              </a:rPr>
              <a:t>-</a:t>
            </a: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i</a:t>
            </a:r>
            <a:r>
              <a:rPr kumimoji="1" lang="zh-CN" altLang="zh-CN" sz="2800" dirty="0">
                <a:latin typeface="Times New Roman" panose="02020603050405020304" pitchFamily="18" charset="0"/>
              </a:rPr>
              <a:t>时</a:t>
            </a:r>
            <a:r>
              <a:rPr kumimoji="1" lang="zh-CN" altLang="zh-CN" sz="2800" dirty="0">
                <a:latin typeface="Times New Roman" panose="02020603050405020304" pitchFamily="18" charset="0"/>
                <a:ea typeface="宋体" panose="02010600030101010101" pitchFamily="2" charset="-122"/>
              </a:rPr>
              <a:t>，</a:t>
            </a:r>
            <a:r>
              <a:rPr kumimoji="1" lang="en-US" altLang="zh-CN" sz="2800" b="0" i="1" dirty="0">
                <a:latin typeface="Times New Roman" panose="02020603050405020304" pitchFamily="18" charset="0"/>
                <a:ea typeface="宋体" panose="02010600030101010101" pitchFamily="2" charset="-122"/>
              </a:rPr>
              <a:t>P </a:t>
            </a:r>
            <a:r>
              <a:rPr kumimoji="1" lang="zh-CN" altLang="zh-CN" sz="2800" dirty="0">
                <a:latin typeface="Times New Roman" panose="02020603050405020304" pitchFamily="18" charset="0"/>
              </a:rPr>
              <a:t>获得最大值。</a:t>
            </a:r>
            <a:endParaRPr kumimoji="1" lang="zh-CN" altLang="en-US" sz="2800" baseline="-25000" dirty="0">
              <a:latin typeface="Times New Roman" panose="02020603050405020304" pitchFamily="18" charset="0"/>
            </a:endParaRPr>
          </a:p>
        </p:txBody>
      </p:sp>
      <p:graphicFrame>
        <p:nvGraphicFramePr>
          <p:cNvPr id="9222" name="Object 6"/>
          <p:cNvGraphicFramePr>
            <a:graphicFrameLocks noChangeAspect="1"/>
          </p:cNvGraphicFramePr>
          <p:nvPr/>
        </p:nvGraphicFramePr>
        <p:xfrm>
          <a:off x="5940425" y="1125538"/>
          <a:ext cx="2592388" cy="1250950"/>
        </p:xfrm>
        <a:graphic>
          <a:graphicData uri="http://schemas.openxmlformats.org/presentationml/2006/ole">
            <mc:AlternateContent xmlns:mc="http://schemas.openxmlformats.org/markup-compatibility/2006">
              <mc:Choice xmlns:v="urn:schemas-microsoft-com:vml" Requires="v">
                <p:oleObj name="公式" r:id="rId2" imgW="1054080" imgH="507960" progId="Equation.3">
                  <p:embed/>
                </p:oleObj>
              </mc:Choice>
              <mc:Fallback>
                <p:oleObj name="公式" r:id="rId2" imgW="1054080" imgH="507960" progId="Equation.3">
                  <p:embed/>
                  <p:pic>
                    <p:nvPicPr>
                      <p:cNvPr id="9222"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1125538"/>
                        <a:ext cx="2592388" cy="1250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3" name="Text Box 7"/>
          <p:cNvSpPr txBox="1">
            <a:spLocks noChangeArrowheads="1"/>
          </p:cNvSpPr>
          <p:nvPr/>
        </p:nvSpPr>
        <p:spPr bwMode="auto">
          <a:xfrm>
            <a:off x="900113" y="4149725"/>
            <a:ext cx="568801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Tx/>
              <a:buAutoNum type="alphaLcParenR" startAt="2"/>
            </a:pPr>
            <a:r>
              <a:rPr kumimoji="1" lang="zh-CN" altLang="zh-CN" sz="2800" b="1" dirty="0">
                <a:latin typeface="宋体" panose="02010600030101010101" pitchFamily="2" charset="-122"/>
              </a:rPr>
              <a:t>再讨论</a:t>
            </a:r>
            <a:r>
              <a:rPr kumimoji="1" lang="zh-CN" altLang="en-US" sz="2800" b="1" dirty="0">
                <a:latin typeface="宋体" panose="02010600030101010101" pitchFamily="2" charset="-122"/>
              </a:rPr>
              <a:t> </a:t>
            </a:r>
            <a:r>
              <a:rPr kumimoji="1" lang="en-US" altLang="zh-CN" sz="2800" b="1" i="1" dirty="0">
                <a:latin typeface="宋体" panose="02010600030101010101" pitchFamily="2" charset="-122"/>
              </a:rPr>
              <a:t>R</a:t>
            </a:r>
            <a:r>
              <a:rPr kumimoji="1" lang="en-US" altLang="zh-CN" sz="2800" b="1" baseline="-25000" dirty="0">
                <a:latin typeface="宋体" panose="02010600030101010101" pitchFamily="2" charset="-122"/>
              </a:rPr>
              <a:t>L </a:t>
            </a:r>
            <a:r>
              <a:rPr kumimoji="1" lang="zh-CN" altLang="zh-CN" sz="2800" b="1" dirty="0">
                <a:latin typeface="宋体" panose="02010600030101010101" pitchFamily="2" charset="-122"/>
              </a:rPr>
              <a:t>改变时，</a:t>
            </a:r>
            <a:r>
              <a:rPr kumimoji="1" lang="en-US" altLang="zh-CN" sz="2800" b="1" i="1" dirty="0">
                <a:latin typeface="宋体" panose="02010600030101010101" pitchFamily="2" charset="-122"/>
              </a:rPr>
              <a:t>P </a:t>
            </a:r>
            <a:r>
              <a:rPr kumimoji="1" lang="zh-CN" altLang="zh-CN" sz="2800" b="1" dirty="0">
                <a:latin typeface="宋体" panose="02010600030101010101" pitchFamily="2" charset="-122"/>
              </a:rPr>
              <a:t>的最大值</a:t>
            </a:r>
            <a:endParaRPr kumimoji="1" lang="zh-CN" altLang="en-US" sz="2800" b="1" dirty="0">
              <a:latin typeface="宋体" panose="02010600030101010101" pitchFamily="2" charset="-122"/>
            </a:endParaRPr>
          </a:p>
        </p:txBody>
      </p:sp>
      <p:graphicFrame>
        <p:nvGraphicFramePr>
          <p:cNvPr id="9225" name="Object 9"/>
          <p:cNvGraphicFramePr>
            <a:graphicFrameLocks noChangeAspect="1"/>
          </p:cNvGraphicFramePr>
          <p:nvPr/>
        </p:nvGraphicFramePr>
        <p:xfrm>
          <a:off x="6011863" y="1052513"/>
          <a:ext cx="2520950" cy="1600200"/>
        </p:xfrm>
        <a:graphic>
          <a:graphicData uri="http://schemas.openxmlformats.org/presentationml/2006/ole">
            <mc:AlternateContent xmlns:mc="http://schemas.openxmlformats.org/markup-compatibility/2006">
              <mc:Choice xmlns:v="urn:schemas-microsoft-com:vml" Requires="v">
                <p:oleObj name="公式" r:id="rId4" imgW="799920" imgH="507960" progId="Equation.3">
                  <p:embed/>
                </p:oleObj>
              </mc:Choice>
              <mc:Fallback>
                <p:oleObj name="公式" r:id="rId4" imgW="799920" imgH="507960" progId="Equation.3">
                  <p:embed/>
                  <p:pic>
                    <p:nvPicPr>
                      <p:cNvPr id="9225"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1863" y="1052513"/>
                        <a:ext cx="2520950" cy="1600200"/>
                      </a:xfrm>
                      <a:prstGeom prst="rect">
                        <a:avLst/>
                      </a:prstGeom>
                      <a:gradFill rotWithShape="1">
                        <a:gsLst>
                          <a:gs pos="0">
                            <a:srgbClr val="FFCC99"/>
                          </a:gs>
                          <a:gs pos="100000">
                            <a:schemeClr val="bg1"/>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3" name="Object 17"/>
          <p:cNvGraphicFramePr>
            <a:graphicFrameLocks noChangeAspect="1"/>
          </p:cNvGraphicFramePr>
          <p:nvPr/>
        </p:nvGraphicFramePr>
        <p:xfrm>
          <a:off x="1468438" y="1108075"/>
          <a:ext cx="3829050" cy="1012825"/>
        </p:xfrm>
        <a:graphic>
          <a:graphicData uri="http://schemas.openxmlformats.org/presentationml/2006/ole">
            <mc:AlternateContent xmlns:mc="http://schemas.openxmlformats.org/markup-compatibility/2006">
              <mc:Choice xmlns:v="urn:schemas-microsoft-com:vml" Requires="v">
                <p:oleObj name="Equation" r:id="rId6" imgW="1726920" imgH="457200" progId="Equation.DSMT4">
                  <p:embed/>
                </p:oleObj>
              </mc:Choice>
              <mc:Fallback>
                <p:oleObj name="Equation" r:id="rId6" imgW="1726920" imgH="457200" progId="Equation.DSMT4">
                  <p:embed/>
                  <p:pic>
                    <p:nvPicPr>
                      <p:cNvPr id="9233" name="Object 17"/>
                      <p:cNvPicPr>
                        <a:picLocks noChangeAspect="1" noChangeArrowheads="1"/>
                      </p:cNvPicPr>
                      <p:nvPr/>
                    </p:nvPicPr>
                    <p:blipFill>
                      <a:blip r:embed="rId7"/>
                      <a:srcRect/>
                      <a:stretch>
                        <a:fillRect/>
                      </a:stretch>
                    </p:blipFill>
                    <p:spPr bwMode="auto">
                      <a:xfrm>
                        <a:off x="1468438" y="1108075"/>
                        <a:ext cx="3829050"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3" name="Text Box 37"/>
          <p:cNvSpPr txBox="1">
            <a:spLocks noChangeArrowheads="1"/>
          </p:cNvSpPr>
          <p:nvPr/>
        </p:nvSpPr>
        <p:spPr bwMode="auto">
          <a:xfrm>
            <a:off x="971550" y="409575"/>
            <a:ext cx="1210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0" dirty="0">
                <a:latin typeface="Times New Roman" panose="02020603050405020304" pitchFamily="18" charset="0"/>
                <a:ea typeface="华文行楷" panose="02010800040101010101" pitchFamily="2" charset="-122"/>
              </a:rPr>
              <a:t>讨论  </a:t>
            </a:r>
          </a:p>
        </p:txBody>
      </p:sp>
      <p:sp>
        <p:nvSpPr>
          <p:cNvPr id="9254" name="Text Box 38"/>
          <p:cNvSpPr txBox="1">
            <a:spLocks noChangeArrowheads="1"/>
          </p:cNvSpPr>
          <p:nvPr/>
        </p:nvSpPr>
        <p:spPr bwMode="auto">
          <a:xfrm>
            <a:off x="539750" y="4797425"/>
            <a:ext cx="4897438"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zh-CN" altLang="en-US" sz="2800" dirty="0"/>
              <a:t>当</a:t>
            </a:r>
            <a:r>
              <a:rPr kumimoji="1" lang="en-US" altLang="zh-CN" sz="2800" b="0" i="1" dirty="0">
                <a:latin typeface="Times New Roman" panose="02020603050405020304" pitchFamily="18" charset="0"/>
              </a:rPr>
              <a:t>R</a:t>
            </a:r>
            <a:r>
              <a:rPr kumimoji="1" lang="en-US" altLang="zh-CN" sz="2800" b="0" baseline="-25000" dirty="0">
                <a:latin typeface="Times New Roman" panose="02020603050405020304" pitchFamily="18" charset="0"/>
              </a:rPr>
              <a:t>L</a:t>
            </a:r>
            <a:r>
              <a:rPr kumimoji="1" lang="en-US" altLang="zh-CN" sz="2800" b="0" dirty="0">
                <a:latin typeface="Times New Roman" panose="02020603050405020304" pitchFamily="18" charset="0"/>
              </a:rPr>
              <a:t>= </a:t>
            </a:r>
            <a:r>
              <a:rPr kumimoji="1" lang="en-US" altLang="zh-CN" sz="2800" b="0" i="1" dirty="0" err="1">
                <a:latin typeface="Times New Roman" panose="02020603050405020304" pitchFamily="18" charset="0"/>
              </a:rPr>
              <a:t>R</a:t>
            </a:r>
            <a:r>
              <a:rPr kumimoji="1" lang="en-US" altLang="zh-CN" sz="2800" b="0" baseline="-25000" dirty="0" err="1">
                <a:latin typeface="Times New Roman" panose="02020603050405020304" pitchFamily="18" charset="0"/>
              </a:rPr>
              <a:t>i</a:t>
            </a:r>
            <a:r>
              <a:rPr kumimoji="1" lang="en-US" altLang="zh-CN" sz="2800" baseline="-25000" dirty="0"/>
              <a:t> </a:t>
            </a:r>
            <a:r>
              <a:rPr kumimoji="1" lang="zh-CN" altLang="zh-CN" sz="2800" dirty="0"/>
              <a:t>时，</a:t>
            </a:r>
            <a:r>
              <a:rPr kumimoji="1" lang="en-US" altLang="zh-CN" sz="2800" b="0" i="1" dirty="0">
                <a:latin typeface="Times New Roman" panose="02020603050405020304" pitchFamily="18" charset="0"/>
              </a:rPr>
              <a:t>P </a:t>
            </a:r>
            <a:r>
              <a:rPr kumimoji="1" lang="zh-CN" altLang="zh-CN" sz="2800" dirty="0"/>
              <a:t>获得最大值</a:t>
            </a:r>
            <a:endParaRPr kumimoji="1" lang="zh-CN" altLang="en-US" sz="2800" baseline="-25000" dirty="0"/>
          </a:p>
        </p:txBody>
      </p:sp>
      <p:grpSp>
        <p:nvGrpSpPr>
          <p:cNvPr id="9262" name="Group 46"/>
          <p:cNvGrpSpPr>
            <a:grpSpLocks/>
          </p:cNvGrpSpPr>
          <p:nvPr/>
        </p:nvGrpSpPr>
        <p:grpSpPr bwMode="auto">
          <a:xfrm>
            <a:off x="1116013" y="5445120"/>
            <a:ext cx="3514725" cy="523875"/>
            <a:chOff x="703" y="3521"/>
            <a:chExt cx="2214" cy="330"/>
          </a:xfrm>
        </p:grpSpPr>
        <p:sp>
          <p:nvSpPr>
            <p:cNvPr id="9256" name="Text Box 40"/>
            <p:cNvSpPr txBox="1">
              <a:spLocks noChangeArrowheads="1"/>
            </p:cNvSpPr>
            <p:nvPr/>
          </p:nvSpPr>
          <p:spPr bwMode="auto">
            <a:xfrm>
              <a:off x="703" y="3521"/>
              <a:ext cx="710" cy="330"/>
            </a:xfrm>
            <a:prstGeom prst="rect">
              <a:avLst/>
            </a:prstGeom>
            <a:noFill/>
            <a:ln>
              <a:noFill/>
            </a:ln>
            <a:effectLst/>
            <a:extLst>
              <a:ext uri="{909E8E84-426E-40DD-AFC4-6F175D3DCCD1}">
                <a14:hiddenFill xmlns:a14="http://schemas.microsoft.com/office/drawing/2010/main">
                  <a:gradFill rotWithShape="1">
                    <a:gsLst>
                      <a:gs pos="0">
                        <a:schemeClr val="accent1"/>
                      </a:gs>
                      <a:gs pos="100000">
                        <a:schemeClr val="bg1"/>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L</a:t>
              </a:r>
              <a:r>
                <a:rPr kumimoji="1" lang="en-US" altLang="zh-CN" sz="2800" b="0">
                  <a:latin typeface="Times New Roman" panose="02020603050405020304" pitchFamily="18" charset="0"/>
                  <a:ea typeface="宋体" panose="02010600030101010101" pitchFamily="2" charset="-122"/>
                </a:rPr>
                <a:t>= </a:t>
              </a: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i</a:t>
              </a:r>
            </a:p>
          </p:txBody>
        </p:sp>
        <p:sp>
          <p:nvSpPr>
            <p:cNvPr id="9257" name="Text Box 41"/>
            <p:cNvSpPr txBox="1">
              <a:spLocks noChangeArrowheads="1"/>
            </p:cNvSpPr>
            <p:nvPr/>
          </p:nvSpPr>
          <p:spPr bwMode="auto">
            <a:xfrm>
              <a:off x="1565" y="3521"/>
              <a:ext cx="1352" cy="330"/>
            </a:xfrm>
            <a:prstGeom prst="rect">
              <a:avLst/>
            </a:prstGeom>
            <a:noFill/>
            <a:ln>
              <a:noFill/>
            </a:ln>
            <a:effectLst/>
            <a:extLst>
              <a:ext uri="{909E8E84-426E-40DD-AFC4-6F175D3DCCD1}">
                <a14:hiddenFill xmlns:a14="http://schemas.microsoft.com/office/drawing/2010/main">
                  <a:gradFill rotWithShape="1">
                    <a:gsLst>
                      <a:gs pos="0">
                        <a:schemeClr val="accent1"/>
                      </a:gs>
                      <a:gs pos="100000">
                        <a:schemeClr val="bg1"/>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L</a:t>
              </a:r>
              <a:r>
                <a:rPr kumimoji="1" lang="en-US" altLang="zh-CN" sz="2800" b="0" dirty="0">
                  <a:latin typeface="Times New Roman" panose="02020603050405020304" pitchFamily="18" charset="0"/>
                  <a:ea typeface="宋体" panose="02010600030101010101" pitchFamily="2" charset="-122"/>
                </a:rPr>
                <a:t> =</a:t>
              </a:r>
              <a:r>
                <a:rPr kumimoji="1" lang="en-US" altLang="zh-CN" sz="2800" b="0" dirty="0">
                  <a:latin typeface="宋体" panose="02010600030101010101" pitchFamily="2" charset="-122"/>
                  <a:ea typeface="宋体" panose="02010600030101010101" pitchFamily="2" charset="-122"/>
                </a:rPr>
                <a:t>-</a:t>
              </a: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i</a:t>
              </a:r>
            </a:p>
          </p:txBody>
        </p:sp>
      </p:grpSp>
      <p:sp>
        <p:nvSpPr>
          <p:cNvPr id="9259" name="Text Box 43"/>
          <p:cNvSpPr txBox="1">
            <a:spLocks noChangeArrowheads="1"/>
          </p:cNvSpPr>
          <p:nvPr/>
        </p:nvSpPr>
        <p:spPr bwMode="auto">
          <a:xfrm>
            <a:off x="5219700" y="5445125"/>
            <a:ext cx="1944688" cy="523220"/>
          </a:xfrm>
          <a:prstGeom prst="rect">
            <a:avLst/>
          </a:prstGeom>
          <a:gradFill rotWithShape="1">
            <a:gsLst>
              <a:gs pos="0">
                <a:srgbClr val="FFCCFF"/>
              </a:gs>
              <a:gs pos="100000">
                <a:schemeClr val="bg1"/>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L</a:t>
            </a:r>
            <a:r>
              <a:rPr kumimoji="1" lang="en-US" altLang="zh-CN" sz="2800" b="0">
                <a:latin typeface="Times New Roman" panose="02020603050405020304" pitchFamily="18" charset="0"/>
                <a:ea typeface="宋体" panose="02010600030101010101" pitchFamily="2" charset="-122"/>
              </a:rPr>
              <a:t>= </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i</a:t>
            </a:r>
            <a:r>
              <a:rPr kumimoji="1" lang="en-US" altLang="zh-CN" sz="2800" b="0" baseline="30000">
                <a:latin typeface="Times New Roman" panose="02020603050405020304" pitchFamily="18" charset="0"/>
                <a:ea typeface="宋体" panose="02010600030101010101" pitchFamily="2" charset="-122"/>
              </a:rPr>
              <a:t>*</a:t>
            </a:r>
            <a:endParaRPr kumimoji="1" lang="en-US" altLang="zh-CN" sz="2800" b="0" baseline="-25000">
              <a:latin typeface="Times New Roman" panose="02020603050405020304" pitchFamily="18" charset="0"/>
              <a:ea typeface="宋体" panose="02010600030101010101" pitchFamily="2" charset="-122"/>
            </a:endParaRPr>
          </a:p>
        </p:txBody>
      </p:sp>
      <p:sp>
        <p:nvSpPr>
          <p:cNvPr id="9260" name="Line 44"/>
          <p:cNvSpPr>
            <a:spLocks noChangeShapeType="1"/>
          </p:cNvSpPr>
          <p:nvPr/>
        </p:nvSpPr>
        <p:spPr bwMode="auto">
          <a:xfrm>
            <a:off x="4284663" y="5734050"/>
            <a:ext cx="574675" cy="0"/>
          </a:xfrm>
          <a:prstGeom prst="line">
            <a:avLst/>
          </a:prstGeom>
          <a:noFill/>
          <a:ln w="76200">
            <a:solidFill>
              <a:srgbClr val="0066FF"/>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9261" name="AutoShape 45"/>
          <p:cNvSpPr>
            <a:spLocks noChangeArrowheads="1"/>
          </p:cNvSpPr>
          <p:nvPr/>
        </p:nvSpPr>
        <p:spPr bwMode="auto">
          <a:xfrm>
            <a:off x="7524750" y="4365625"/>
            <a:ext cx="1079500" cy="1492660"/>
          </a:xfrm>
          <a:prstGeom prst="wedgeRoundRectCallout">
            <a:avLst>
              <a:gd name="adj1" fmla="val -91472"/>
              <a:gd name="adj2" fmla="val 44977"/>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dirty="0">
                <a:latin typeface="Arial" panose="020B0604020202020204" pitchFamily="34" charset="0"/>
              </a:rPr>
              <a:t>最佳匹配条件</a:t>
            </a:r>
          </a:p>
        </p:txBody>
      </p:sp>
    </p:spTree>
    <p:extLst>
      <p:ext uri="{BB962C8B-B14F-4D97-AF65-F5344CB8AC3E}">
        <p14:creationId xmlns:p14="http://schemas.microsoft.com/office/powerpoint/2010/main" val="12131744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up)">
                                      <p:cBhvr>
                                        <p:cTn id="7" dur="500"/>
                                        <p:tgtEl>
                                          <p:spTgt spid="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233"/>
                                        </p:tgtEl>
                                        <p:attrNameLst>
                                          <p:attrName>style.visibility</p:attrName>
                                        </p:attrNameLst>
                                      </p:cBhvr>
                                      <p:to>
                                        <p:strVal val="visible"/>
                                      </p:to>
                                    </p:set>
                                    <p:animEffect transition="in" filter="wipe(left)">
                                      <p:cBhvr>
                                        <p:cTn id="12" dur="2000"/>
                                        <p:tgtEl>
                                          <p:spTgt spid="92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 fill="hold" nodeType="clickEffect">
                                  <p:stCondLst>
                                    <p:cond delay="0"/>
                                  </p:stCondLst>
                                  <p:childTnLst>
                                    <p:set>
                                      <p:cBhvr>
                                        <p:cTn id="16" dur="1" fill="hold">
                                          <p:stCondLst>
                                            <p:cond delay="0"/>
                                          </p:stCondLst>
                                        </p:cTn>
                                        <p:tgtEl>
                                          <p:spTgt spid="9219"/>
                                        </p:tgtEl>
                                        <p:attrNameLst>
                                          <p:attrName>style.visibility</p:attrName>
                                        </p:attrNameLst>
                                      </p:cBhvr>
                                      <p:to>
                                        <p:strVal val="visible"/>
                                      </p:to>
                                    </p:set>
                                    <p:anim calcmode="lin" valueType="num">
                                      <p:cBhvr>
                                        <p:cTn id="17" dur="500" fill="hold"/>
                                        <p:tgtEl>
                                          <p:spTgt spid="9219"/>
                                        </p:tgtEl>
                                        <p:attrNameLst>
                                          <p:attrName>ppt_x</p:attrName>
                                        </p:attrNameLst>
                                      </p:cBhvr>
                                      <p:tavLst>
                                        <p:tav tm="0">
                                          <p:val>
                                            <p:strVal val="#ppt_x"/>
                                          </p:val>
                                        </p:tav>
                                        <p:tav tm="100000">
                                          <p:val>
                                            <p:strVal val="#ppt_x"/>
                                          </p:val>
                                        </p:tav>
                                      </p:tavLst>
                                    </p:anim>
                                    <p:anim calcmode="lin" valueType="num">
                                      <p:cBhvr>
                                        <p:cTn id="18" dur="500" fill="hold"/>
                                        <p:tgtEl>
                                          <p:spTgt spid="9219"/>
                                        </p:tgtEl>
                                        <p:attrNameLst>
                                          <p:attrName>ppt_y</p:attrName>
                                        </p:attrNameLst>
                                      </p:cBhvr>
                                      <p:tavLst>
                                        <p:tav tm="0">
                                          <p:val>
                                            <p:strVal val="#ppt_y-#ppt_h/2"/>
                                          </p:val>
                                        </p:tav>
                                        <p:tav tm="100000">
                                          <p:val>
                                            <p:strVal val="#ppt_y"/>
                                          </p:val>
                                        </p:tav>
                                      </p:tavLst>
                                    </p:anim>
                                    <p:anim calcmode="lin" valueType="num">
                                      <p:cBhvr>
                                        <p:cTn id="19" dur="500" fill="hold"/>
                                        <p:tgtEl>
                                          <p:spTgt spid="9219"/>
                                        </p:tgtEl>
                                        <p:attrNameLst>
                                          <p:attrName>ppt_w</p:attrName>
                                        </p:attrNameLst>
                                      </p:cBhvr>
                                      <p:tavLst>
                                        <p:tav tm="0">
                                          <p:val>
                                            <p:strVal val="#ppt_w"/>
                                          </p:val>
                                        </p:tav>
                                        <p:tav tm="100000">
                                          <p:val>
                                            <p:strVal val="#ppt_w"/>
                                          </p:val>
                                        </p:tav>
                                      </p:tavLst>
                                    </p:anim>
                                    <p:anim calcmode="lin" valueType="num">
                                      <p:cBhvr>
                                        <p:cTn id="20" dur="500" fill="hold"/>
                                        <p:tgtEl>
                                          <p:spTgt spid="9219"/>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9220"/>
                                        </p:tgtEl>
                                        <p:attrNameLst>
                                          <p:attrName>style.visibility</p:attrName>
                                        </p:attrNameLst>
                                      </p:cBhvr>
                                      <p:to>
                                        <p:strVal val="visible"/>
                                      </p:to>
                                    </p:set>
                                    <p:animEffect transition="in" filter="blinds(horizontal)">
                                      <p:cBhvr>
                                        <p:cTn id="25" dur="500"/>
                                        <p:tgtEl>
                                          <p:spTgt spid="92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221"/>
                                        </p:tgtEl>
                                        <p:attrNameLst>
                                          <p:attrName>style.visibility</p:attrName>
                                        </p:attrNameLst>
                                      </p:cBhvr>
                                      <p:to>
                                        <p:strVal val="visible"/>
                                      </p:to>
                                    </p:set>
                                    <p:animEffect transition="in" filter="wipe(left)">
                                      <p:cBhvr>
                                        <p:cTn id="30" dur="2000"/>
                                        <p:tgtEl>
                                          <p:spTgt spid="9221"/>
                                        </p:tgtEl>
                                      </p:cBhvr>
                                    </p:animEffect>
                                  </p:childTnLst>
                                </p:cTn>
                              </p:par>
                            </p:childTnLst>
                          </p:cTn>
                        </p:par>
                        <p:par>
                          <p:cTn id="31" fill="hold" nodeType="afterGroup">
                            <p:stCondLst>
                              <p:cond delay="2000"/>
                            </p:stCondLst>
                            <p:childTnLst>
                              <p:par>
                                <p:cTn id="32" presetID="9" presetClass="entr" presetSubtype="0" fill="hold" nodeType="afterEffect">
                                  <p:stCondLst>
                                    <p:cond delay="0"/>
                                  </p:stCondLst>
                                  <p:childTnLst>
                                    <p:set>
                                      <p:cBhvr>
                                        <p:cTn id="33" dur="1" fill="hold">
                                          <p:stCondLst>
                                            <p:cond delay="0"/>
                                          </p:stCondLst>
                                        </p:cTn>
                                        <p:tgtEl>
                                          <p:spTgt spid="9222"/>
                                        </p:tgtEl>
                                        <p:attrNameLst>
                                          <p:attrName>style.visibility</p:attrName>
                                        </p:attrNameLst>
                                      </p:cBhvr>
                                      <p:to>
                                        <p:strVal val="visible"/>
                                      </p:to>
                                    </p:set>
                                    <p:animEffect transition="in" filter="dissolve">
                                      <p:cBhvr>
                                        <p:cTn id="34" dur="500"/>
                                        <p:tgtEl>
                                          <p:spTgt spid="922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9223"/>
                                        </p:tgtEl>
                                        <p:attrNameLst>
                                          <p:attrName>style.visibility</p:attrName>
                                        </p:attrNameLst>
                                      </p:cBhvr>
                                      <p:to>
                                        <p:strVal val="visible"/>
                                      </p:to>
                                    </p:set>
                                    <p:animEffect transition="in" filter="blinds(horizontal)">
                                      <p:cBhvr>
                                        <p:cTn id="39" dur="500"/>
                                        <p:tgtEl>
                                          <p:spTgt spid="922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9254"/>
                                        </p:tgtEl>
                                        <p:attrNameLst>
                                          <p:attrName>style.visibility</p:attrName>
                                        </p:attrNameLst>
                                      </p:cBhvr>
                                      <p:to>
                                        <p:strVal val="visible"/>
                                      </p:to>
                                    </p:set>
                                    <p:animEffect transition="in" filter="wipe(left)">
                                      <p:cBhvr>
                                        <p:cTn id="44" dur="500"/>
                                        <p:tgtEl>
                                          <p:spTgt spid="925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9262"/>
                                        </p:tgtEl>
                                        <p:attrNameLst>
                                          <p:attrName>style.visibility</p:attrName>
                                        </p:attrNameLst>
                                      </p:cBhvr>
                                      <p:to>
                                        <p:strVal val="visible"/>
                                      </p:to>
                                    </p:set>
                                    <p:animEffect transition="in" filter="blinds(horizontal)">
                                      <p:cBhvr>
                                        <p:cTn id="49" dur="500"/>
                                        <p:tgtEl>
                                          <p:spTgt spid="926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2" presetClass="entr" presetSubtype="8" fill="hold" nodeType="clickEffect">
                                  <p:stCondLst>
                                    <p:cond delay="0"/>
                                  </p:stCondLst>
                                  <p:childTnLst>
                                    <p:set>
                                      <p:cBhvr>
                                        <p:cTn id="53" dur="1" fill="hold">
                                          <p:stCondLst>
                                            <p:cond delay="0"/>
                                          </p:stCondLst>
                                        </p:cTn>
                                        <p:tgtEl>
                                          <p:spTgt spid="9260"/>
                                        </p:tgtEl>
                                        <p:attrNameLst>
                                          <p:attrName>style.visibility</p:attrName>
                                        </p:attrNameLst>
                                      </p:cBhvr>
                                      <p:to>
                                        <p:strVal val="visible"/>
                                      </p:to>
                                    </p:set>
                                    <p:animEffect transition="in" filter="slide(fromLeft)">
                                      <p:cBhvr>
                                        <p:cTn id="54" dur="500"/>
                                        <p:tgtEl>
                                          <p:spTgt spid="9260"/>
                                        </p:tgtEl>
                                      </p:cBhvr>
                                    </p:animEffect>
                                  </p:childTnLst>
                                </p:cTn>
                              </p:par>
                            </p:childTnLst>
                          </p:cTn>
                        </p:par>
                        <p:par>
                          <p:cTn id="55" fill="hold" nodeType="afterGroup">
                            <p:stCondLst>
                              <p:cond delay="500"/>
                            </p:stCondLst>
                            <p:childTnLst>
                              <p:par>
                                <p:cTn id="56" presetID="55" presetClass="entr" presetSubtype="0" fill="hold" grpId="0" nodeType="afterEffect">
                                  <p:stCondLst>
                                    <p:cond delay="0"/>
                                  </p:stCondLst>
                                  <p:childTnLst>
                                    <p:set>
                                      <p:cBhvr>
                                        <p:cTn id="57" dur="1" fill="hold">
                                          <p:stCondLst>
                                            <p:cond delay="0"/>
                                          </p:stCondLst>
                                        </p:cTn>
                                        <p:tgtEl>
                                          <p:spTgt spid="9259"/>
                                        </p:tgtEl>
                                        <p:attrNameLst>
                                          <p:attrName>style.visibility</p:attrName>
                                        </p:attrNameLst>
                                      </p:cBhvr>
                                      <p:to>
                                        <p:strVal val="visible"/>
                                      </p:to>
                                    </p:set>
                                    <p:anim calcmode="lin" valueType="num">
                                      <p:cBhvr>
                                        <p:cTn id="58" dur="1000" fill="hold"/>
                                        <p:tgtEl>
                                          <p:spTgt spid="9259"/>
                                        </p:tgtEl>
                                        <p:attrNameLst>
                                          <p:attrName>ppt_w</p:attrName>
                                        </p:attrNameLst>
                                      </p:cBhvr>
                                      <p:tavLst>
                                        <p:tav tm="0">
                                          <p:val>
                                            <p:strVal val="#ppt_w*0.70"/>
                                          </p:val>
                                        </p:tav>
                                        <p:tav tm="100000">
                                          <p:val>
                                            <p:strVal val="#ppt_w"/>
                                          </p:val>
                                        </p:tav>
                                      </p:tavLst>
                                    </p:anim>
                                    <p:anim calcmode="lin" valueType="num">
                                      <p:cBhvr>
                                        <p:cTn id="59" dur="1000" fill="hold"/>
                                        <p:tgtEl>
                                          <p:spTgt spid="9259"/>
                                        </p:tgtEl>
                                        <p:attrNameLst>
                                          <p:attrName>ppt_h</p:attrName>
                                        </p:attrNameLst>
                                      </p:cBhvr>
                                      <p:tavLst>
                                        <p:tav tm="0">
                                          <p:val>
                                            <p:strVal val="#ppt_h"/>
                                          </p:val>
                                        </p:tav>
                                        <p:tav tm="100000">
                                          <p:val>
                                            <p:strVal val="#ppt_h"/>
                                          </p:val>
                                        </p:tav>
                                      </p:tavLst>
                                    </p:anim>
                                    <p:animEffect transition="in" filter="fade">
                                      <p:cBhvr>
                                        <p:cTn id="60" dur="1000"/>
                                        <p:tgtEl>
                                          <p:spTgt spid="9259"/>
                                        </p:tgtEl>
                                      </p:cBhvr>
                                    </p:animEffect>
                                  </p:childTnLst>
                                </p:cTn>
                              </p:par>
                            </p:childTnLst>
                          </p:cTn>
                        </p:par>
                        <p:par>
                          <p:cTn id="61" fill="hold" nodeType="afterGroup">
                            <p:stCondLst>
                              <p:cond delay="1500"/>
                            </p:stCondLst>
                            <p:childTnLst>
                              <p:par>
                                <p:cTn id="62" presetID="20" presetClass="entr" presetSubtype="0" fill="hold" grpId="0" nodeType="afterEffect">
                                  <p:stCondLst>
                                    <p:cond delay="0"/>
                                  </p:stCondLst>
                                  <p:childTnLst>
                                    <p:set>
                                      <p:cBhvr>
                                        <p:cTn id="63" dur="1" fill="hold">
                                          <p:stCondLst>
                                            <p:cond delay="0"/>
                                          </p:stCondLst>
                                        </p:cTn>
                                        <p:tgtEl>
                                          <p:spTgt spid="9261"/>
                                        </p:tgtEl>
                                        <p:attrNameLst>
                                          <p:attrName>style.visibility</p:attrName>
                                        </p:attrNameLst>
                                      </p:cBhvr>
                                      <p:to>
                                        <p:strVal val="visible"/>
                                      </p:to>
                                    </p:set>
                                    <p:animEffect transition="in" filter="wedge">
                                      <p:cBhvr>
                                        <p:cTn id="64" dur="2000"/>
                                        <p:tgtEl>
                                          <p:spTgt spid="926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nodeType="clickEffect">
                                  <p:stCondLst>
                                    <p:cond delay="0"/>
                                  </p:stCondLst>
                                  <p:childTnLst>
                                    <p:set>
                                      <p:cBhvr>
                                        <p:cTn id="68" dur="1" fill="hold">
                                          <p:stCondLst>
                                            <p:cond delay="0"/>
                                          </p:stCondLst>
                                        </p:cTn>
                                        <p:tgtEl>
                                          <p:spTgt spid="9225"/>
                                        </p:tgtEl>
                                        <p:attrNameLst>
                                          <p:attrName>style.visibility</p:attrName>
                                        </p:attrNameLst>
                                      </p:cBhvr>
                                      <p:to>
                                        <p:strVal val="visible"/>
                                      </p:to>
                                    </p:set>
                                    <p:animEffect transition="in" filter="dissolve">
                                      <p:cBhvr>
                                        <p:cTn id="69" dur="500"/>
                                        <p:tgtEl>
                                          <p:spTgt spid="9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P spid="9220" grpId="0" autoUpdateAnimBg="0"/>
      <p:bldP spid="9221" grpId="0" autoUpdateAnimBg="0"/>
      <p:bldP spid="9223" grpId="0" autoUpdateAnimBg="0"/>
      <p:bldP spid="9254" grpId="0" autoUpdateAnimBg="0"/>
      <p:bldP spid="9259" grpId="0" animBg="1"/>
      <p:bldP spid="9261"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827088" y="476250"/>
            <a:ext cx="515397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Tx/>
              <a:buAutoNum type="circleNumDbPlain" startAt="2"/>
            </a:pPr>
            <a:r>
              <a:rPr kumimoji="1" lang="zh-CN" altLang="en-US" sz="2800" b="1" dirty="0">
                <a:latin typeface="宋体" panose="02010600030101010101" pitchFamily="2" charset="-122"/>
              </a:rPr>
              <a:t>若</a:t>
            </a:r>
            <a:r>
              <a:rPr kumimoji="1" lang="en-US" altLang="zh-CN" sz="2800" b="1" i="1" dirty="0">
                <a:latin typeface="宋体" panose="02010600030101010101" pitchFamily="2" charset="-122"/>
              </a:rPr>
              <a:t>Z</a:t>
            </a:r>
            <a:r>
              <a:rPr kumimoji="1" lang="en-US" altLang="zh-CN" sz="2800" b="1" baseline="-25000" dirty="0">
                <a:latin typeface="宋体" panose="02010600030101010101" pitchFamily="2" charset="-122"/>
              </a:rPr>
              <a:t>L</a:t>
            </a:r>
            <a:r>
              <a:rPr kumimoji="1" lang="en-US" altLang="zh-CN" sz="2800" b="1" dirty="0">
                <a:latin typeface="宋体" panose="02010600030101010101" pitchFamily="2" charset="-122"/>
              </a:rPr>
              <a:t>= </a:t>
            </a:r>
            <a:r>
              <a:rPr kumimoji="1" lang="en-US" altLang="zh-CN" sz="2800" b="1" i="1" dirty="0">
                <a:latin typeface="宋体" panose="02010600030101010101" pitchFamily="2" charset="-122"/>
              </a:rPr>
              <a:t>R</a:t>
            </a:r>
            <a:r>
              <a:rPr kumimoji="1" lang="en-US" altLang="zh-CN" sz="2800" b="1" baseline="-25000" dirty="0">
                <a:latin typeface="宋体" panose="02010600030101010101" pitchFamily="2" charset="-122"/>
              </a:rPr>
              <a:t>L</a:t>
            </a:r>
            <a:r>
              <a:rPr kumimoji="1" lang="en-US" altLang="zh-CN" sz="2800" b="1" dirty="0">
                <a:latin typeface="宋体" panose="02010600030101010101" pitchFamily="2" charset="-122"/>
              </a:rPr>
              <a:t> + </a:t>
            </a:r>
            <a:r>
              <a:rPr kumimoji="1" lang="en-US" altLang="zh-CN" sz="2800" b="1" dirty="0" err="1">
                <a:latin typeface="宋体" panose="02010600030101010101" pitchFamily="2" charset="-122"/>
              </a:rPr>
              <a:t>j</a:t>
            </a:r>
            <a:r>
              <a:rPr kumimoji="1" lang="en-US" altLang="zh-CN" sz="2800" b="1" i="1" dirty="0" err="1">
                <a:latin typeface="宋体" panose="02010600030101010101" pitchFamily="2" charset="-122"/>
              </a:rPr>
              <a:t>X</a:t>
            </a:r>
            <a:r>
              <a:rPr kumimoji="1" lang="en-US" altLang="zh-CN" sz="2800" b="1" baseline="-25000" dirty="0" err="1">
                <a:latin typeface="宋体" panose="02010600030101010101" pitchFamily="2" charset="-122"/>
              </a:rPr>
              <a:t>L</a:t>
            </a:r>
            <a:r>
              <a:rPr kumimoji="1" lang="zh-CN" altLang="en-US" sz="2800" b="1" dirty="0">
                <a:latin typeface="宋体" panose="02010600030101010101" pitchFamily="2" charset="-122"/>
              </a:rPr>
              <a:t>只允许</a:t>
            </a:r>
            <a:r>
              <a:rPr kumimoji="1" lang="en-US" altLang="zh-CN" sz="2800" b="1" i="1" dirty="0">
                <a:latin typeface="宋体" panose="02010600030101010101" pitchFamily="2" charset="-122"/>
              </a:rPr>
              <a:t>X</a:t>
            </a:r>
            <a:r>
              <a:rPr kumimoji="1" lang="en-US" altLang="zh-CN" sz="2800" b="1" baseline="-25000" dirty="0">
                <a:latin typeface="宋体" panose="02010600030101010101" pitchFamily="2" charset="-122"/>
              </a:rPr>
              <a:t>L</a:t>
            </a:r>
            <a:r>
              <a:rPr kumimoji="1" lang="zh-CN" altLang="en-US" sz="2800" b="1" dirty="0">
                <a:latin typeface="宋体" panose="02010600030101010101" pitchFamily="2" charset="-122"/>
              </a:rPr>
              <a:t>改变 </a:t>
            </a:r>
          </a:p>
        </p:txBody>
      </p:sp>
      <p:sp>
        <p:nvSpPr>
          <p:cNvPr id="81923" name="Text Box 3"/>
          <p:cNvSpPr txBox="1">
            <a:spLocks noChangeArrowheads="1"/>
          </p:cNvSpPr>
          <p:nvPr/>
        </p:nvSpPr>
        <p:spPr bwMode="auto">
          <a:xfrm>
            <a:off x="755650" y="1125538"/>
            <a:ext cx="7775575" cy="626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spcBef>
                <a:spcPct val="50000"/>
              </a:spcBef>
            </a:pPr>
            <a:r>
              <a:rPr kumimoji="1" lang="zh-CN" altLang="en-US" sz="2800" dirty="0">
                <a:latin typeface="Times New Roman" panose="02020603050405020304" pitchFamily="18" charset="0"/>
              </a:rPr>
              <a:t>获得最大功率的条件是：</a:t>
            </a: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i</a:t>
            </a:r>
            <a:r>
              <a:rPr kumimoji="1" lang="en-US" altLang="zh-CN" sz="2800" b="0" dirty="0">
                <a:latin typeface="Times New Roman" panose="02020603050405020304" pitchFamily="18" charset="0"/>
                <a:ea typeface="宋体" panose="02010600030101010101" pitchFamily="2" charset="-122"/>
              </a:rPr>
              <a:t> + </a:t>
            </a: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L</a:t>
            </a:r>
            <a:r>
              <a:rPr kumimoji="1" lang="en-US" altLang="zh-CN" sz="2800" b="0" dirty="0">
                <a:latin typeface="Times New Roman" panose="02020603050405020304" pitchFamily="18" charset="0"/>
                <a:ea typeface="宋体" panose="02010600030101010101" pitchFamily="2" charset="-122"/>
              </a:rPr>
              <a:t>=0</a:t>
            </a:r>
            <a:r>
              <a:rPr kumimoji="1" lang="zh-CN" altLang="en-US" sz="2800" dirty="0">
                <a:latin typeface="Times New Roman" panose="02020603050405020304" pitchFamily="18" charset="0"/>
                <a:ea typeface="宋体" panose="02010600030101010101" pitchFamily="2" charset="-122"/>
              </a:rPr>
              <a:t>，</a:t>
            </a:r>
            <a:r>
              <a:rPr kumimoji="1" lang="zh-CN" altLang="en-US" sz="2800" dirty="0">
                <a:latin typeface="Times New Roman" panose="02020603050405020304" pitchFamily="18" charset="0"/>
              </a:rPr>
              <a:t>即</a:t>
            </a:r>
            <a:r>
              <a:rPr kumimoji="1" lang="zh-CN" altLang="en-US" sz="2800" dirty="0">
                <a:latin typeface="Times New Roman" panose="02020603050405020304" pitchFamily="18" charset="0"/>
                <a:ea typeface="宋体" panose="02010600030101010101" pitchFamily="2" charset="-122"/>
              </a:rPr>
              <a:t> </a:t>
            </a: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L</a:t>
            </a:r>
            <a:r>
              <a:rPr kumimoji="1" lang="en-US" altLang="zh-CN" sz="2800" b="0" dirty="0">
                <a:latin typeface="Times New Roman" panose="02020603050405020304" pitchFamily="18" charset="0"/>
                <a:ea typeface="宋体" panose="02010600030101010101" pitchFamily="2" charset="-122"/>
              </a:rPr>
              <a:t> =</a:t>
            </a:r>
            <a:r>
              <a:rPr kumimoji="1" lang="en-US" altLang="zh-CN" sz="2800" b="0" dirty="0">
                <a:latin typeface="宋体" panose="02010600030101010101" pitchFamily="2" charset="-122"/>
                <a:ea typeface="宋体" panose="02010600030101010101" pitchFamily="2" charset="-122"/>
              </a:rPr>
              <a:t>-</a:t>
            </a:r>
            <a:r>
              <a:rPr kumimoji="1" lang="en-US" altLang="zh-CN" sz="2800" b="0" i="1" dirty="0">
                <a:latin typeface="Times New Roman" panose="02020603050405020304" pitchFamily="18" charset="0"/>
                <a:ea typeface="宋体" panose="02010600030101010101" pitchFamily="2" charset="-122"/>
              </a:rPr>
              <a:t>X</a:t>
            </a:r>
            <a:r>
              <a:rPr kumimoji="1" lang="en-US" altLang="zh-CN" sz="2800" b="0" baseline="-25000" dirty="0">
                <a:latin typeface="Times New Roman" panose="02020603050405020304" pitchFamily="18" charset="0"/>
                <a:ea typeface="宋体" panose="02010600030101010101" pitchFamily="2" charset="-122"/>
              </a:rPr>
              <a:t>i</a:t>
            </a:r>
            <a:r>
              <a:rPr kumimoji="1" lang="en-US" altLang="zh-CN" sz="2800" baseline="-25000" dirty="0">
                <a:latin typeface="Times New Roman" panose="02020603050405020304" pitchFamily="18" charset="0"/>
                <a:ea typeface="宋体" panose="02010600030101010101" pitchFamily="2" charset="-122"/>
              </a:rPr>
              <a:t> </a:t>
            </a:r>
          </a:p>
        </p:txBody>
      </p:sp>
      <p:grpSp>
        <p:nvGrpSpPr>
          <p:cNvPr id="81952" name="Group 32"/>
          <p:cNvGrpSpPr>
            <a:grpSpLocks/>
          </p:cNvGrpSpPr>
          <p:nvPr/>
        </p:nvGrpSpPr>
        <p:grpSpPr bwMode="auto">
          <a:xfrm>
            <a:off x="900113" y="1895475"/>
            <a:ext cx="4419600" cy="914400"/>
            <a:chOff x="567" y="1194"/>
            <a:chExt cx="2784" cy="576"/>
          </a:xfrm>
        </p:grpSpPr>
        <p:graphicFrame>
          <p:nvGraphicFramePr>
            <p:cNvPr id="81925" name="Object 5"/>
            <p:cNvGraphicFramePr>
              <a:graphicFrameLocks noChangeAspect="1"/>
            </p:cNvGraphicFramePr>
            <p:nvPr/>
          </p:nvGraphicFramePr>
          <p:xfrm>
            <a:off x="2007" y="1194"/>
            <a:ext cx="1344" cy="576"/>
          </p:xfrm>
          <a:graphic>
            <a:graphicData uri="http://schemas.openxmlformats.org/presentationml/2006/ole">
              <mc:AlternateContent xmlns:mc="http://schemas.openxmlformats.org/markup-compatibility/2006">
                <mc:Choice xmlns:v="urn:schemas-microsoft-com:vml" Requires="v">
                  <p:oleObj name="Equation" r:id="rId2" imgW="1066680" imgH="457200" progId="Equation.DSMT4">
                    <p:embed/>
                  </p:oleObj>
                </mc:Choice>
                <mc:Fallback>
                  <p:oleObj name="Equation" r:id="rId2" imgW="1066680" imgH="457200" progId="Equation.DSMT4">
                    <p:embed/>
                    <p:pic>
                      <p:nvPicPr>
                        <p:cNvPr id="81925" name="Object 5"/>
                        <p:cNvPicPr>
                          <a:picLocks noChangeAspect="1" noChangeArrowheads="1"/>
                        </p:cNvPicPr>
                        <p:nvPr/>
                      </p:nvPicPr>
                      <p:blipFill>
                        <a:blip r:embed="rId3"/>
                        <a:srcRect/>
                        <a:stretch>
                          <a:fillRect/>
                        </a:stretch>
                      </p:blipFill>
                      <p:spPr bwMode="auto">
                        <a:xfrm>
                          <a:off x="2007" y="1194"/>
                          <a:ext cx="1344"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6" name="Text Box 6"/>
            <p:cNvSpPr txBox="1">
              <a:spLocks noChangeArrowheads="1"/>
            </p:cNvSpPr>
            <p:nvPr/>
          </p:nvSpPr>
          <p:spPr bwMode="auto">
            <a:xfrm>
              <a:off x="567" y="1253"/>
              <a:ext cx="124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最大功率为</a:t>
              </a:r>
            </a:p>
          </p:txBody>
        </p:sp>
      </p:grpSp>
      <p:sp>
        <p:nvSpPr>
          <p:cNvPr id="81927" name="Text Box 7"/>
          <p:cNvSpPr txBox="1">
            <a:spLocks noChangeArrowheads="1"/>
          </p:cNvSpPr>
          <p:nvPr/>
        </p:nvSpPr>
        <p:spPr bwMode="auto">
          <a:xfrm>
            <a:off x="900113" y="2852738"/>
            <a:ext cx="403225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Tx/>
              <a:buAutoNum type="circleNumDbPlain" startAt="3"/>
            </a:pPr>
            <a:r>
              <a:rPr kumimoji="1" lang="zh-CN" altLang="en-US" sz="2800" b="1" dirty="0">
                <a:latin typeface="宋体" panose="02010600030101010101" pitchFamily="2" charset="-122"/>
              </a:rPr>
              <a:t>若</a:t>
            </a:r>
            <a:r>
              <a:rPr kumimoji="1" lang="en-US" altLang="zh-CN" sz="2800" b="1" i="1" dirty="0">
                <a:latin typeface="宋体" panose="02010600030101010101" pitchFamily="2" charset="-122"/>
              </a:rPr>
              <a:t>Z</a:t>
            </a:r>
            <a:r>
              <a:rPr kumimoji="1" lang="en-US" altLang="zh-CN" sz="2800" b="1" baseline="-25000" dirty="0">
                <a:latin typeface="宋体" panose="02010600030101010101" pitchFamily="2" charset="-122"/>
              </a:rPr>
              <a:t>L</a:t>
            </a:r>
            <a:r>
              <a:rPr kumimoji="1" lang="en-US" altLang="zh-CN" sz="2800" b="1" dirty="0">
                <a:latin typeface="宋体" panose="02010600030101010101" pitchFamily="2" charset="-122"/>
              </a:rPr>
              <a:t>= </a:t>
            </a:r>
            <a:r>
              <a:rPr kumimoji="1" lang="en-US" altLang="zh-CN" sz="2800" b="1" i="1" dirty="0">
                <a:latin typeface="宋体" panose="02010600030101010101" pitchFamily="2" charset="-122"/>
              </a:rPr>
              <a:t>R</a:t>
            </a:r>
            <a:r>
              <a:rPr kumimoji="1" lang="en-US" altLang="zh-CN" sz="2800" b="1" baseline="-25000" dirty="0">
                <a:latin typeface="宋体" panose="02010600030101010101" pitchFamily="2" charset="-122"/>
              </a:rPr>
              <a:t>L</a:t>
            </a:r>
            <a:r>
              <a:rPr kumimoji="1" lang="zh-CN" altLang="en-US" sz="2800" b="1" dirty="0">
                <a:latin typeface="宋体" panose="02010600030101010101" pitchFamily="2" charset="-122"/>
              </a:rPr>
              <a:t>为纯电阻</a:t>
            </a:r>
          </a:p>
        </p:txBody>
      </p:sp>
      <p:sp>
        <p:nvSpPr>
          <p:cNvPr id="81931" name="Text Box 11"/>
          <p:cNvSpPr txBox="1">
            <a:spLocks noChangeArrowheads="1"/>
          </p:cNvSpPr>
          <p:nvPr/>
        </p:nvSpPr>
        <p:spPr bwMode="auto">
          <a:xfrm>
            <a:off x="395288" y="4652963"/>
            <a:ext cx="341632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dirty="0">
                <a:latin typeface="Times New Roman" panose="02020603050405020304" pitchFamily="18" charset="0"/>
              </a:rPr>
              <a:t>负载获得的功率为：</a:t>
            </a:r>
          </a:p>
        </p:txBody>
      </p:sp>
      <p:graphicFrame>
        <p:nvGraphicFramePr>
          <p:cNvPr id="81933" name="Object 13"/>
          <p:cNvGraphicFramePr>
            <a:graphicFrameLocks noChangeAspect="1"/>
          </p:cNvGraphicFramePr>
          <p:nvPr/>
        </p:nvGraphicFramePr>
        <p:xfrm>
          <a:off x="3625850" y="3289300"/>
          <a:ext cx="4384675" cy="1112838"/>
        </p:xfrm>
        <a:graphic>
          <a:graphicData uri="http://schemas.openxmlformats.org/presentationml/2006/ole">
            <mc:AlternateContent xmlns:mc="http://schemas.openxmlformats.org/markup-compatibility/2006">
              <mc:Choice xmlns:v="urn:schemas-microsoft-com:vml" Requires="v">
                <p:oleObj name="Equation" r:id="rId4" imgW="2197080" imgH="558720" progId="Equation.DSMT4">
                  <p:embed/>
                </p:oleObj>
              </mc:Choice>
              <mc:Fallback>
                <p:oleObj name="Equation" r:id="rId4" imgW="2197080" imgH="558720" progId="Equation.DSMT4">
                  <p:embed/>
                  <p:pic>
                    <p:nvPicPr>
                      <p:cNvPr id="81933" name="Object 13"/>
                      <p:cNvPicPr>
                        <a:picLocks noChangeAspect="1" noChangeArrowheads="1"/>
                      </p:cNvPicPr>
                      <p:nvPr/>
                    </p:nvPicPr>
                    <p:blipFill>
                      <a:blip r:embed="rId5"/>
                      <a:srcRect/>
                      <a:stretch>
                        <a:fillRect/>
                      </a:stretch>
                    </p:blipFill>
                    <p:spPr bwMode="auto">
                      <a:xfrm>
                        <a:off x="3625850" y="3289300"/>
                        <a:ext cx="4384675" cy="1112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34" name="Text Box 14"/>
          <p:cNvSpPr txBox="1">
            <a:spLocks noChangeArrowheads="1"/>
          </p:cNvSpPr>
          <p:nvPr/>
        </p:nvSpPr>
        <p:spPr bwMode="auto">
          <a:xfrm>
            <a:off x="468313" y="3573463"/>
            <a:ext cx="31670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latin typeface="Arial" panose="020B0604020202020204" pitchFamily="34" charset="0"/>
              </a:rPr>
              <a:t>电路中的电流为：</a:t>
            </a:r>
          </a:p>
        </p:txBody>
      </p:sp>
      <p:graphicFrame>
        <p:nvGraphicFramePr>
          <p:cNvPr id="81935" name="Object 15"/>
          <p:cNvGraphicFramePr>
            <a:graphicFrameLocks noChangeAspect="1"/>
          </p:cNvGraphicFramePr>
          <p:nvPr/>
        </p:nvGraphicFramePr>
        <p:xfrm>
          <a:off x="3886200" y="4487863"/>
          <a:ext cx="2554288" cy="912812"/>
        </p:xfrm>
        <a:graphic>
          <a:graphicData uri="http://schemas.openxmlformats.org/presentationml/2006/ole">
            <mc:AlternateContent xmlns:mc="http://schemas.openxmlformats.org/markup-compatibility/2006">
              <mc:Choice xmlns:v="urn:schemas-microsoft-com:vml" Requires="v">
                <p:oleObj name="Equation" r:id="rId6" imgW="1282680" imgH="457200" progId="Equation.DSMT4">
                  <p:embed/>
                </p:oleObj>
              </mc:Choice>
              <mc:Fallback>
                <p:oleObj name="Equation" r:id="rId6" imgW="1282680" imgH="457200" progId="Equation.DSMT4">
                  <p:embed/>
                  <p:pic>
                    <p:nvPicPr>
                      <p:cNvPr id="81935" name="Object 15"/>
                      <p:cNvPicPr>
                        <a:picLocks noChangeAspect="1" noChangeArrowheads="1"/>
                      </p:cNvPicPr>
                      <p:nvPr/>
                    </p:nvPicPr>
                    <p:blipFill>
                      <a:blip r:embed="rId7"/>
                      <a:srcRect/>
                      <a:stretch>
                        <a:fillRect/>
                      </a:stretch>
                    </p:blipFill>
                    <p:spPr bwMode="auto">
                      <a:xfrm>
                        <a:off x="3886200" y="4487863"/>
                        <a:ext cx="2554288" cy="912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37" name="Object 17"/>
          <p:cNvGraphicFramePr>
            <a:graphicFrameLocks noChangeAspect="1"/>
          </p:cNvGraphicFramePr>
          <p:nvPr/>
        </p:nvGraphicFramePr>
        <p:xfrm>
          <a:off x="731838" y="5578475"/>
          <a:ext cx="7645400" cy="863600"/>
        </p:xfrm>
        <a:graphic>
          <a:graphicData uri="http://schemas.openxmlformats.org/presentationml/2006/ole">
            <mc:AlternateContent xmlns:mc="http://schemas.openxmlformats.org/markup-compatibility/2006">
              <mc:Choice xmlns:v="urn:schemas-microsoft-com:vml" Requires="v">
                <p:oleObj name="Equation" r:id="rId8" imgW="3835080" imgH="431640" progId="Equation.DSMT4">
                  <p:embed/>
                </p:oleObj>
              </mc:Choice>
              <mc:Fallback>
                <p:oleObj name="Equation" r:id="rId8" imgW="3835080" imgH="431640" progId="Equation.DSMT4">
                  <p:embed/>
                  <p:pic>
                    <p:nvPicPr>
                      <p:cNvPr id="81937" name="Object 17"/>
                      <p:cNvPicPr>
                        <a:picLocks noChangeAspect="1" noChangeArrowheads="1"/>
                      </p:cNvPicPr>
                      <p:nvPr/>
                    </p:nvPicPr>
                    <p:blipFill>
                      <a:blip r:embed="rId9"/>
                      <a:srcRect/>
                      <a:stretch>
                        <a:fillRect/>
                      </a:stretch>
                    </p:blipFill>
                    <p:spPr bwMode="auto">
                      <a:xfrm>
                        <a:off x="731838" y="5578475"/>
                        <a:ext cx="76454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38" name="AutoShape 18"/>
          <p:cNvSpPr>
            <a:spLocks noChangeArrowheads="1"/>
          </p:cNvSpPr>
          <p:nvPr/>
        </p:nvSpPr>
        <p:spPr bwMode="auto">
          <a:xfrm>
            <a:off x="7235825" y="4797425"/>
            <a:ext cx="1584325" cy="504825"/>
          </a:xfrm>
          <a:prstGeom prst="wedgeRoundRectCallout">
            <a:avLst>
              <a:gd name="adj1" fmla="val -45190"/>
              <a:gd name="adj2" fmla="val 126417"/>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a:latin typeface="Arial" panose="020B0604020202020204" pitchFamily="34" charset="0"/>
              </a:rPr>
              <a:t>模匹配</a:t>
            </a:r>
          </a:p>
        </p:txBody>
      </p:sp>
    </p:spTree>
    <p:extLst>
      <p:ext uri="{BB962C8B-B14F-4D97-AF65-F5344CB8AC3E}">
        <p14:creationId xmlns:p14="http://schemas.microsoft.com/office/powerpoint/2010/main" val="13457515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 fill="hold" grpId="0" nodeType="with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p:cTn id="7" dur="500" fill="hold"/>
                                        <p:tgtEl>
                                          <p:spTgt spid="81922"/>
                                        </p:tgtEl>
                                        <p:attrNameLst>
                                          <p:attrName>ppt_x</p:attrName>
                                        </p:attrNameLst>
                                      </p:cBhvr>
                                      <p:tavLst>
                                        <p:tav tm="0">
                                          <p:val>
                                            <p:strVal val="#ppt_x"/>
                                          </p:val>
                                        </p:tav>
                                        <p:tav tm="100000">
                                          <p:val>
                                            <p:strVal val="#ppt_x"/>
                                          </p:val>
                                        </p:tav>
                                      </p:tavLst>
                                    </p:anim>
                                    <p:anim calcmode="lin" valueType="num">
                                      <p:cBhvr>
                                        <p:cTn id="8" dur="500" fill="hold"/>
                                        <p:tgtEl>
                                          <p:spTgt spid="81922"/>
                                        </p:tgtEl>
                                        <p:attrNameLst>
                                          <p:attrName>ppt_y</p:attrName>
                                        </p:attrNameLst>
                                      </p:cBhvr>
                                      <p:tavLst>
                                        <p:tav tm="0">
                                          <p:val>
                                            <p:strVal val="#ppt_y-#ppt_h/2"/>
                                          </p:val>
                                        </p:tav>
                                        <p:tav tm="100000">
                                          <p:val>
                                            <p:strVal val="#ppt_y"/>
                                          </p:val>
                                        </p:tav>
                                      </p:tavLst>
                                    </p:anim>
                                    <p:anim calcmode="lin" valueType="num">
                                      <p:cBhvr>
                                        <p:cTn id="9" dur="500" fill="hold"/>
                                        <p:tgtEl>
                                          <p:spTgt spid="81922"/>
                                        </p:tgtEl>
                                        <p:attrNameLst>
                                          <p:attrName>ppt_w</p:attrName>
                                        </p:attrNameLst>
                                      </p:cBhvr>
                                      <p:tavLst>
                                        <p:tav tm="0">
                                          <p:val>
                                            <p:strVal val="#ppt_w"/>
                                          </p:val>
                                        </p:tav>
                                        <p:tav tm="100000">
                                          <p:val>
                                            <p:strVal val="#ppt_w"/>
                                          </p:val>
                                        </p:tav>
                                      </p:tavLst>
                                    </p:anim>
                                    <p:anim calcmode="lin" valueType="num">
                                      <p:cBhvr>
                                        <p:cTn id="10" dur="500" fill="hold"/>
                                        <p:tgtEl>
                                          <p:spTgt spid="81922"/>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1923"/>
                                        </p:tgtEl>
                                        <p:attrNameLst>
                                          <p:attrName>style.visibility</p:attrName>
                                        </p:attrNameLst>
                                      </p:cBhvr>
                                      <p:to>
                                        <p:strVal val="visible"/>
                                      </p:to>
                                    </p:set>
                                    <p:animEffect transition="in" filter="wipe(left)">
                                      <p:cBhvr>
                                        <p:cTn id="15" dur="2000"/>
                                        <p:tgtEl>
                                          <p:spTgt spid="8192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81952"/>
                                        </p:tgtEl>
                                        <p:attrNameLst>
                                          <p:attrName>style.visibility</p:attrName>
                                        </p:attrNameLst>
                                      </p:cBhvr>
                                      <p:to>
                                        <p:strVal val="visible"/>
                                      </p:to>
                                    </p:set>
                                    <p:animEffect transition="in" filter="wipe(left)">
                                      <p:cBhvr>
                                        <p:cTn id="20" dur="1000"/>
                                        <p:tgtEl>
                                          <p:spTgt spid="8195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 fill="hold" grpId="0" nodeType="clickEffect">
                                  <p:stCondLst>
                                    <p:cond delay="0"/>
                                  </p:stCondLst>
                                  <p:childTnLst>
                                    <p:set>
                                      <p:cBhvr>
                                        <p:cTn id="24" dur="1" fill="hold">
                                          <p:stCondLst>
                                            <p:cond delay="0"/>
                                          </p:stCondLst>
                                        </p:cTn>
                                        <p:tgtEl>
                                          <p:spTgt spid="81927"/>
                                        </p:tgtEl>
                                        <p:attrNameLst>
                                          <p:attrName>style.visibility</p:attrName>
                                        </p:attrNameLst>
                                      </p:cBhvr>
                                      <p:to>
                                        <p:strVal val="visible"/>
                                      </p:to>
                                    </p:set>
                                    <p:anim calcmode="lin" valueType="num">
                                      <p:cBhvr>
                                        <p:cTn id="25" dur="500" fill="hold"/>
                                        <p:tgtEl>
                                          <p:spTgt spid="81927"/>
                                        </p:tgtEl>
                                        <p:attrNameLst>
                                          <p:attrName>ppt_x</p:attrName>
                                        </p:attrNameLst>
                                      </p:cBhvr>
                                      <p:tavLst>
                                        <p:tav tm="0">
                                          <p:val>
                                            <p:strVal val="#ppt_x"/>
                                          </p:val>
                                        </p:tav>
                                        <p:tav tm="100000">
                                          <p:val>
                                            <p:strVal val="#ppt_x"/>
                                          </p:val>
                                        </p:tav>
                                      </p:tavLst>
                                    </p:anim>
                                    <p:anim calcmode="lin" valueType="num">
                                      <p:cBhvr>
                                        <p:cTn id="26" dur="500" fill="hold"/>
                                        <p:tgtEl>
                                          <p:spTgt spid="81927"/>
                                        </p:tgtEl>
                                        <p:attrNameLst>
                                          <p:attrName>ppt_y</p:attrName>
                                        </p:attrNameLst>
                                      </p:cBhvr>
                                      <p:tavLst>
                                        <p:tav tm="0">
                                          <p:val>
                                            <p:strVal val="#ppt_y-#ppt_h/2"/>
                                          </p:val>
                                        </p:tav>
                                        <p:tav tm="100000">
                                          <p:val>
                                            <p:strVal val="#ppt_y"/>
                                          </p:val>
                                        </p:tav>
                                      </p:tavLst>
                                    </p:anim>
                                    <p:anim calcmode="lin" valueType="num">
                                      <p:cBhvr>
                                        <p:cTn id="27" dur="500" fill="hold"/>
                                        <p:tgtEl>
                                          <p:spTgt spid="81927"/>
                                        </p:tgtEl>
                                        <p:attrNameLst>
                                          <p:attrName>ppt_w</p:attrName>
                                        </p:attrNameLst>
                                      </p:cBhvr>
                                      <p:tavLst>
                                        <p:tav tm="0">
                                          <p:val>
                                            <p:strVal val="#ppt_w"/>
                                          </p:val>
                                        </p:tav>
                                        <p:tav tm="100000">
                                          <p:val>
                                            <p:strVal val="#ppt_w"/>
                                          </p:val>
                                        </p:tav>
                                      </p:tavLst>
                                    </p:anim>
                                    <p:anim calcmode="lin" valueType="num">
                                      <p:cBhvr>
                                        <p:cTn id="28" dur="500" fill="hold"/>
                                        <p:tgtEl>
                                          <p:spTgt spid="81927"/>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1934"/>
                                        </p:tgtEl>
                                        <p:attrNameLst>
                                          <p:attrName>style.visibility</p:attrName>
                                        </p:attrNameLst>
                                      </p:cBhvr>
                                      <p:to>
                                        <p:strVal val="visible"/>
                                      </p:to>
                                    </p:set>
                                    <p:animEffect transition="in" filter="wipe(left)">
                                      <p:cBhvr>
                                        <p:cTn id="33" dur="500"/>
                                        <p:tgtEl>
                                          <p:spTgt spid="81934"/>
                                        </p:tgtEl>
                                      </p:cBhvr>
                                    </p:animEffect>
                                  </p:childTnLst>
                                </p:cTn>
                              </p:par>
                            </p:childTnLst>
                          </p:cTn>
                        </p:par>
                        <p:par>
                          <p:cTn id="34" fill="hold" nodeType="afterGroup">
                            <p:stCondLst>
                              <p:cond delay="500"/>
                            </p:stCondLst>
                            <p:childTnLst>
                              <p:par>
                                <p:cTn id="35" presetID="18" presetClass="entr" presetSubtype="6" fill="hold" nodeType="afterEffect">
                                  <p:stCondLst>
                                    <p:cond delay="0"/>
                                  </p:stCondLst>
                                  <p:childTnLst>
                                    <p:set>
                                      <p:cBhvr>
                                        <p:cTn id="36" dur="1" fill="hold">
                                          <p:stCondLst>
                                            <p:cond delay="0"/>
                                          </p:stCondLst>
                                        </p:cTn>
                                        <p:tgtEl>
                                          <p:spTgt spid="81933"/>
                                        </p:tgtEl>
                                        <p:attrNameLst>
                                          <p:attrName>style.visibility</p:attrName>
                                        </p:attrNameLst>
                                      </p:cBhvr>
                                      <p:to>
                                        <p:strVal val="visible"/>
                                      </p:to>
                                    </p:set>
                                    <p:animEffect transition="in" filter="strips(downRight)">
                                      <p:cBhvr>
                                        <p:cTn id="37" dur="2000"/>
                                        <p:tgtEl>
                                          <p:spTgt spid="8193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1931"/>
                                        </p:tgtEl>
                                        <p:attrNameLst>
                                          <p:attrName>style.visibility</p:attrName>
                                        </p:attrNameLst>
                                      </p:cBhvr>
                                      <p:to>
                                        <p:strVal val="visible"/>
                                      </p:to>
                                    </p:set>
                                    <p:animEffect transition="in" filter="wipe(left)">
                                      <p:cBhvr>
                                        <p:cTn id="42" dur="2000"/>
                                        <p:tgtEl>
                                          <p:spTgt spid="81931"/>
                                        </p:tgtEl>
                                      </p:cBhvr>
                                    </p:animEffect>
                                  </p:childTnLst>
                                </p:cTn>
                              </p:par>
                            </p:childTnLst>
                          </p:cTn>
                        </p:par>
                        <p:par>
                          <p:cTn id="43" fill="hold" nodeType="afterGroup">
                            <p:stCondLst>
                              <p:cond delay="2000"/>
                            </p:stCondLst>
                            <p:childTnLst>
                              <p:par>
                                <p:cTn id="44" presetID="22" presetClass="entr" presetSubtype="8" fill="hold" nodeType="afterEffect">
                                  <p:stCondLst>
                                    <p:cond delay="0"/>
                                  </p:stCondLst>
                                  <p:childTnLst>
                                    <p:set>
                                      <p:cBhvr>
                                        <p:cTn id="45" dur="1" fill="hold">
                                          <p:stCondLst>
                                            <p:cond delay="0"/>
                                          </p:stCondLst>
                                        </p:cTn>
                                        <p:tgtEl>
                                          <p:spTgt spid="81935"/>
                                        </p:tgtEl>
                                        <p:attrNameLst>
                                          <p:attrName>style.visibility</p:attrName>
                                        </p:attrNameLst>
                                      </p:cBhvr>
                                      <p:to>
                                        <p:strVal val="visible"/>
                                      </p:to>
                                    </p:set>
                                    <p:animEffect transition="in" filter="wipe(left)">
                                      <p:cBhvr>
                                        <p:cTn id="46" dur="2000"/>
                                        <p:tgtEl>
                                          <p:spTgt spid="8193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81937"/>
                                        </p:tgtEl>
                                        <p:attrNameLst>
                                          <p:attrName>style.visibility</p:attrName>
                                        </p:attrNameLst>
                                      </p:cBhvr>
                                      <p:to>
                                        <p:strVal val="visible"/>
                                      </p:to>
                                    </p:set>
                                    <p:animEffect transition="in" filter="wipe(left)">
                                      <p:cBhvr>
                                        <p:cTn id="51" dur="2000"/>
                                        <p:tgtEl>
                                          <p:spTgt spid="81937"/>
                                        </p:tgtEl>
                                      </p:cBhvr>
                                    </p:animEffect>
                                  </p:childTnLst>
                                </p:cTn>
                              </p:par>
                            </p:childTnLst>
                          </p:cTn>
                        </p:par>
                        <p:par>
                          <p:cTn id="52" fill="hold" nodeType="afterGroup">
                            <p:stCondLst>
                              <p:cond delay="2000"/>
                            </p:stCondLst>
                            <p:childTnLst>
                              <p:par>
                                <p:cTn id="53" presetID="20" presetClass="entr" presetSubtype="0" fill="hold" grpId="0" nodeType="afterEffect">
                                  <p:stCondLst>
                                    <p:cond delay="0"/>
                                  </p:stCondLst>
                                  <p:childTnLst>
                                    <p:set>
                                      <p:cBhvr>
                                        <p:cTn id="54" dur="1" fill="hold">
                                          <p:stCondLst>
                                            <p:cond delay="0"/>
                                          </p:stCondLst>
                                        </p:cTn>
                                        <p:tgtEl>
                                          <p:spTgt spid="81938"/>
                                        </p:tgtEl>
                                        <p:attrNameLst>
                                          <p:attrName>style.visibility</p:attrName>
                                        </p:attrNameLst>
                                      </p:cBhvr>
                                      <p:to>
                                        <p:strVal val="visible"/>
                                      </p:to>
                                    </p:set>
                                    <p:animEffect transition="in" filter="wedge">
                                      <p:cBhvr>
                                        <p:cTn id="55" dur="2000"/>
                                        <p:tgtEl>
                                          <p:spTgt spid="81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utoUpdateAnimBg="0"/>
      <p:bldP spid="81923" grpId="0" autoUpdateAnimBg="0"/>
      <p:bldP spid="81927" grpId="0" autoUpdateAnimBg="0"/>
      <p:bldP spid="81931" grpId="0"/>
      <p:bldP spid="81934" grpId="0"/>
      <p:bldP spid="81938"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1187450" y="476250"/>
            <a:ext cx="695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kumimoji="1" lang="zh-CN" altLang="en-US" sz="2800"/>
              <a:t>求</a:t>
            </a:r>
            <a:r>
              <a:rPr kumimoji="1" lang="en-US" altLang="zh-CN" sz="2800" b="0" i="1">
                <a:latin typeface="Times New Roman" panose="02020603050405020304" pitchFamily="18" charset="0"/>
              </a:rPr>
              <a:t>Z</a:t>
            </a:r>
            <a:r>
              <a:rPr kumimoji="1" lang="en-US" altLang="zh-CN" sz="2800" b="0" baseline="-25000">
                <a:latin typeface="Times New Roman" panose="02020603050405020304" pitchFamily="18" charset="0"/>
              </a:rPr>
              <a:t>L</a:t>
            </a:r>
            <a:r>
              <a:rPr kumimoji="1" lang="en-US" altLang="zh-CN" sz="2800" b="0">
                <a:latin typeface="Times New Roman" panose="02020603050405020304" pitchFamily="18" charset="0"/>
              </a:rPr>
              <a:t>=?</a:t>
            </a:r>
            <a:r>
              <a:rPr kumimoji="1" lang="zh-CN" altLang="en-US" sz="2800"/>
              <a:t>时能获得最大功率，并求最大功率。</a:t>
            </a:r>
          </a:p>
        </p:txBody>
      </p:sp>
      <p:sp>
        <p:nvSpPr>
          <p:cNvPr id="78851" name="Text Box 3"/>
          <p:cNvSpPr txBox="1">
            <a:spLocks noChangeArrowheads="1"/>
          </p:cNvSpPr>
          <p:nvPr/>
        </p:nvSpPr>
        <p:spPr bwMode="auto">
          <a:xfrm>
            <a:off x="577850" y="404813"/>
            <a:ext cx="633507"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 </a:t>
            </a:r>
          </a:p>
        </p:txBody>
      </p:sp>
      <p:sp>
        <p:nvSpPr>
          <p:cNvPr id="78891" name="Line 43"/>
          <p:cNvSpPr>
            <a:spLocks noChangeShapeType="1"/>
          </p:cNvSpPr>
          <p:nvPr/>
        </p:nvSpPr>
        <p:spPr bwMode="auto">
          <a:xfrm>
            <a:off x="4932363" y="2133600"/>
            <a:ext cx="647700" cy="0"/>
          </a:xfrm>
          <a:prstGeom prst="line">
            <a:avLst/>
          </a:prstGeom>
          <a:noFill/>
          <a:ln w="76200">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8908" name="Text Box 60"/>
          <p:cNvSpPr txBox="1">
            <a:spLocks noChangeArrowheads="1"/>
          </p:cNvSpPr>
          <p:nvPr/>
        </p:nvSpPr>
        <p:spPr bwMode="auto">
          <a:xfrm>
            <a:off x="539750" y="3500438"/>
            <a:ext cx="542925" cy="519112"/>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aphicFrame>
        <p:nvGraphicFramePr>
          <p:cNvPr id="78909" name="Object 61"/>
          <p:cNvGraphicFramePr>
            <a:graphicFrameLocks noChangeAspect="1"/>
          </p:cNvGraphicFramePr>
          <p:nvPr/>
        </p:nvGraphicFramePr>
        <p:xfrm>
          <a:off x="1739900" y="3513138"/>
          <a:ext cx="4672013" cy="487362"/>
        </p:xfrm>
        <a:graphic>
          <a:graphicData uri="http://schemas.openxmlformats.org/presentationml/2006/ole">
            <mc:AlternateContent xmlns:mc="http://schemas.openxmlformats.org/markup-compatibility/2006">
              <mc:Choice xmlns:v="urn:schemas-microsoft-com:vml" Requires="v">
                <p:oleObj name="Equation" r:id="rId2" imgW="2197080" imgH="228600" progId="Equation.DSMT4">
                  <p:embed/>
                </p:oleObj>
              </mc:Choice>
              <mc:Fallback>
                <p:oleObj name="Equation" r:id="rId2" imgW="2197080" imgH="228600" progId="Equation.DSMT4">
                  <p:embed/>
                  <p:pic>
                    <p:nvPicPr>
                      <p:cNvPr id="78909" name="Object 61"/>
                      <p:cNvPicPr>
                        <a:picLocks noChangeAspect="1" noChangeArrowheads="1"/>
                      </p:cNvPicPr>
                      <p:nvPr/>
                    </p:nvPicPr>
                    <p:blipFill>
                      <a:blip r:embed="rId3"/>
                      <a:srcRect/>
                      <a:stretch>
                        <a:fillRect/>
                      </a:stretch>
                    </p:blipFill>
                    <p:spPr bwMode="auto">
                      <a:xfrm>
                        <a:off x="1739900" y="3513138"/>
                        <a:ext cx="4672013"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910" name="Object 62"/>
          <p:cNvGraphicFramePr>
            <a:graphicFrameLocks noChangeAspect="1"/>
          </p:cNvGraphicFramePr>
          <p:nvPr/>
        </p:nvGraphicFramePr>
        <p:xfrm>
          <a:off x="1785938" y="4032250"/>
          <a:ext cx="4511675" cy="541338"/>
        </p:xfrm>
        <a:graphic>
          <a:graphicData uri="http://schemas.openxmlformats.org/presentationml/2006/ole">
            <mc:AlternateContent xmlns:mc="http://schemas.openxmlformats.org/markup-compatibility/2006">
              <mc:Choice xmlns:v="urn:schemas-microsoft-com:vml" Requires="v">
                <p:oleObj name="Equation" r:id="rId4" imgW="2120760" imgH="253800" progId="Equation.DSMT4">
                  <p:embed/>
                </p:oleObj>
              </mc:Choice>
              <mc:Fallback>
                <p:oleObj name="Equation" r:id="rId4" imgW="2120760" imgH="253800" progId="Equation.DSMT4">
                  <p:embed/>
                  <p:pic>
                    <p:nvPicPr>
                      <p:cNvPr id="78910" name="Object 62"/>
                      <p:cNvPicPr>
                        <a:picLocks noChangeAspect="1" noChangeArrowheads="1"/>
                      </p:cNvPicPr>
                      <p:nvPr/>
                    </p:nvPicPr>
                    <p:blipFill>
                      <a:blip r:embed="rId5"/>
                      <a:srcRect/>
                      <a:stretch>
                        <a:fillRect/>
                      </a:stretch>
                    </p:blipFill>
                    <p:spPr bwMode="auto">
                      <a:xfrm>
                        <a:off x="1785938" y="4032250"/>
                        <a:ext cx="4511675" cy="54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911" name="Object 63"/>
          <p:cNvGraphicFramePr>
            <a:graphicFrameLocks noChangeAspect="1"/>
          </p:cNvGraphicFramePr>
          <p:nvPr/>
        </p:nvGraphicFramePr>
        <p:xfrm>
          <a:off x="1665288" y="4737100"/>
          <a:ext cx="3240087" cy="514350"/>
        </p:xfrm>
        <a:graphic>
          <a:graphicData uri="http://schemas.openxmlformats.org/presentationml/2006/ole">
            <mc:AlternateContent xmlns:mc="http://schemas.openxmlformats.org/markup-compatibility/2006">
              <mc:Choice xmlns:v="urn:schemas-microsoft-com:vml" Requires="v">
                <p:oleObj name="Equation" r:id="rId6" imgW="1523880" imgH="241200" progId="Equation.DSMT4">
                  <p:embed/>
                </p:oleObj>
              </mc:Choice>
              <mc:Fallback>
                <p:oleObj name="Equation" r:id="rId6" imgW="1523880" imgH="241200" progId="Equation.DSMT4">
                  <p:embed/>
                  <p:pic>
                    <p:nvPicPr>
                      <p:cNvPr id="78911" name="Object 63"/>
                      <p:cNvPicPr>
                        <a:picLocks noChangeAspect="1" noChangeArrowheads="1"/>
                      </p:cNvPicPr>
                      <p:nvPr/>
                    </p:nvPicPr>
                    <p:blipFill>
                      <a:blip r:embed="rId7"/>
                      <a:srcRect/>
                      <a:stretch>
                        <a:fillRect/>
                      </a:stretch>
                    </p:blipFill>
                    <p:spPr bwMode="auto">
                      <a:xfrm>
                        <a:off x="1665288" y="4737100"/>
                        <a:ext cx="3240087"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912" name="Object 64"/>
          <p:cNvGraphicFramePr>
            <a:graphicFrameLocks noChangeAspect="1"/>
          </p:cNvGraphicFramePr>
          <p:nvPr/>
        </p:nvGraphicFramePr>
        <p:xfrm>
          <a:off x="1719263" y="5354638"/>
          <a:ext cx="3752850" cy="919162"/>
        </p:xfrm>
        <a:graphic>
          <a:graphicData uri="http://schemas.openxmlformats.org/presentationml/2006/ole">
            <mc:AlternateContent xmlns:mc="http://schemas.openxmlformats.org/markup-compatibility/2006">
              <mc:Choice xmlns:v="urn:schemas-microsoft-com:vml" Requires="v">
                <p:oleObj name="Equation" r:id="rId8" imgW="1765080" imgH="431640" progId="Equation.DSMT4">
                  <p:embed/>
                </p:oleObj>
              </mc:Choice>
              <mc:Fallback>
                <p:oleObj name="Equation" r:id="rId8" imgW="1765080" imgH="431640" progId="Equation.DSMT4">
                  <p:embed/>
                  <p:pic>
                    <p:nvPicPr>
                      <p:cNvPr id="78912" name="Object 64"/>
                      <p:cNvPicPr>
                        <a:picLocks noChangeAspect="1" noChangeArrowheads="1"/>
                      </p:cNvPicPr>
                      <p:nvPr/>
                    </p:nvPicPr>
                    <p:blipFill>
                      <a:blip r:embed="rId9"/>
                      <a:srcRect/>
                      <a:stretch>
                        <a:fillRect/>
                      </a:stretch>
                    </p:blipFill>
                    <p:spPr bwMode="auto">
                      <a:xfrm>
                        <a:off x="1719263" y="5354638"/>
                        <a:ext cx="3752850" cy="919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8955" name="Group 107"/>
          <p:cNvGrpSpPr>
            <a:grpSpLocks/>
          </p:cNvGrpSpPr>
          <p:nvPr/>
        </p:nvGrpSpPr>
        <p:grpSpPr bwMode="auto">
          <a:xfrm>
            <a:off x="5508625" y="1125538"/>
            <a:ext cx="3284538" cy="2032000"/>
            <a:chOff x="1202" y="2205"/>
            <a:chExt cx="2069" cy="1280"/>
          </a:xfrm>
        </p:grpSpPr>
        <p:sp>
          <p:nvSpPr>
            <p:cNvPr id="78956" name="Oval 108"/>
            <p:cNvSpPr>
              <a:spLocks noChangeArrowheads="1"/>
            </p:cNvSpPr>
            <p:nvPr/>
          </p:nvSpPr>
          <p:spPr bwMode="auto">
            <a:xfrm>
              <a:off x="1202" y="2931"/>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aphicFrame>
          <p:nvGraphicFramePr>
            <p:cNvPr id="78957" name="Object 109"/>
            <p:cNvGraphicFramePr>
              <a:graphicFrameLocks noChangeAspect="1"/>
            </p:cNvGraphicFramePr>
            <p:nvPr/>
          </p:nvGraphicFramePr>
          <p:xfrm>
            <a:off x="1573" y="2946"/>
            <a:ext cx="267" cy="347"/>
          </p:xfrm>
          <a:graphic>
            <a:graphicData uri="http://schemas.openxmlformats.org/presentationml/2006/ole">
              <mc:AlternateContent xmlns:mc="http://schemas.openxmlformats.org/markup-compatibility/2006">
                <mc:Choice xmlns:v="urn:schemas-microsoft-com:vml" Requires="v">
                  <p:oleObj name="Equation" r:id="rId10" imgW="215640" imgH="279360" progId="Equation.DSMT4">
                    <p:embed/>
                  </p:oleObj>
                </mc:Choice>
                <mc:Fallback>
                  <p:oleObj name="Equation" r:id="rId10" imgW="215640" imgH="279360" progId="Equation.DSMT4">
                    <p:embed/>
                    <p:pic>
                      <p:nvPicPr>
                        <p:cNvPr id="78957" name="Object 109"/>
                        <p:cNvPicPr>
                          <a:picLocks noChangeAspect="1" noChangeArrowheads="1"/>
                        </p:cNvPicPr>
                        <p:nvPr/>
                      </p:nvPicPr>
                      <p:blipFill>
                        <a:blip r:embed="rId11"/>
                        <a:srcRect/>
                        <a:stretch>
                          <a:fillRect/>
                        </a:stretch>
                      </p:blipFill>
                      <p:spPr bwMode="auto">
                        <a:xfrm>
                          <a:off x="1573" y="2946"/>
                          <a:ext cx="267" cy="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958" name="Text Box 110"/>
            <p:cNvSpPr txBox="1">
              <a:spLocks noChangeArrowheads="1"/>
            </p:cNvSpPr>
            <p:nvPr/>
          </p:nvSpPr>
          <p:spPr bwMode="auto">
            <a:xfrm>
              <a:off x="1519" y="2387"/>
              <a:ext cx="283"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i</a:t>
              </a:r>
              <a:endParaRPr kumimoji="1" lang="en-US" altLang="zh-CN" sz="2800" b="0">
                <a:latin typeface="Times New Roman" panose="02020603050405020304" pitchFamily="18" charset="0"/>
                <a:ea typeface="宋体" panose="02010600030101010101" pitchFamily="2" charset="-122"/>
              </a:endParaRPr>
            </a:p>
          </p:txBody>
        </p:sp>
        <p:sp>
          <p:nvSpPr>
            <p:cNvPr id="78959" name="Line 111"/>
            <p:cNvSpPr>
              <a:spLocks noChangeShapeType="1"/>
            </p:cNvSpPr>
            <p:nvPr/>
          </p:nvSpPr>
          <p:spPr bwMode="auto">
            <a:xfrm rot="16200000" flipH="1">
              <a:off x="2177" y="2092"/>
              <a:ext cx="0" cy="40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78960" name="Text Box 112"/>
            <p:cNvSpPr txBox="1">
              <a:spLocks noChangeArrowheads="1"/>
            </p:cNvSpPr>
            <p:nvPr/>
          </p:nvSpPr>
          <p:spPr bwMode="auto">
            <a:xfrm>
              <a:off x="1519" y="2704"/>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78961" name="Text Box 113"/>
            <p:cNvSpPr txBox="1">
              <a:spLocks noChangeArrowheads="1"/>
            </p:cNvSpPr>
            <p:nvPr/>
          </p:nvSpPr>
          <p:spPr bwMode="auto">
            <a:xfrm>
              <a:off x="1519" y="3158"/>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latin typeface="Times New Roman" panose="02020603050405020304" pitchFamily="18" charset="0"/>
                <a:ea typeface="宋体" panose="02010600030101010101" pitchFamily="2" charset="-122"/>
              </a:endParaRPr>
            </a:p>
          </p:txBody>
        </p:sp>
        <p:sp>
          <p:nvSpPr>
            <p:cNvPr id="78962" name="Line 114"/>
            <p:cNvSpPr>
              <a:spLocks noChangeShapeType="1"/>
            </p:cNvSpPr>
            <p:nvPr/>
          </p:nvSpPr>
          <p:spPr bwMode="auto">
            <a:xfrm>
              <a:off x="1383" y="2209"/>
              <a:ext cx="0" cy="126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8963" name="Line 115"/>
            <p:cNvSpPr>
              <a:spLocks noChangeShapeType="1"/>
            </p:cNvSpPr>
            <p:nvPr/>
          </p:nvSpPr>
          <p:spPr bwMode="auto">
            <a:xfrm>
              <a:off x="1383" y="2205"/>
              <a:ext cx="1450" cy="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8964" name="Line 116"/>
            <p:cNvSpPr>
              <a:spLocks noChangeShapeType="1"/>
            </p:cNvSpPr>
            <p:nvPr/>
          </p:nvSpPr>
          <p:spPr bwMode="auto">
            <a:xfrm flipV="1">
              <a:off x="1383" y="3475"/>
              <a:ext cx="1452"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78965" name="Object 117"/>
            <p:cNvGraphicFramePr>
              <a:graphicFrameLocks noChangeAspect="1"/>
            </p:cNvGraphicFramePr>
            <p:nvPr/>
          </p:nvGraphicFramePr>
          <p:xfrm>
            <a:off x="2018" y="2312"/>
            <a:ext cx="154" cy="247"/>
          </p:xfrm>
          <a:graphic>
            <a:graphicData uri="http://schemas.openxmlformats.org/presentationml/2006/ole">
              <mc:AlternateContent xmlns:mc="http://schemas.openxmlformats.org/markup-compatibility/2006">
                <mc:Choice xmlns:v="urn:schemas-microsoft-com:vml" Requires="v">
                  <p:oleObj name="Equation" r:id="rId12" imgW="126720" imgH="190440" progId="Equation.DSMT4">
                    <p:embed/>
                  </p:oleObj>
                </mc:Choice>
                <mc:Fallback>
                  <p:oleObj name="Equation" r:id="rId12" imgW="126720" imgH="190440" progId="Equation.DSMT4">
                    <p:embed/>
                    <p:pic>
                      <p:nvPicPr>
                        <p:cNvPr id="78965" name="Object 117"/>
                        <p:cNvPicPr>
                          <a:picLocks noChangeAspect="1" noChangeArrowheads="1"/>
                        </p:cNvPicPr>
                        <p:nvPr/>
                      </p:nvPicPr>
                      <p:blipFill>
                        <a:blip r:embed="rId13"/>
                        <a:srcRect/>
                        <a:stretch>
                          <a:fillRect/>
                        </a:stretch>
                      </p:blipFill>
                      <p:spPr bwMode="auto">
                        <a:xfrm>
                          <a:off x="2018" y="2312"/>
                          <a:ext cx="154"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966" name="Text Box 118"/>
            <p:cNvSpPr txBox="1">
              <a:spLocks noChangeArrowheads="1"/>
            </p:cNvSpPr>
            <p:nvPr/>
          </p:nvSpPr>
          <p:spPr bwMode="auto">
            <a:xfrm>
              <a:off x="2925" y="2614"/>
              <a:ext cx="3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L</a:t>
              </a:r>
            </a:p>
          </p:txBody>
        </p:sp>
        <p:sp>
          <p:nvSpPr>
            <p:cNvPr id="78967" name="Line 119"/>
            <p:cNvSpPr>
              <a:spLocks noChangeShapeType="1"/>
            </p:cNvSpPr>
            <p:nvPr/>
          </p:nvSpPr>
          <p:spPr bwMode="auto">
            <a:xfrm>
              <a:off x="2833" y="2209"/>
              <a:ext cx="2" cy="126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8968" name="Rectangle 120"/>
            <p:cNvSpPr>
              <a:spLocks noChangeArrowheads="1"/>
            </p:cNvSpPr>
            <p:nvPr/>
          </p:nvSpPr>
          <p:spPr bwMode="auto">
            <a:xfrm>
              <a:off x="1338" y="2432"/>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8969" name="Rectangle 121"/>
            <p:cNvSpPr>
              <a:spLocks noChangeArrowheads="1"/>
            </p:cNvSpPr>
            <p:nvPr/>
          </p:nvSpPr>
          <p:spPr bwMode="auto">
            <a:xfrm>
              <a:off x="2789" y="261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nvGrpSpPr>
          <p:cNvPr id="78974" name="Group 126"/>
          <p:cNvGrpSpPr>
            <a:grpSpLocks/>
          </p:cNvGrpSpPr>
          <p:nvPr/>
        </p:nvGrpSpPr>
        <p:grpSpPr bwMode="auto">
          <a:xfrm>
            <a:off x="468313" y="1196975"/>
            <a:ext cx="4437062" cy="2087563"/>
            <a:chOff x="295" y="754"/>
            <a:chExt cx="2795" cy="1315"/>
          </a:xfrm>
        </p:grpSpPr>
        <p:sp>
          <p:nvSpPr>
            <p:cNvPr id="78936" name="Line 88"/>
            <p:cNvSpPr>
              <a:spLocks noChangeShapeType="1"/>
            </p:cNvSpPr>
            <p:nvPr/>
          </p:nvSpPr>
          <p:spPr bwMode="auto">
            <a:xfrm>
              <a:off x="476" y="803"/>
              <a:ext cx="0" cy="126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8938" name="Line 90"/>
            <p:cNvSpPr>
              <a:spLocks noChangeShapeType="1"/>
            </p:cNvSpPr>
            <p:nvPr/>
          </p:nvSpPr>
          <p:spPr bwMode="auto">
            <a:xfrm>
              <a:off x="476" y="799"/>
              <a:ext cx="217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8939" name="Line 91"/>
            <p:cNvSpPr>
              <a:spLocks noChangeShapeType="1"/>
            </p:cNvSpPr>
            <p:nvPr/>
          </p:nvSpPr>
          <p:spPr bwMode="auto">
            <a:xfrm>
              <a:off x="476" y="2069"/>
              <a:ext cx="217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78940" name="Object 92"/>
            <p:cNvGraphicFramePr>
              <a:graphicFrameLocks noChangeAspect="1"/>
            </p:cNvGraphicFramePr>
            <p:nvPr/>
          </p:nvGraphicFramePr>
          <p:xfrm>
            <a:off x="295" y="861"/>
            <a:ext cx="154" cy="247"/>
          </p:xfrm>
          <a:graphic>
            <a:graphicData uri="http://schemas.openxmlformats.org/presentationml/2006/ole">
              <mc:AlternateContent xmlns:mc="http://schemas.openxmlformats.org/markup-compatibility/2006">
                <mc:Choice xmlns:v="urn:schemas-microsoft-com:vml" Requires="v">
                  <p:oleObj name="Equation" r:id="rId14" imgW="126720" imgH="190440" progId="Equation.DSMT4">
                    <p:embed/>
                  </p:oleObj>
                </mc:Choice>
                <mc:Fallback>
                  <p:oleObj name="Equation" r:id="rId14" imgW="126720" imgH="190440" progId="Equation.DSMT4">
                    <p:embed/>
                    <p:pic>
                      <p:nvPicPr>
                        <p:cNvPr id="78940" name="Object 92"/>
                        <p:cNvPicPr>
                          <a:picLocks noChangeAspect="1" noChangeArrowheads="1"/>
                        </p:cNvPicPr>
                        <p:nvPr/>
                      </p:nvPicPr>
                      <p:blipFill>
                        <a:blip r:embed="rId15"/>
                        <a:srcRect/>
                        <a:stretch>
                          <a:fillRect/>
                        </a:stretch>
                      </p:blipFill>
                      <p:spPr bwMode="auto">
                        <a:xfrm>
                          <a:off x="295" y="861"/>
                          <a:ext cx="154"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942" name="Line 94"/>
            <p:cNvSpPr>
              <a:spLocks noChangeShapeType="1"/>
            </p:cNvSpPr>
            <p:nvPr/>
          </p:nvSpPr>
          <p:spPr bwMode="auto">
            <a:xfrm flipV="1">
              <a:off x="476" y="935"/>
              <a:ext cx="0" cy="40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8943" name="Text Box 95"/>
            <p:cNvSpPr txBox="1">
              <a:spLocks noChangeArrowheads="1"/>
            </p:cNvSpPr>
            <p:nvPr/>
          </p:nvSpPr>
          <p:spPr bwMode="auto">
            <a:xfrm rot="5400000">
              <a:off x="299" y="1248"/>
              <a:ext cx="9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4∠90</a:t>
              </a:r>
              <a:r>
                <a:rPr kumimoji="1" lang="en-US" altLang="zh-CN" sz="2800" b="0" baseline="50000">
                  <a:latin typeface="Times New Roman" panose="02020603050405020304" pitchFamily="18" charset="0"/>
                  <a:ea typeface="宋体" panose="02010600030101010101" pitchFamily="2" charset="-122"/>
                </a:rPr>
                <a:t>o </a:t>
              </a:r>
              <a:r>
                <a:rPr kumimoji="1" lang="en-US" altLang="zh-CN" sz="2800" b="0">
                  <a:latin typeface="Times New Roman" panose="02020603050405020304" pitchFamily="18" charset="0"/>
                  <a:ea typeface="宋体" panose="02010600030101010101" pitchFamily="2" charset="-122"/>
                </a:rPr>
                <a:t>A</a:t>
              </a:r>
            </a:p>
          </p:txBody>
        </p:sp>
        <p:sp>
          <p:nvSpPr>
            <p:cNvPr id="78944" name="Text Box 96"/>
            <p:cNvSpPr txBox="1">
              <a:spLocks noChangeArrowheads="1"/>
            </p:cNvSpPr>
            <p:nvPr/>
          </p:nvSpPr>
          <p:spPr bwMode="auto">
            <a:xfrm>
              <a:off x="2744" y="1208"/>
              <a:ext cx="3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L</a:t>
              </a:r>
            </a:p>
          </p:txBody>
        </p:sp>
        <p:sp>
          <p:nvSpPr>
            <p:cNvPr id="78945" name="Text Box 97"/>
            <p:cNvSpPr txBox="1">
              <a:spLocks noChangeArrowheads="1"/>
            </p:cNvSpPr>
            <p:nvPr/>
          </p:nvSpPr>
          <p:spPr bwMode="auto">
            <a:xfrm>
              <a:off x="1928" y="845"/>
              <a:ext cx="73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r>
                <a:rPr kumimoji="1" lang="en-US" altLang="zh-CN" sz="2800" b="0">
                  <a:latin typeface="宋体" panose="02010600030101010101" pitchFamily="2" charset="-122"/>
                  <a:ea typeface="宋体" panose="02010600030101010101" pitchFamily="2" charset="-122"/>
                </a:rPr>
                <a:t>-</a:t>
              </a:r>
              <a:r>
                <a:rPr kumimoji="1" lang="en-US" altLang="zh-CN" sz="2800" b="0">
                  <a:latin typeface="Times New Roman" panose="02020603050405020304" pitchFamily="18" charset="0"/>
                  <a:ea typeface="宋体" panose="02010600030101010101" pitchFamily="2" charset="-122"/>
                </a:rPr>
                <a:t>j30</a:t>
              </a:r>
              <a:r>
                <a:rPr kumimoji="1" lang="en-US" altLang="zh-CN" sz="2800" b="0">
                  <a:latin typeface="Symbol" panose="05050102010706020507" pitchFamily="18" charset="2"/>
                  <a:ea typeface="宋体" panose="02010600030101010101" pitchFamily="2" charset="-122"/>
                </a:rPr>
                <a:t>W</a:t>
              </a:r>
              <a:endParaRPr kumimoji="1" lang="en-US" altLang="zh-CN" sz="2800" b="0">
                <a:latin typeface="Times New Roman" panose="02020603050405020304" pitchFamily="18" charset="0"/>
                <a:ea typeface="宋体" panose="02010600030101010101" pitchFamily="2" charset="-122"/>
              </a:endParaRPr>
            </a:p>
          </p:txBody>
        </p:sp>
        <p:sp>
          <p:nvSpPr>
            <p:cNvPr id="78946" name="Text Box 98"/>
            <p:cNvSpPr txBox="1">
              <a:spLocks noChangeArrowheads="1"/>
            </p:cNvSpPr>
            <p:nvPr/>
          </p:nvSpPr>
          <p:spPr bwMode="auto">
            <a:xfrm>
              <a:off x="1837" y="1208"/>
              <a:ext cx="51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30</a:t>
              </a:r>
              <a:r>
                <a:rPr kumimoji="1" lang="en-US" altLang="zh-CN" sz="2800" b="0">
                  <a:latin typeface="Symbol" panose="05050102010706020507" pitchFamily="18" charset="2"/>
                  <a:ea typeface="宋体" panose="02010600030101010101" pitchFamily="2" charset="-122"/>
                </a:rPr>
                <a:t>W</a:t>
              </a:r>
              <a:endParaRPr kumimoji="1" lang="en-US" altLang="zh-CN" sz="2800" b="0">
                <a:latin typeface="Times New Roman" panose="02020603050405020304" pitchFamily="18" charset="0"/>
                <a:ea typeface="宋体" panose="02010600030101010101" pitchFamily="2" charset="-122"/>
              </a:endParaRPr>
            </a:p>
          </p:txBody>
        </p:sp>
        <p:sp>
          <p:nvSpPr>
            <p:cNvPr id="78947" name="Text Box 99"/>
            <p:cNvSpPr txBox="1">
              <a:spLocks noChangeArrowheads="1"/>
            </p:cNvSpPr>
            <p:nvPr/>
          </p:nvSpPr>
          <p:spPr bwMode="auto">
            <a:xfrm rot="5400000">
              <a:off x="1065" y="1115"/>
              <a:ext cx="6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宋体" panose="02010600030101010101" pitchFamily="2" charset="-122"/>
                  <a:ea typeface="宋体" panose="02010600030101010101" pitchFamily="2" charset="-122"/>
                </a:rPr>
                <a:t>-</a:t>
              </a:r>
              <a:r>
                <a:rPr kumimoji="1" lang="en-US" altLang="zh-CN" sz="2800" b="0">
                  <a:latin typeface="Times New Roman" panose="02020603050405020304" pitchFamily="18" charset="0"/>
                  <a:ea typeface="宋体" panose="02010600030101010101" pitchFamily="2" charset="-122"/>
                </a:rPr>
                <a:t>j30</a:t>
              </a:r>
              <a:r>
                <a:rPr kumimoji="1" lang="en-US" altLang="zh-CN" sz="2800" b="0">
                  <a:latin typeface="Symbol" panose="05050102010706020507" pitchFamily="18" charset="2"/>
                  <a:ea typeface="宋体" panose="02010600030101010101" pitchFamily="2" charset="-122"/>
                </a:rPr>
                <a:t>W</a:t>
              </a:r>
              <a:endParaRPr kumimoji="1" lang="en-US" altLang="zh-CN" sz="2800" b="0">
                <a:latin typeface="Times New Roman" panose="02020603050405020304" pitchFamily="18" charset="0"/>
                <a:ea typeface="宋体" panose="02010600030101010101" pitchFamily="2" charset="-122"/>
              </a:endParaRPr>
            </a:p>
          </p:txBody>
        </p:sp>
        <p:sp>
          <p:nvSpPr>
            <p:cNvPr id="78948" name="Line 100"/>
            <p:cNvSpPr>
              <a:spLocks noChangeShapeType="1"/>
            </p:cNvSpPr>
            <p:nvPr/>
          </p:nvSpPr>
          <p:spPr bwMode="auto">
            <a:xfrm>
              <a:off x="1202" y="803"/>
              <a:ext cx="0" cy="1266"/>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8949" name="Line 101"/>
            <p:cNvSpPr>
              <a:spLocks noChangeShapeType="1"/>
            </p:cNvSpPr>
            <p:nvPr/>
          </p:nvSpPr>
          <p:spPr bwMode="auto">
            <a:xfrm>
              <a:off x="1837" y="803"/>
              <a:ext cx="0" cy="1266"/>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8950" name="Line 102"/>
            <p:cNvSpPr>
              <a:spLocks noChangeShapeType="1"/>
            </p:cNvSpPr>
            <p:nvPr/>
          </p:nvSpPr>
          <p:spPr bwMode="auto">
            <a:xfrm>
              <a:off x="2652" y="803"/>
              <a:ext cx="0" cy="124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8951" name="Rectangle 103"/>
            <p:cNvSpPr>
              <a:spLocks noChangeArrowheads="1"/>
            </p:cNvSpPr>
            <p:nvPr/>
          </p:nvSpPr>
          <p:spPr bwMode="auto">
            <a:xfrm>
              <a:off x="1156" y="120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8952" name="Rectangle 104"/>
            <p:cNvSpPr>
              <a:spLocks noChangeArrowheads="1"/>
            </p:cNvSpPr>
            <p:nvPr/>
          </p:nvSpPr>
          <p:spPr bwMode="auto">
            <a:xfrm>
              <a:off x="1791" y="120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8953" name="Rectangle 105"/>
            <p:cNvSpPr>
              <a:spLocks noChangeArrowheads="1"/>
            </p:cNvSpPr>
            <p:nvPr/>
          </p:nvSpPr>
          <p:spPr bwMode="auto">
            <a:xfrm>
              <a:off x="2608" y="120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8954" name="Rectangle 106"/>
            <p:cNvSpPr>
              <a:spLocks noChangeArrowheads="1"/>
            </p:cNvSpPr>
            <p:nvPr/>
          </p:nvSpPr>
          <p:spPr bwMode="auto">
            <a:xfrm>
              <a:off x="2064" y="754"/>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78973" name="Group 125"/>
            <p:cNvGrpSpPr>
              <a:grpSpLocks/>
            </p:cNvGrpSpPr>
            <p:nvPr/>
          </p:nvGrpSpPr>
          <p:grpSpPr bwMode="auto">
            <a:xfrm>
              <a:off x="295" y="1298"/>
              <a:ext cx="363" cy="363"/>
              <a:chOff x="295" y="1162"/>
              <a:chExt cx="363" cy="363"/>
            </a:xfrm>
          </p:grpSpPr>
          <p:sp>
            <p:nvSpPr>
              <p:cNvPr id="78937" name="Oval 89"/>
              <p:cNvSpPr>
                <a:spLocks noChangeArrowheads="1"/>
              </p:cNvSpPr>
              <p:nvPr/>
            </p:nvSpPr>
            <p:spPr bwMode="auto">
              <a:xfrm>
                <a:off x="295" y="1162"/>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8941" name="Line 93"/>
              <p:cNvSpPr>
                <a:spLocks noChangeShapeType="1"/>
              </p:cNvSpPr>
              <p:nvPr/>
            </p:nvSpPr>
            <p:spPr bwMode="auto">
              <a:xfrm>
                <a:off x="295" y="1344"/>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40960837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78851"/>
                                        </p:tgtEl>
                                        <p:attrNameLst>
                                          <p:attrName>style.visibility</p:attrName>
                                        </p:attrNameLst>
                                      </p:cBhvr>
                                      <p:to>
                                        <p:strVal val="visible"/>
                                      </p:to>
                                    </p:set>
                                    <p:anim calcmode="lin" valueType="num">
                                      <p:cBhvr>
                                        <p:cTn id="7" dur="1000" fill="hold"/>
                                        <p:tgtEl>
                                          <p:spTgt spid="78851"/>
                                        </p:tgtEl>
                                        <p:attrNameLst>
                                          <p:attrName>ppt_w</p:attrName>
                                        </p:attrNameLst>
                                      </p:cBhvr>
                                      <p:tavLst>
                                        <p:tav tm="0">
                                          <p:val>
                                            <p:fltVal val="0"/>
                                          </p:val>
                                        </p:tav>
                                        <p:tav tm="100000">
                                          <p:val>
                                            <p:strVal val="#ppt_w"/>
                                          </p:val>
                                        </p:tav>
                                      </p:tavLst>
                                    </p:anim>
                                    <p:anim calcmode="lin" valueType="num">
                                      <p:cBhvr>
                                        <p:cTn id="8" dur="1000" fill="hold"/>
                                        <p:tgtEl>
                                          <p:spTgt spid="78851"/>
                                        </p:tgtEl>
                                        <p:attrNameLst>
                                          <p:attrName>ppt_h</p:attrName>
                                        </p:attrNameLst>
                                      </p:cBhvr>
                                      <p:tavLst>
                                        <p:tav tm="0">
                                          <p:val>
                                            <p:fltVal val="0"/>
                                          </p:val>
                                        </p:tav>
                                        <p:tav tm="100000">
                                          <p:val>
                                            <p:strVal val="#ppt_h"/>
                                          </p:val>
                                        </p:tav>
                                      </p:tavLst>
                                    </p:anim>
                                    <p:anim calcmode="lin" valueType="num">
                                      <p:cBhvr>
                                        <p:cTn id="9" dur="1000" fill="hold"/>
                                        <p:tgtEl>
                                          <p:spTgt spid="7885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8851"/>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78974"/>
                                        </p:tgtEl>
                                        <p:attrNameLst>
                                          <p:attrName>style.visibility</p:attrName>
                                        </p:attrNameLst>
                                      </p:cBhvr>
                                      <p:to>
                                        <p:strVal val="visible"/>
                                      </p:to>
                                    </p:set>
                                    <p:animEffect transition="in" filter="blinds(horizontal)">
                                      <p:cBhvr>
                                        <p:cTn id="14" dur="500"/>
                                        <p:tgtEl>
                                          <p:spTgt spid="78974"/>
                                        </p:tgtEl>
                                      </p:cBhvr>
                                    </p:animEffect>
                                  </p:childTnLst>
                                </p:cTn>
                              </p:par>
                            </p:childTnLst>
                          </p:cTn>
                        </p:par>
                        <p:par>
                          <p:cTn id="15" fill="hold" nodeType="afterGroup">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78850"/>
                                        </p:tgtEl>
                                        <p:attrNameLst>
                                          <p:attrName>style.visibility</p:attrName>
                                        </p:attrNameLst>
                                      </p:cBhvr>
                                      <p:to>
                                        <p:strVal val="visible"/>
                                      </p:to>
                                    </p:set>
                                    <p:animEffect transition="in" filter="slide(fromBottom)">
                                      <p:cBhvr>
                                        <p:cTn id="18" dur="1000"/>
                                        <p:tgtEl>
                                          <p:spTgt spid="7885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78908"/>
                                        </p:tgtEl>
                                        <p:attrNameLst>
                                          <p:attrName>style.visibility</p:attrName>
                                        </p:attrNameLst>
                                      </p:cBhvr>
                                      <p:to>
                                        <p:strVal val="visible"/>
                                      </p:to>
                                    </p:set>
                                    <p:anim calcmode="lin" valueType="num">
                                      <p:cBhvr>
                                        <p:cTn id="23" dur="1000" fill="hold"/>
                                        <p:tgtEl>
                                          <p:spTgt spid="78908"/>
                                        </p:tgtEl>
                                        <p:attrNameLst>
                                          <p:attrName>ppt_w</p:attrName>
                                        </p:attrNameLst>
                                      </p:cBhvr>
                                      <p:tavLst>
                                        <p:tav tm="0">
                                          <p:val>
                                            <p:fltVal val="0"/>
                                          </p:val>
                                        </p:tav>
                                        <p:tav tm="100000">
                                          <p:val>
                                            <p:strVal val="#ppt_w"/>
                                          </p:val>
                                        </p:tav>
                                      </p:tavLst>
                                    </p:anim>
                                    <p:anim calcmode="lin" valueType="num">
                                      <p:cBhvr>
                                        <p:cTn id="24" dur="1000" fill="hold"/>
                                        <p:tgtEl>
                                          <p:spTgt spid="78908"/>
                                        </p:tgtEl>
                                        <p:attrNameLst>
                                          <p:attrName>ppt_h</p:attrName>
                                        </p:attrNameLst>
                                      </p:cBhvr>
                                      <p:tavLst>
                                        <p:tav tm="0">
                                          <p:val>
                                            <p:fltVal val="0"/>
                                          </p:val>
                                        </p:tav>
                                        <p:tav tm="100000">
                                          <p:val>
                                            <p:strVal val="#ppt_h"/>
                                          </p:val>
                                        </p:tav>
                                      </p:tavLst>
                                    </p:anim>
                                    <p:anim calcmode="lin" valueType="num">
                                      <p:cBhvr>
                                        <p:cTn id="25" dur="1000" fill="hold"/>
                                        <p:tgtEl>
                                          <p:spTgt spid="78908"/>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7890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8" fill="hold" nodeType="clickEffect">
                                  <p:stCondLst>
                                    <p:cond delay="0"/>
                                  </p:stCondLst>
                                  <p:childTnLst>
                                    <p:set>
                                      <p:cBhvr>
                                        <p:cTn id="30" dur="1" fill="hold">
                                          <p:stCondLst>
                                            <p:cond delay="0"/>
                                          </p:stCondLst>
                                        </p:cTn>
                                        <p:tgtEl>
                                          <p:spTgt spid="78891"/>
                                        </p:tgtEl>
                                        <p:attrNameLst>
                                          <p:attrName>style.visibility</p:attrName>
                                        </p:attrNameLst>
                                      </p:cBhvr>
                                      <p:to>
                                        <p:strVal val="visible"/>
                                      </p:to>
                                    </p:set>
                                    <p:animEffect transition="in" filter="slide(fromLeft)">
                                      <p:cBhvr>
                                        <p:cTn id="31" dur="500"/>
                                        <p:tgtEl>
                                          <p:spTgt spid="78891"/>
                                        </p:tgtEl>
                                      </p:cBhvr>
                                    </p:animEffect>
                                  </p:childTnLst>
                                </p:cTn>
                              </p:par>
                            </p:childTnLst>
                          </p:cTn>
                        </p:par>
                        <p:par>
                          <p:cTn id="32" fill="hold" nodeType="afterGroup">
                            <p:stCondLst>
                              <p:cond delay="500"/>
                            </p:stCondLst>
                            <p:childTnLst>
                              <p:par>
                                <p:cTn id="33" presetID="3" presetClass="entr" presetSubtype="10" fill="hold" nodeType="afterEffect">
                                  <p:stCondLst>
                                    <p:cond delay="0"/>
                                  </p:stCondLst>
                                  <p:childTnLst>
                                    <p:set>
                                      <p:cBhvr>
                                        <p:cTn id="34" dur="1" fill="hold">
                                          <p:stCondLst>
                                            <p:cond delay="0"/>
                                          </p:stCondLst>
                                        </p:cTn>
                                        <p:tgtEl>
                                          <p:spTgt spid="78955"/>
                                        </p:tgtEl>
                                        <p:attrNameLst>
                                          <p:attrName>style.visibility</p:attrName>
                                        </p:attrNameLst>
                                      </p:cBhvr>
                                      <p:to>
                                        <p:strVal val="visible"/>
                                      </p:to>
                                    </p:set>
                                    <p:animEffect transition="in" filter="blinds(horizontal)">
                                      <p:cBhvr>
                                        <p:cTn id="35" dur="500"/>
                                        <p:tgtEl>
                                          <p:spTgt spid="7895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4" presetClass="entr" presetSubtype="10" fill="hold" nodeType="clickEffect">
                                  <p:stCondLst>
                                    <p:cond delay="0"/>
                                  </p:stCondLst>
                                  <p:childTnLst>
                                    <p:set>
                                      <p:cBhvr>
                                        <p:cTn id="39" dur="1" fill="hold">
                                          <p:stCondLst>
                                            <p:cond delay="0"/>
                                          </p:stCondLst>
                                        </p:cTn>
                                        <p:tgtEl>
                                          <p:spTgt spid="78909"/>
                                        </p:tgtEl>
                                        <p:attrNameLst>
                                          <p:attrName>style.visibility</p:attrName>
                                        </p:attrNameLst>
                                      </p:cBhvr>
                                      <p:to>
                                        <p:strVal val="visible"/>
                                      </p:to>
                                    </p:set>
                                    <p:animEffect transition="in" filter="randombar(horizontal)">
                                      <p:cBhvr>
                                        <p:cTn id="40" dur="500"/>
                                        <p:tgtEl>
                                          <p:spTgt spid="7890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4" presetClass="entr" presetSubtype="10" fill="hold" nodeType="clickEffect">
                                  <p:stCondLst>
                                    <p:cond delay="0"/>
                                  </p:stCondLst>
                                  <p:childTnLst>
                                    <p:set>
                                      <p:cBhvr>
                                        <p:cTn id="44" dur="1" fill="hold">
                                          <p:stCondLst>
                                            <p:cond delay="0"/>
                                          </p:stCondLst>
                                        </p:cTn>
                                        <p:tgtEl>
                                          <p:spTgt spid="78910"/>
                                        </p:tgtEl>
                                        <p:attrNameLst>
                                          <p:attrName>style.visibility</p:attrName>
                                        </p:attrNameLst>
                                      </p:cBhvr>
                                      <p:to>
                                        <p:strVal val="visible"/>
                                      </p:to>
                                    </p:set>
                                    <p:animEffect transition="in" filter="randombar(horizontal)">
                                      <p:cBhvr>
                                        <p:cTn id="45" dur="500"/>
                                        <p:tgtEl>
                                          <p:spTgt spid="7891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4" presetClass="entr" presetSubtype="10" fill="hold" nodeType="clickEffect">
                                  <p:stCondLst>
                                    <p:cond delay="0"/>
                                  </p:stCondLst>
                                  <p:childTnLst>
                                    <p:set>
                                      <p:cBhvr>
                                        <p:cTn id="49" dur="1" fill="hold">
                                          <p:stCondLst>
                                            <p:cond delay="0"/>
                                          </p:stCondLst>
                                        </p:cTn>
                                        <p:tgtEl>
                                          <p:spTgt spid="78911"/>
                                        </p:tgtEl>
                                        <p:attrNameLst>
                                          <p:attrName>style.visibility</p:attrName>
                                        </p:attrNameLst>
                                      </p:cBhvr>
                                      <p:to>
                                        <p:strVal val="visible"/>
                                      </p:to>
                                    </p:set>
                                    <p:animEffect transition="in" filter="randombar(horizontal)">
                                      <p:cBhvr>
                                        <p:cTn id="50" dur="500"/>
                                        <p:tgtEl>
                                          <p:spTgt spid="7891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4" presetClass="entr" presetSubtype="10" fill="hold" nodeType="clickEffect">
                                  <p:stCondLst>
                                    <p:cond delay="0"/>
                                  </p:stCondLst>
                                  <p:childTnLst>
                                    <p:set>
                                      <p:cBhvr>
                                        <p:cTn id="54" dur="1" fill="hold">
                                          <p:stCondLst>
                                            <p:cond delay="0"/>
                                          </p:stCondLst>
                                        </p:cTn>
                                        <p:tgtEl>
                                          <p:spTgt spid="78912"/>
                                        </p:tgtEl>
                                        <p:attrNameLst>
                                          <p:attrName>style.visibility</p:attrName>
                                        </p:attrNameLst>
                                      </p:cBhvr>
                                      <p:to>
                                        <p:strVal val="visible"/>
                                      </p:to>
                                    </p:set>
                                    <p:animEffect transition="in" filter="randombar(horizontal)">
                                      <p:cBhvr>
                                        <p:cTn id="55" dur="500"/>
                                        <p:tgtEl>
                                          <p:spTgt spid="78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utoUpdateAnimBg="0"/>
      <p:bldP spid="78851" grpId="0"/>
      <p:bldP spid="78908" grpId="0" animBg="1" autoUpdateAnimBg="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1"/>
          <p:cNvSpPr>
            <a:spLocks noGrp="1"/>
          </p:cNvSpPr>
          <p:nvPr>
            <p:ph type="dt" sz="quarter" idx="10"/>
          </p:nvPr>
        </p:nvSpPr>
        <p:spPr>
          <a:xfrm>
            <a:off x="381000" y="6572250"/>
            <a:ext cx="19050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659A8FC1-7082-4B65-BA65-3597E333DD7D}" type="datetime1">
              <a:rPr lang="zh-CN" altLang="en-US" sz="1400" smtClean="0">
                <a:solidFill>
                  <a:srgbClr val="FF9900"/>
                </a:solidFill>
                <a:ea typeface="宋体" panose="02010600030101010101" pitchFamily="2" charset="-122"/>
              </a:rPr>
              <a:pPr>
                <a:spcBef>
                  <a:spcPct val="0"/>
                </a:spcBef>
                <a:buFontTx/>
                <a:buNone/>
              </a:pPr>
              <a:t>2024/8/17</a:t>
            </a:fld>
            <a:endParaRPr lang="en-US" altLang="zh-CN" sz="1400">
              <a:solidFill>
                <a:srgbClr val="FF9900"/>
              </a:solidFill>
              <a:ea typeface="宋体" panose="02010600030101010101" pitchFamily="2" charset="-122"/>
            </a:endParaRPr>
          </a:p>
        </p:txBody>
      </p:sp>
      <p:sp>
        <p:nvSpPr>
          <p:cNvPr id="5" name="页脚占位符 2"/>
          <p:cNvSpPr>
            <a:spLocks noGrp="1"/>
          </p:cNvSpPr>
          <p:nvPr>
            <p:ph type="ftr" sz="quarter" idx="11"/>
          </p:nvPr>
        </p:nvSpPr>
        <p:spPr>
          <a:xfrm>
            <a:off x="3124200" y="6572250"/>
            <a:ext cx="28956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r>
              <a:rPr lang="zh-CN" altLang="en-US" sz="1400" dirty="0">
                <a:solidFill>
                  <a:srgbClr val="FF9900"/>
                </a:solidFill>
                <a:ea typeface="宋体" panose="02010600030101010101" pitchFamily="2" charset="-122"/>
              </a:rPr>
              <a:t>电路理论</a:t>
            </a:r>
            <a:endParaRPr lang="en-US" altLang="zh-CN" sz="1400" dirty="0">
              <a:solidFill>
                <a:srgbClr val="FF9900"/>
              </a:solidFill>
              <a:ea typeface="宋体" panose="02010600030101010101" pitchFamily="2" charset="-122"/>
            </a:endParaRPr>
          </a:p>
        </p:txBody>
      </p:sp>
      <p:sp>
        <p:nvSpPr>
          <p:cNvPr id="6" name="灯片编号占位符 3"/>
          <p:cNvSpPr>
            <a:spLocks noGrp="1"/>
          </p:cNvSpPr>
          <p:nvPr>
            <p:ph type="sldNum" sz="quarter" idx="12"/>
          </p:nvPr>
        </p:nvSpPr>
        <p:spPr>
          <a:xfrm>
            <a:off x="6858000" y="6572250"/>
            <a:ext cx="19050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7D9E5195-5DE3-488F-BE59-0E2A511F8665}" type="slidenum">
              <a:rPr lang="en-US" altLang="zh-CN" sz="1400" smtClean="0">
                <a:solidFill>
                  <a:srgbClr val="FF9900"/>
                </a:solidFill>
                <a:ea typeface="宋体" panose="02010600030101010101" pitchFamily="2" charset="-122"/>
              </a:rPr>
              <a:pPr>
                <a:spcBef>
                  <a:spcPct val="0"/>
                </a:spcBef>
                <a:buFontTx/>
                <a:buNone/>
              </a:pPr>
              <a:t>184</a:t>
            </a:fld>
            <a:endParaRPr lang="en-US" altLang="zh-CN" sz="1400">
              <a:solidFill>
                <a:srgbClr val="FF9900"/>
              </a:solidFill>
              <a:ea typeface="宋体" panose="02010600030101010101" pitchFamily="2" charset="-122"/>
            </a:endParaRPr>
          </a:p>
        </p:txBody>
      </p:sp>
      <p:sp>
        <p:nvSpPr>
          <p:cNvPr id="7" name="Rectangle 18"/>
          <p:cNvSpPr>
            <a:spLocks noChangeArrowheads="1"/>
          </p:cNvSpPr>
          <p:nvPr/>
        </p:nvSpPr>
        <p:spPr bwMode="auto">
          <a:xfrm>
            <a:off x="395288" y="188913"/>
            <a:ext cx="8353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3200">
                <a:solidFill>
                  <a:schemeClr val="tx2"/>
                </a:solidFill>
                <a:latin typeface="Times New Roman" panose="02020603050405020304" pitchFamily="18" charset="0"/>
                <a:ea typeface="华文隶书" panose="02010800040101010101" pitchFamily="2" charset="-122"/>
              </a:defRPr>
            </a:lvl1pPr>
            <a:lvl2pPr>
              <a:spcBef>
                <a:spcPct val="0"/>
              </a:spcBef>
              <a:defRPr kumimoji="1" sz="3200">
                <a:solidFill>
                  <a:schemeClr val="tx2"/>
                </a:solidFill>
                <a:latin typeface="Times New Roman" panose="02020603050405020304" pitchFamily="18" charset="0"/>
                <a:ea typeface="华文隶书" panose="02010800040101010101" pitchFamily="2" charset="-122"/>
              </a:defRPr>
            </a:lvl2pPr>
            <a:lvl3pPr>
              <a:spcBef>
                <a:spcPct val="0"/>
              </a:spcBef>
              <a:defRPr kumimoji="1" sz="3200">
                <a:solidFill>
                  <a:schemeClr val="tx2"/>
                </a:solidFill>
                <a:latin typeface="Times New Roman" panose="02020603050405020304" pitchFamily="18" charset="0"/>
                <a:ea typeface="华文隶书" panose="02010800040101010101" pitchFamily="2" charset="-122"/>
              </a:defRPr>
            </a:lvl3pPr>
            <a:lvl4pPr>
              <a:spcBef>
                <a:spcPct val="0"/>
              </a:spcBef>
              <a:defRPr kumimoji="1" sz="3200">
                <a:solidFill>
                  <a:schemeClr val="tx2"/>
                </a:solidFill>
                <a:latin typeface="Times New Roman" panose="02020603050405020304" pitchFamily="18" charset="0"/>
                <a:ea typeface="华文隶书" panose="02010800040101010101" pitchFamily="2" charset="-122"/>
              </a:defRPr>
            </a:lvl4pPr>
            <a:lvl5pPr>
              <a:spcBef>
                <a:spcPct val="0"/>
              </a:spcBef>
              <a:defRPr kumimoji="1" sz="3200">
                <a:solidFill>
                  <a:schemeClr val="tx2"/>
                </a:solidFill>
                <a:latin typeface="Times New Roman" panose="02020603050405020304" pitchFamily="18" charset="0"/>
                <a:ea typeface="华文隶书" panose="02010800040101010101" pitchFamily="2" charset="-122"/>
              </a:defRPr>
            </a:lvl5pPr>
            <a:lvl6pPr marL="4572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a:lstStyle>
          <a:p>
            <a:pPr eaLnBrk="1" hangingPunct="1">
              <a:defRPr/>
            </a:pPr>
            <a:r>
              <a:rPr lang="en-US" altLang="zh-CN" b="0" dirty="0">
                <a:solidFill>
                  <a:schemeClr val="tx1"/>
                </a:solidFill>
                <a:ea typeface="隶书" panose="02010509060101010101" pitchFamily="49" charset="-122"/>
              </a:rPr>
              <a:t>11.8 </a:t>
            </a:r>
            <a:r>
              <a:rPr lang="zh-CN" altLang="en-US" b="0" dirty="0">
                <a:solidFill>
                  <a:schemeClr val="tx1"/>
                </a:solidFill>
                <a:ea typeface="隶书" panose="02010509060101010101" pitchFamily="49" charset="-122"/>
              </a:rPr>
              <a:t>有功功率测量</a:t>
            </a:r>
            <a:endParaRPr lang="en-US" altLang="zh-CN" b="0" dirty="0">
              <a:solidFill>
                <a:srgbClr val="FF0000"/>
              </a:solidFill>
              <a:effectLst>
                <a:outerShdw blurRad="38100" dist="38100" dir="2700000" algn="tl">
                  <a:srgbClr val="C0C0C0"/>
                </a:outerShdw>
              </a:effectLst>
              <a:ea typeface="隶书" panose="02010509060101010101" pitchFamily="49" charset="-122"/>
            </a:endParaRPr>
          </a:p>
        </p:txBody>
      </p:sp>
      <p:sp>
        <p:nvSpPr>
          <p:cNvPr id="8" name="Rectangle 68"/>
          <p:cNvSpPr>
            <a:spLocks noChangeArrowheads="1"/>
          </p:cNvSpPr>
          <p:nvPr/>
        </p:nvSpPr>
        <p:spPr bwMode="auto">
          <a:xfrm>
            <a:off x="1393825" y="317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b="1">
                <a:solidFill>
                  <a:schemeClr val="tx1"/>
                </a:solidFill>
                <a:latin typeface="Times New Roman" panose="02020603050405020304" pitchFamily="18" charset="0"/>
                <a:ea typeface="隶书" panose="02010509060101010101" pitchFamily="49" charset="-122"/>
              </a:defRPr>
            </a:lvl1pPr>
            <a:lvl2pPr marL="742950" indent="-285750">
              <a:defRPr kumimoji="1" b="1">
                <a:solidFill>
                  <a:schemeClr val="tx1"/>
                </a:solidFill>
                <a:latin typeface="Times New Roman" panose="02020603050405020304" pitchFamily="18" charset="0"/>
                <a:ea typeface="隶书" panose="02010509060101010101" pitchFamily="49" charset="-122"/>
              </a:defRPr>
            </a:lvl2pPr>
            <a:lvl3pPr marL="1143000" indent="-228600">
              <a:defRPr kumimoji="1" b="1">
                <a:solidFill>
                  <a:schemeClr val="tx1"/>
                </a:solidFill>
                <a:latin typeface="Times New Roman" panose="02020603050405020304" pitchFamily="18" charset="0"/>
                <a:ea typeface="隶书" panose="02010509060101010101" pitchFamily="49" charset="-122"/>
              </a:defRPr>
            </a:lvl3pPr>
            <a:lvl4pPr marL="1600200" indent="-228600">
              <a:defRPr kumimoji="1" b="1">
                <a:solidFill>
                  <a:schemeClr val="tx1"/>
                </a:solidFill>
                <a:latin typeface="Times New Roman" panose="02020603050405020304" pitchFamily="18" charset="0"/>
                <a:ea typeface="隶书" panose="02010509060101010101" pitchFamily="49" charset="-122"/>
              </a:defRPr>
            </a:lvl4pPr>
            <a:lvl5pPr marL="2057400" indent="-228600">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eaLnBrk="1" hangingPunct="1"/>
            <a:endParaRPr kumimoji="0" lang="zh-CN" altLang="en-US" b="0">
              <a:solidFill>
                <a:srgbClr val="FFFFFF"/>
              </a:solidFill>
              <a:latin typeface="Perpetua" panose="02020502060401020303" pitchFamily="18" charset="0"/>
              <a:ea typeface="宋体" panose="02010600030101010101" pitchFamily="2" charset="-122"/>
            </a:endParaRPr>
          </a:p>
        </p:txBody>
      </p:sp>
      <p:sp>
        <p:nvSpPr>
          <p:cNvPr id="9" name="矩形 8"/>
          <p:cNvSpPr/>
          <p:nvPr/>
        </p:nvSpPr>
        <p:spPr>
          <a:xfrm>
            <a:off x="6278965" y="1850921"/>
            <a:ext cx="1430037" cy="2036946"/>
          </a:xfrm>
          <a:prstGeom prst="rect">
            <a:avLst/>
          </a:prstGeom>
          <a:solidFill>
            <a:srgbClr val="0F6FC6">
              <a:lumMod val="20000"/>
              <a:lumOff val="80000"/>
              <a:alpha val="68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Times New Roman" panose="02020603050405020304" pitchFamily="18" charset="0"/>
            </a:endParaRPr>
          </a:p>
        </p:txBody>
      </p:sp>
      <p:sp>
        <p:nvSpPr>
          <p:cNvPr id="10" name="矩形 9"/>
          <p:cNvSpPr/>
          <p:nvPr/>
        </p:nvSpPr>
        <p:spPr>
          <a:xfrm>
            <a:off x="2319492" y="1850921"/>
            <a:ext cx="2226438" cy="2036946"/>
          </a:xfrm>
          <a:prstGeom prst="rect">
            <a:avLst/>
          </a:prstGeom>
          <a:solidFill>
            <a:srgbClr val="0F6FC6">
              <a:lumMod val="20000"/>
              <a:lumOff val="80000"/>
              <a:alpha val="68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Times New Roman" panose="02020603050405020304" pitchFamily="18" charset="0"/>
              <a:ea typeface="隶书" panose="02010509060101010101" pitchFamily="49" charset="-122"/>
              <a:cs typeface="Times New Roman" panose="02020603050405020304" pitchFamily="18" charset="0"/>
            </a:endParaRPr>
          </a:p>
        </p:txBody>
      </p:sp>
      <p:graphicFrame>
        <p:nvGraphicFramePr>
          <p:cNvPr id="12" name="对象 11"/>
          <p:cNvGraphicFramePr>
            <a:graphicFrameLocks noChangeAspect="1"/>
          </p:cNvGraphicFramePr>
          <p:nvPr/>
        </p:nvGraphicFramePr>
        <p:xfrm>
          <a:off x="2210813" y="1836154"/>
          <a:ext cx="5527040" cy="2002412"/>
        </p:xfrm>
        <a:graphic>
          <a:graphicData uri="http://schemas.openxmlformats.org/presentationml/2006/ole">
            <mc:AlternateContent xmlns:mc="http://schemas.openxmlformats.org/markup-compatibility/2006">
              <mc:Choice xmlns:v="urn:schemas-microsoft-com:vml" Requires="v">
                <p:oleObj name="Visio" r:id="rId2" imgW="2763520" imgH="1001206" progId="Visio.Drawing.11">
                  <p:embed/>
                </p:oleObj>
              </mc:Choice>
              <mc:Fallback>
                <p:oleObj name="Visio" r:id="rId2" imgW="2763520" imgH="1001206" progId="Visio.Drawing.11">
                  <p:embed/>
                  <p:pic>
                    <p:nvPicPr>
                      <p:cNvPr id="12" name="对象 11"/>
                      <p:cNvPicPr>
                        <a:picLocks noChangeAspect="1" noChangeArrowheads="1"/>
                      </p:cNvPicPr>
                      <p:nvPr/>
                    </p:nvPicPr>
                    <p:blipFill>
                      <a:blip r:embed="rId3"/>
                      <a:srcRect/>
                      <a:stretch>
                        <a:fillRect/>
                      </a:stretch>
                    </p:blipFill>
                    <p:spPr bwMode="auto">
                      <a:xfrm>
                        <a:off x="2210813" y="1836154"/>
                        <a:ext cx="5527040" cy="2002412"/>
                      </a:xfrm>
                      <a:prstGeom prst="rect">
                        <a:avLst/>
                      </a:prstGeom>
                      <a:noFill/>
                    </p:spPr>
                  </p:pic>
                </p:oleObj>
              </mc:Fallback>
            </mc:AlternateContent>
          </a:graphicData>
        </a:graphic>
      </p:graphicFrame>
      <p:pic>
        <p:nvPicPr>
          <p:cNvPr id="13" name="图片 12"/>
          <p:cNvPicPr>
            <a:picLocks noChangeAspect="1"/>
          </p:cNvPicPr>
          <p:nvPr/>
        </p:nvPicPr>
        <p:blipFill>
          <a:blip r:embed="rId4"/>
          <a:stretch>
            <a:fillRect/>
          </a:stretch>
        </p:blipFill>
        <p:spPr>
          <a:xfrm>
            <a:off x="5584052" y="2408129"/>
            <a:ext cx="369560" cy="1367026"/>
          </a:xfrm>
          <a:prstGeom prst="rect">
            <a:avLst/>
          </a:prstGeom>
          <a:effectLst>
            <a:glow rad="12700">
              <a:srgbClr val="FF6600">
                <a:alpha val="40000"/>
              </a:srgbClr>
            </a:glow>
          </a:effectLst>
        </p:spPr>
      </p:pic>
      <p:pic>
        <p:nvPicPr>
          <p:cNvPr id="14" name="图片 13"/>
          <p:cNvPicPr>
            <a:picLocks noChangeAspect="1"/>
          </p:cNvPicPr>
          <p:nvPr/>
        </p:nvPicPr>
        <p:blipFill>
          <a:blip r:embed="rId5"/>
          <a:stretch>
            <a:fillRect/>
          </a:stretch>
        </p:blipFill>
        <p:spPr>
          <a:xfrm>
            <a:off x="6010099" y="1901446"/>
            <a:ext cx="335963" cy="478040"/>
          </a:xfrm>
          <a:prstGeom prst="rect">
            <a:avLst/>
          </a:prstGeom>
          <a:effectLst>
            <a:glow rad="12700">
              <a:srgbClr val="FF6600">
                <a:alpha val="40000"/>
              </a:srgbClr>
            </a:glow>
          </a:effectLst>
        </p:spPr>
      </p:pic>
      <p:sp>
        <p:nvSpPr>
          <p:cNvPr id="15" name="矩形 14"/>
          <p:cNvSpPr/>
          <p:nvPr/>
        </p:nvSpPr>
        <p:spPr>
          <a:xfrm>
            <a:off x="1907704" y="846129"/>
            <a:ext cx="5904656" cy="461665"/>
          </a:xfrm>
          <a:prstGeom prst="rect">
            <a:avLst/>
          </a:prstGeom>
        </p:spPr>
        <p:txBody>
          <a:bodyPr wrap="square">
            <a:spAutoFit/>
          </a:bodyPr>
          <a:lstStyle/>
          <a:p>
            <a:pPr eaLnBrk="1" fontAlgn="auto" hangingPunct="1">
              <a:spcBef>
                <a:spcPts val="0"/>
              </a:spcBef>
              <a:spcAft>
                <a:spcPts val="0"/>
              </a:spcAft>
            </a:pPr>
            <a:r>
              <a:rPr kumimoji="0" lang="zh-CN" altLang="en-US" sz="2400" b="0" dirty="0">
                <a:solidFill>
                  <a:prstClr val="black"/>
                </a:solidFill>
                <a:latin typeface="Times New Roman" panose="02020603050405020304" pitchFamily="18" charset="0"/>
                <a:ea typeface="隶书" panose="02010509060101010101" pitchFamily="49" charset="-122"/>
                <a:cs typeface="Times New Roman" panose="02020603050405020304" pitchFamily="18" charset="0"/>
              </a:rPr>
              <a:t>确定瓦特表的读数，及读数的物理含义。</a:t>
            </a:r>
          </a:p>
        </p:txBody>
      </p:sp>
      <p:sp>
        <p:nvSpPr>
          <p:cNvPr id="16" name="矩形 15"/>
          <p:cNvSpPr/>
          <p:nvPr/>
        </p:nvSpPr>
        <p:spPr>
          <a:xfrm>
            <a:off x="2765549" y="5409002"/>
            <a:ext cx="5550867" cy="978729"/>
          </a:xfrm>
          <a:prstGeom prst="rect">
            <a:avLst/>
          </a:prstGeom>
        </p:spPr>
        <p:txBody>
          <a:bodyPr wrap="square">
            <a:spAutoFit/>
          </a:bodyPr>
          <a:lstStyle/>
          <a:p>
            <a:pPr eaLnBrk="1" fontAlgn="auto" hangingPunct="1">
              <a:lnSpc>
                <a:spcPct val="120000"/>
              </a:lnSpc>
              <a:spcBef>
                <a:spcPts val="0"/>
              </a:spcBef>
              <a:spcAft>
                <a:spcPts val="0"/>
              </a:spcAft>
            </a:pPr>
            <a:r>
              <a:rPr kumimoji="0" lang="zh-CN" altLang="en-US" sz="2400" b="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是</a:t>
            </a:r>
            <a:r>
              <a:rPr kumimoji="0" lang="zh-CN" altLang="en-US" sz="2400" b="0" dirty="0">
                <a:solidFill>
                  <a:prstClr val="black"/>
                </a:solidFill>
                <a:latin typeface="Times New Roman" panose="02020603050405020304" pitchFamily="18" charset="0"/>
                <a:ea typeface="隶书" panose="02010509060101010101" pitchFamily="49" charset="-122"/>
                <a:cs typeface="Times New Roman" panose="02020603050405020304" pitchFamily="18" charset="0"/>
              </a:rPr>
              <a:t>电流源发出的有功功率，</a:t>
            </a:r>
            <a:endParaRPr kumimoji="0" lang="en-US" altLang="zh-CN" sz="2400" b="0" dirty="0">
              <a:solidFill>
                <a:prstClr val="black"/>
              </a:solidFill>
              <a:latin typeface="Times New Roman" panose="02020603050405020304" pitchFamily="18" charset="0"/>
              <a:ea typeface="隶书" panose="02010509060101010101" pitchFamily="49" charset="-122"/>
              <a:cs typeface="Times New Roman" panose="02020603050405020304" pitchFamily="18" charset="0"/>
            </a:endParaRPr>
          </a:p>
          <a:p>
            <a:pPr eaLnBrk="1" fontAlgn="auto" hangingPunct="1">
              <a:lnSpc>
                <a:spcPct val="120000"/>
              </a:lnSpc>
              <a:spcBef>
                <a:spcPts val="0"/>
              </a:spcBef>
              <a:spcAft>
                <a:spcPts val="0"/>
              </a:spcAft>
            </a:pPr>
            <a:r>
              <a:rPr kumimoji="0" lang="zh-CN" altLang="en-US" sz="2400" b="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也是</a:t>
            </a:r>
            <a:r>
              <a:rPr kumimoji="0" lang="zh-CN" altLang="en-US" sz="2400" b="0" dirty="0">
                <a:solidFill>
                  <a:prstClr val="black"/>
                </a:solidFill>
                <a:latin typeface="Times New Roman" panose="02020603050405020304" pitchFamily="18" charset="0"/>
                <a:ea typeface="隶书" panose="02010509060101010101" pitchFamily="49" charset="-122"/>
                <a:cs typeface="Times New Roman" panose="02020603050405020304" pitchFamily="18" charset="0"/>
              </a:rPr>
              <a:t>电压源和电阻吸收的有功功率之和。</a:t>
            </a:r>
            <a:endParaRPr kumimoji="0" lang="zh-CN" altLang="en-US" sz="2400" b="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endParaRPr>
          </a:p>
        </p:txBody>
      </p:sp>
      <p:graphicFrame>
        <p:nvGraphicFramePr>
          <p:cNvPr id="17" name="对象 16"/>
          <p:cNvGraphicFramePr>
            <a:graphicFrameLocks noChangeAspect="1"/>
          </p:cNvGraphicFramePr>
          <p:nvPr/>
        </p:nvGraphicFramePr>
        <p:xfrm>
          <a:off x="4168992" y="3998098"/>
          <a:ext cx="1599840" cy="406080"/>
        </p:xfrm>
        <a:graphic>
          <a:graphicData uri="http://schemas.openxmlformats.org/presentationml/2006/ole">
            <mc:AlternateContent xmlns:mc="http://schemas.openxmlformats.org/markup-compatibility/2006">
              <mc:Choice xmlns:v="urn:schemas-microsoft-com:vml" Requires="v">
                <p:oleObj name="Equation" r:id="rId6" imgW="799920" imgH="203040" progId="Equation.DSMT4">
                  <p:embed/>
                </p:oleObj>
              </mc:Choice>
              <mc:Fallback>
                <p:oleObj name="Equation" r:id="rId6" imgW="799920" imgH="203040" progId="Equation.DSMT4">
                  <p:embed/>
                  <p:pic>
                    <p:nvPicPr>
                      <p:cNvPr id="17" name="对象 16"/>
                      <p:cNvPicPr>
                        <a:picLocks noChangeAspect="1" noChangeArrowheads="1"/>
                      </p:cNvPicPr>
                      <p:nvPr/>
                    </p:nvPicPr>
                    <p:blipFill>
                      <a:blip r:embed="rId7"/>
                      <a:srcRect/>
                      <a:stretch>
                        <a:fillRect/>
                      </a:stretch>
                    </p:blipFill>
                    <p:spPr bwMode="auto">
                      <a:xfrm>
                        <a:off x="4168992" y="3998098"/>
                        <a:ext cx="1599840" cy="406080"/>
                      </a:xfrm>
                      <a:prstGeom prst="rect">
                        <a:avLst/>
                      </a:prstGeom>
                      <a:noFill/>
                      <a:ln w="25400" cmpd="thickThin">
                        <a:noFill/>
                      </a:ln>
                    </p:spPr>
                  </p:pic>
                </p:oleObj>
              </mc:Fallback>
            </mc:AlternateContent>
          </a:graphicData>
        </a:graphic>
      </p:graphicFrame>
      <p:sp>
        <p:nvSpPr>
          <p:cNvPr id="18" name="矩形 17"/>
          <p:cNvSpPr/>
          <p:nvPr/>
        </p:nvSpPr>
        <p:spPr>
          <a:xfrm>
            <a:off x="2186204" y="3924387"/>
            <a:ext cx="2221520" cy="535531"/>
          </a:xfrm>
          <a:prstGeom prst="rect">
            <a:avLst/>
          </a:prstGeom>
        </p:spPr>
        <p:txBody>
          <a:bodyPr wrap="square">
            <a:spAutoFit/>
          </a:bodyPr>
          <a:lstStyle/>
          <a:p>
            <a:pPr eaLnBrk="1" fontAlgn="auto" hangingPunct="1">
              <a:lnSpc>
                <a:spcPct val="120000"/>
              </a:lnSpc>
              <a:spcBef>
                <a:spcPts val="0"/>
              </a:spcBef>
              <a:spcAft>
                <a:spcPts val="0"/>
              </a:spcAft>
            </a:pPr>
            <a:r>
              <a:rPr kumimoji="0" lang="zh-CN" altLang="en-US" sz="2400" b="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瓦特表的读数</a:t>
            </a:r>
          </a:p>
        </p:txBody>
      </p:sp>
      <p:graphicFrame>
        <p:nvGraphicFramePr>
          <p:cNvPr id="19" name="对象 18"/>
          <p:cNvGraphicFramePr>
            <a:graphicFrameLocks noChangeAspect="1"/>
          </p:cNvGraphicFramePr>
          <p:nvPr/>
        </p:nvGraphicFramePr>
        <p:xfrm>
          <a:off x="2271544" y="4383762"/>
          <a:ext cx="4012560" cy="380880"/>
        </p:xfrm>
        <a:graphic>
          <a:graphicData uri="http://schemas.openxmlformats.org/presentationml/2006/ole">
            <mc:AlternateContent xmlns:mc="http://schemas.openxmlformats.org/markup-compatibility/2006">
              <mc:Choice xmlns:v="urn:schemas-microsoft-com:vml" Requires="v">
                <p:oleObj name="Equation" r:id="rId8" imgW="2006280" imgH="190440" progId="Equation.DSMT4">
                  <p:embed/>
                </p:oleObj>
              </mc:Choice>
              <mc:Fallback>
                <p:oleObj name="Equation" r:id="rId8" imgW="2006280" imgH="190440" progId="Equation.DSMT4">
                  <p:embed/>
                  <p:pic>
                    <p:nvPicPr>
                      <p:cNvPr id="19" name="对象 18"/>
                      <p:cNvPicPr>
                        <a:picLocks noChangeAspect="1" noChangeArrowheads="1"/>
                      </p:cNvPicPr>
                      <p:nvPr/>
                    </p:nvPicPr>
                    <p:blipFill>
                      <a:blip r:embed="rId9"/>
                      <a:srcRect/>
                      <a:stretch>
                        <a:fillRect/>
                      </a:stretch>
                    </p:blipFill>
                    <p:spPr bwMode="auto">
                      <a:xfrm>
                        <a:off x="2271544" y="4383762"/>
                        <a:ext cx="4012560" cy="380880"/>
                      </a:xfrm>
                      <a:prstGeom prst="rect">
                        <a:avLst/>
                      </a:prstGeom>
                      <a:noFill/>
                      <a:ln w="25400" cmpd="thickThin">
                        <a:noFill/>
                      </a:ln>
                    </p:spPr>
                  </p:pic>
                </p:oleObj>
              </mc:Fallback>
            </mc:AlternateContent>
          </a:graphicData>
        </a:graphic>
      </p:graphicFrame>
      <p:graphicFrame>
        <p:nvGraphicFramePr>
          <p:cNvPr id="20" name="对象 19"/>
          <p:cNvGraphicFramePr>
            <a:graphicFrameLocks noChangeAspect="1"/>
          </p:cNvGraphicFramePr>
          <p:nvPr/>
        </p:nvGraphicFramePr>
        <p:xfrm>
          <a:off x="2284106" y="4893126"/>
          <a:ext cx="3911040" cy="431280"/>
        </p:xfrm>
        <a:graphic>
          <a:graphicData uri="http://schemas.openxmlformats.org/presentationml/2006/ole">
            <mc:AlternateContent xmlns:mc="http://schemas.openxmlformats.org/markup-compatibility/2006">
              <mc:Choice xmlns:v="urn:schemas-microsoft-com:vml" Requires="v">
                <p:oleObj name="Equation" r:id="rId10" imgW="1955520" imgH="215640" progId="Equation.DSMT4">
                  <p:embed/>
                </p:oleObj>
              </mc:Choice>
              <mc:Fallback>
                <p:oleObj name="Equation" r:id="rId10" imgW="1955520" imgH="215640" progId="Equation.DSMT4">
                  <p:embed/>
                  <p:pic>
                    <p:nvPicPr>
                      <p:cNvPr id="20" name="对象 19"/>
                      <p:cNvPicPr>
                        <a:picLocks noChangeAspect="1" noChangeArrowheads="1"/>
                      </p:cNvPicPr>
                      <p:nvPr/>
                    </p:nvPicPr>
                    <p:blipFill>
                      <a:blip r:embed="rId11"/>
                      <a:srcRect/>
                      <a:stretch>
                        <a:fillRect/>
                      </a:stretch>
                    </p:blipFill>
                    <p:spPr bwMode="auto">
                      <a:xfrm>
                        <a:off x="2284106" y="4893126"/>
                        <a:ext cx="3911040" cy="431280"/>
                      </a:xfrm>
                      <a:prstGeom prst="rect">
                        <a:avLst/>
                      </a:prstGeom>
                      <a:noFill/>
                      <a:ln w="25400" cmpd="thickThin">
                        <a:noFill/>
                      </a:ln>
                    </p:spPr>
                  </p:pic>
                </p:oleObj>
              </mc:Fallback>
            </mc:AlternateContent>
          </a:graphicData>
        </a:graphic>
      </p:graphicFrame>
      <p:grpSp>
        <p:nvGrpSpPr>
          <p:cNvPr id="21" name="组合 20"/>
          <p:cNvGrpSpPr/>
          <p:nvPr/>
        </p:nvGrpSpPr>
        <p:grpSpPr>
          <a:xfrm>
            <a:off x="4767764" y="2304587"/>
            <a:ext cx="1242334" cy="2665"/>
            <a:chOff x="8616280" y="2097232"/>
            <a:chExt cx="1242334" cy="2665"/>
          </a:xfrm>
        </p:grpSpPr>
        <p:cxnSp>
          <p:nvCxnSpPr>
            <p:cNvPr id="22" name="直接连接符 21"/>
            <p:cNvCxnSpPr/>
            <p:nvPr/>
          </p:nvCxnSpPr>
          <p:spPr>
            <a:xfrm>
              <a:off x="8616280" y="2099897"/>
              <a:ext cx="360040" cy="0"/>
            </a:xfrm>
            <a:prstGeom prst="line">
              <a:avLst/>
            </a:prstGeom>
            <a:noFill/>
            <a:ln w="38100" cap="flat" cmpd="sng" algn="ctr">
              <a:solidFill>
                <a:srgbClr val="0F6FC6"/>
              </a:solidFill>
              <a:prstDash val="solid"/>
            </a:ln>
            <a:effectLst>
              <a:outerShdw blurRad="57150" dist="38100" dir="5400000" algn="ctr" rotWithShape="0">
                <a:srgbClr val="0F6FC6">
                  <a:shade val="9000"/>
                  <a:satMod val="105000"/>
                  <a:alpha val="48000"/>
                </a:srgbClr>
              </a:outerShdw>
            </a:effectLst>
          </p:spPr>
        </p:cxnSp>
        <p:cxnSp>
          <p:nvCxnSpPr>
            <p:cNvPr id="23" name="直接连接符 22"/>
            <p:cNvCxnSpPr/>
            <p:nvPr/>
          </p:nvCxnSpPr>
          <p:spPr>
            <a:xfrm>
              <a:off x="9432433" y="2097232"/>
              <a:ext cx="426181" cy="0"/>
            </a:xfrm>
            <a:prstGeom prst="line">
              <a:avLst/>
            </a:prstGeom>
            <a:noFill/>
            <a:ln w="38100" cap="flat" cmpd="sng" algn="ctr">
              <a:solidFill>
                <a:srgbClr val="0F6FC6"/>
              </a:solidFill>
              <a:prstDash val="solid"/>
            </a:ln>
            <a:effectLst>
              <a:outerShdw blurRad="57150" dist="38100" dir="5400000" algn="ctr" rotWithShape="0">
                <a:srgbClr val="0F6FC6">
                  <a:shade val="9000"/>
                  <a:satMod val="105000"/>
                  <a:alpha val="48000"/>
                </a:srgbClr>
              </a:outerShdw>
            </a:effectLst>
          </p:spPr>
        </p:cxnSp>
      </p:grpSp>
      <p:grpSp>
        <p:nvGrpSpPr>
          <p:cNvPr id="24" name="组合 23"/>
          <p:cNvGrpSpPr/>
          <p:nvPr/>
        </p:nvGrpSpPr>
        <p:grpSpPr>
          <a:xfrm>
            <a:off x="5352648" y="1850921"/>
            <a:ext cx="571264" cy="1888483"/>
            <a:chOff x="9201164" y="1643566"/>
            <a:chExt cx="571264" cy="1888483"/>
          </a:xfrm>
        </p:grpSpPr>
        <p:grpSp>
          <p:nvGrpSpPr>
            <p:cNvPr id="25" name="组合 24"/>
            <p:cNvGrpSpPr/>
            <p:nvPr/>
          </p:nvGrpSpPr>
          <p:grpSpPr>
            <a:xfrm>
              <a:off x="9201164" y="1643566"/>
              <a:ext cx="571264" cy="243689"/>
              <a:chOff x="1770694" y="4169978"/>
              <a:chExt cx="571264" cy="675230"/>
            </a:xfrm>
          </p:grpSpPr>
          <p:cxnSp>
            <p:nvCxnSpPr>
              <p:cNvPr id="29" name="直接连接符 28"/>
              <p:cNvCxnSpPr/>
              <p:nvPr/>
            </p:nvCxnSpPr>
            <p:spPr>
              <a:xfrm flipH="1">
                <a:off x="1770694" y="4182837"/>
                <a:ext cx="571264" cy="0"/>
              </a:xfrm>
              <a:prstGeom prst="line">
                <a:avLst/>
              </a:prstGeom>
              <a:noFill/>
              <a:ln w="38100" cap="flat" cmpd="sng" algn="ctr">
                <a:solidFill>
                  <a:srgbClr val="10CF9B"/>
                </a:solidFill>
                <a:prstDash val="solid"/>
              </a:ln>
              <a:effectLst>
                <a:outerShdw blurRad="57150" dist="38100" dir="5400000" algn="ctr" rotWithShape="0">
                  <a:srgbClr val="10CF9B">
                    <a:shade val="9000"/>
                    <a:satMod val="105000"/>
                    <a:alpha val="48000"/>
                  </a:srgbClr>
                </a:outerShdw>
              </a:effectLst>
            </p:spPr>
          </p:cxnSp>
          <p:cxnSp>
            <p:nvCxnSpPr>
              <p:cNvPr id="30" name="直接连接符 29"/>
              <p:cNvCxnSpPr/>
              <p:nvPr/>
            </p:nvCxnSpPr>
            <p:spPr>
              <a:xfrm>
                <a:off x="1770694" y="4169978"/>
                <a:ext cx="0" cy="675230"/>
              </a:xfrm>
              <a:prstGeom prst="line">
                <a:avLst/>
              </a:prstGeom>
              <a:noFill/>
              <a:ln w="38100" cap="flat" cmpd="sng" algn="ctr">
                <a:solidFill>
                  <a:srgbClr val="10CF9B"/>
                </a:solidFill>
                <a:prstDash val="solid"/>
              </a:ln>
              <a:effectLst>
                <a:outerShdw blurRad="57150" dist="38100" dir="5400000" algn="ctr" rotWithShape="0">
                  <a:srgbClr val="10CF9B">
                    <a:shade val="9000"/>
                    <a:satMod val="105000"/>
                    <a:alpha val="48000"/>
                  </a:srgbClr>
                </a:outerShdw>
              </a:effectLst>
            </p:spPr>
          </p:cxnSp>
        </p:grpSp>
        <p:grpSp>
          <p:nvGrpSpPr>
            <p:cNvPr id="26" name="组合 25"/>
            <p:cNvGrpSpPr/>
            <p:nvPr/>
          </p:nvGrpSpPr>
          <p:grpSpPr>
            <a:xfrm>
              <a:off x="9212560" y="1650813"/>
              <a:ext cx="550395" cy="1881236"/>
              <a:chOff x="2217721" y="3474897"/>
              <a:chExt cx="550395" cy="1881236"/>
            </a:xfrm>
          </p:grpSpPr>
          <p:cxnSp>
            <p:nvCxnSpPr>
              <p:cNvPr id="27" name="直接连接符 26"/>
              <p:cNvCxnSpPr/>
              <p:nvPr/>
            </p:nvCxnSpPr>
            <p:spPr>
              <a:xfrm flipH="1">
                <a:off x="2763238" y="3474897"/>
                <a:ext cx="4878" cy="455220"/>
              </a:xfrm>
              <a:prstGeom prst="line">
                <a:avLst/>
              </a:prstGeom>
              <a:noFill/>
              <a:ln w="38100" cap="flat" cmpd="sng" algn="ctr">
                <a:solidFill>
                  <a:srgbClr val="10CF9B"/>
                </a:solidFill>
                <a:prstDash val="solid"/>
              </a:ln>
              <a:effectLst>
                <a:outerShdw blurRad="57150" dist="38100" dir="5400000" algn="ctr" rotWithShape="0">
                  <a:srgbClr val="10CF9B">
                    <a:shade val="9000"/>
                    <a:satMod val="105000"/>
                    <a:alpha val="48000"/>
                  </a:srgbClr>
                </a:outerShdw>
              </a:effectLst>
            </p:spPr>
          </p:cxnSp>
          <p:cxnSp>
            <p:nvCxnSpPr>
              <p:cNvPr id="28" name="直接连接符 27"/>
              <p:cNvCxnSpPr/>
              <p:nvPr/>
            </p:nvCxnSpPr>
            <p:spPr>
              <a:xfrm>
                <a:off x="2217721" y="4136465"/>
                <a:ext cx="19795" cy="1219668"/>
              </a:xfrm>
              <a:prstGeom prst="line">
                <a:avLst/>
              </a:prstGeom>
              <a:noFill/>
              <a:ln w="38100" cap="flat" cmpd="sng" algn="ctr">
                <a:solidFill>
                  <a:srgbClr val="10CF9B"/>
                </a:solidFill>
                <a:prstDash val="solid"/>
              </a:ln>
              <a:effectLst>
                <a:outerShdw blurRad="57150" dist="38100" dir="5400000" algn="ctr" rotWithShape="0">
                  <a:srgbClr val="10CF9B">
                    <a:shade val="9000"/>
                    <a:satMod val="105000"/>
                    <a:alpha val="48000"/>
                  </a:srgbClr>
                </a:outerShdw>
              </a:effectLst>
            </p:spPr>
          </p:cxnSp>
        </p:grpSp>
      </p:grpSp>
      <p:sp>
        <p:nvSpPr>
          <p:cNvPr id="31" name="Rectangle 37"/>
          <p:cNvSpPr>
            <a:spLocks noChangeArrowheads="1"/>
          </p:cNvSpPr>
          <p:nvPr/>
        </p:nvSpPr>
        <p:spPr bwMode="auto">
          <a:xfrm>
            <a:off x="107504" y="830494"/>
            <a:ext cx="23154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spcBef>
                <a:spcPct val="50000"/>
              </a:spcBef>
              <a:defRPr/>
            </a:pPr>
            <a:r>
              <a:rPr lang="en-US" altLang="zh-CN" sz="2400" b="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rPr>
              <a:t>Practice</a:t>
            </a:r>
            <a:endParaRPr lang="zh-CN" altLang="en-US" sz="2400" b="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143303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1000" fill="hold"/>
                                        <p:tgtEl>
                                          <p:spTgt spid="12"/>
                                        </p:tgtEl>
                                        <p:attrNameLst>
                                          <p:attrName>ppt_w</p:attrName>
                                        </p:attrNameLst>
                                      </p:cBhvr>
                                      <p:tavLst>
                                        <p:tav tm="0">
                                          <p:val>
                                            <p:fltVal val="0"/>
                                          </p:val>
                                        </p:tav>
                                        <p:tav tm="100000">
                                          <p:val>
                                            <p:strVal val="#ppt_w"/>
                                          </p:val>
                                        </p:tav>
                                      </p:tavLst>
                                    </p:anim>
                                    <p:anim calcmode="lin" valueType="num">
                                      <p:cBhvr>
                                        <p:cTn id="12" dur="1000" fill="hold"/>
                                        <p:tgtEl>
                                          <p:spTgt spid="12"/>
                                        </p:tgtEl>
                                        <p:attrNameLst>
                                          <p:attrName>ppt_h</p:attrName>
                                        </p:attrNameLst>
                                      </p:cBhvr>
                                      <p:tavLst>
                                        <p:tav tm="0">
                                          <p:val>
                                            <p:fltVal val="0"/>
                                          </p:val>
                                        </p:tav>
                                        <p:tav tm="100000">
                                          <p:val>
                                            <p:strVal val="#ppt_h"/>
                                          </p:val>
                                        </p:tav>
                                      </p:tavLst>
                                    </p:anim>
                                    <p:animEffect transition="in" filter="fade">
                                      <p:cBhvr>
                                        <p:cTn id="13" dur="1000"/>
                                        <p:tgtEl>
                                          <p:spTgt spid="12"/>
                                        </p:tgtEl>
                                      </p:cBhvr>
                                    </p:animEffect>
                                  </p:childTnLst>
                                </p:cTn>
                              </p:par>
                            </p:childTnLst>
                          </p:cTn>
                        </p:par>
                        <p:par>
                          <p:cTn id="14" fill="hold">
                            <p:stCondLst>
                              <p:cond delay="1500"/>
                            </p:stCondLst>
                            <p:childTnLst>
                              <p:par>
                                <p:cTn id="15" presetID="22" presetClass="entr" presetSubtype="2" repeatCount="3000" fill="remove"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childTnLst>
                          </p:cTn>
                        </p:par>
                        <p:par>
                          <p:cTn id="18" fill="hold">
                            <p:stCondLst>
                              <p:cond delay="4500"/>
                            </p:stCondLst>
                            <p:childTnLst>
                              <p:par>
                                <p:cTn id="19" presetID="25" presetClass="entr" presetSubtype="0"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p:cTn id="21" dur="500" decel="50000" fill="hold">
                                          <p:stCondLst>
                                            <p:cond delay="0"/>
                                          </p:stCondLst>
                                        </p:cTn>
                                        <p:tgtEl>
                                          <p:spTgt spid="14"/>
                                        </p:tgtEl>
                                        <p:attrNameLst>
                                          <p:attrName>style.rotation</p:attrName>
                                        </p:attrNameLst>
                                      </p:cBhvr>
                                      <p:tavLst>
                                        <p:tav tm="0">
                                          <p:val>
                                            <p:fltVal val="-90"/>
                                          </p:val>
                                        </p:tav>
                                        <p:tav tm="100000">
                                          <p:val>
                                            <p:fltVal val="0"/>
                                          </p:val>
                                        </p:tav>
                                      </p:tavLst>
                                    </p:anim>
                                    <p:anim calcmode="lin" valueType="num">
                                      <p:cBhvr>
                                        <p:cTn id="22" dur="500" decel="50000" fill="hold">
                                          <p:stCondLst>
                                            <p:cond delay="0"/>
                                          </p:stCondLst>
                                        </p:cTn>
                                        <p:tgtEl>
                                          <p:spTgt spid="14"/>
                                        </p:tgtEl>
                                        <p:attrNameLst>
                                          <p:attrName>ppt_w</p:attrName>
                                        </p:attrNameLst>
                                      </p:cBhvr>
                                      <p:tavLst>
                                        <p:tav tm="0">
                                          <p:val>
                                            <p:strVal val="#ppt_w"/>
                                          </p:val>
                                        </p:tav>
                                        <p:tav tm="100000">
                                          <p:val>
                                            <p:strVal val="#ppt_w*.05"/>
                                          </p:val>
                                        </p:tav>
                                      </p:tavLst>
                                    </p:anim>
                                    <p:anim calcmode="lin" valueType="num">
                                      <p:cBhvr>
                                        <p:cTn id="23" dur="500" accel="50000" fill="hold">
                                          <p:stCondLst>
                                            <p:cond delay="500"/>
                                          </p:stCondLst>
                                        </p:cTn>
                                        <p:tgtEl>
                                          <p:spTgt spid="14"/>
                                        </p:tgtEl>
                                        <p:attrNameLst>
                                          <p:attrName>ppt_w</p:attrName>
                                        </p:attrNameLst>
                                      </p:cBhvr>
                                      <p:tavLst>
                                        <p:tav tm="0">
                                          <p:val>
                                            <p:strVal val="#ppt_w*.05"/>
                                          </p:val>
                                        </p:tav>
                                        <p:tav tm="100000">
                                          <p:val>
                                            <p:strVal val="#ppt_w"/>
                                          </p:val>
                                        </p:tav>
                                      </p:tavLst>
                                    </p:anim>
                                    <p:anim calcmode="lin" valueType="num">
                                      <p:cBhvr>
                                        <p:cTn id="24" dur="1000" fill="hold"/>
                                        <p:tgtEl>
                                          <p:spTgt spid="14"/>
                                        </p:tgtEl>
                                        <p:attrNameLst>
                                          <p:attrName>ppt_h</p:attrName>
                                        </p:attrNameLst>
                                      </p:cBhvr>
                                      <p:tavLst>
                                        <p:tav tm="0">
                                          <p:val>
                                            <p:strVal val="#ppt_h"/>
                                          </p:val>
                                        </p:tav>
                                        <p:tav tm="100000">
                                          <p:val>
                                            <p:strVal val="#ppt_h"/>
                                          </p:val>
                                        </p:tav>
                                      </p:tavLst>
                                    </p:anim>
                                    <p:anim calcmode="lin" valueType="num">
                                      <p:cBhvr>
                                        <p:cTn id="25" dur="500" decel="50000" fill="hold">
                                          <p:stCondLst>
                                            <p:cond delay="0"/>
                                          </p:stCondLst>
                                        </p:cTn>
                                        <p:tgtEl>
                                          <p:spTgt spid="14"/>
                                        </p:tgtEl>
                                        <p:attrNameLst>
                                          <p:attrName>ppt_x</p:attrName>
                                        </p:attrNameLst>
                                      </p:cBhvr>
                                      <p:tavLst>
                                        <p:tav tm="0">
                                          <p:val>
                                            <p:strVal val="#ppt_x+.4"/>
                                          </p:val>
                                        </p:tav>
                                        <p:tav tm="100000">
                                          <p:val>
                                            <p:strVal val="#ppt_x"/>
                                          </p:val>
                                        </p:tav>
                                      </p:tavLst>
                                    </p:anim>
                                    <p:anim calcmode="lin" valueType="num">
                                      <p:cBhvr>
                                        <p:cTn id="26" dur="500" decel="50000" fill="hold">
                                          <p:stCondLst>
                                            <p:cond delay="0"/>
                                          </p:stCondLst>
                                        </p:cTn>
                                        <p:tgtEl>
                                          <p:spTgt spid="14"/>
                                        </p:tgtEl>
                                        <p:attrNameLst>
                                          <p:attrName>ppt_y</p:attrName>
                                        </p:attrNameLst>
                                      </p:cBhvr>
                                      <p:tavLst>
                                        <p:tav tm="0">
                                          <p:val>
                                            <p:strVal val="#ppt_y-.2"/>
                                          </p:val>
                                        </p:tav>
                                        <p:tav tm="100000">
                                          <p:val>
                                            <p:strVal val="#ppt_y+.1"/>
                                          </p:val>
                                        </p:tav>
                                      </p:tavLst>
                                    </p:anim>
                                    <p:anim calcmode="lin" valueType="num">
                                      <p:cBhvr>
                                        <p:cTn id="27" dur="500" accel="50000" fill="hold">
                                          <p:stCondLst>
                                            <p:cond delay="500"/>
                                          </p:stCondLst>
                                        </p:cTn>
                                        <p:tgtEl>
                                          <p:spTgt spid="14"/>
                                        </p:tgtEl>
                                        <p:attrNameLst>
                                          <p:attrName>ppt_y</p:attrName>
                                        </p:attrNameLst>
                                      </p:cBhvr>
                                      <p:tavLst>
                                        <p:tav tm="0">
                                          <p:val>
                                            <p:strVal val="#ppt_y+.1"/>
                                          </p:val>
                                        </p:tav>
                                        <p:tav tm="100000">
                                          <p:val>
                                            <p:strVal val="#ppt_y"/>
                                          </p:val>
                                        </p:tav>
                                      </p:tavLst>
                                    </p:anim>
                                    <p:animEffect transition="in" filter="fade">
                                      <p:cBhvr>
                                        <p:cTn id="28" dur="1000" decel="50000">
                                          <p:stCondLst>
                                            <p:cond delay="0"/>
                                          </p:stCondLst>
                                        </p:cTn>
                                        <p:tgtEl>
                                          <p:spTgt spid="14"/>
                                        </p:tgtEl>
                                      </p:cBhvr>
                                    </p:animEffect>
                                  </p:childTnLst>
                                </p:cTn>
                              </p:par>
                            </p:childTnLst>
                          </p:cTn>
                        </p:par>
                        <p:par>
                          <p:cTn id="29" fill="hold">
                            <p:stCondLst>
                              <p:cond delay="5500"/>
                            </p:stCondLst>
                            <p:childTnLst>
                              <p:par>
                                <p:cTn id="30" presetID="35" presetClass="emph" presetSubtype="0" repeatCount="3000" fill="hold" nodeType="afterEffect">
                                  <p:stCondLst>
                                    <p:cond delay="0"/>
                                  </p:stCondLst>
                                  <p:childTnLst>
                                    <p:anim calcmode="discrete" valueType="str">
                                      <p:cBhvr>
                                        <p:cTn id="31" dur="1000" fill="hold"/>
                                        <p:tgtEl>
                                          <p:spTgt spid="14"/>
                                        </p:tgtEl>
                                        <p:attrNameLst>
                                          <p:attrName>style.visibility</p:attrName>
                                        </p:attrNameLst>
                                      </p:cBhvr>
                                      <p:tavLst>
                                        <p:tav tm="0">
                                          <p:val>
                                            <p:strVal val="hidden"/>
                                          </p:val>
                                        </p:tav>
                                        <p:tav tm="50000">
                                          <p:val>
                                            <p:strVal val="visible"/>
                                          </p:val>
                                        </p:tav>
                                      </p:tavLst>
                                    </p:anim>
                                  </p:childTnLst>
                                </p:cTn>
                              </p:par>
                            </p:childTnLst>
                          </p:cTn>
                        </p:par>
                        <p:par>
                          <p:cTn id="32" fill="hold">
                            <p:stCondLst>
                              <p:cond delay="8500"/>
                            </p:stCondLst>
                            <p:childTnLst>
                              <p:par>
                                <p:cTn id="33" presetID="22" presetClass="entr" presetSubtype="2" repeatCount="3000" fill="remove"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right)">
                                      <p:cBhvr>
                                        <p:cTn id="35" dur="1000"/>
                                        <p:tgtEl>
                                          <p:spTgt spid="24"/>
                                        </p:tgtEl>
                                      </p:cBhvr>
                                    </p:animEffect>
                                  </p:childTnLst>
                                </p:cTn>
                              </p:par>
                            </p:childTnLst>
                          </p:cTn>
                        </p:par>
                        <p:par>
                          <p:cTn id="36" fill="hold">
                            <p:stCondLst>
                              <p:cond delay="11500"/>
                            </p:stCondLst>
                            <p:childTnLst>
                              <p:par>
                                <p:cTn id="37" presetID="25" presetClass="entr" presetSubtype="0" fill="hold" nodeType="after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500"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40" dur="500"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41" dur="500" accel="50000" fill="hold">
                                          <p:stCondLst>
                                            <p:cond delay="500"/>
                                          </p:stCondLst>
                                        </p:cTn>
                                        <p:tgtEl>
                                          <p:spTgt spid="13"/>
                                        </p:tgtEl>
                                        <p:attrNameLst>
                                          <p:attrName>ppt_w</p:attrName>
                                        </p:attrNameLst>
                                      </p:cBhvr>
                                      <p:tavLst>
                                        <p:tav tm="0">
                                          <p:val>
                                            <p:strVal val="#ppt_w*.05"/>
                                          </p:val>
                                        </p:tav>
                                        <p:tav tm="100000">
                                          <p:val>
                                            <p:strVal val="#ppt_w"/>
                                          </p:val>
                                        </p:tav>
                                      </p:tavLst>
                                    </p:anim>
                                    <p:anim calcmode="lin" valueType="num">
                                      <p:cBhvr>
                                        <p:cTn id="42" dur="1000" fill="hold"/>
                                        <p:tgtEl>
                                          <p:spTgt spid="13"/>
                                        </p:tgtEl>
                                        <p:attrNameLst>
                                          <p:attrName>ppt_h</p:attrName>
                                        </p:attrNameLst>
                                      </p:cBhvr>
                                      <p:tavLst>
                                        <p:tav tm="0">
                                          <p:val>
                                            <p:strVal val="#ppt_h"/>
                                          </p:val>
                                        </p:tav>
                                        <p:tav tm="100000">
                                          <p:val>
                                            <p:strVal val="#ppt_h"/>
                                          </p:val>
                                        </p:tav>
                                      </p:tavLst>
                                    </p:anim>
                                    <p:anim calcmode="lin" valueType="num">
                                      <p:cBhvr>
                                        <p:cTn id="43" dur="500"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44" dur="500"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45" dur="500" accel="50000" fill="hold">
                                          <p:stCondLst>
                                            <p:cond delay="500"/>
                                          </p:stCondLst>
                                        </p:cTn>
                                        <p:tgtEl>
                                          <p:spTgt spid="13"/>
                                        </p:tgtEl>
                                        <p:attrNameLst>
                                          <p:attrName>ppt_y</p:attrName>
                                        </p:attrNameLst>
                                      </p:cBhvr>
                                      <p:tavLst>
                                        <p:tav tm="0">
                                          <p:val>
                                            <p:strVal val="#ppt_y+.1"/>
                                          </p:val>
                                        </p:tav>
                                        <p:tav tm="100000">
                                          <p:val>
                                            <p:strVal val="#ppt_y"/>
                                          </p:val>
                                        </p:tav>
                                      </p:tavLst>
                                    </p:anim>
                                    <p:animEffect transition="in" filter="fade">
                                      <p:cBhvr>
                                        <p:cTn id="46" dur="1000" decel="50000">
                                          <p:stCondLst>
                                            <p:cond delay="0"/>
                                          </p:stCondLst>
                                        </p:cTn>
                                        <p:tgtEl>
                                          <p:spTgt spid="13"/>
                                        </p:tgtEl>
                                      </p:cBhvr>
                                    </p:animEffect>
                                  </p:childTnLst>
                                </p:cTn>
                              </p:par>
                            </p:childTnLst>
                          </p:cTn>
                        </p:par>
                        <p:par>
                          <p:cTn id="47" fill="hold">
                            <p:stCondLst>
                              <p:cond delay="12500"/>
                            </p:stCondLst>
                            <p:childTnLst>
                              <p:par>
                                <p:cTn id="48" presetID="35" presetClass="emph" presetSubtype="0" repeatCount="3000" fill="hold" nodeType="afterEffect">
                                  <p:stCondLst>
                                    <p:cond delay="0"/>
                                  </p:stCondLst>
                                  <p:childTnLst>
                                    <p:anim calcmode="discrete" valueType="str">
                                      <p:cBhvr>
                                        <p:cTn id="49"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iterate type="wd">
                                    <p:tmPct val="50000"/>
                                  </p:iterate>
                                  <p:childTnLst>
                                    <p:set>
                                      <p:cBhvr>
                                        <p:cTn id="53" dur="1" fill="hold">
                                          <p:stCondLst>
                                            <p:cond delay="0"/>
                                          </p:stCondLst>
                                        </p:cTn>
                                        <p:tgtEl>
                                          <p:spTgt spid="18"/>
                                        </p:tgtEl>
                                        <p:attrNameLst>
                                          <p:attrName>style.visibility</p:attrName>
                                        </p:attrNameLst>
                                      </p:cBhvr>
                                      <p:to>
                                        <p:strVal val="visible"/>
                                      </p:to>
                                    </p:set>
                                    <p:animEffect transition="in" filter="wipe(left)">
                                      <p:cBhvr>
                                        <p:cTn id="54" dur="500"/>
                                        <p:tgtEl>
                                          <p:spTgt spid="18"/>
                                        </p:tgtEl>
                                      </p:cBhvr>
                                    </p:animEffect>
                                  </p:childTnLst>
                                </p:cTn>
                              </p:par>
                            </p:childTnLst>
                          </p:cTn>
                        </p:par>
                        <p:par>
                          <p:cTn id="55" fill="hold">
                            <p:stCondLst>
                              <p:cond delay="1250"/>
                            </p:stCondLst>
                            <p:childTnLst>
                              <p:par>
                                <p:cTn id="56" presetID="22" presetClass="entr" presetSubtype="8"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20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left)">
                                      <p:cBhvr>
                                        <p:cTn id="63" dur="10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8" dur="10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iterate type="wd">
                                    <p:tmPct val="50000"/>
                                  </p:iterate>
                                  <p:childTnLst>
                                    <p:set>
                                      <p:cBhvr>
                                        <p:cTn id="72" dur="1" fill="hold">
                                          <p:stCondLst>
                                            <p:cond delay="0"/>
                                          </p:stCondLst>
                                        </p:cTn>
                                        <p:tgtEl>
                                          <p:spTgt spid="16"/>
                                        </p:tgtEl>
                                        <p:attrNameLst>
                                          <p:attrName>style.visibility</p:attrName>
                                        </p:attrNameLst>
                                      </p:cBhvr>
                                      <p:to>
                                        <p:strVal val="visible"/>
                                      </p:to>
                                    </p:set>
                                    <p:animEffect transition="in" filter="wipe(left)">
                                      <p:cBhvr>
                                        <p:cTn id="73" dur="500"/>
                                        <p:tgtEl>
                                          <p:spTgt spid="16"/>
                                        </p:tgtEl>
                                      </p:cBhvr>
                                    </p:animEffect>
                                  </p:childTnLst>
                                </p:cTn>
                              </p:par>
                            </p:childTnLst>
                          </p:cTn>
                        </p:par>
                        <p:par>
                          <p:cTn id="74" fill="hold">
                            <p:stCondLst>
                              <p:cond delay="4250"/>
                            </p:stCondLst>
                            <p:childTnLst>
                              <p:par>
                                <p:cTn id="75" presetID="17" presetClass="entr" presetSubtype="1" repeatCount="3000" fill="hold" grpId="0" nodeType="after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1000" fill="hold"/>
                                        <p:tgtEl>
                                          <p:spTgt spid="9"/>
                                        </p:tgtEl>
                                        <p:attrNameLst>
                                          <p:attrName>ppt_x</p:attrName>
                                        </p:attrNameLst>
                                      </p:cBhvr>
                                      <p:tavLst>
                                        <p:tav tm="0">
                                          <p:val>
                                            <p:strVal val="#ppt_x"/>
                                          </p:val>
                                        </p:tav>
                                        <p:tav tm="100000">
                                          <p:val>
                                            <p:strVal val="#ppt_x"/>
                                          </p:val>
                                        </p:tav>
                                      </p:tavLst>
                                    </p:anim>
                                    <p:anim calcmode="lin" valueType="num">
                                      <p:cBhvr>
                                        <p:cTn id="78" dur="1000" fill="hold"/>
                                        <p:tgtEl>
                                          <p:spTgt spid="9"/>
                                        </p:tgtEl>
                                        <p:attrNameLst>
                                          <p:attrName>ppt_y</p:attrName>
                                        </p:attrNameLst>
                                      </p:cBhvr>
                                      <p:tavLst>
                                        <p:tav tm="0">
                                          <p:val>
                                            <p:strVal val="#ppt_y-#ppt_h/2"/>
                                          </p:val>
                                        </p:tav>
                                        <p:tav tm="100000">
                                          <p:val>
                                            <p:strVal val="#ppt_y"/>
                                          </p:val>
                                        </p:tav>
                                      </p:tavLst>
                                    </p:anim>
                                    <p:anim calcmode="lin" valueType="num">
                                      <p:cBhvr>
                                        <p:cTn id="79" dur="1000" fill="hold"/>
                                        <p:tgtEl>
                                          <p:spTgt spid="9"/>
                                        </p:tgtEl>
                                        <p:attrNameLst>
                                          <p:attrName>ppt_w</p:attrName>
                                        </p:attrNameLst>
                                      </p:cBhvr>
                                      <p:tavLst>
                                        <p:tav tm="0">
                                          <p:val>
                                            <p:strVal val="#ppt_w"/>
                                          </p:val>
                                        </p:tav>
                                        <p:tav tm="100000">
                                          <p:val>
                                            <p:strVal val="#ppt_w"/>
                                          </p:val>
                                        </p:tav>
                                      </p:tavLst>
                                    </p:anim>
                                    <p:anim calcmode="lin" valueType="num">
                                      <p:cBhvr>
                                        <p:cTn id="80" dur="1000" fill="hold"/>
                                        <p:tgtEl>
                                          <p:spTgt spid="9"/>
                                        </p:tgtEl>
                                        <p:attrNameLst>
                                          <p:attrName>ppt_h</p:attrName>
                                        </p:attrNameLst>
                                      </p:cBhvr>
                                      <p:tavLst>
                                        <p:tav tm="0">
                                          <p:val>
                                            <p:fltVal val="0"/>
                                          </p:val>
                                        </p:tav>
                                        <p:tav tm="100000">
                                          <p:val>
                                            <p:strVal val="#ppt_h"/>
                                          </p:val>
                                        </p:tav>
                                      </p:tavLst>
                                    </p:anim>
                                  </p:childTnLst>
                                </p:cTn>
                              </p:par>
                            </p:childTnLst>
                          </p:cTn>
                        </p:par>
                        <p:par>
                          <p:cTn id="81" fill="hold">
                            <p:stCondLst>
                              <p:cond delay="7250"/>
                            </p:stCondLst>
                            <p:childTnLst>
                              <p:par>
                                <p:cTn id="82" presetID="17" presetClass="entr" presetSubtype="1" repeatCount="3000" fill="hold" grpId="0" nodeType="afterEffect">
                                  <p:stCondLst>
                                    <p:cond delay="0"/>
                                  </p:stCondLst>
                                  <p:childTnLst>
                                    <p:set>
                                      <p:cBhvr>
                                        <p:cTn id="83" dur="1" fill="hold">
                                          <p:stCondLst>
                                            <p:cond delay="0"/>
                                          </p:stCondLst>
                                        </p:cTn>
                                        <p:tgtEl>
                                          <p:spTgt spid="10"/>
                                        </p:tgtEl>
                                        <p:attrNameLst>
                                          <p:attrName>style.visibility</p:attrName>
                                        </p:attrNameLst>
                                      </p:cBhvr>
                                      <p:to>
                                        <p:strVal val="visible"/>
                                      </p:to>
                                    </p:set>
                                    <p:anim calcmode="lin" valueType="num">
                                      <p:cBhvr>
                                        <p:cTn id="84" dur="1000" fill="hold"/>
                                        <p:tgtEl>
                                          <p:spTgt spid="10"/>
                                        </p:tgtEl>
                                        <p:attrNameLst>
                                          <p:attrName>ppt_x</p:attrName>
                                        </p:attrNameLst>
                                      </p:cBhvr>
                                      <p:tavLst>
                                        <p:tav tm="0">
                                          <p:val>
                                            <p:strVal val="#ppt_x"/>
                                          </p:val>
                                        </p:tav>
                                        <p:tav tm="100000">
                                          <p:val>
                                            <p:strVal val="#ppt_x"/>
                                          </p:val>
                                        </p:tav>
                                      </p:tavLst>
                                    </p:anim>
                                    <p:anim calcmode="lin" valueType="num">
                                      <p:cBhvr>
                                        <p:cTn id="85" dur="1000" fill="hold"/>
                                        <p:tgtEl>
                                          <p:spTgt spid="10"/>
                                        </p:tgtEl>
                                        <p:attrNameLst>
                                          <p:attrName>ppt_y</p:attrName>
                                        </p:attrNameLst>
                                      </p:cBhvr>
                                      <p:tavLst>
                                        <p:tav tm="0">
                                          <p:val>
                                            <p:strVal val="#ppt_y-#ppt_h/2"/>
                                          </p:val>
                                        </p:tav>
                                        <p:tav tm="100000">
                                          <p:val>
                                            <p:strVal val="#ppt_y"/>
                                          </p:val>
                                        </p:tav>
                                      </p:tavLst>
                                    </p:anim>
                                    <p:anim calcmode="lin" valueType="num">
                                      <p:cBhvr>
                                        <p:cTn id="86" dur="1000" fill="hold"/>
                                        <p:tgtEl>
                                          <p:spTgt spid="10"/>
                                        </p:tgtEl>
                                        <p:attrNameLst>
                                          <p:attrName>ppt_w</p:attrName>
                                        </p:attrNameLst>
                                      </p:cBhvr>
                                      <p:tavLst>
                                        <p:tav tm="0">
                                          <p:val>
                                            <p:strVal val="#ppt_w"/>
                                          </p:val>
                                        </p:tav>
                                        <p:tav tm="100000">
                                          <p:val>
                                            <p:strVal val="#ppt_w"/>
                                          </p:val>
                                        </p:tav>
                                      </p:tavLst>
                                    </p:anim>
                                    <p:anim calcmode="lin" valueType="num">
                                      <p:cBhvr>
                                        <p:cTn id="87" dur="10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p:bldP spid="16" grpId="0"/>
      <p:bldP spid="18"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3F0E8-35AF-1A10-CDD8-B40E3BCF937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3D84BB8-C5DA-8D49-F666-4F2B93867264}"/>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27667028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1351769" y="1617364"/>
          <a:ext cx="6278146" cy="2546252"/>
        </p:xfrm>
        <a:graphic>
          <a:graphicData uri="http://schemas.openxmlformats.org/presentationml/2006/ole">
            <mc:AlternateContent xmlns:mc="http://schemas.openxmlformats.org/markup-compatibility/2006">
              <mc:Choice xmlns:v="urn:schemas-microsoft-com:vml" Requires="v">
                <p:oleObj name="Visio" r:id="rId3" imgW="4229735" imgH="1717040" progId="Visio.Drawing.15">
                  <p:embed/>
                </p:oleObj>
              </mc:Choice>
              <mc:Fallback>
                <p:oleObj name="Visio" r:id="rId3" imgW="4229735" imgH="1717040" progId="Visio.Drawing.15">
                  <p:embed/>
                  <p:pic>
                    <p:nvPicPr>
                      <p:cNvPr id="0" name="对象 1"/>
                      <p:cNvPicPr/>
                      <p:nvPr/>
                    </p:nvPicPr>
                    <p:blipFill>
                      <a:blip r:embed="rId4"/>
                      <a:stretch>
                        <a:fillRect/>
                      </a:stretch>
                    </p:blipFill>
                    <p:spPr>
                      <a:xfrm>
                        <a:off x="1351769" y="1617364"/>
                        <a:ext cx="6278146" cy="2546252"/>
                      </a:xfrm>
                      <a:prstGeom prst="rect">
                        <a:avLst/>
                      </a:prstGeom>
                    </p:spPr>
                  </p:pic>
                </p:oleObj>
              </mc:Fallback>
            </mc:AlternateContent>
          </a:graphicData>
        </a:graphic>
      </p:graphicFrame>
      <p:sp>
        <p:nvSpPr>
          <p:cNvPr id="12" name="文本框 11"/>
          <p:cNvSpPr txBox="1"/>
          <p:nvPr/>
        </p:nvSpPr>
        <p:spPr>
          <a:xfrm>
            <a:off x="204004" y="4321311"/>
            <a:ext cx="504056" cy="523220"/>
          </a:xfrm>
          <a:prstGeom prst="rect">
            <a:avLst/>
          </a:prstGeom>
          <a:solidFill>
            <a:schemeClr val="bg1">
              <a:lumMod val="85000"/>
            </a:schemeClr>
          </a:solidFill>
        </p:spPr>
        <p:txBody>
          <a:bodyPr wrap="square">
            <a:spAutoFit/>
          </a:bodyPr>
          <a:lstStyle/>
          <a:p>
            <a:r>
              <a:rPr lang="zh-CN" altLang="en-US" sz="2800" b="1" dirty="0">
                <a:solidFill>
                  <a:srgbClr val="3333CC"/>
                </a:solidFill>
                <a:latin typeface="Times New Roman" panose="02020603050405020304" pitchFamily="18" charset="0"/>
                <a:ea typeface="楷体" panose="02010609060101010101" charset="-122"/>
              </a:rPr>
              <a:t>解</a:t>
            </a:r>
            <a:endParaRPr lang="zh-CN" altLang="en-US" sz="2800" b="1" dirty="0">
              <a:solidFill>
                <a:srgbClr val="3333CC"/>
              </a:solidFill>
            </a:endParaRPr>
          </a:p>
        </p:txBody>
      </p:sp>
      <p:graphicFrame>
        <p:nvGraphicFramePr>
          <p:cNvPr id="13" name="对象 12"/>
          <p:cNvGraphicFramePr>
            <a:graphicFrameLocks noChangeAspect="1"/>
          </p:cNvGraphicFramePr>
          <p:nvPr/>
        </p:nvGraphicFramePr>
        <p:xfrm>
          <a:off x="1316673" y="4949727"/>
          <a:ext cx="2222500" cy="393700"/>
        </p:xfrm>
        <a:graphic>
          <a:graphicData uri="http://schemas.openxmlformats.org/presentationml/2006/ole">
            <mc:AlternateContent xmlns:mc="http://schemas.openxmlformats.org/markup-compatibility/2006">
              <mc:Choice xmlns:v="urn:schemas-microsoft-com:vml" Requires="v">
                <p:oleObj name="Equation" r:id="rId5" imgW="53340000" imgH="9448800" progId="Equation.DSMT4">
                  <p:embed/>
                </p:oleObj>
              </mc:Choice>
              <mc:Fallback>
                <p:oleObj name="Equation" r:id="rId5" imgW="53340000" imgH="9448800" progId="Equation.DSMT4">
                  <p:embed/>
                  <p:pic>
                    <p:nvPicPr>
                      <p:cNvPr id="0" name="对象 4"/>
                      <p:cNvPicPr/>
                      <p:nvPr/>
                    </p:nvPicPr>
                    <p:blipFill>
                      <a:blip r:embed="rId6"/>
                      <a:stretch>
                        <a:fillRect/>
                      </a:stretch>
                    </p:blipFill>
                    <p:spPr>
                      <a:xfrm>
                        <a:off x="1316673" y="4949727"/>
                        <a:ext cx="2222500" cy="393700"/>
                      </a:xfrm>
                      <a:prstGeom prst="rect">
                        <a:avLst/>
                      </a:prstGeom>
                    </p:spPr>
                  </p:pic>
                </p:oleObj>
              </mc:Fallback>
            </mc:AlternateContent>
          </a:graphicData>
        </a:graphic>
      </p:graphicFrame>
      <p:sp>
        <p:nvSpPr>
          <p:cNvPr id="14" name="文本框 13"/>
          <p:cNvSpPr txBox="1"/>
          <p:nvPr/>
        </p:nvSpPr>
        <p:spPr>
          <a:xfrm>
            <a:off x="708060" y="4315335"/>
            <a:ext cx="8297044" cy="523220"/>
          </a:xfrm>
          <a:prstGeom prst="rect">
            <a:avLst/>
          </a:prstGeom>
          <a:noFill/>
        </p:spPr>
        <p:txBody>
          <a:bodyPr wrap="square">
            <a:spAutoFit/>
          </a:bodyPr>
          <a:lstStyle/>
          <a:p>
            <a:r>
              <a:rPr lang="zh-CN" altLang="en-US" sz="2800" dirty="0">
                <a:solidFill>
                  <a:srgbClr val="3333CC"/>
                </a:solidFill>
                <a:latin typeface="Times New Roman" panose="02020603050405020304" pitchFamily="18" charset="0"/>
                <a:ea typeface="楷体" panose="02010609060101010101" charset="-122"/>
              </a:rPr>
              <a:t>表</a:t>
            </a:r>
            <a:r>
              <a:rPr lang="en-US" altLang="zh-CN" sz="2800" dirty="0">
                <a:solidFill>
                  <a:srgbClr val="3333CC"/>
                </a:solidFill>
                <a:latin typeface="Times New Roman" panose="02020603050405020304" pitchFamily="18" charset="0"/>
                <a:ea typeface="楷体" panose="02010609060101010101" charset="-122"/>
              </a:rPr>
              <a:t>W</a:t>
            </a:r>
            <a:r>
              <a:rPr lang="zh-CN" altLang="en-US" sz="2800" dirty="0">
                <a:solidFill>
                  <a:srgbClr val="3333CC"/>
                </a:solidFill>
                <a:latin typeface="Times New Roman" panose="02020603050405020304" pitchFamily="18" charset="0"/>
                <a:ea typeface="楷体" panose="02010609060101010101" charset="-122"/>
              </a:rPr>
              <a:t>读数是</a:t>
            </a:r>
            <a:r>
              <a:rPr lang="en-US" altLang="zh-CN" sz="2800" i="1" dirty="0">
                <a:solidFill>
                  <a:srgbClr val="3333CC"/>
                </a:solidFill>
                <a:latin typeface="Times New Roman" panose="02020603050405020304" pitchFamily="18" charset="0"/>
                <a:ea typeface="楷体" panose="02010609060101010101" charset="-122"/>
              </a:rPr>
              <a:t>R</a:t>
            </a:r>
            <a:r>
              <a:rPr lang="en-US" altLang="zh-CN" sz="2800" baseline="-25000" dirty="0">
                <a:solidFill>
                  <a:srgbClr val="3333CC"/>
                </a:solidFill>
                <a:latin typeface="Times New Roman" panose="02020603050405020304" pitchFamily="18" charset="0"/>
                <a:ea typeface="楷体" panose="02010609060101010101" charset="-122"/>
              </a:rPr>
              <a:t>1</a:t>
            </a:r>
            <a:r>
              <a:rPr lang="zh-CN" altLang="en-US" sz="2800" dirty="0">
                <a:solidFill>
                  <a:srgbClr val="3333CC"/>
                </a:solidFill>
                <a:latin typeface="Times New Roman" panose="02020603050405020304" pitchFamily="18" charset="0"/>
                <a:ea typeface="楷体" panose="02010609060101010101" charset="-122"/>
              </a:rPr>
              <a:t>、</a:t>
            </a:r>
            <a:r>
              <a:rPr lang="en-US" altLang="zh-CN" sz="2800" i="1" dirty="0">
                <a:solidFill>
                  <a:srgbClr val="3333CC"/>
                </a:solidFill>
                <a:latin typeface="Times New Roman" panose="02020603050405020304" pitchFamily="18" charset="0"/>
                <a:ea typeface="楷体" panose="02010609060101010101" charset="-122"/>
              </a:rPr>
              <a:t>R</a:t>
            </a:r>
            <a:r>
              <a:rPr lang="en-US" altLang="zh-CN" sz="2800" baseline="-25000" dirty="0">
                <a:solidFill>
                  <a:srgbClr val="3333CC"/>
                </a:solidFill>
                <a:latin typeface="Times New Roman" panose="02020603050405020304" pitchFamily="18" charset="0"/>
                <a:ea typeface="楷体" panose="02010609060101010101" charset="-122"/>
              </a:rPr>
              <a:t>2</a:t>
            </a:r>
            <a:r>
              <a:rPr lang="zh-CN" altLang="en-US" sz="2800" dirty="0">
                <a:solidFill>
                  <a:srgbClr val="3333CC"/>
                </a:solidFill>
                <a:latin typeface="Times New Roman" panose="02020603050405020304" pitchFamily="18" charset="0"/>
                <a:ea typeface="楷体" panose="02010609060101010101" charset="-122"/>
              </a:rPr>
              <a:t>吸收功率和，表</a:t>
            </a:r>
            <a:r>
              <a:rPr lang="en-US" altLang="zh-CN" sz="2800" dirty="0">
                <a:solidFill>
                  <a:srgbClr val="3333CC"/>
                </a:solidFill>
                <a:latin typeface="Times New Roman" panose="02020603050405020304" pitchFamily="18" charset="0"/>
                <a:ea typeface="楷体" panose="02010609060101010101" charset="-122"/>
              </a:rPr>
              <a:t>V</a:t>
            </a:r>
            <a:r>
              <a:rPr lang="zh-CN" altLang="en-US" sz="2800" dirty="0">
                <a:solidFill>
                  <a:srgbClr val="3333CC"/>
                </a:solidFill>
                <a:latin typeface="Times New Roman" panose="02020603050405020304" pitchFamily="18" charset="0"/>
                <a:ea typeface="楷体" panose="02010609060101010101" charset="-122"/>
              </a:rPr>
              <a:t>读数是</a:t>
            </a:r>
            <a:r>
              <a:rPr lang="en-US" altLang="zh-CN" sz="2800" i="1" dirty="0">
                <a:solidFill>
                  <a:srgbClr val="3333CC"/>
                </a:solidFill>
                <a:latin typeface="Times New Roman" panose="02020603050405020304" pitchFamily="18" charset="0"/>
                <a:ea typeface="楷体" panose="02010609060101010101" charset="-122"/>
              </a:rPr>
              <a:t>U</a:t>
            </a:r>
            <a:r>
              <a:rPr lang="en-US" altLang="zh-CN" sz="2800" baseline="-25000" dirty="0">
                <a:solidFill>
                  <a:srgbClr val="3333CC"/>
                </a:solidFill>
                <a:latin typeface="Times New Roman" panose="02020603050405020304" pitchFamily="18" charset="0"/>
                <a:ea typeface="楷体" panose="02010609060101010101" charset="-122"/>
              </a:rPr>
              <a:t>2</a:t>
            </a:r>
            <a:r>
              <a:rPr lang="zh-CN" altLang="en-US" sz="2800" dirty="0">
                <a:solidFill>
                  <a:srgbClr val="3333CC"/>
                </a:solidFill>
                <a:latin typeface="Times New Roman" panose="02020603050405020304" pitchFamily="18" charset="0"/>
                <a:ea typeface="楷体" panose="02010609060101010101" charset="-122"/>
              </a:rPr>
              <a:t>有效值</a:t>
            </a:r>
            <a:endParaRPr lang="zh-CN" altLang="en-US" sz="2800" dirty="0">
              <a:solidFill>
                <a:srgbClr val="3333CC"/>
              </a:solidFill>
            </a:endParaRPr>
          </a:p>
        </p:txBody>
      </p:sp>
      <p:graphicFrame>
        <p:nvGraphicFramePr>
          <p:cNvPr id="4" name="对象 3"/>
          <p:cNvGraphicFramePr>
            <a:graphicFrameLocks noChangeAspect="1"/>
          </p:cNvGraphicFramePr>
          <p:nvPr/>
        </p:nvGraphicFramePr>
        <p:xfrm>
          <a:off x="3847465" y="4917244"/>
          <a:ext cx="2667000" cy="444500"/>
        </p:xfrm>
        <a:graphic>
          <a:graphicData uri="http://schemas.openxmlformats.org/presentationml/2006/ole">
            <mc:AlternateContent xmlns:mc="http://schemas.openxmlformats.org/markup-compatibility/2006">
              <mc:Choice xmlns:v="urn:schemas-microsoft-com:vml" Requires="v">
                <p:oleObj name="Equation" r:id="rId7" imgW="64008000" imgH="10668000" progId="Equation.DSMT4">
                  <p:embed/>
                </p:oleObj>
              </mc:Choice>
              <mc:Fallback>
                <p:oleObj name="Equation" r:id="rId7" imgW="64008000" imgH="10668000" progId="Equation.DSMT4">
                  <p:embed/>
                  <p:pic>
                    <p:nvPicPr>
                      <p:cNvPr id="0" name="图片 38973"/>
                      <p:cNvPicPr/>
                      <p:nvPr/>
                    </p:nvPicPr>
                    <p:blipFill>
                      <a:blip r:embed="rId8"/>
                      <a:stretch>
                        <a:fillRect/>
                      </a:stretch>
                    </p:blipFill>
                    <p:spPr>
                      <a:xfrm>
                        <a:off x="3847465" y="4917244"/>
                        <a:ext cx="2667000" cy="4445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6822757" y="4949021"/>
          <a:ext cx="1803400" cy="393700"/>
        </p:xfrm>
        <a:graphic>
          <a:graphicData uri="http://schemas.openxmlformats.org/presentationml/2006/ole">
            <mc:AlternateContent xmlns:mc="http://schemas.openxmlformats.org/markup-compatibility/2006">
              <mc:Choice xmlns:v="urn:schemas-microsoft-com:vml" Requires="v">
                <p:oleObj name="Equation" r:id="rId9" imgW="43281600" imgH="9448800" progId="Equation.DSMT4">
                  <p:embed/>
                </p:oleObj>
              </mc:Choice>
              <mc:Fallback>
                <p:oleObj name="Equation" r:id="rId9" imgW="43281600" imgH="9448800" progId="Equation.DSMT4">
                  <p:embed/>
                  <p:pic>
                    <p:nvPicPr>
                      <p:cNvPr id="0" name="图片 38974"/>
                      <p:cNvPicPr/>
                      <p:nvPr/>
                    </p:nvPicPr>
                    <p:blipFill>
                      <a:blip r:embed="rId10"/>
                      <a:stretch>
                        <a:fillRect/>
                      </a:stretch>
                    </p:blipFill>
                    <p:spPr>
                      <a:xfrm>
                        <a:off x="6822757" y="4949021"/>
                        <a:ext cx="1803400" cy="3937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1324135" y="5453187"/>
          <a:ext cx="2362200" cy="965200"/>
        </p:xfrm>
        <a:graphic>
          <a:graphicData uri="http://schemas.openxmlformats.org/presentationml/2006/ole">
            <mc:AlternateContent xmlns:mc="http://schemas.openxmlformats.org/markup-compatibility/2006">
              <mc:Choice xmlns:v="urn:schemas-microsoft-com:vml" Requires="v">
                <p:oleObj name="Equation" r:id="rId11" imgW="56692800" imgH="23164800" progId="Equation.DSMT4">
                  <p:embed/>
                </p:oleObj>
              </mc:Choice>
              <mc:Fallback>
                <p:oleObj name="Equation" r:id="rId11" imgW="56692800" imgH="23164800" progId="Equation.DSMT4">
                  <p:embed/>
                  <p:pic>
                    <p:nvPicPr>
                      <p:cNvPr id="0" name="图片 38975"/>
                      <p:cNvPicPr/>
                      <p:nvPr/>
                    </p:nvPicPr>
                    <p:blipFill>
                      <a:blip r:embed="rId12"/>
                      <a:stretch>
                        <a:fillRect/>
                      </a:stretch>
                    </p:blipFill>
                    <p:spPr>
                      <a:xfrm>
                        <a:off x="1324135" y="5453187"/>
                        <a:ext cx="2362200" cy="9652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4121785" y="5643687"/>
          <a:ext cx="2946400" cy="584200"/>
        </p:xfrm>
        <a:graphic>
          <a:graphicData uri="http://schemas.openxmlformats.org/presentationml/2006/ole">
            <mc:AlternateContent xmlns:mc="http://schemas.openxmlformats.org/markup-compatibility/2006">
              <mc:Choice xmlns:v="urn:schemas-microsoft-com:vml" Requires="v">
                <p:oleObj name="Equation" r:id="rId13" imgW="70713600" imgH="14020800" progId="Equation.DSMT4">
                  <p:embed/>
                </p:oleObj>
              </mc:Choice>
              <mc:Fallback>
                <p:oleObj name="Equation" r:id="rId13" imgW="70713600" imgH="14020800" progId="Equation.DSMT4">
                  <p:embed/>
                  <p:pic>
                    <p:nvPicPr>
                      <p:cNvPr id="0" name="图片 38976"/>
                      <p:cNvPicPr/>
                      <p:nvPr/>
                    </p:nvPicPr>
                    <p:blipFill>
                      <a:blip r:embed="rId14"/>
                      <a:stretch>
                        <a:fillRect/>
                      </a:stretch>
                    </p:blipFill>
                    <p:spPr>
                      <a:xfrm>
                        <a:off x="4121785" y="5643687"/>
                        <a:ext cx="2946400" cy="584200"/>
                      </a:xfrm>
                      <a:prstGeom prst="rect">
                        <a:avLst/>
                      </a:prstGeom>
                    </p:spPr>
                  </p:pic>
                </p:oleObj>
              </mc:Fallback>
            </mc:AlternateContent>
          </a:graphicData>
        </a:graphic>
      </p:graphicFrame>
      <p:sp>
        <p:nvSpPr>
          <p:cNvPr id="15" name="文本框 14"/>
          <p:cNvSpPr txBox="1"/>
          <p:nvPr/>
        </p:nvSpPr>
        <p:spPr>
          <a:xfrm>
            <a:off x="204004" y="363234"/>
            <a:ext cx="735072"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7</a:t>
            </a:r>
            <a:endParaRPr lang="zh-CN" altLang="en-US" sz="2800" b="1" dirty="0">
              <a:solidFill>
                <a:srgbClr val="FF0000"/>
              </a:solidFill>
            </a:endParaRPr>
          </a:p>
        </p:txBody>
      </p:sp>
      <p:grpSp>
        <p:nvGrpSpPr>
          <p:cNvPr id="18" name="组合 17"/>
          <p:cNvGrpSpPr/>
          <p:nvPr/>
        </p:nvGrpSpPr>
        <p:grpSpPr>
          <a:xfrm>
            <a:off x="871609" y="232424"/>
            <a:ext cx="8272076" cy="1383665"/>
            <a:chOff x="949995" y="851033"/>
            <a:chExt cx="8272076" cy="1383665"/>
          </a:xfrm>
        </p:grpSpPr>
        <p:sp>
          <p:nvSpPr>
            <p:cNvPr id="19" name="Text Box 2"/>
            <p:cNvSpPr txBox="1">
              <a:spLocks noChangeArrowheads="1"/>
            </p:cNvSpPr>
            <p:nvPr/>
          </p:nvSpPr>
          <p:spPr bwMode="auto">
            <a:xfrm>
              <a:off x="949995" y="851033"/>
              <a:ext cx="7602700" cy="1383665"/>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just">
                <a:spcBef>
                  <a:spcPct val="0"/>
                </a:spcBef>
              </a:pPr>
              <a:r>
                <a:rPr kumimoji="1" lang="zh-CN" altLang="en-US" sz="2800" b="1" dirty="0">
                  <a:latin typeface="Times New Roman" panose="02020603050405020304" pitchFamily="18" charset="0"/>
                  <a:ea typeface="楷体" panose="02010609060101010101" charset="-122"/>
                </a:rPr>
                <a:t>图示电路中</a:t>
              </a:r>
              <a:r>
                <a:rPr kumimoji="1" lang="en-US" altLang="zh-CN" sz="2800" b="1" i="1" dirty="0">
                  <a:latin typeface="Times New Roman" panose="02020603050405020304" pitchFamily="18" charset="0"/>
                  <a:ea typeface="楷体" panose="02010609060101010101" charset="-122"/>
                </a:rPr>
                <a:t>R</a:t>
              </a:r>
              <a:r>
                <a:rPr kumimoji="1" lang="en-US" altLang="zh-CN" sz="2800" b="1" baseline="-25000" dirty="0">
                  <a:latin typeface="Times New Roman" panose="02020603050405020304" pitchFamily="18" charset="0"/>
                  <a:ea typeface="楷体" panose="02010609060101010101" charset="-122"/>
                </a:rPr>
                <a:t>1</a:t>
              </a:r>
              <a:r>
                <a:rPr kumimoji="1" lang="en-US" altLang="zh-CN" sz="2800" b="1" dirty="0">
                  <a:latin typeface="Times New Roman" panose="02020603050405020304" pitchFamily="18" charset="0"/>
                  <a:ea typeface="楷体" panose="02010609060101010101" charset="-122"/>
                </a:rPr>
                <a:t>=</a:t>
              </a:r>
              <a:r>
                <a:rPr kumimoji="1" lang="en-US" altLang="zh-CN" sz="2800" b="1" i="1" dirty="0">
                  <a:latin typeface="Times New Roman" panose="02020603050405020304" pitchFamily="18" charset="0"/>
                  <a:ea typeface="楷体" panose="02010609060101010101" charset="-122"/>
                </a:rPr>
                <a:t>R</a:t>
              </a:r>
              <a:r>
                <a:rPr kumimoji="1" lang="en-US" altLang="zh-CN" sz="2800" b="1" baseline="-25000" dirty="0">
                  <a:latin typeface="Times New Roman" panose="02020603050405020304" pitchFamily="18" charset="0"/>
                  <a:ea typeface="楷体" panose="02010609060101010101" charset="-122"/>
                </a:rPr>
                <a:t>2</a:t>
              </a:r>
              <a:r>
                <a:rPr kumimoji="1" lang="en-US" altLang="zh-CN" sz="2800" b="1" dirty="0">
                  <a:latin typeface="Times New Roman" panose="02020603050405020304" pitchFamily="18" charset="0"/>
                  <a:ea typeface="楷体" panose="02010609060101010101" charset="-122"/>
                </a:rPr>
                <a:t>=10Ω</a:t>
              </a:r>
              <a:r>
                <a:rPr kumimoji="1" lang="zh-CN" altLang="en-US" sz="2800" b="1" dirty="0">
                  <a:latin typeface="Times New Roman" panose="02020603050405020304" pitchFamily="18" charset="0"/>
                  <a:ea typeface="楷体" panose="02010609060101010101" charset="-122"/>
                </a:rPr>
                <a:t>，</a:t>
              </a:r>
              <a:r>
                <a:rPr kumimoji="1" lang="en-US" altLang="zh-CN" sz="2800" b="1" i="1" dirty="0">
                  <a:latin typeface="Times New Roman" panose="02020603050405020304" pitchFamily="18" charset="0"/>
                  <a:ea typeface="楷体" panose="02010609060101010101" charset="-122"/>
                </a:rPr>
                <a:t>L</a:t>
              </a:r>
              <a:r>
                <a:rPr kumimoji="1" lang="en-US" altLang="zh-CN" sz="2800" b="1" dirty="0">
                  <a:latin typeface="Times New Roman" panose="02020603050405020304" pitchFamily="18" charset="0"/>
                  <a:ea typeface="楷体" panose="02010609060101010101" charset="-122"/>
                </a:rPr>
                <a:t>=0.25H</a:t>
              </a:r>
              <a:r>
                <a:rPr kumimoji="1" lang="zh-CN" altLang="en-US" sz="2800" b="1" dirty="0">
                  <a:latin typeface="Times New Roman" panose="02020603050405020304" pitchFamily="18" charset="0"/>
                  <a:ea typeface="楷体" panose="02010609060101010101" charset="-122"/>
                </a:rPr>
                <a:t>，</a:t>
              </a:r>
              <a:r>
                <a:rPr kumimoji="1" lang="en-US" altLang="zh-CN" sz="2800" b="1" i="1" dirty="0">
                  <a:latin typeface="Times New Roman" panose="02020603050405020304" pitchFamily="18" charset="0"/>
                  <a:ea typeface="楷体" panose="02010609060101010101" charset="-122"/>
                </a:rPr>
                <a:t>C</a:t>
              </a:r>
              <a:r>
                <a:rPr kumimoji="1" lang="en-US" altLang="zh-CN" sz="2800" b="1" dirty="0">
                  <a:latin typeface="Times New Roman" panose="02020603050405020304" pitchFamily="18" charset="0"/>
                  <a:ea typeface="楷体" panose="02010609060101010101" charset="-122"/>
                </a:rPr>
                <a:t>=1mF</a:t>
              </a:r>
              <a:r>
                <a:rPr kumimoji="1" lang="zh-CN" altLang="en-US" sz="2800" b="1" dirty="0">
                  <a:latin typeface="Times New Roman" panose="02020603050405020304" pitchFamily="18" charset="0"/>
                  <a:ea typeface="楷体" panose="02010609060101010101" charset="-122"/>
                </a:rPr>
                <a:t>。电压表读数为</a:t>
              </a:r>
              <a:r>
                <a:rPr kumimoji="1" lang="en-US" altLang="zh-CN" sz="2800" b="1" dirty="0">
                  <a:latin typeface="Times New Roman" panose="02020603050405020304" pitchFamily="18" charset="0"/>
                  <a:ea typeface="楷体" panose="02010609060101010101" charset="-122"/>
                </a:rPr>
                <a:t>20V</a:t>
              </a:r>
              <a:r>
                <a:rPr kumimoji="1" lang="zh-CN" altLang="en-US" sz="2800" b="1" dirty="0">
                  <a:latin typeface="Times New Roman" panose="02020603050405020304" pitchFamily="18" charset="0"/>
                  <a:ea typeface="楷体" panose="02010609060101010101" charset="-122"/>
                </a:rPr>
                <a:t>，功率表的读数为</a:t>
              </a:r>
              <a:r>
                <a:rPr kumimoji="1" lang="en-US" altLang="zh-CN" sz="2800" b="1" dirty="0">
                  <a:latin typeface="Times New Roman" panose="02020603050405020304" pitchFamily="18" charset="0"/>
                  <a:ea typeface="楷体" panose="02010609060101010101" charset="-122"/>
                </a:rPr>
                <a:t>120W</a:t>
              </a:r>
              <a:r>
                <a:rPr kumimoji="1" lang="zh-CN" altLang="en-US" sz="2800" b="1" dirty="0">
                  <a:latin typeface="Times New Roman" panose="02020603050405020304" pitchFamily="18" charset="0"/>
                  <a:ea typeface="楷体" panose="02010609060101010101" charset="-122"/>
                </a:rPr>
                <a:t>。试求           </a:t>
              </a:r>
              <a:r>
                <a:rPr kumimoji="1" lang="en-US" altLang="zh-CN" sz="2800" b="1" dirty="0">
                  <a:latin typeface="Times New Roman" panose="02020603050405020304" pitchFamily="18" charset="0"/>
                  <a:ea typeface="楷体" panose="02010609060101010101" charset="-122"/>
                </a:rPr>
                <a:t>    </a:t>
              </a:r>
              <a:r>
                <a:rPr kumimoji="1" lang="zh-CN" altLang="en-US" sz="2800" b="1" dirty="0">
                  <a:latin typeface="Times New Roman" panose="02020603050405020304" pitchFamily="18" charset="0"/>
                  <a:ea typeface="楷体" panose="02010609060101010101" charset="-122"/>
                </a:rPr>
                <a:t>和电源发出的复功率</a:t>
              </a:r>
              <a:r>
                <a:rPr kumimoji="1" lang="en-US" altLang="zh-CN" sz="2800" b="1" dirty="0">
                  <a:latin typeface="Times New Roman" panose="02020603050405020304" pitchFamily="18" charset="0"/>
                  <a:ea typeface="楷体" panose="02010609060101010101" charset="-122"/>
                </a:rPr>
                <a:t>S</a:t>
              </a:r>
              <a:r>
                <a:rPr kumimoji="1" lang="zh-CN" altLang="en-US" sz="2800" b="1" dirty="0">
                  <a:latin typeface="Times New Roman" panose="02020603050405020304" pitchFamily="18" charset="0"/>
                  <a:ea typeface="楷体" panose="02010609060101010101" charset="-122"/>
                </a:rPr>
                <a:t>   。</a:t>
              </a:r>
            </a:p>
          </p:txBody>
        </p:sp>
        <p:graphicFrame>
          <p:nvGraphicFramePr>
            <p:cNvPr id="20" name="对象 19"/>
            <p:cNvGraphicFramePr>
              <a:graphicFrameLocks noChangeAspect="1"/>
            </p:cNvGraphicFramePr>
            <p:nvPr/>
          </p:nvGraphicFramePr>
          <p:xfrm>
            <a:off x="8294971" y="1320184"/>
            <a:ext cx="927100" cy="444500"/>
          </p:xfrm>
          <a:graphic>
            <a:graphicData uri="http://schemas.openxmlformats.org/presentationml/2006/ole">
              <mc:AlternateContent xmlns:mc="http://schemas.openxmlformats.org/markup-compatibility/2006">
                <mc:Choice xmlns:v="urn:schemas-microsoft-com:vml" Requires="v">
                  <p:oleObj name="Equation" r:id="rId15" imgW="22250400" imgH="10668000" progId="Equation.DSMT4">
                    <p:embed/>
                  </p:oleObj>
                </mc:Choice>
                <mc:Fallback>
                  <p:oleObj name="Equation" r:id="rId15" imgW="22250400" imgH="10668000" progId="Equation.DSMT4">
                    <p:embed/>
                    <p:pic>
                      <p:nvPicPr>
                        <p:cNvPr id="0" name="对象 8"/>
                        <p:cNvPicPr/>
                        <p:nvPr/>
                      </p:nvPicPr>
                      <p:blipFill>
                        <a:blip r:embed="rId16"/>
                        <a:stretch>
                          <a:fillRect/>
                        </a:stretch>
                      </p:blipFill>
                      <p:spPr>
                        <a:xfrm>
                          <a:off x="8294971" y="1320184"/>
                          <a:ext cx="927100" cy="44450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5479055" y="1431944"/>
            <a:ext cx="10795" cy="15240"/>
          </p:xfrm>
          <a:graphic>
            <a:graphicData uri="http://schemas.openxmlformats.org/presentationml/2006/ole">
              <mc:AlternateContent xmlns:mc="http://schemas.openxmlformats.org/markup-compatibility/2006">
                <mc:Choice xmlns:v="urn:schemas-microsoft-com:vml" Requires="v">
                  <p:oleObj name="Equation" r:id="rId17" imgW="254000" imgH="355600" progId="Equation.DSMT4">
                    <p:embed/>
                  </p:oleObj>
                </mc:Choice>
                <mc:Fallback>
                  <p:oleObj name="Equation" r:id="rId17" imgW="254000" imgH="355600" progId="Equation.DSMT4">
                    <p:embed/>
                    <p:pic>
                      <p:nvPicPr>
                        <p:cNvPr id="0" name="对象 9"/>
                        <p:cNvPicPr/>
                        <p:nvPr/>
                      </p:nvPicPr>
                      <p:blipFill>
                        <a:blip r:embed="rId18"/>
                        <a:stretch>
                          <a:fillRect/>
                        </a:stretch>
                      </p:blipFill>
                      <p:spPr>
                        <a:xfrm>
                          <a:off x="5479055" y="1431944"/>
                          <a:ext cx="10795" cy="15240"/>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20380" y="3335819"/>
            <a:ext cx="2153568" cy="523220"/>
            <a:chOff x="220380" y="3335819"/>
            <a:chExt cx="2153568" cy="523220"/>
          </a:xfrm>
        </p:grpSpPr>
        <p:sp>
          <p:nvSpPr>
            <p:cNvPr id="2" name="文本框 1"/>
            <p:cNvSpPr txBox="1"/>
            <p:nvPr/>
          </p:nvSpPr>
          <p:spPr>
            <a:xfrm>
              <a:off x="220380" y="3335819"/>
              <a:ext cx="553368" cy="523220"/>
            </a:xfrm>
            <a:prstGeom prst="rect">
              <a:avLst/>
            </a:prstGeom>
            <a:noFill/>
          </p:spPr>
          <p:txBody>
            <a:bodyPr wrap="square">
              <a:spAutoFit/>
            </a:bodyPr>
            <a:lstStyle/>
            <a:p>
              <a:r>
                <a:rPr lang="zh-CN" altLang="en-US" sz="2800" dirty="0">
                  <a:solidFill>
                    <a:srgbClr val="3333CC"/>
                  </a:solidFill>
                  <a:latin typeface="Times New Roman" panose="02020603050405020304" pitchFamily="18" charset="0"/>
                  <a:ea typeface="楷体" panose="02010609060101010101" charset="-122"/>
                </a:rPr>
                <a:t>取</a:t>
              </a:r>
              <a:endParaRPr lang="zh-CN" altLang="en-US" sz="2800" dirty="0">
                <a:solidFill>
                  <a:srgbClr val="3333CC"/>
                </a:solidFill>
              </a:endParaRPr>
            </a:p>
          </p:txBody>
        </p:sp>
        <p:graphicFrame>
          <p:nvGraphicFramePr>
            <p:cNvPr id="3" name="对象 2"/>
            <p:cNvGraphicFramePr>
              <a:graphicFrameLocks noChangeAspect="1"/>
            </p:cNvGraphicFramePr>
            <p:nvPr/>
          </p:nvGraphicFramePr>
          <p:xfrm>
            <a:off x="773748" y="3400579"/>
            <a:ext cx="1600200" cy="393700"/>
          </p:xfrm>
          <a:graphic>
            <a:graphicData uri="http://schemas.openxmlformats.org/presentationml/2006/ole">
              <mc:AlternateContent xmlns:mc="http://schemas.openxmlformats.org/markup-compatibility/2006">
                <mc:Choice xmlns:v="urn:schemas-microsoft-com:vml" Requires="v">
                  <p:oleObj name="Equation" r:id="rId2" imgW="38404800" imgH="9448800" progId="Equation.DSMT4">
                    <p:embed/>
                  </p:oleObj>
                </mc:Choice>
                <mc:Fallback>
                  <p:oleObj name="Equation" r:id="rId2" imgW="38404800" imgH="9448800" progId="Equation.DSMT4">
                    <p:embed/>
                    <p:pic>
                      <p:nvPicPr>
                        <p:cNvPr id="0" name="对象 12"/>
                        <p:cNvPicPr/>
                        <p:nvPr/>
                      </p:nvPicPr>
                      <p:blipFill>
                        <a:blip r:embed="rId3"/>
                        <a:stretch>
                          <a:fillRect/>
                        </a:stretch>
                      </p:blipFill>
                      <p:spPr>
                        <a:xfrm>
                          <a:off x="773748" y="3400579"/>
                          <a:ext cx="1600200" cy="393700"/>
                        </a:xfrm>
                        <a:prstGeom prst="rect">
                          <a:avLst/>
                        </a:prstGeom>
                      </p:spPr>
                    </p:pic>
                  </p:oleObj>
                </mc:Fallback>
              </mc:AlternateContent>
            </a:graphicData>
          </a:graphic>
        </p:graphicFrame>
      </p:grpSp>
      <p:graphicFrame>
        <p:nvGraphicFramePr>
          <p:cNvPr id="4" name="对象 3"/>
          <p:cNvGraphicFramePr>
            <a:graphicFrameLocks noChangeAspect="1"/>
          </p:cNvGraphicFramePr>
          <p:nvPr/>
        </p:nvGraphicFramePr>
        <p:xfrm>
          <a:off x="2656791" y="398164"/>
          <a:ext cx="6278146" cy="2546252"/>
        </p:xfrm>
        <a:graphic>
          <a:graphicData uri="http://schemas.openxmlformats.org/presentationml/2006/ole">
            <mc:AlternateContent xmlns:mc="http://schemas.openxmlformats.org/markup-compatibility/2006">
              <mc:Choice xmlns:v="urn:schemas-microsoft-com:vml" Requires="v">
                <p:oleObj name="Visio" r:id="rId4" imgW="4229735" imgH="1717040" progId="Visio.Drawing.15">
                  <p:embed/>
                </p:oleObj>
              </mc:Choice>
              <mc:Fallback>
                <p:oleObj name="Visio" r:id="rId4" imgW="4229735" imgH="1717040" progId="Visio.Drawing.15">
                  <p:embed/>
                  <p:pic>
                    <p:nvPicPr>
                      <p:cNvPr id="0" name="对象 65"/>
                      <p:cNvPicPr/>
                      <p:nvPr/>
                    </p:nvPicPr>
                    <p:blipFill>
                      <a:blip r:embed="rId5"/>
                      <a:stretch>
                        <a:fillRect/>
                      </a:stretch>
                    </p:blipFill>
                    <p:spPr>
                      <a:xfrm>
                        <a:off x="2656791" y="398164"/>
                        <a:ext cx="6278146" cy="254625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645474" y="3307734"/>
          <a:ext cx="4419600" cy="469900"/>
        </p:xfrm>
        <a:graphic>
          <a:graphicData uri="http://schemas.openxmlformats.org/presentationml/2006/ole">
            <mc:AlternateContent xmlns:mc="http://schemas.openxmlformats.org/markup-compatibility/2006">
              <mc:Choice xmlns:v="urn:schemas-microsoft-com:vml" Requires="v">
                <p:oleObj name="Equation" r:id="rId6" imgW="106070400" imgH="11277600" progId="Equation.DSMT4">
                  <p:embed/>
                </p:oleObj>
              </mc:Choice>
              <mc:Fallback>
                <p:oleObj name="Equation" r:id="rId6" imgW="106070400" imgH="11277600" progId="Equation.DSMT4">
                  <p:embed/>
                  <p:pic>
                    <p:nvPicPr>
                      <p:cNvPr id="0" name="图片 40002"/>
                      <p:cNvPicPr/>
                      <p:nvPr/>
                    </p:nvPicPr>
                    <p:blipFill>
                      <a:blip r:embed="rId7"/>
                      <a:stretch>
                        <a:fillRect/>
                      </a:stretch>
                    </p:blipFill>
                    <p:spPr>
                      <a:xfrm>
                        <a:off x="2645474" y="3307734"/>
                        <a:ext cx="4419600" cy="4699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68948" y="510510"/>
          <a:ext cx="1905000" cy="876300"/>
        </p:xfrm>
        <a:graphic>
          <a:graphicData uri="http://schemas.openxmlformats.org/presentationml/2006/ole">
            <mc:AlternateContent xmlns:mc="http://schemas.openxmlformats.org/markup-compatibility/2006">
              <mc:Choice xmlns:v="urn:schemas-microsoft-com:vml" Requires="v">
                <p:oleObj name="Equation" r:id="rId8" imgW="45720000" imgH="21031200" progId="Equation.DSMT4">
                  <p:embed/>
                </p:oleObj>
              </mc:Choice>
              <mc:Fallback>
                <p:oleObj name="Equation" r:id="rId8" imgW="45720000" imgH="21031200" progId="Equation.DSMT4">
                  <p:embed/>
                  <p:pic>
                    <p:nvPicPr>
                      <p:cNvPr id="0" name="图片 40003"/>
                      <p:cNvPicPr/>
                      <p:nvPr/>
                    </p:nvPicPr>
                    <p:blipFill>
                      <a:blip r:embed="rId9"/>
                      <a:stretch>
                        <a:fillRect/>
                      </a:stretch>
                    </p:blipFill>
                    <p:spPr>
                      <a:xfrm>
                        <a:off x="468948" y="510510"/>
                        <a:ext cx="1905000" cy="8763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35598" y="1557020"/>
          <a:ext cx="2171700" cy="304800"/>
        </p:xfrm>
        <a:graphic>
          <a:graphicData uri="http://schemas.openxmlformats.org/presentationml/2006/ole">
            <mc:AlternateContent xmlns:mc="http://schemas.openxmlformats.org/markup-compatibility/2006">
              <mc:Choice xmlns:v="urn:schemas-microsoft-com:vml" Requires="v">
                <p:oleObj name="Equation" r:id="rId10" imgW="52120800" imgH="7315200" progId="Equation.DSMT4">
                  <p:embed/>
                </p:oleObj>
              </mc:Choice>
              <mc:Fallback>
                <p:oleObj name="Equation" r:id="rId10" imgW="52120800" imgH="7315200" progId="Equation.DSMT4">
                  <p:embed/>
                  <p:pic>
                    <p:nvPicPr>
                      <p:cNvPr id="0" name="图片 40004"/>
                      <p:cNvPicPr/>
                      <p:nvPr/>
                    </p:nvPicPr>
                    <p:blipFill>
                      <a:blip r:embed="rId11"/>
                      <a:stretch>
                        <a:fillRect/>
                      </a:stretch>
                    </p:blipFill>
                    <p:spPr>
                      <a:xfrm>
                        <a:off x="335598" y="1557020"/>
                        <a:ext cx="2171700" cy="3048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35598" y="2124545"/>
          <a:ext cx="2108200" cy="368300"/>
        </p:xfrm>
        <a:graphic>
          <a:graphicData uri="http://schemas.openxmlformats.org/presentationml/2006/ole">
            <mc:AlternateContent xmlns:mc="http://schemas.openxmlformats.org/markup-compatibility/2006">
              <mc:Choice xmlns:v="urn:schemas-microsoft-com:vml" Requires="v">
                <p:oleObj name="Equation" r:id="rId12" imgW="50596800" imgH="8839200" progId="Equation.DSMT4">
                  <p:embed/>
                </p:oleObj>
              </mc:Choice>
              <mc:Fallback>
                <p:oleObj name="Equation" r:id="rId12" imgW="50596800" imgH="8839200" progId="Equation.DSMT4">
                  <p:embed/>
                  <p:pic>
                    <p:nvPicPr>
                      <p:cNvPr id="0" name="图片 40005"/>
                      <p:cNvPicPr/>
                      <p:nvPr/>
                    </p:nvPicPr>
                    <p:blipFill>
                      <a:blip r:embed="rId13"/>
                      <a:stretch>
                        <a:fillRect/>
                      </a:stretch>
                    </p:blipFill>
                    <p:spPr>
                      <a:xfrm>
                        <a:off x="335598" y="2124545"/>
                        <a:ext cx="2108200" cy="3683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35598" y="2423323"/>
          <a:ext cx="2387600" cy="850900"/>
        </p:xfrm>
        <a:graphic>
          <a:graphicData uri="http://schemas.openxmlformats.org/presentationml/2006/ole">
            <mc:AlternateContent xmlns:mc="http://schemas.openxmlformats.org/markup-compatibility/2006">
              <mc:Choice xmlns:v="urn:schemas-microsoft-com:vml" Requires="v">
                <p:oleObj name="Equation" r:id="rId14" imgW="57302400" imgH="20421600" progId="Equation.DSMT4">
                  <p:embed/>
                </p:oleObj>
              </mc:Choice>
              <mc:Fallback>
                <p:oleObj name="Equation" r:id="rId14" imgW="57302400" imgH="20421600" progId="Equation.DSMT4">
                  <p:embed/>
                  <p:pic>
                    <p:nvPicPr>
                      <p:cNvPr id="0" name="图片 40006"/>
                      <p:cNvPicPr/>
                      <p:nvPr/>
                    </p:nvPicPr>
                    <p:blipFill>
                      <a:blip r:embed="rId15"/>
                      <a:stretch>
                        <a:fillRect/>
                      </a:stretch>
                    </p:blipFill>
                    <p:spPr>
                      <a:xfrm>
                        <a:off x="335598" y="2423323"/>
                        <a:ext cx="2387600" cy="850900"/>
                      </a:xfrm>
                      <a:prstGeom prst="rect">
                        <a:avLst/>
                      </a:prstGeom>
                    </p:spPr>
                  </p:pic>
                </p:oleObj>
              </mc:Fallback>
            </mc:AlternateContent>
          </a:graphicData>
        </a:graphic>
      </p:graphicFrame>
      <p:sp>
        <p:nvSpPr>
          <p:cNvPr id="12" name="文本框 11"/>
          <p:cNvSpPr txBox="1"/>
          <p:nvPr/>
        </p:nvSpPr>
        <p:spPr>
          <a:xfrm>
            <a:off x="220380" y="3936499"/>
            <a:ext cx="2153568" cy="523220"/>
          </a:xfrm>
          <a:prstGeom prst="rect">
            <a:avLst/>
          </a:prstGeom>
          <a:noFill/>
        </p:spPr>
        <p:txBody>
          <a:bodyPr wrap="square">
            <a:spAutoFit/>
          </a:bodyPr>
          <a:lstStyle/>
          <a:p>
            <a:r>
              <a:rPr lang="zh-CN" altLang="en-US" sz="2800" dirty="0">
                <a:solidFill>
                  <a:srgbClr val="3333CC"/>
                </a:solidFill>
                <a:latin typeface="Times New Roman" panose="02020603050405020304" pitchFamily="18" charset="0"/>
                <a:ea typeface="楷体" panose="02010609060101010101" charset="-122"/>
              </a:rPr>
              <a:t>由</a:t>
            </a:r>
            <a:r>
              <a:rPr lang="en-US" altLang="zh-CN" sz="2800" dirty="0">
                <a:solidFill>
                  <a:srgbClr val="3333CC"/>
                </a:solidFill>
                <a:latin typeface="Times New Roman" panose="02020603050405020304" pitchFamily="18" charset="0"/>
                <a:ea typeface="楷体" panose="02010609060101010101" charset="-122"/>
              </a:rPr>
              <a:t>KVL</a:t>
            </a:r>
            <a:r>
              <a:rPr lang="zh-CN" altLang="en-US" sz="2800" dirty="0">
                <a:solidFill>
                  <a:srgbClr val="3333CC"/>
                </a:solidFill>
                <a:latin typeface="Times New Roman" panose="02020603050405020304" pitchFamily="18" charset="0"/>
                <a:ea typeface="楷体" panose="02010609060101010101" charset="-122"/>
              </a:rPr>
              <a:t>，得：</a:t>
            </a:r>
            <a:endParaRPr lang="zh-CN" altLang="en-US" sz="2800" dirty="0">
              <a:solidFill>
                <a:srgbClr val="3333CC"/>
              </a:solidFill>
            </a:endParaRPr>
          </a:p>
        </p:txBody>
      </p:sp>
      <p:graphicFrame>
        <p:nvGraphicFramePr>
          <p:cNvPr id="13" name="对象 12"/>
          <p:cNvGraphicFramePr>
            <a:graphicFrameLocks noChangeAspect="1"/>
          </p:cNvGraphicFramePr>
          <p:nvPr/>
        </p:nvGraphicFramePr>
        <p:xfrm>
          <a:off x="2507298" y="3968863"/>
          <a:ext cx="2844800" cy="482600"/>
        </p:xfrm>
        <a:graphic>
          <a:graphicData uri="http://schemas.openxmlformats.org/presentationml/2006/ole">
            <mc:AlternateContent xmlns:mc="http://schemas.openxmlformats.org/markup-compatibility/2006">
              <mc:Choice xmlns:v="urn:schemas-microsoft-com:vml" Requires="v">
                <p:oleObj name="Equation" r:id="rId16" imgW="68275200" imgH="11582400" progId="Equation.DSMT4">
                  <p:embed/>
                </p:oleObj>
              </mc:Choice>
              <mc:Fallback>
                <p:oleObj name="Equation" r:id="rId16" imgW="68275200" imgH="11582400" progId="Equation.DSMT4">
                  <p:embed/>
                  <p:pic>
                    <p:nvPicPr>
                      <p:cNvPr id="0" name="图片 40007"/>
                      <p:cNvPicPr/>
                      <p:nvPr/>
                    </p:nvPicPr>
                    <p:blipFill>
                      <a:blip r:embed="rId17"/>
                      <a:stretch>
                        <a:fillRect/>
                      </a:stretch>
                    </p:blipFill>
                    <p:spPr>
                      <a:xfrm>
                        <a:off x="2507298" y="3968863"/>
                        <a:ext cx="2844800" cy="4826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773748" y="4671759"/>
          <a:ext cx="7162800" cy="482600"/>
        </p:xfrm>
        <a:graphic>
          <a:graphicData uri="http://schemas.openxmlformats.org/presentationml/2006/ole">
            <mc:AlternateContent xmlns:mc="http://schemas.openxmlformats.org/markup-compatibility/2006">
              <mc:Choice xmlns:v="urn:schemas-microsoft-com:vml" Requires="v">
                <p:oleObj name="Equation" r:id="rId18" imgW="171907200" imgH="11582400" progId="Equation.DSMT4">
                  <p:embed/>
                </p:oleObj>
              </mc:Choice>
              <mc:Fallback>
                <p:oleObj name="Equation" r:id="rId18" imgW="171907200" imgH="11582400" progId="Equation.DSMT4">
                  <p:embed/>
                  <p:pic>
                    <p:nvPicPr>
                      <p:cNvPr id="0" name="图片 40008"/>
                      <p:cNvPicPr/>
                      <p:nvPr/>
                    </p:nvPicPr>
                    <p:blipFill>
                      <a:blip r:embed="rId19"/>
                      <a:stretch>
                        <a:fillRect/>
                      </a:stretch>
                    </p:blipFill>
                    <p:spPr>
                      <a:xfrm>
                        <a:off x="773748" y="4671759"/>
                        <a:ext cx="7162800" cy="4826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605790" y="5387355"/>
          <a:ext cx="5448300" cy="939800"/>
        </p:xfrm>
        <a:graphic>
          <a:graphicData uri="http://schemas.openxmlformats.org/presentationml/2006/ole">
            <mc:AlternateContent xmlns:mc="http://schemas.openxmlformats.org/markup-compatibility/2006">
              <mc:Choice xmlns:v="urn:schemas-microsoft-com:vml" Requires="v">
                <p:oleObj name="Equation" r:id="rId20" imgW="130759200" imgH="22555200" progId="Equation.DSMT4">
                  <p:embed/>
                </p:oleObj>
              </mc:Choice>
              <mc:Fallback>
                <p:oleObj name="Equation" r:id="rId20" imgW="130759200" imgH="22555200" progId="Equation.DSMT4">
                  <p:embed/>
                  <p:pic>
                    <p:nvPicPr>
                      <p:cNvPr id="0" name="图片 40009"/>
                      <p:cNvPicPr/>
                      <p:nvPr/>
                    </p:nvPicPr>
                    <p:blipFill>
                      <a:blip r:embed="rId21"/>
                      <a:stretch>
                        <a:fillRect/>
                      </a:stretch>
                    </p:blipFill>
                    <p:spPr>
                      <a:xfrm>
                        <a:off x="605790" y="5387355"/>
                        <a:ext cx="5448300" cy="9398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6353810" y="5419105"/>
          <a:ext cx="1892300" cy="876300"/>
        </p:xfrm>
        <a:graphic>
          <a:graphicData uri="http://schemas.openxmlformats.org/presentationml/2006/ole">
            <mc:AlternateContent xmlns:mc="http://schemas.openxmlformats.org/markup-compatibility/2006">
              <mc:Choice xmlns:v="urn:schemas-microsoft-com:vml" Requires="v">
                <p:oleObj name="Equation" r:id="rId22" imgW="45415200" imgH="21031200" progId="Equation.DSMT4">
                  <p:embed/>
                </p:oleObj>
              </mc:Choice>
              <mc:Fallback>
                <p:oleObj name="Equation" r:id="rId22" imgW="45415200" imgH="21031200" progId="Equation.DSMT4">
                  <p:embed/>
                  <p:pic>
                    <p:nvPicPr>
                      <p:cNvPr id="0" name="图片 40010"/>
                      <p:cNvPicPr/>
                      <p:nvPr/>
                    </p:nvPicPr>
                    <p:blipFill>
                      <a:blip r:embed="rId23"/>
                      <a:stretch>
                        <a:fillRect/>
                      </a:stretch>
                    </p:blipFill>
                    <p:spPr>
                      <a:xfrm>
                        <a:off x="6353810" y="5419105"/>
                        <a:ext cx="1892300" cy="8763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矩形 135"/>
          <p:cNvSpPr/>
          <p:nvPr/>
        </p:nvSpPr>
        <p:spPr bwMode="auto">
          <a:xfrm>
            <a:off x="798716" y="3512830"/>
            <a:ext cx="3903337" cy="2856168"/>
          </a:xfrm>
          <a:prstGeom prst="rect">
            <a:avLst/>
          </a:prstGeom>
          <a:solidFill>
            <a:srgbClr val="E6E6E6"/>
          </a:solidFill>
          <a:ln>
            <a:noFill/>
          </a:ln>
          <a:effectLst/>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1800" b="1"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p:txBody>
      </p:sp>
      <p:sp>
        <p:nvSpPr>
          <p:cNvPr id="72" name="文本框 71"/>
          <p:cNvSpPr txBox="1"/>
          <p:nvPr/>
        </p:nvSpPr>
        <p:spPr>
          <a:xfrm>
            <a:off x="984335" y="323919"/>
            <a:ext cx="7508426" cy="1384995"/>
          </a:xfrm>
          <a:prstGeom prst="rect">
            <a:avLst/>
          </a:prstGeom>
          <a:noFill/>
        </p:spPr>
        <p:txBody>
          <a:bodyPr wrap="square" rtlCol="0">
            <a:spAutoFit/>
          </a:bodyPr>
          <a:lstStyle/>
          <a:p>
            <a:r>
              <a:rPr lang="zh-CN" altLang="en-US" sz="2800" b="1" dirty="0">
                <a:latin typeface="Times New Roman" panose="02020603050405020304" pitchFamily="18" charset="0"/>
                <a:ea typeface="楷体" panose="02010609060101010101" charset="-122"/>
              </a:rPr>
              <a:t>图示电路中，已知电源频率为</a:t>
            </a:r>
            <a:r>
              <a:rPr lang="en-US" altLang="zh-CN" sz="2800" b="1" dirty="0">
                <a:latin typeface="Times New Roman" panose="02020603050405020304" pitchFamily="18" charset="0"/>
                <a:ea typeface="楷体" panose="02010609060101010101" charset="-122"/>
              </a:rPr>
              <a:t>50Hz</a:t>
            </a:r>
            <a:r>
              <a:rPr lang="zh-CN" altLang="en-US" sz="2800" b="1" dirty="0">
                <a:latin typeface="Times New Roman" panose="02020603050405020304" pitchFamily="18" charset="0"/>
                <a:ea typeface="楷体" panose="02010609060101010101" charset="-122"/>
              </a:rPr>
              <a:t>，负载的有功功率为</a:t>
            </a:r>
            <a:r>
              <a:rPr lang="en-US" altLang="zh-CN" sz="2800" b="1" dirty="0">
                <a:latin typeface="Times New Roman" panose="02020603050405020304" pitchFamily="18" charset="0"/>
                <a:ea typeface="楷体" panose="02010609060101010101" charset="-122"/>
              </a:rPr>
              <a:t>3630W</a:t>
            </a:r>
            <a:r>
              <a:rPr lang="zh-CN" altLang="en-US" sz="2800" b="1" dirty="0">
                <a:latin typeface="Times New Roman" panose="02020603050405020304" pitchFamily="18" charset="0"/>
                <a:ea typeface="楷体" panose="02010609060101010101" charset="-122"/>
              </a:rPr>
              <a:t>，</a:t>
            </a:r>
            <a:r>
              <a:rPr lang="en-US" altLang="zh-CN" sz="2800" b="1" dirty="0">
                <a:latin typeface="Times New Roman" panose="02020603050405020304" pitchFamily="18" charset="0"/>
                <a:ea typeface="楷体" panose="02010609060101010101" charset="-122"/>
              </a:rPr>
              <a:t>3</a:t>
            </a:r>
            <a:r>
              <a:rPr lang="zh-CN" altLang="en-US" sz="2800" b="1" dirty="0">
                <a:latin typeface="Times New Roman" panose="02020603050405020304" pitchFamily="18" charset="0"/>
                <a:ea typeface="楷体" panose="02010609060101010101" charset="-122"/>
              </a:rPr>
              <a:t>个电压表的读数均为</a:t>
            </a:r>
            <a:r>
              <a:rPr lang="en-US" altLang="zh-CN" sz="2800" b="1" dirty="0">
                <a:latin typeface="Times New Roman" panose="02020603050405020304" pitchFamily="18" charset="0"/>
                <a:ea typeface="楷体" panose="02010609060101010101" charset="-122"/>
              </a:rPr>
              <a:t>220V</a:t>
            </a:r>
            <a:r>
              <a:rPr lang="zh-CN" altLang="en-US" sz="2800" b="1" dirty="0">
                <a:latin typeface="Times New Roman" panose="02020603050405020304" pitchFamily="18" charset="0"/>
                <a:ea typeface="楷体" panose="02010609060101010101" charset="-122"/>
              </a:rPr>
              <a:t>，求</a:t>
            </a:r>
            <a:r>
              <a:rPr lang="en-US" altLang="zh-CN" sz="2800" b="1" i="1" dirty="0">
                <a:latin typeface="Times New Roman" panose="02020603050405020304" pitchFamily="18" charset="0"/>
                <a:ea typeface="楷体" panose="02010609060101010101" charset="-122"/>
              </a:rPr>
              <a:t>R</a:t>
            </a:r>
            <a:r>
              <a:rPr lang="zh-CN" altLang="en-US" sz="2800" b="1" dirty="0">
                <a:latin typeface="Times New Roman" panose="02020603050405020304" pitchFamily="18" charset="0"/>
                <a:ea typeface="楷体" panose="02010609060101010101" charset="-122"/>
              </a:rPr>
              <a:t>、</a:t>
            </a:r>
            <a:r>
              <a:rPr lang="en-US" altLang="zh-CN" sz="2800" b="1" i="1" dirty="0">
                <a:latin typeface="Times New Roman" panose="02020603050405020304" pitchFamily="18" charset="0"/>
                <a:ea typeface="楷体" panose="02010609060101010101" charset="-122"/>
              </a:rPr>
              <a:t>L</a:t>
            </a:r>
            <a:r>
              <a:rPr lang="zh-CN" altLang="en-US" sz="2800" b="1" dirty="0">
                <a:latin typeface="Times New Roman" panose="02020603050405020304" pitchFamily="18" charset="0"/>
                <a:ea typeface="楷体" panose="02010609060101010101" charset="-122"/>
              </a:rPr>
              <a:t>、</a:t>
            </a:r>
            <a:r>
              <a:rPr lang="en-US" altLang="zh-CN" sz="2800" b="1" i="1" dirty="0">
                <a:latin typeface="Times New Roman" panose="02020603050405020304" pitchFamily="18" charset="0"/>
                <a:ea typeface="楷体" panose="02010609060101010101" charset="-122"/>
              </a:rPr>
              <a:t>C</a:t>
            </a:r>
            <a:r>
              <a:rPr lang="zh-CN" altLang="en-US" sz="2800" b="1" dirty="0">
                <a:latin typeface="Times New Roman" panose="02020603050405020304" pitchFamily="18" charset="0"/>
                <a:ea typeface="楷体" panose="02010609060101010101" charset="-122"/>
              </a:rPr>
              <a:t>的值。</a:t>
            </a:r>
          </a:p>
        </p:txBody>
      </p:sp>
      <p:grpSp>
        <p:nvGrpSpPr>
          <p:cNvPr id="156" name="组合 155"/>
          <p:cNvGrpSpPr/>
          <p:nvPr/>
        </p:nvGrpSpPr>
        <p:grpSpPr>
          <a:xfrm>
            <a:off x="1869215" y="4602810"/>
            <a:ext cx="2475587" cy="461084"/>
            <a:chOff x="5678600" y="3688459"/>
            <a:chExt cx="2475587" cy="461084"/>
          </a:xfrm>
        </p:grpSpPr>
        <p:sp>
          <p:nvSpPr>
            <p:cNvPr id="117" name="Line 75"/>
            <p:cNvSpPr>
              <a:spLocks noChangeShapeType="1"/>
            </p:cNvSpPr>
            <p:nvPr/>
          </p:nvSpPr>
          <p:spPr bwMode="auto">
            <a:xfrm>
              <a:off x="5678600" y="3688459"/>
              <a:ext cx="2359700" cy="0"/>
            </a:xfrm>
            <a:prstGeom prst="line">
              <a:avLst/>
            </a:prstGeom>
            <a:noFill/>
            <a:ln w="412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118" name="对象 117"/>
            <p:cNvGraphicFramePr>
              <a:graphicFrameLocks noChangeAspect="1"/>
            </p:cNvGraphicFramePr>
            <p:nvPr/>
          </p:nvGraphicFramePr>
          <p:xfrm>
            <a:off x="7922412" y="3803468"/>
            <a:ext cx="231775" cy="346075"/>
          </p:xfrm>
          <a:graphic>
            <a:graphicData uri="http://schemas.openxmlformats.org/presentationml/2006/ole">
              <mc:AlternateContent xmlns:mc="http://schemas.openxmlformats.org/markup-compatibility/2006">
                <mc:Choice xmlns:v="urn:schemas-microsoft-com:vml" Requires="v">
                  <p:oleObj name="Equation" r:id="rId3" imgW="233045" imgH="347345" progId="Equation.DSMT4">
                    <p:embed/>
                  </p:oleObj>
                </mc:Choice>
                <mc:Fallback>
                  <p:oleObj name="Equation" r:id="rId3" imgW="233045" imgH="347345" progId="Equation.DSMT4">
                    <p:embed/>
                    <p:pic>
                      <p:nvPicPr>
                        <p:cNvPr id="0" name="对象 117"/>
                        <p:cNvPicPr/>
                        <p:nvPr/>
                      </p:nvPicPr>
                      <p:blipFill>
                        <a:blip r:embed="rId4"/>
                        <a:stretch>
                          <a:fillRect/>
                        </a:stretch>
                      </p:blipFill>
                      <p:spPr>
                        <a:xfrm>
                          <a:off x="7922412" y="3803468"/>
                          <a:ext cx="231775" cy="346075"/>
                        </a:xfrm>
                        <a:prstGeom prst="rect">
                          <a:avLst/>
                        </a:prstGeom>
                      </p:spPr>
                    </p:pic>
                  </p:oleObj>
                </mc:Fallback>
              </mc:AlternateContent>
            </a:graphicData>
          </a:graphic>
        </p:graphicFrame>
      </p:grpSp>
      <p:grpSp>
        <p:nvGrpSpPr>
          <p:cNvPr id="127" name="组合 126"/>
          <p:cNvGrpSpPr/>
          <p:nvPr/>
        </p:nvGrpSpPr>
        <p:grpSpPr>
          <a:xfrm>
            <a:off x="5035073" y="1425010"/>
            <a:ext cx="3778130" cy="2480349"/>
            <a:chOff x="180492" y="1708281"/>
            <a:chExt cx="3290825" cy="2024397"/>
          </a:xfrm>
        </p:grpSpPr>
        <p:sp>
          <p:nvSpPr>
            <p:cNvPr id="2" name="Arc 13"/>
            <p:cNvSpPr/>
            <p:nvPr/>
          </p:nvSpPr>
          <p:spPr bwMode="auto">
            <a:xfrm>
              <a:off x="2521497" y="3023391"/>
              <a:ext cx="103768" cy="120806"/>
            </a:xfrm>
            <a:custGeom>
              <a:avLst/>
              <a:gdLst>
                <a:gd name="T0" fmla="*/ 0 w 21825"/>
                <a:gd name="T1" fmla="*/ 0 h 43200"/>
                <a:gd name="T2" fmla="*/ 0 w 21825"/>
                <a:gd name="T3" fmla="*/ 0 h 43200"/>
                <a:gd name="T4" fmla="*/ 0 w 21825"/>
                <a:gd name="T5" fmla="*/ 0 h 43200"/>
                <a:gd name="T6" fmla="*/ 0 60000 65536"/>
                <a:gd name="T7" fmla="*/ 0 60000 65536"/>
                <a:gd name="T8" fmla="*/ 0 60000 65536"/>
              </a:gdLst>
              <a:ahLst/>
              <a:cxnLst>
                <a:cxn ang="T6">
                  <a:pos x="T0" y="T1"/>
                </a:cxn>
                <a:cxn ang="T7">
                  <a:pos x="T2" y="T3"/>
                </a:cxn>
                <a:cxn ang="T8">
                  <a:pos x="T4" y="T5"/>
                </a:cxn>
              </a:cxnLst>
              <a:rect l="0" t="0" r="r" b="b"/>
              <a:pathLst>
                <a:path w="21825" h="43200" fill="none" extrusionOk="0">
                  <a:moveTo>
                    <a:pt x="0" y="1"/>
                  </a:moveTo>
                  <a:cubicBezTo>
                    <a:pt x="74" y="0"/>
                    <a:pt x="149" y="0"/>
                    <a:pt x="225" y="0"/>
                  </a:cubicBezTo>
                  <a:cubicBezTo>
                    <a:pt x="12154" y="0"/>
                    <a:pt x="21825" y="9670"/>
                    <a:pt x="21825" y="21600"/>
                  </a:cubicBezTo>
                  <a:cubicBezTo>
                    <a:pt x="21825" y="33529"/>
                    <a:pt x="12154" y="43199"/>
                    <a:pt x="225" y="43199"/>
                  </a:cubicBezTo>
                </a:path>
                <a:path w="21825" h="43200" stroke="0" extrusionOk="0">
                  <a:moveTo>
                    <a:pt x="0" y="1"/>
                  </a:moveTo>
                  <a:cubicBezTo>
                    <a:pt x="74" y="0"/>
                    <a:pt x="149" y="0"/>
                    <a:pt x="225" y="0"/>
                  </a:cubicBezTo>
                  <a:cubicBezTo>
                    <a:pt x="12154" y="0"/>
                    <a:pt x="21825" y="9670"/>
                    <a:pt x="21825" y="21600"/>
                  </a:cubicBezTo>
                  <a:cubicBezTo>
                    <a:pt x="21825" y="33529"/>
                    <a:pt x="12154" y="43199"/>
                    <a:pt x="225" y="43199"/>
                  </a:cubicBezTo>
                  <a:lnTo>
                    <a:pt x="225" y="21600"/>
                  </a:lnTo>
                  <a:lnTo>
                    <a:pt x="0" y="1"/>
                  </a:lnTo>
                  <a:close/>
                </a:path>
              </a:pathLst>
            </a:custGeom>
            <a:noFill/>
            <a:ln w="28575" cap="rnd">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3" name="Arc 14"/>
            <p:cNvSpPr/>
            <p:nvPr/>
          </p:nvSpPr>
          <p:spPr bwMode="auto">
            <a:xfrm>
              <a:off x="2521497" y="3144196"/>
              <a:ext cx="103768" cy="120806"/>
            </a:xfrm>
            <a:custGeom>
              <a:avLst/>
              <a:gdLst>
                <a:gd name="T0" fmla="*/ 0 w 21825"/>
                <a:gd name="T1" fmla="*/ 0 h 43200"/>
                <a:gd name="T2" fmla="*/ 0 w 21825"/>
                <a:gd name="T3" fmla="*/ 0 h 43200"/>
                <a:gd name="T4" fmla="*/ 0 w 21825"/>
                <a:gd name="T5" fmla="*/ 0 h 43200"/>
                <a:gd name="T6" fmla="*/ 0 60000 65536"/>
                <a:gd name="T7" fmla="*/ 0 60000 65536"/>
                <a:gd name="T8" fmla="*/ 0 60000 65536"/>
              </a:gdLst>
              <a:ahLst/>
              <a:cxnLst>
                <a:cxn ang="T6">
                  <a:pos x="T0" y="T1"/>
                </a:cxn>
                <a:cxn ang="T7">
                  <a:pos x="T2" y="T3"/>
                </a:cxn>
                <a:cxn ang="T8">
                  <a:pos x="T4" y="T5"/>
                </a:cxn>
              </a:cxnLst>
              <a:rect l="0" t="0" r="r" b="b"/>
              <a:pathLst>
                <a:path w="21825" h="43200" fill="none" extrusionOk="0">
                  <a:moveTo>
                    <a:pt x="0" y="1"/>
                  </a:moveTo>
                  <a:cubicBezTo>
                    <a:pt x="74" y="0"/>
                    <a:pt x="149" y="0"/>
                    <a:pt x="225" y="0"/>
                  </a:cubicBezTo>
                  <a:cubicBezTo>
                    <a:pt x="12154" y="0"/>
                    <a:pt x="21825" y="9670"/>
                    <a:pt x="21825" y="21600"/>
                  </a:cubicBezTo>
                  <a:cubicBezTo>
                    <a:pt x="21825" y="33529"/>
                    <a:pt x="12154" y="43199"/>
                    <a:pt x="225" y="43199"/>
                  </a:cubicBezTo>
                </a:path>
                <a:path w="21825" h="43200" stroke="0" extrusionOk="0">
                  <a:moveTo>
                    <a:pt x="0" y="1"/>
                  </a:moveTo>
                  <a:cubicBezTo>
                    <a:pt x="74" y="0"/>
                    <a:pt x="149" y="0"/>
                    <a:pt x="225" y="0"/>
                  </a:cubicBezTo>
                  <a:cubicBezTo>
                    <a:pt x="12154" y="0"/>
                    <a:pt x="21825" y="9670"/>
                    <a:pt x="21825" y="21600"/>
                  </a:cubicBezTo>
                  <a:cubicBezTo>
                    <a:pt x="21825" y="33529"/>
                    <a:pt x="12154" y="43199"/>
                    <a:pt x="225" y="43199"/>
                  </a:cubicBezTo>
                  <a:lnTo>
                    <a:pt x="225" y="21600"/>
                  </a:lnTo>
                  <a:lnTo>
                    <a:pt x="0" y="1"/>
                  </a:lnTo>
                  <a:close/>
                </a:path>
              </a:pathLst>
            </a:custGeom>
            <a:noFill/>
            <a:ln w="28575" cap="rnd">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4" name="Arc 15"/>
            <p:cNvSpPr/>
            <p:nvPr/>
          </p:nvSpPr>
          <p:spPr bwMode="auto">
            <a:xfrm>
              <a:off x="2521497" y="3265003"/>
              <a:ext cx="103768" cy="120806"/>
            </a:xfrm>
            <a:custGeom>
              <a:avLst/>
              <a:gdLst>
                <a:gd name="T0" fmla="*/ 0 w 21825"/>
                <a:gd name="T1" fmla="*/ 0 h 43200"/>
                <a:gd name="T2" fmla="*/ 0 w 21825"/>
                <a:gd name="T3" fmla="*/ 0 h 43200"/>
                <a:gd name="T4" fmla="*/ 0 w 21825"/>
                <a:gd name="T5" fmla="*/ 0 h 43200"/>
                <a:gd name="T6" fmla="*/ 0 60000 65536"/>
                <a:gd name="T7" fmla="*/ 0 60000 65536"/>
                <a:gd name="T8" fmla="*/ 0 60000 65536"/>
              </a:gdLst>
              <a:ahLst/>
              <a:cxnLst>
                <a:cxn ang="T6">
                  <a:pos x="T0" y="T1"/>
                </a:cxn>
                <a:cxn ang="T7">
                  <a:pos x="T2" y="T3"/>
                </a:cxn>
                <a:cxn ang="T8">
                  <a:pos x="T4" y="T5"/>
                </a:cxn>
              </a:cxnLst>
              <a:rect l="0" t="0" r="r" b="b"/>
              <a:pathLst>
                <a:path w="21825" h="43200" fill="none" extrusionOk="0">
                  <a:moveTo>
                    <a:pt x="0" y="1"/>
                  </a:moveTo>
                  <a:cubicBezTo>
                    <a:pt x="74" y="0"/>
                    <a:pt x="149" y="0"/>
                    <a:pt x="225" y="0"/>
                  </a:cubicBezTo>
                  <a:cubicBezTo>
                    <a:pt x="12154" y="0"/>
                    <a:pt x="21825" y="9670"/>
                    <a:pt x="21825" y="21600"/>
                  </a:cubicBezTo>
                  <a:cubicBezTo>
                    <a:pt x="21825" y="33529"/>
                    <a:pt x="12154" y="43199"/>
                    <a:pt x="225" y="43199"/>
                  </a:cubicBezTo>
                </a:path>
                <a:path w="21825" h="43200" stroke="0" extrusionOk="0">
                  <a:moveTo>
                    <a:pt x="0" y="1"/>
                  </a:moveTo>
                  <a:cubicBezTo>
                    <a:pt x="74" y="0"/>
                    <a:pt x="149" y="0"/>
                    <a:pt x="225" y="0"/>
                  </a:cubicBezTo>
                  <a:cubicBezTo>
                    <a:pt x="12154" y="0"/>
                    <a:pt x="21825" y="9670"/>
                    <a:pt x="21825" y="21600"/>
                  </a:cubicBezTo>
                  <a:cubicBezTo>
                    <a:pt x="21825" y="33529"/>
                    <a:pt x="12154" y="43199"/>
                    <a:pt x="225" y="43199"/>
                  </a:cubicBezTo>
                  <a:lnTo>
                    <a:pt x="225" y="21600"/>
                  </a:lnTo>
                  <a:lnTo>
                    <a:pt x="0" y="1"/>
                  </a:lnTo>
                  <a:close/>
                </a:path>
              </a:pathLst>
            </a:custGeom>
            <a:noFill/>
            <a:ln w="28575" cap="rnd">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2459012" y="2545294"/>
              <a:ext cx="124969" cy="31960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a:stCxn id="6" idx="2"/>
              <a:endCxn id="2" idx="0"/>
            </p:cNvCxnSpPr>
            <p:nvPr/>
          </p:nvCxnSpPr>
          <p:spPr>
            <a:xfrm>
              <a:off x="2521497" y="2864899"/>
              <a:ext cx="0" cy="1584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3153096" y="2839006"/>
              <a:ext cx="318221" cy="31418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46796" y="2839006"/>
              <a:ext cx="318221" cy="31418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191884" y="2839006"/>
              <a:ext cx="318221" cy="31418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1856864" y="2176563"/>
              <a:ext cx="0" cy="28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958037" y="2176563"/>
              <a:ext cx="0" cy="2804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1755344" y="1708281"/>
              <a:ext cx="318221" cy="31418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flipH="1">
              <a:off x="697258" y="2317432"/>
              <a:ext cx="115960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3" name="直接连接符 22"/>
            <p:cNvCxnSpPr/>
            <p:nvPr/>
          </p:nvCxnSpPr>
          <p:spPr>
            <a:xfrm>
              <a:off x="697258" y="2317432"/>
              <a:ext cx="0" cy="13490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3" idx="0"/>
            </p:cNvCxnSpPr>
            <p:nvPr/>
          </p:nvCxnSpPr>
          <p:spPr>
            <a:xfrm flipV="1">
              <a:off x="1350995" y="2143199"/>
              <a:ext cx="0" cy="69580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3" idx="4"/>
            </p:cNvCxnSpPr>
            <p:nvPr/>
          </p:nvCxnSpPr>
          <p:spPr>
            <a:xfrm>
              <a:off x="1350995" y="3153186"/>
              <a:ext cx="0" cy="5043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97258" y="3657514"/>
              <a:ext cx="261494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3" name="直接连接符 32"/>
            <p:cNvCxnSpPr>
              <a:stCxn id="10" idx="4"/>
            </p:cNvCxnSpPr>
            <p:nvPr/>
          </p:nvCxnSpPr>
          <p:spPr>
            <a:xfrm>
              <a:off x="3312207" y="3153185"/>
              <a:ext cx="0" cy="5133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958037" y="2317432"/>
              <a:ext cx="135417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8" name="直接连接符 37"/>
            <p:cNvCxnSpPr>
              <a:stCxn id="10" idx="0"/>
            </p:cNvCxnSpPr>
            <p:nvPr/>
          </p:nvCxnSpPr>
          <p:spPr>
            <a:xfrm flipV="1">
              <a:off x="3312207" y="2317432"/>
              <a:ext cx="0" cy="5215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6" idx="0"/>
            </p:cNvCxnSpPr>
            <p:nvPr/>
          </p:nvCxnSpPr>
          <p:spPr>
            <a:xfrm flipH="1" flipV="1">
              <a:off x="2520951" y="2187236"/>
              <a:ext cx="546" cy="3580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2521497" y="3385808"/>
              <a:ext cx="0" cy="2717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V="1">
              <a:off x="1350995" y="1865371"/>
              <a:ext cx="0" cy="4520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17" idx="2"/>
            </p:cNvCxnSpPr>
            <p:nvPr/>
          </p:nvCxnSpPr>
          <p:spPr>
            <a:xfrm flipH="1">
              <a:off x="1350995" y="1865371"/>
              <a:ext cx="4043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17" idx="6"/>
            </p:cNvCxnSpPr>
            <p:nvPr/>
          </p:nvCxnSpPr>
          <p:spPr>
            <a:xfrm>
              <a:off x="2073564" y="1865371"/>
              <a:ext cx="46661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2521497" y="1865371"/>
              <a:ext cx="1" cy="4520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a:xfrm>
              <a:off x="439743" y="3041820"/>
              <a:ext cx="276368" cy="369332"/>
            </a:xfrm>
            <a:prstGeom prst="rect">
              <a:avLst/>
            </a:prstGeom>
            <a:noFill/>
          </p:spPr>
          <p:txBody>
            <a:bodyPr wrap="square" rtlCol="0">
              <a:spAutoFit/>
            </a:bodyPr>
            <a:lstStyle/>
            <a:p>
              <a:r>
                <a:rPr lang="en-US" altLang="zh-CN" dirty="0"/>
                <a:t>-</a:t>
              </a:r>
              <a:endParaRPr lang="zh-CN" altLang="en-US" dirty="0"/>
            </a:p>
          </p:txBody>
        </p:sp>
        <p:graphicFrame>
          <p:nvGraphicFramePr>
            <p:cNvPr id="85" name="对象 84"/>
            <p:cNvGraphicFramePr>
              <a:graphicFrameLocks noChangeAspect="1"/>
            </p:cNvGraphicFramePr>
            <p:nvPr/>
          </p:nvGraphicFramePr>
          <p:xfrm>
            <a:off x="180492" y="2763491"/>
            <a:ext cx="284210" cy="360000"/>
          </p:xfrm>
          <a:graphic>
            <a:graphicData uri="http://schemas.openxmlformats.org/presentationml/2006/ole">
              <mc:AlternateContent xmlns:mc="http://schemas.openxmlformats.org/markup-compatibility/2006">
                <mc:Choice xmlns:v="urn:schemas-microsoft-com:vml" Requires="v">
                  <p:oleObj name="Equation" r:id="rId5" imgW="4572000" imgH="5791200" progId="Equation.DSMT4">
                    <p:embed/>
                  </p:oleObj>
                </mc:Choice>
                <mc:Fallback>
                  <p:oleObj name="Equation" r:id="rId5" imgW="4572000" imgH="5791200" progId="Equation.DSMT4">
                    <p:embed/>
                    <p:pic>
                      <p:nvPicPr>
                        <p:cNvPr id="0" name="对象 84"/>
                        <p:cNvPicPr/>
                        <p:nvPr/>
                      </p:nvPicPr>
                      <p:blipFill>
                        <a:blip r:embed="rId6"/>
                        <a:stretch>
                          <a:fillRect/>
                        </a:stretch>
                      </p:blipFill>
                      <p:spPr>
                        <a:xfrm>
                          <a:off x="180492" y="2763491"/>
                          <a:ext cx="284210" cy="360000"/>
                        </a:xfrm>
                        <a:prstGeom prst="rect">
                          <a:avLst/>
                        </a:prstGeom>
                      </p:spPr>
                    </p:pic>
                  </p:oleObj>
                </mc:Fallback>
              </mc:AlternateContent>
            </a:graphicData>
          </a:graphic>
        </p:graphicFrame>
        <p:graphicFrame>
          <p:nvGraphicFramePr>
            <p:cNvPr id="86" name="对象 85"/>
            <p:cNvGraphicFramePr>
              <a:graphicFrameLocks noChangeAspect="1"/>
            </p:cNvGraphicFramePr>
            <p:nvPr/>
          </p:nvGraphicFramePr>
          <p:xfrm>
            <a:off x="935990" y="1931782"/>
            <a:ext cx="231335" cy="347003"/>
          </p:xfrm>
          <a:graphic>
            <a:graphicData uri="http://schemas.openxmlformats.org/presentationml/2006/ole">
              <mc:AlternateContent xmlns:mc="http://schemas.openxmlformats.org/markup-compatibility/2006">
                <mc:Choice xmlns:v="urn:schemas-microsoft-com:vml" Requires="v">
                  <p:oleObj name="Equation" r:id="rId7" imgW="3048000" imgH="4572000" progId="Equation.DSMT4">
                    <p:embed/>
                  </p:oleObj>
                </mc:Choice>
                <mc:Fallback>
                  <p:oleObj name="Equation" r:id="rId7" imgW="3048000" imgH="4572000" progId="Equation.DSMT4">
                    <p:embed/>
                    <p:pic>
                      <p:nvPicPr>
                        <p:cNvPr id="0" name="对象 85"/>
                        <p:cNvPicPr/>
                        <p:nvPr/>
                      </p:nvPicPr>
                      <p:blipFill>
                        <a:blip r:embed="rId8"/>
                        <a:stretch>
                          <a:fillRect/>
                        </a:stretch>
                      </p:blipFill>
                      <p:spPr>
                        <a:xfrm>
                          <a:off x="935990" y="1931782"/>
                          <a:ext cx="231335" cy="347003"/>
                        </a:xfrm>
                        <a:prstGeom prst="rect">
                          <a:avLst/>
                        </a:prstGeom>
                      </p:spPr>
                    </p:pic>
                  </p:oleObj>
                </mc:Fallback>
              </mc:AlternateContent>
            </a:graphicData>
          </a:graphic>
        </p:graphicFrame>
        <p:cxnSp>
          <p:nvCxnSpPr>
            <p:cNvPr id="88" name="直接箭头连接符 87"/>
            <p:cNvCxnSpPr/>
            <p:nvPr/>
          </p:nvCxnSpPr>
          <p:spPr>
            <a:xfrm flipV="1">
              <a:off x="697258" y="2316791"/>
              <a:ext cx="438213" cy="1"/>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aphicFrame>
          <p:nvGraphicFramePr>
            <p:cNvPr id="91" name="对象 90"/>
            <p:cNvGraphicFramePr>
              <a:graphicFrameLocks noChangeAspect="1"/>
            </p:cNvGraphicFramePr>
            <p:nvPr/>
          </p:nvGraphicFramePr>
          <p:xfrm>
            <a:off x="1770205" y="2414272"/>
            <a:ext cx="303158" cy="360000"/>
          </p:xfrm>
          <a:graphic>
            <a:graphicData uri="http://schemas.openxmlformats.org/presentationml/2006/ole">
              <mc:AlternateContent xmlns:mc="http://schemas.openxmlformats.org/markup-compatibility/2006">
                <mc:Choice xmlns:v="urn:schemas-microsoft-com:vml" Requires="v">
                  <p:oleObj name="Equation" r:id="rId9" imgW="4876800" imgH="5791200" progId="Equation.DSMT4">
                    <p:embed/>
                  </p:oleObj>
                </mc:Choice>
                <mc:Fallback>
                  <p:oleObj name="Equation" r:id="rId9" imgW="4876800" imgH="5791200" progId="Equation.DSMT4">
                    <p:embed/>
                    <p:pic>
                      <p:nvPicPr>
                        <p:cNvPr id="0" name="对象 90"/>
                        <p:cNvPicPr/>
                        <p:nvPr/>
                      </p:nvPicPr>
                      <p:blipFill>
                        <a:blip r:embed="rId10"/>
                        <a:stretch>
                          <a:fillRect/>
                        </a:stretch>
                      </p:blipFill>
                      <p:spPr>
                        <a:xfrm>
                          <a:off x="1770205" y="2414272"/>
                          <a:ext cx="303158" cy="360000"/>
                        </a:xfrm>
                        <a:prstGeom prst="rect">
                          <a:avLst/>
                        </a:prstGeom>
                      </p:spPr>
                    </p:pic>
                  </p:oleObj>
                </mc:Fallback>
              </mc:AlternateContent>
            </a:graphicData>
          </a:graphic>
        </p:graphicFrame>
        <p:graphicFrame>
          <p:nvGraphicFramePr>
            <p:cNvPr id="92" name="对象 91"/>
            <p:cNvGraphicFramePr>
              <a:graphicFrameLocks noChangeAspect="1"/>
            </p:cNvGraphicFramePr>
            <p:nvPr/>
          </p:nvGraphicFramePr>
          <p:xfrm>
            <a:off x="2136052" y="2528042"/>
            <a:ext cx="322105" cy="360000"/>
          </p:xfrm>
          <a:graphic>
            <a:graphicData uri="http://schemas.openxmlformats.org/presentationml/2006/ole">
              <mc:AlternateContent xmlns:mc="http://schemas.openxmlformats.org/markup-compatibility/2006">
                <mc:Choice xmlns:v="urn:schemas-microsoft-com:vml" Requires="v">
                  <p:oleObj name="Equation" r:id="rId11" imgW="5181600" imgH="5791200" progId="Equation.DSMT4">
                    <p:embed/>
                  </p:oleObj>
                </mc:Choice>
                <mc:Fallback>
                  <p:oleObj name="Equation" r:id="rId11" imgW="5181600" imgH="5791200" progId="Equation.DSMT4">
                    <p:embed/>
                    <p:pic>
                      <p:nvPicPr>
                        <p:cNvPr id="0" name="对象 91"/>
                        <p:cNvPicPr/>
                        <p:nvPr/>
                      </p:nvPicPr>
                      <p:blipFill>
                        <a:blip r:embed="rId12"/>
                        <a:stretch>
                          <a:fillRect/>
                        </a:stretch>
                      </p:blipFill>
                      <p:spPr>
                        <a:xfrm>
                          <a:off x="2136052" y="2528042"/>
                          <a:ext cx="322105" cy="360000"/>
                        </a:xfrm>
                        <a:prstGeom prst="rect">
                          <a:avLst/>
                        </a:prstGeom>
                      </p:spPr>
                    </p:pic>
                  </p:oleObj>
                </mc:Fallback>
              </mc:AlternateContent>
            </a:graphicData>
          </a:graphic>
        </p:graphicFrame>
        <p:graphicFrame>
          <p:nvGraphicFramePr>
            <p:cNvPr id="93" name="对象 92"/>
            <p:cNvGraphicFramePr>
              <a:graphicFrameLocks noChangeAspect="1"/>
            </p:cNvGraphicFramePr>
            <p:nvPr/>
          </p:nvGraphicFramePr>
          <p:xfrm>
            <a:off x="2145816" y="3061243"/>
            <a:ext cx="322105" cy="360000"/>
          </p:xfrm>
          <a:graphic>
            <a:graphicData uri="http://schemas.openxmlformats.org/presentationml/2006/ole">
              <mc:AlternateContent xmlns:mc="http://schemas.openxmlformats.org/markup-compatibility/2006">
                <mc:Choice xmlns:v="urn:schemas-microsoft-com:vml" Requires="v">
                  <p:oleObj name="Equation" r:id="rId13" imgW="5181600" imgH="5791200" progId="Equation.DSMT4">
                    <p:embed/>
                  </p:oleObj>
                </mc:Choice>
                <mc:Fallback>
                  <p:oleObj name="Equation" r:id="rId13" imgW="5181600" imgH="5791200" progId="Equation.DSMT4">
                    <p:embed/>
                    <p:pic>
                      <p:nvPicPr>
                        <p:cNvPr id="0" name="对象 92"/>
                        <p:cNvPicPr/>
                        <p:nvPr/>
                      </p:nvPicPr>
                      <p:blipFill>
                        <a:blip r:embed="rId14"/>
                        <a:stretch>
                          <a:fillRect/>
                        </a:stretch>
                      </p:blipFill>
                      <p:spPr>
                        <a:xfrm>
                          <a:off x="2145816" y="3061243"/>
                          <a:ext cx="322105" cy="360000"/>
                        </a:xfrm>
                        <a:prstGeom prst="rect">
                          <a:avLst/>
                        </a:prstGeom>
                      </p:spPr>
                    </p:pic>
                  </p:oleObj>
                </mc:Fallback>
              </mc:AlternateContent>
            </a:graphicData>
          </a:graphic>
        </p:graphicFrame>
        <p:graphicFrame>
          <p:nvGraphicFramePr>
            <p:cNvPr id="94" name="对象 93"/>
            <p:cNvGraphicFramePr>
              <a:graphicFrameLocks noChangeAspect="1"/>
            </p:cNvGraphicFramePr>
            <p:nvPr/>
          </p:nvGraphicFramePr>
          <p:xfrm>
            <a:off x="2851881" y="2793185"/>
            <a:ext cx="284211" cy="360000"/>
          </p:xfrm>
          <a:graphic>
            <a:graphicData uri="http://schemas.openxmlformats.org/presentationml/2006/ole">
              <mc:AlternateContent xmlns:mc="http://schemas.openxmlformats.org/markup-compatibility/2006">
                <mc:Choice xmlns:v="urn:schemas-microsoft-com:vml" Requires="v">
                  <p:oleObj name="Equation" r:id="rId15" imgW="4572000" imgH="5791200" progId="Equation.DSMT4">
                    <p:embed/>
                  </p:oleObj>
                </mc:Choice>
                <mc:Fallback>
                  <p:oleObj name="Equation" r:id="rId15" imgW="4572000" imgH="5791200" progId="Equation.DSMT4">
                    <p:embed/>
                    <p:pic>
                      <p:nvPicPr>
                        <p:cNvPr id="0" name="对象 93"/>
                        <p:cNvPicPr/>
                        <p:nvPr/>
                      </p:nvPicPr>
                      <p:blipFill>
                        <a:blip r:embed="rId16"/>
                        <a:stretch>
                          <a:fillRect/>
                        </a:stretch>
                      </p:blipFill>
                      <p:spPr>
                        <a:xfrm>
                          <a:off x="2851881" y="2793185"/>
                          <a:ext cx="284211" cy="360000"/>
                        </a:xfrm>
                        <a:prstGeom prst="rect">
                          <a:avLst/>
                        </a:prstGeom>
                      </p:spPr>
                    </p:pic>
                  </p:oleObj>
                </mc:Fallback>
              </mc:AlternateContent>
            </a:graphicData>
          </a:graphic>
        </p:graphicFrame>
        <p:graphicFrame>
          <p:nvGraphicFramePr>
            <p:cNvPr id="95" name="对象 94"/>
            <p:cNvGraphicFramePr>
              <a:graphicFrameLocks noChangeAspect="1"/>
            </p:cNvGraphicFramePr>
            <p:nvPr/>
          </p:nvGraphicFramePr>
          <p:xfrm>
            <a:off x="1233130" y="2855363"/>
            <a:ext cx="224000" cy="288000"/>
          </p:xfrm>
          <a:graphic>
            <a:graphicData uri="http://schemas.openxmlformats.org/presentationml/2006/ole">
              <mc:AlternateContent xmlns:mc="http://schemas.openxmlformats.org/markup-compatibility/2006">
                <mc:Choice xmlns:v="urn:schemas-microsoft-com:vml" Requires="v">
                  <p:oleObj name="Equation" r:id="rId17" imgW="4267200" imgH="5486400" progId="Equation.DSMT4">
                    <p:embed/>
                  </p:oleObj>
                </mc:Choice>
                <mc:Fallback>
                  <p:oleObj name="Equation" r:id="rId17" imgW="4267200" imgH="5486400" progId="Equation.DSMT4">
                    <p:embed/>
                    <p:pic>
                      <p:nvPicPr>
                        <p:cNvPr id="0" name="对象 94"/>
                        <p:cNvPicPr/>
                        <p:nvPr/>
                      </p:nvPicPr>
                      <p:blipFill>
                        <a:blip r:embed="rId18"/>
                        <a:stretch>
                          <a:fillRect/>
                        </a:stretch>
                      </p:blipFill>
                      <p:spPr>
                        <a:xfrm>
                          <a:off x="1233130" y="2855363"/>
                          <a:ext cx="224000" cy="288000"/>
                        </a:xfrm>
                        <a:prstGeom prst="rect">
                          <a:avLst/>
                        </a:prstGeom>
                      </p:spPr>
                    </p:pic>
                  </p:oleObj>
                </mc:Fallback>
              </mc:AlternateContent>
            </a:graphicData>
          </a:graphic>
        </p:graphicFrame>
        <p:graphicFrame>
          <p:nvGraphicFramePr>
            <p:cNvPr id="96" name="对象 95"/>
            <p:cNvGraphicFramePr>
              <a:graphicFrameLocks noChangeAspect="1"/>
            </p:cNvGraphicFramePr>
            <p:nvPr/>
          </p:nvGraphicFramePr>
          <p:xfrm>
            <a:off x="1775628" y="1737946"/>
            <a:ext cx="240000" cy="288000"/>
          </p:xfrm>
          <a:graphic>
            <a:graphicData uri="http://schemas.openxmlformats.org/presentationml/2006/ole">
              <mc:AlternateContent xmlns:mc="http://schemas.openxmlformats.org/markup-compatibility/2006">
                <mc:Choice xmlns:v="urn:schemas-microsoft-com:vml" Requires="v">
                  <p:oleObj name="Equation" r:id="rId19" imgW="4572000" imgH="5486400" progId="Equation.DSMT4">
                    <p:embed/>
                  </p:oleObj>
                </mc:Choice>
                <mc:Fallback>
                  <p:oleObj name="Equation" r:id="rId19" imgW="4572000" imgH="5486400" progId="Equation.DSMT4">
                    <p:embed/>
                    <p:pic>
                      <p:nvPicPr>
                        <p:cNvPr id="0" name="对象 95"/>
                        <p:cNvPicPr/>
                        <p:nvPr/>
                      </p:nvPicPr>
                      <p:blipFill>
                        <a:blip r:embed="rId20"/>
                        <a:stretch>
                          <a:fillRect/>
                        </a:stretch>
                      </p:blipFill>
                      <p:spPr>
                        <a:xfrm>
                          <a:off x="1775628" y="1737946"/>
                          <a:ext cx="240000" cy="288000"/>
                        </a:xfrm>
                        <a:prstGeom prst="rect">
                          <a:avLst/>
                        </a:prstGeom>
                      </p:spPr>
                    </p:pic>
                  </p:oleObj>
                </mc:Fallback>
              </mc:AlternateContent>
            </a:graphicData>
          </a:graphic>
        </p:graphicFrame>
        <p:graphicFrame>
          <p:nvGraphicFramePr>
            <p:cNvPr id="97" name="对象 96"/>
            <p:cNvGraphicFramePr>
              <a:graphicFrameLocks noChangeAspect="1"/>
            </p:cNvGraphicFramePr>
            <p:nvPr/>
          </p:nvGraphicFramePr>
          <p:xfrm>
            <a:off x="3192206" y="2879391"/>
            <a:ext cx="240000" cy="288000"/>
          </p:xfrm>
          <a:graphic>
            <a:graphicData uri="http://schemas.openxmlformats.org/presentationml/2006/ole">
              <mc:AlternateContent xmlns:mc="http://schemas.openxmlformats.org/markup-compatibility/2006">
                <mc:Choice xmlns:v="urn:schemas-microsoft-com:vml" Requires="v">
                  <p:oleObj name="Equation" r:id="rId21" imgW="4572000" imgH="5486400" progId="Equation.DSMT4">
                    <p:embed/>
                  </p:oleObj>
                </mc:Choice>
                <mc:Fallback>
                  <p:oleObj name="Equation" r:id="rId21" imgW="4572000" imgH="5486400" progId="Equation.DSMT4">
                    <p:embed/>
                    <p:pic>
                      <p:nvPicPr>
                        <p:cNvPr id="0" name="对象 96"/>
                        <p:cNvPicPr/>
                        <p:nvPr/>
                      </p:nvPicPr>
                      <p:blipFill>
                        <a:blip r:embed="rId22"/>
                        <a:stretch>
                          <a:fillRect/>
                        </a:stretch>
                      </p:blipFill>
                      <p:spPr>
                        <a:xfrm>
                          <a:off x="3192206" y="2879391"/>
                          <a:ext cx="240000" cy="288000"/>
                        </a:xfrm>
                        <a:prstGeom prst="rect">
                          <a:avLst/>
                        </a:prstGeom>
                      </p:spPr>
                    </p:pic>
                  </p:oleObj>
                </mc:Fallback>
              </mc:AlternateContent>
            </a:graphicData>
          </a:graphic>
        </p:graphicFrame>
        <p:sp>
          <p:nvSpPr>
            <p:cNvPr id="99" name="文本框 98"/>
            <p:cNvSpPr txBox="1"/>
            <p:nvPr/>
          </p:nvSpPr>
          <p:spPr>
            <a:xfrm>
              <a:off x="2238331" y="2707208"/>
              <a:ext cx="276368" cy="369332"/>
            </a:xfrm>
            <a:prstGeom prst="rect">
              <a:avLst/>
            </a:prstGeom>
            <a:noFill/>
          </p:spPr>
          <p:txBody>
            <a:bodyPr wrap="square" rtlCol="0">
              <a:spAutoFit/>
            </a:bodyPr>
            <a:lstStyle/>
            <a:p>
              <a:r>
                <a:rPr lang="en-US" altLang="zh-CN" dirty="0"/>
                <a:t>-</a:t>
              </a:r>
              <a:endParaRPr lang="zh-CN" altLang="en-US" dirty="0"/>
            </a:p>
          </p:txBody>
        </p:sp>
        <p:sp>
          <p:nvSpPr>
            <p:cNvPr id="100" name="文本框 99"/>
            <p:cNvSpPr txBox="1"/>
            <p:nvPr/>
          </p:nvSpPr>
          <p:spPr>
            <a:xfrm>
              <a:off x="2231533" y="2855363"/>
              <a:ext cx="247027" cy="276999"/>
            </a:xfrm>
            <a:prstGeom prst="rect">
              <a:avLst/>
            </a:prstGeom>
            <a:noFill/>
          </p:spPr>
          <p:txBody>
            <a:bodyPr wrap="square" rtlCol="0">
              <a:spAutoFit/>
            </a:bodyPr>
            <a:lstStyle/>
            <a:p>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p:txBody>
        </p:sp>
        <p:sp>
          <p:nvSpPr>
            <p:cNvPr id="101" name="文本框 100"/>
            <p:cNvSpPr txBox="1"/>
            <p:nvPr/>
          </p:nvSpPr>
          <p:spPr>
            <a:xfrm>
              <a:off x="2236781" y="3261207"/>
              <a:ext cx="276368" cy="369332"/>
            </a:xfrm>
            <a:prstGeom prst="rect">
              <a:avLst/>
            </a:prstGeom>
            <a:noFill/>
          </p:spPr>
          <p:txBody>
            <a:bodyPr wrap="square" rtlCol="0">
              <a:spAutoFit/>
            </a:bodyPr>
            <a:lstStyle/>
            <a:p>
              <a:r>
                <a:rPr lang="en-US" altLang="zh-CN" dirty="0"/>
                <a:t>-</a:t>
              </a:r>
              <a:endParaRPr lang="zh-CN" altLang="en-US" dirty="0"/>
            </a:p>
          </p:txBody>
        </p:sp>
        <p:sp>
          <p:nvSpPr>
            <p:cNvPr id="102" name="文本框 101"/>
            <p:cNvSpPr txBox="1"/>
            <p:nvPr/>
          </p:nvSpPr>
          <p:spPr>
            <a:xfrm>
              <a:off x="2229742" y="2334044"/>
              <a:ext cx="247027" cy="276999"/>
            </a:xfrm>
            <a:prstGeom prst="rect">
              <a:avLst/>
            </a:prstGeom>
            <a:noFill/>
          </p:spPr>
          <p:txBody>
            <a:bodyPr wrap="square" rtlCol="0">
              <a:spAutoFit/>
            </a:bodyPr>
            <a:lstStyle/>
            <a:p>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p:txBody>
        </p:sp>
        <p:sp>
          <p:nvSpPr>
            <p:cNvPr id="103" name="文本框 102"/>
            <p:cNvSpPr txBox="1"/>
            <p:nvPr/>
          </p:nvSpPr>
          <p:spPr>
            <a:xfrm>
              <a:off x="428816" y="2611043"/>
              <a:ext cx="247027" cy="276999"/>
            </a:xfrm>
            <a:prstGeom prst="rect">
              <a:avLst/>
            </a:prstGeom>
            <a:noFill/>
          </p:spPr>
          <p:txBody>
            <a:bodyPr wrap="square" rtlCol="0">
              <a:spAutoFit/>
            </a:bodyPr>
            <a:lstStyle/>
            <a:p>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p:txBody>
        </p:sp>
        <p:sp>
          <p:nvSpPr>
            <p:cNvPr id="104" name="文本框 103"/>
            <p:cNvSpPr txBox="1"/>
            <p:nvPr/>
          </p:nvSpPr>
          <p:spPr>
            <a:xfrm>
              <a:off x="1932971" y="2246314"/>
              <a:ext cx="276368" cy="369332"/>
            </a:xfrm>
            <a:prstGeom prst="rect">
              <a:avLst/>
            </a:prstGeom>
            <a:noFill/>
          </p:spPr>
          <p:txBody>
            <a:bodyPr wrap="square" rtlCol="0">
              <a:spAutoFit/>
            </a:bodyPr>
            <a:lstStyle/>
            <a:p>
              <a:r>
                <a:rPr lang="en-US" altLang="zh-CN" dirty="0"/>
                <a:t>-</a:t>
              </a:r>
              <a:endParaRPr lang="zh-CN" altLang="en-US" dirty="0"/>
            </a:p>
          </p:txBody>
        </p:sp>
        <p:sp>
          <p:nvSpPr>
            <p:cNvPr id="105" name="文本框 104"/>
            <p:cNvSpPr txBox="1"/>
            <p:nvPr/>
          </p:nvSpPr>
          <p:spPr>
            <a:xfrm>
              <a:off x="1594086" y="2302257"/>
              <a:ext cx="247027" cy="276999"/>
            </a:xfrm>
            <a:prstGeom prst="rect">
              <a:avLst/>
            </a:prstGeom>
            <a:noFill/>
          </p:spPr>
          <p:txBody>
            <a:bodyPr wrap="square" rtlCol="0">
              <a:spAutoFit/>
            </a:bodyPr>
            <a:lstStyle/>
            <a:p>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p:txBody>
        </p:sp>
        <p:graphicFrame>
          <p:nvGraphicFramePr>
            <p:cNvPr id="106" name="对象 105"/>
            <p:cNvGraphicFramePr>
              <a:graphicFrameLocks noChangeAspect="1"/>
            </p:cNvGraphicFramePr>
            <p:nvPr/>
          </p:nvGraphicFramePr>
          <p:xfrm>
            <a:off x="2669244" y="3124313"/>
            <a:ext cx="152308" cy="180000"/>
          </p:xfrm>
          <a:graphic>
            <a:graphicData uri="http://schemas.openxmlformats.org/presentationml/2006/ole">
              <mc:AlternateContent xmlns:mc="http://schemas.openxmlformats.org/markup-compatibility/2006">
                <mc:Choice xmlns:v="urn:schemas-microsoft-com:vml" Requires="v">
                  <p:oleObj name="Equation" r:id="rId23" imgW="3352800" imgH="3962400" progId="Equation.DSMT4">
                    <p:embed/>
                  </p:oleObj>
                </mc:Choice>
                <mc:Fallback>
                  <p:oleObj name="Equation" r:id="rId23" imgW="3352800" imgH="3962400" progId="Equation.DSMT4">
                    <p:embed/>
                    <p:pic>
                      <p:nvPicPr>
                        <p:cNvPr id="0" name="对象 105"/>
                        <p:cNvPicPr/>
                        <p:nvPr/>
                      </p:nvPicPr>
                      <p:blipFill>
                        <a:blip r:embed="rId24"/>
                        <a:stretch>
                          <a:fillRect/>
                        </a:stretch>
                      </p:blipFill>
                      <p:spPr>
                        <a:xfrm>
                          <a:off x="2669244" y="3124313"/>
                          <a:ext cx="152308" cy="180000"/>
                        </a:xfrm>
                        <a:prstGeom prst="rect">
                          <a:avLst/>
                        </a:prstGeom>
                      </p:spPr>
                    </p:pic>
                  </p:oleObj>
                </mc:Fallback>
              </mc:AlternateContent>
            </a:graphicData>
          </a:graphic>
        </p:graphicFrame>
        <p:graphicFrame>
          <p:nvGraphicFramePr>
            <p:cNvPr id="107" name="对象 106"/>
            <p:cNvGraphicFramePr>
              <a:graphicFrameLocks noChangeAspect="1"/>
            </p:cNvGraphicFramePr>
            <p:nvPr/>
          </p:nvGraphicFramePr>
          <p:xfrm>
            <a:off x="2634275" y="2594272"/>
            <a:ext cx="166153" cy="180000"/>
          </p:xfrm>
          <a:graphic>
            <a:graphicData uri="http://schemas.openxmlformats.org/presentationml/2006/ole">
              <mc:AlternateContent xmlns:mc="http://schemas.openxmlformats.org/markup-compatibility/2006">
                <mc:Choice xmlns:v="urn:schemas-microsoft-com:vml" Requires="v">
                  <p:oleObj name="Equation" r:id="rId25" imgW="3657600" imgH="3962400" progId="Equation.DSMT4">
                    <p:embed/>
                  </p:oleObj>
                </mc:Choice>
                <mc:Fallback>
                  <p:oleObj name="Equation" r:id="rId25" imgW="3657600" imgH="3962400" progId="Equation.DSMT4">
                    <p:embed/>
                    <p:pic>
                      <p:nvPicPr>
                        <p:cNvPr id="0" name="对象 106"/>
                        <p:cNvPicPr/>
                        <p:nvPr/>
                      </p:nvPicPr>
                      <p:blipFill>
                        <a:blip r:embed="rId26"/>
                        <a:stretch>
                          <a:fillRect/>
                        </a:stretch>
                      </p:blipFill>
                      <p:spPr>
                        <a:xfrm>
                          <a:off x="2634275" y="2594272"/>
                          <a:ext cx="166153" cy="180000"/>
                        </a:xfrm>
                        <a:prstGeom prst="rect">
                          <a:avLst/>
                        </a:prstGeom>
                      </p:spPr>
                    </p:pic>
                  </p:oleObj>
                </mc:Fallback>
              </mc:AlternateContent>
            </a:graphicData>
          </a:graphic>
        </p:graphicFrame>
        <p:graphicFrame>
          <p:nvGraphicFramePr>
            <p:cNvPr id="108" name="对象 107"/>
            <p:cNvGraphicFramePr>
              <a:graphicFrameLocks noChangeAspect="1"/>
            </p:cNvGraphicFramePr>
            <p:nvPr/>
          </p:nvGraphicFramePr>
          <p:xfrm>
            <a:off x="1662610" y="2116716"/>
            <a:ext cx="154286" cy="180000"/>
          </p:xfrm>
          <a:graphic>
            <a:graphicData uri="http://schemas.openxmlformats.org/presentationml/2006/ole">
              <mc:AlternateContent xmlns:mc="http://schemas.openxmlformats.org/markup-compatibility/2006">
                <mc:Choice xmlns:v="urn:schemas-microsoft-com:vml" Requires="v">
                  <p:oleObj name="Equation" r:id="rId27" imgW="3657600" imgH="4267200" progId="Equation.DSMT4">
                    <p:embed/>
                  </p:oleObj>
                </mc:Choice>
                <mc:Fallback>
                  <p:oleObj name="Equation" r:id="rId27" imgW="3657600" imgH="4267200" progId="Equation.DSMT4">
                    <p:embed/>
                    <p:pic>
                      <p:nvPicPr>
                        <p:cNvPr id="0" name="对象 107"/>
                        <p:cNvPicPr/>
                        <p:nvPr/>
                      </p:nvPicPr>
                      <p:blipFill>
                        <a:blip r:embed="rId28"/>
                        <a:stretch>
                          <a:fillRect/>
                        </a:stretch>
                      </p:blipFill>
                      <p:spPr>
                        <a:xfrm>
                          <a:off x="1662610" y="2116716"/>
                          <a:ext cx="154286" cy="180000"/>
                        </a:xfrm>
                        <a:prstGeom prst="rect">
                          <a:avLst/>
                        </a:prstGeom>
                      </p:spPr>
                    </p:pic>
                  </p:oleObj>
                </mc:Fallback>
              </mc:AlternateContent>
            </a:graphicData>
          </a:graphic>
        </p:graphicFrame>
        <p:sp>
          <p:nvSpPr>
            <p:cNvPr id="109" name="文本框 108"/>
            <p:cNvSpPr txBox="1"/>
            <p:nvPr/>
          </p:nvSpPr>
          <p:spPr>
            <a:xfrm>
              <a:off x="2851881" y="3363346"/>
              <a:ext cx="276368" cy="369332"/>
            </a:xfrm>
            <a:prstGeom prst="rect">
              <a:avLst/>
            </a:prstGeom>
            <a:noFill/>
          </p:spPr>
          <p:txBody>
            <a:bodyPr wrap="square" rtlCol="0">
              <a:spAutoFit/>
            </a:bodyPr>
            <a:lstStyle/>
            <a:p>
              <a:r>
                <a:rPr lang="en-US" altLang="zh-CN" dirty="0"/>
                <a:t>-</a:t>
              </a:r>
              <a:endParaRPr lang="zh-CN" altLang="en-US" dirty="0"/>
            </a:p>
          </p:txBody>
        </p:sp>
        <p:sp>
          <p:nvSpPr>
            <p:cNvPr id="110" name="文本框 109"/>
            <p:cNvSpPr txBox="1"/>
            <p:nvPr/>
          </p:nvSpPr>
          <p:spPr>
            <a:xfrm>
              <a:off x="2837077" y="2292480"/>
              <a:ext cx="247027" cy="276999"/>
            </a:xfrm>
            <a:prstGeom prst="rect">
              <a:avLst/>
            </a:prstGeom>
            <a:noFill/>
          </p:spPr>
          <p:txBody>
            <a:bodyPr wrap="square" rtlCol="0">
              <a:spAutoFit/>
            </a:bodyPr>
            <a:lstStyle/>
            <a:p>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p:txBody>
        </p:sp>
        <p:sp>
          <p:nvSpPr>
            <p:cNvPr id="122" name="椭圆 121"/>
            <p:cNvSpPr/>
            <p:nvPr/>
          </p:nvSpPr>
          <p:spPr>
            <a:xfrm>
              <a:off x="2484323" y="2276362"/>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sp>
          <p:nvSpPr>
            <p:cNvPr id="123" name="椭圆 122"/>
            <p:cNvSpPr/>
            <p:nvPr/>
          </p:nvSpPr>
          <p:spPr>
            <a:xfrm>
              <a:off x="1311586" y="2276362"/>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sp>
          <p:nvSpPr>
            <p:cNvPr id="125" name="椭圆 124"/>
            <p:cNvSpPr/>
            <p:nvPr/>
          </p:nvSpPr>
          <p:spPr>
            <a:xfrm>
              <a:off x="1312560" y="3621514"/>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sp>
          <p:nvSpPr>
            <p:cNvPr id="126" name="椭圆 125"/>
            <p:cNvSpPr/>
            <p:nvPr/>
          </p:nvSpPr>
          <p:spPr>
            <a:xfrm>
              <a:off x="2483196" y="3621514"/>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grpSp>
      <p:grpSp>
        <p:nvGrpSpPr>
          <p:cNvPr id="166" name="组合 165"/>
          <p:cNvGrpSpPr/>
          <p:nvPr/>
        </p:nvGrpSpPr>
        <p:grpSpPr>
          <a:xfrm>
            <a:off x="1772747" y="4962808"/>
            <a:ext cx="1678287" cy="491392"/>
            <a:chOff x="5582132" y="4048457"/>
            <a:chExt cx="1678287" cy="491392"/>
          </a:xfrm>
        </p:grpSpPr>
        <p:sp>
          <p:nvSpPr>
            <p:cNvPr id="121" name="Line 75"/>
            <p:cNvSpPr>
              <a:spLocks noChangeShapeType="1"/>
            </p:cNvSpPr>
            <p:nvPr/>
          </p:nvSpPr>
          <p:spPr bwMode="auto">
            <a:xfrm rot="18000000">
              <a:off x="6302132" y="3328457"/>
              <a:ext cx="0" cy="1440000"/>
            </a:xfrm>
            <a:prstGeom prst="line">
              <a:avLst/>
            </a:prstGeom>
            <a:noFill/>
            <a:ln w="38100">
              <a:solidFill>
                <a:srgbClr val="FF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129" name="对象 128"/>
            <p:cNvGraphicFramePr>
              <a:graphicFrameLocks noChangeAspect="1"/>
            </p:cNvGraphicFramePr>
            <p:nvPr/>
          </p:nvGraphicFramePr>
          <p:xfrm>
            <a:off x="6919366" y="4107849"/>
            <a:ext cx="341053" cy="432000"/>
          </p:xfrm>
          <a:graphic>
            <a:graphicData uri="http://schemas.openxmlformats.org/presentationml/2006/ole">
              <mc:AlternateContent xmlns:mc="http://schemas.openxmlformats.org/markup-compatibility/2006">
                <mc:Choice xmlns:v="urn:schemas-microsoft-com:vml" Requires="v">
                  <p:oleObj name="Equation" r:id="rId29" imgW="4572000" imgH="5791200" progId="Equation.DSMT4">
                    <p:embed/>
                  </p:oleObj>
                </mc:Choice>
                <mc:Fallback>
                  <p:oleObj name="Equation" r:id="rId29" imgW="4572000" imgH="5791200" progId="Equation.DSMT4">
                    <p:embed/>
                    <p:pic>
                      <p:nvPicPr>
                        <p:cNvPr id="0" name="对象 128"/>
                        <p:cNvPicPr/>
                        <p:nvPr/>
                      </p:nvPicPr>
                      <p:blipFill>
                        <a:blip r:embed="rId30"/>
                        <a:stretch>
                          <a:fillRect/>
                        </a:stretch>
                      </p:blipFill>
                      <p:spPr>
                        <a:xfrm>
                          <a:off x="6919366" y="4107849"/>
                          <a:ext cx="341053" cy="432000"/>
                        </a:xfrm>
                        <a:prstGeom prst="rect">
                          <a:avLst/>
                        </a:prstGeom>
                      </p:spPr>
                    </p:pic>
                  </p:oleObj>
                </mc:Fallback>
              </mc:AlternateContent>
            </a:graphicData>
          </a:graphic>
        </p:graphicFrame>
      </p:grpSp>
      <p:grpSp>
        <p:nvGrpSpPr>
          <p:cNvPr id="160" name="组合 159"/>
          <p:cNvGrpSpPr/>
          <p:nvPr/>
        </p:nvGrpSpPr>
        <p:grpSpPr>
          <a:xfrm>
            <a:off x="893687" y="4602808"/>
            <a:ext cx="984095" cy="1659027"/>
            <a:chOff x="4703072" y="3688457"/>
            <a:chExt cx="984095" cy="1659027"/>
          </a:xfrm>
        </p:grpSpPr>
        <p:sp>
          <p:nvSpPr>
            <p:cNvPr id="119" name="Line 75"/>
            <p:cNvSpPr>
              <a:spLocks noChangeShapeType="1"/>
            </p:cNvSpPr>
            <p:nvPr/>
          </p:nvSpPr>
          <p:spPr bwMode="auto">
            <a:xfrm>
              <a:off x="5687167" y="3688457"/>
              <a:ext cx="0" cy="14400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130" name="对象 129"/>
            <p:cNvGraphicFramePr>
              <a:graphicFrameLocks noChangeAspect="1"/>
            </p:cNvGraphicFramePr>
            <p:nvPr/>
          </p:nvGraphicFramePr>
          <p:xfrm>
            <a:off x="4703072" y="4915684"/>
            <a:ext cx="981075" cy="431800"/>
          </p:xfrm>
          <a:graphic>
            <a:graphicData uri="http://schemas.openxmlformats.org/presentationml/2006/ole">
              <mc:AlternateContent xmlns:mc="http://schemas.openxmlformats.org/markup-compatibility/2006">
                <mc:Choice xmlns:v="urn:schemas-microsoft-com:vml" Requires="v">
                  <p:oleObj name="Equation" r:id="rId31" imgW="13106400" imgH="5791200" progId="Equation.DSMT4">
                    <p:embed/>
                  </p:oleObj>
                </mc:Choice>
                <mc:Fallback>
                  <p:oleObj name="Equation" r:id="rId31" imgW="13106400" imgH="5791200" progId="Equation.DSMT4">
                    <p:embed/>
                    <p:pic>
                      <p:nvPicPr>
                        <p:cNvPr id="0" name="对象 129"/>
                        <p:cNvPicPr/>
                        <p:nvPr/>
                      </p:nvPicPr>
                      <p:blipFill>
                        <a:blip r:embed="rId32"/>
                        <a:stretch>
                          <a:fillRect/>
                        </a:stretch>
                      </p:blipFill>
                      <p:spPr>
                        <a:xfrm>
                          <a:off x="4703072" y="4915684"/>
                          <a:ext cx="981075" cy="431800"/>
                        </a:xfrm>
                        <a:prstGeom prst="rect">
                          <a:avLst/>
                        </a:prstGeom>
                      </p:spPr>
                    </p:pic>
                  </p:oleObj>
                </mc:Fallback>
              </mc:AlternateContent>
            </a:graphicData>
          </a:graphic>
        </p:graphicFrame>
      </p:grpSp>
      <p:grpSp>
        <p:nvGrpSpPr>
          <p:cNvPr id="157" name="组合 156"/>
          <p:cNvGrpSpPr/>
          <p:nvPr/>
        </p:nvGrpSpPr>
        <p:grpSpPr>
          <a:xfrm>
            <a:off x="1968741" y="4295322"/>
            <a:ext cx="1306242" cy="768572"/>
            <a:chOff x="5778126" y="3380971"/>
            <a:chExt cx="1306242" cy="768572"/>
          </a:xfrm>
        </p:grpSpPr>
        <p:sp>
          <p:nvSpPr>
            <p:cNvPr id="131" name="Line 75"/>
            <p:cNvSpPr>
              <a:spLocks noChangeShapeType="1"/>
            </p:cNvSpPr>
            <p:nvPr/>
          </p:nvSpPr>
          <p:spPr bwMode="auto">
            <a:xfrm rot="14400000" flipH="1">
              <a:off x="6003220" y="3155877"/>
              <a:ext cx="614968" cy="1065156"/>
            </a:xfrm>
            <a:prstGeom prst="line">
              <a:avLst/>
            </a:prstGeom>
            <a:noFill/>
            <a:ln w="38100">
              <a:solidFill>
                <a:srgbClr val="00B05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133" name="对象 132"/>
            <p:cNvGraphicFramePr>
              <a:graphicFrameLocks noChangeAspect="1"/>
            </p:cNvGraphicFramePr>
            <p:nvPr/>
          </p:nvGraphicFramePr>
          <p:xfrm>
            <a:off x="6675105" y="3717543"/>
            <a:ext cx="409263" cy="432000"/>
          </p:xfrm>
          <a:graphic>
            <a:graphicData uri="http://schemas.openxmlformats.org/presentationml/2006/ole">
              <mc:AlternateContent xmlns:mc="http://schemas.openxmlformats.org/markup-compatibility/2006">
                <mc:Choice xmlns:v="urn:schemas-microsoft-com:vml" Requires="v">
                  <p:oleObj name="Equation" r:id="rId33" imgW="5486400" imgH="5791200" progId="Equation.DSMT4">
                    <p:embed/>
                  </p:oleObj>
                </mc:Choice>
                <mc:Fallback>
                  <p:oleObj name="Equation" r:id="rId33" imgW="5486400" imgH="5791200" progId="Equation.DSMT4">
                    <p:embed/>
                    <p:pic>
                      <p:nvPicPr>
                        <p:cNvPr id="0" name="对象 132"/>
                        <p:cNvPicPr/>
                        <p:nvPr/>
                      </p:nvPicPr>
                      <p:blipFill>
                        <a:blip r:embed="rId34"/>
                        <a:stretch>
                          <a:fillRect/>
                        </a:stretch>
                      </p:blipFill>
                      <p:spPr>
                        <a:xfrm>
                          <a:off x="6675105" y="3717543"/>
                          <a:ext cx="409263" cy="432000"/>
                        </a:xfrm>
                        <a:prstGeom prst="rect">
                          <a:avLst/>
                        </a:prstGeom>
                      </p:spPr>
                    </p:pic>
                  </p:oleObj>
                </mc:Fallback>
              </mc:AlternateContent>
            </a:graphicData>
          </a:graphic>
        </p:graphicFrame>
      </p:grpSp>
      <p:grpSp>
        <p:nvGrpSpPr>
          <p:cNvPr id="163" name="组合 162"/>
          <p:cNvGrpSpPr/>
          <p:nvPr/>
        </p:nvGrpSpPr>
        <p:grpSpPr>
          <a:xfrm>
            <a:off x="1430782" y="3751280"/>
            <a:ext cx="641484" cy="800586"/>
            <a:chOff x="5240167" y="2836929"/>
            <a:chExt cx="641484" cy="800586"/>
          </a:xfrm>
        </p:grpSpPr>
        <p:sp>
          <p:nvSpPr>
            <p:cNvPr id="132" name="Line 75"/>
            <p:cNvSpPr>
              <a:spLocks noChangeShapeType="1"/>
            </p:cNvSpPr>
            <p:nvPr/>
          </p:nvSpPr>
          <p:spPr bwMode="auto">
            <a:xfrm rot="14400000">
              <a:off x="5387898" y="3143763"/>
              <a:ext cx="618123" cy="369382"/>
            </a:xfrm>
            <a:prstGeom prst="line">
              <a:avLst/>
            </a:prstGeom>
            <a:noFill/>
            <a:ln w="38100">
              <a:solidFill>
                <a:srgbClr val="00B05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134" name="对象 133"/>
            <p:cNvGraphicFramePr>
              <a:graphicFrameLocks noChangeAspect="1"/>
            </p:cNvGraphicFramePr>
            <p:nvPr/>
          </p:nvGraphicFramePr>
          <p:xfrm>
            <a:off x="5240167" y="2836929"/>
            <a:ext cx="386526" cy="432000"/>
          </p:xfrm>
          <a:graphic>
            <a:graphicData uri="http://schemas.openxmlformats.org/presentationml/2006/ole">
              <mc:AlternateContent xmlns:mc="http://schemas.openxmlformats.org/markup-compatibility/2006">
                <mc:Choice xmlns:v="urn:schemas-microsoft-com:vml" Requires="v">
                  <p:oleObj name="Equation" r:id="rId35" imgW="5181600" imgH="5791200" progId="Equation.DSMT4">
                    <p:embed/>
                  </p:oleObj>
                </mc:Choice>
                <mc:Fallback>
                  <p:oleObj name="Equation" r:id="rId35" imgW="5181600" imgH="5791200" progId="Equation.DSMT4">
                    <p:embed/>
                    <p:pic>
                      <p:nvPicPr>
                        <p:cNvPr id="0" name="对象 133"/>
                        <p:cNvPicPr/>
                        <p:nvPr/>
                      </p:nvPicPr>
                      <p:blipFill>
                        <a:blip r:embed="rId36"/>
                        <a:stretch>
                          <a:fillRect/>
                        </a:stretch>
                      </p:blipFill>
                      <p:spPr>
                        <a:xfrm>
                          <a:off x="5240167" y="2836929"/>
                          <a:ext cx="386526" cy="432000"/>
                        </a:xfrm>
                        <a:prstGeom prst="rect">
                          <a:avLst/>
                        </a:prstGeom>
                      </p:spPr>
                    </p:pic>
                  </p:oleObj>
                </mc:Fallback>
              </mc:AlternateContent>
            </a:graphicData>
          </a:graphic>
        </p:graphicFrame>
      </p:grpSp>
      <p:cxnSp>
        <p:nvCxnSpPr>
          <p:cNvPr id="139" name="直接连接符 138"/>
          <p:cNvCxnSpPr>
            <a:stCxn id="120" idx="1"/>
            <a:endCxn id="131" idx="1"/>
          </p:cNvCxnSpPr>
          <p:nvPr/>
        </p:nvCxnSpPr>
        <p:spPr>
          <a:xfrm>
            <a:off x="3116287" y="3882806"/>
            <a:ext cx="0" cy="720000"/>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stCxn id="120" idx="1"/>
            <a:endCxn id="132" idx="1"/>
          </p:cNvCxnSpPr>
          <p:nvPr/>
        </p:nvCxnSpPr>
        <p:spPr>
          <a:xfrm flipH="1" flipV="1">
            <a:off x="1892991" y="3882804"/>
            <a:ext cx="1223296" cy="2"/>
          </a:xfrm>
          <a:prstGeom prst="line">
            <a:avLst/>
          </a:prstGeom>
          <a:ln w="2540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61" name="组合 160"/>
          <p:cNvGrpSpPr/>
          <p:nvPr/>
        </p:nvGrpSpPr>
        <p:grpSpPr>
          <a:xfrm>
            <a:off x="1763082" y="4799772"/>
            <a:ext cx="886392" cy="510946"/>
            <a:chOff x="5572467" y="3885421"/>
            <a:chExt cx="886392" cy="510946"/>
          </a:xfrm>
        </p:grpSpPr>
        <p:sp>
          <p:nvSpPr>
            <p:cNvPr id="148" name="弧形 147"/>
            <p:cNvSpPr/>
            <p:nvPr/>
          </p:nvSpPr>
          <p:spPr>
            <a:xfrm rot="8511664">
              <a:off x="5572467" y="3885421"/>
              <a:ext cx="581845" cy="190761"/>
            </a:xfrm>
            <a:prstGeom prst="arc">
              <a:avLst>
                <a:gd name="adj1" fmla="val 11883575"/>
                <a:gd name="adj2" fmla="val 21029181"/>
              </a:avLst>
            </a:prstGeom>
            <a:ln w="28575">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1" name="文本框 150"/>
            <p:cNvSpPr txBox="1"/>
            <p:nvPr/>
          </p:nvSpPr>
          <p:spPr>
            <a:xfrm>
              <a:off x="5779740" y="4027035"/>
              <a:ext cx="679119" cy="369332"/>
            </a:xfrm>
            <a:prstGeom prst="rect">
              <a:avLst/>
            </a:prstGeom>
            <a:noFill/>
          </p:spPr>
          <p:txBody>
            <a:bodyPr wrap="square">
              <a:spAutoFit/>
            </a:bodyPr>
            <a:lstStyle/>
            <a:p>
              <a:r>
                <a:rPr kumimoji="1" lang="en-US" altLang="zh-CN" sz="1800" b="1" dirty="0">
                  <a:solidFill>
                    <a:srgbClr val="FF00FF"/>
                  </a:solidFill>
                  <a:latin typeface="Times New Roman" panose="02020603050405020304" pitchFamily="18" charset="0"/>
                  <a:ea typeface="楷体" panose="02010609060101010101" charset="-122"/>
                  <a:cs typeface="Times New Roman" panose="02020603050405020304" pitchFamily="18" charset="0"/>
                </a:rPr>
                <a:t>60°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62" name="组合 161"/>
          <p:cNvGrpSpPr/>
          <p:nvPr/>
        </p:nvGrpSpPr>
        <p:grpSpPr>
          <a:xfrm>
            <a:off x="2162693" y="4069494"/>
            <a:ext cx="886372" cy="581845"/>
            <a:chOff x="5972078" y="3155143"/>
            <a:chExt cx="886372" cy="581845"/>
          </a:xfrm>
        </p:grpSpPr>
        <p:sp>
          <p:nvSpPr>
            <p:cNvPr id="152" name="弧形 151"/>
            <p:cNvSpPr/>
            <p:nvPr/>
          </p:nvSpPr>
          <p:spPr>
            <a:xfrm rot="4173302">
              <a:off x="5776536" y="3350685"/>
              <a:ext cx="581845" cy="190761"/>
            </a:xfrm>
            <a:prstGeom prst="arc">
              <a:avLst>
                <a:gd name="adj1" fmla="val 16813055"/>
                <a:gd name="adj2" fmla="val 21029181"/>
              </a:avLst>
            </a:prstGeom>
            <a:ln w="28575">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3" name="文本框 152"/>
            <p:cNvSpPr txBox="1"/>
            <p:nvPr/>
          </p:nvSpPr>
          <p:spPr>
            <a:xfrm>
              <a:off x="6179331" y="3343956"/>
              <a:ext cx="679119" cy="369332"/>
            </a:xfrm>
            <a:prstGeom prst="rect">
              <a:avLst/>
            </a:prstGeom>
            <a:noFill/>
          </p:spPr>
          <p:txBody>
            <a:bodyPr wrap="square">
              <a:spAutoFit/>
            </a:bodyPr>
            <a:lstStyle/>
            <a:p>
              <a:r>
                <a:rPr kumimoji="1" lang="en-US" altLang="zh-CN" sz="1800" b="1" dirty="0">
                  <a:solidFill>
                    <a:srgbClr val="FF00FF"/>
                  </a:solidFill>
                  <a:latin typeface="Times New Roman" panose="02020603050405020304" pitchFamily="18" charset="0"/>
                  <a:ea typeface="楷体" panose="02010609060101010101" charset="-122"/>
                  <a:cs typeface="Times New Roman" panose="02020603050405020304" pitchFamily="18" charset="0"/>
                </a:rPr>
                <a:t>30°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59" name="组合 158"/>
          <p:cNvGrpSpPr/>
          <p:nvPr/>
        </p:nvGrpSpPr>
        <p:grpSpPr>
          <a:xfrm>
            <a:off x="1765965" y="5672726"/>
            <a:ext cx="1440000" cy="432000"/>
            <a:chOff x="5575350" y="4758375"/>
            <a:chExt cx="1440000" cy="432000"/>
          </a:xfrm>
        </p:grpSpPr>
        <p:graphicFrame>
          <p:nvGraphicFramePr>
            <p:cNvPr id="128" name="对象 127"/>
            <p:cNvGraphicFramePr>
              <a:graphicFrameLocks noChangeAspect="1"/>
            </p:cNvGraphicFramePr>
            <p:nvPr/>
          </p:nvGraphicFramePr>
          <p:xfrm>
            <a:off x="6256342" y="4758375"/>
            <a:ext cx="363789" cy="432000"/>
          </p:xfrm>
          <a:graphic>
            <a:graphicData uri="http://schemas.openxmlformats.org/presentationml/2006/ole">
              <mc:AlternateContent xmlns:mc="http://schemas.openxmlformats.org/markup-compatibility/2006">
                <mc:Choice xmlns:v="urn:schemas-microsoft-com:vml" Requires="v">
                  <p:oleObj name="Equation" r:id="rId37" imgW="4876800" imgH="5791200" progId="Equation.DSMT4">
                    <p:embed/>
                  </p:oleObj>
                </mc:Choice>
                <mc:Fallback>
                  <p:oleObj name="Equation" r:id="rId37" imgW="4876800" imgH="5791200" progId="Equation.DSMT4">
                    <p:embed/>
                    <p:pic>
                      <p:nvPicPr>
                        <p:cNvPr id="0" name="对象 127"/>
                        <p:cNvPicPr/>
                        <p:nvPr/>
                      </p:nvPicPr>
                      <p:blipFill>
                        <a:blip r:embed="rId38"/>
                        <a:stretch>
                          <a:fillRect/>
                        </a:stretch>
                      </p:blipFill>
                      <p:spPr>
                        <a:xfrm>
                          <a:off x="6256342" y="4758375"/>
                          <a:ext cx="363789" cy="432000"/>
                        </a:xfrm>
                        <a:prstGeom prst="rect">
                          <a:avLst/>
                        </a:prstGeom>
                      </p:spPr>
                    </p:pic>
                  </p:oleObj>
                </mc:Fallback>
              </mc:AlternateContent>
            </a:graphicData>
          </a:graphic>
        </p:graphicFrame>
        <p:sp>
          <p:nvSpPr>
            <p:cNvPr id="154" name="Line 75"/>
            <p:cNvSpPr>
              <a:spLocks noChangeShapeType="1"/>
            </p:cNvSpPr>
            <p:nvPr/>
          </p:nvSpPr>
          <p:spPr bwMode="auto">
            <a:xfrm rot="14400000">
              <a:off x="6295350" y="4043975"/>
              <a:ext cx="0" cy="1440000"/>
            </a:xfrm>
            <a:prstGeom prst="line">
              <a:avLst/>
            </a:prstGeom>
            <a:noFill/>
            <a:ln w="3810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grpSp>
        <p:nvGrpSpPr>
          <p:cNvPr id="19" name="组合 18"/>
          <p:cNvGrpSpPr/>
          <p:nvPr/>
        </p:nvGrpSpPr>
        <p:grpSpPr>
          <a:xfrm>
            <a:off x="5860785" y="4317375"/>
            <a:ext cx="2133955" cy="1571351"/>
            <a:chOff x="1215945" y="4715794"/>
            <a:chExt cx="2133955" cy="1571351"/>
          </a:xfrm>
        </p:grpSpPr>
        <p:graphicFrame>
          <p:nvGraphicFramePr>
            <p:cNvPr id="7" name="对象 6"/>
            <p:cNvGraphicFramePr>
              <a:graphicFrameLocks noChangeAspect="1"/>
            </p:cNvGraphicFramePr>
            <p:nvPr/>
          </p:nvGraphicFramePr>
          <p:xfrm>
            <a:off x="1429953" y="4715794"/>
            <a:ext cx="1498600" cy="342900"/>
          </p:xfrm>
          <a:graphic>
            <a:graphicData uri="http://schemas.openxmlformats.org/presentationml/2006/ole">
              <mc:AlternateContent xmlns:mc="http://schemas.openxmlformats.org/markup-compatibility/2006">
                <mc:Choice xmlns:v="urn:schemas-microsoft-com:vml" Requires="v">
                  <p:oleObj name="Equation" r:id="rId39" imgW="35966400" imgH="8229600" progId="Equation.DSMT4">
                    <p:embed/>
                  </p:oleObj>
                </mc:Choice>
                <mc:Fallback>
                  <p:oleObj name="Equation" r:id="rId39" imgW="35966400" imgH="8229600" progId="Equation.DSMT4">
                    <p:embed/>
                    <p:pic>
                      <p:nvPicPr>
                        <p:cNvPr id="0" name="对象 6"/>
                        <p:cNvPicPr/>
                        <p:nvPr/>
                      </p:nvPicPr>
                      <p:blipFill>
                        <a:blip r:embed="rId40"/>
                        <a:stretch>
                          <a:fillRect/>
                        </a:stretch>
                      </p:blipFill>
                      <p:spPr>
                        <a:xfrm>
                          <a:off x="1429953" y="4715794"/>
                          <a:ext cx="1498600" cy="3429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215945" y="5301116"/>
            <a:ext cx="1993900" cy="342900"/>
          </p:xfrm>
          <a:graphic>
            <a:graphicData uri="http://schemas.openxmlformats.org/presentationml/2006/ole">
              <mc:AlternateContent xmlns:mc="http://schemas.openxmlformats.org/markup-compatibility/2006">
                <mc:Choice xmlns:v="urn:schemas-microsoft-com:vml" Requires="v">
                  <p:oleObj name="Equation" r:id="rId41" imgW="47853600" imgH="8229600" progId="Equation.DSMT4">
                    <p:embed/>
                  </p:oleObj>
                </mc:Choice>
                <mc:Fallback>
                  <p:oleObj name="Equation" r:id="rId41" imgW="47853600" imgH="8229600" progId="Equation.DSMT4">
                    <p:embed/>
                    <p:pic>
                      <p:nvPicPr>
                        <p:cNvPr id="0" name="对象 10"/>
                        <p:cNvPicPr/>
                        <p:nvPr/>
                      </p:nvPicPr>
                      <p:blipFill>
                        <a:blip r:embed="rId42"/>
                        <a:stretch>
                          <a:fillRect/>
                        </a:stretch>
                      </p:blipFill>
                      <p:spPr>
                        <a:xfrm>
                          <a:off x="1215945" y="5301116"/>
                          <a:ext cx="1993900" cy="34290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1216300" y="5868045"/>
            <a:ext cx="2133600" cy="419100"/>
          </p:xfrm>
          <a:graphic>
            <a:graphicData uri="http://schemas.openxmlformats.org/presentationml/2006/ole">
              <mc:AlternateContent xmlns:mc="http://schemas.openxmlformats.org/markup-compatibility/2006">
                <mc:Choice xmlns:v="urn:schemas-microsoft-com:vml" Requires="v">
                  <p:oleObj name="Equation" r:id="rId43" imgW="51206400" imgH="10058400" progId="Equation.DSMT4">
                    <p:embed/>
                  </p:oleObj>
                </mc:Choice>
                <mc:Fallback>
                  <p:oleObj name="Equation" r:id="rId43" imgW="51206400" imgH="10058400" progId="Equation.DSMT4">
                    <p:embed/>
                    <p:pic>
                      <p:nvPicPr>
                        <p:cNvPr id="0" name="对象 17"/>
                        <p:cNvPicPr/>
                        <p:nvPr/>
                      </p:nvPicPr>
                      <p:blipFill>
                        <a:blip r:embed="rId44"/>
                        <a:stretch>
                          <a:fillRect/>
                        </a:stretch>
                      </p:blipFill>
                      <p:spPr>
                        <a:xfrm>
                          <a:off x="1216300" y="5868045"/>
                          <a:ext cx="2133600" cy="419100"/>
                        </a:xfrm>
                        <a:prstGeom prst="rect">
                          <a:avLst/>
                        </a:prstGeom>
                      </p:spPr>
                    </p:pic>
                  </p:oleObj>
                </mc:Fallback>
              </mc:AlternateContent>
            </a:graphicData>
          </a:graphic>
        </p:graphicFrame>
      </p:grpSp>
      <p:sp>
        <p:nvSpPr>
          <p:cNvPr id="98" name="文本框 97"/>
          <p:cNvSpPr txBox="1"/>
          <p:nvPr/>
        </p:nvSpPr>
        <p:spPr>
          <a:xfrm>
            <a:off x="204003" y="363234"/>
            <a:ext cx="748271" cy="523220"/>
          </a:xfrm>
          <a:prstGeom prst="rect">
            <a:avLst/>
          </a:prstGeom>
          <a:solidFill>
            <a:schemeClr val="bg1">
              <a:lumMod val="85000"/>
            </a:schemeClr>
          </a:solidFill>
        </p:spPr>
        <p:txBody>
          <a:bodyPr wrap="square">
            <a:spAutoFit/>
          </a:bodyPr>
          <a:lstStyle/>
          <a:p>
            <a:pPr algn="ctr"/>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8</a:t>
            </a:r>
            <a:endParaRPr lang="zh-CN" altLang="en-US" sz="2800" b="1" dirty="0">
              <a:solidFill>
                <a:srgbClr val="FF0000"/>
              </a:solidFill>
            </a:endParaRPr>
          </a:p>
        </p:txBody>
      </p:sp>
      <p:sp>
        <p:nvSpPr>
          <p:cNvPr id="111" name="文本框 110"/>
          <p:cNvSpPr txBox="1"/>
          <p:nvPr/>
        </p:nvSpPr>
        <p:spPr>
          <a:xfrm>
            <a:off x="204004" y="1865033"/>
            <a:ext cx="504056" cy="523220"/>
          </a:xfrm>
          <a:prstGeom prst="rect">
            <a:avLst/>
          </a:prstGeom>
          <a:solidFill>
            <a:schemeClr val="bg1">
              <a:lumMod val="85000"/>
            </a:schemeClr>
          </a:solidFill>
        </p:spPr>
        <p:txBody>
          <a:bodyPr wrap="square">
            <a:spAutoFit/>
          </a:bodyPr>
          <a:lstStyle/>
          <a:p>
            <a:pPr algn="ctr"/>
            <a:r>
              <a:rPr lang="zh-CN" altLang="en-US" sz="2800" b="1" dirty="0">
                <a:solidFill>
                  <a:srgbClr val="0000FF"/>
                </a:solidFill>
                <a:latin typeface="Times New Roman" panose="02020603050405020304" pitchFamily="18" charset="0"/>
                <a:ea typeface="楷体" panose="02010609060101010101" charset="-122"/>
              </a:rPr>
              <a:t>解</a:t>
            </a:r>
            <a:endParaRPr lang="zh-CN" altLang="en-US" sz="2800" b="1" dirty="0">
              <a:solidFill>
                <a:srgbClr val="0000FF"/>
              </a:solidFill>
            </a:endParaRPr>
          </a:p>
        </p:txBody>
      </p:sp>
      <p:grpSp>
        <p:nvGrpSpPr>
          <p:cNvPr id="14" name="组合 13"/>
          <p:cNvGrpSpPr/>
          <p:nvPr/>
        </p:nvGrpSpPr>
        <p:grpSpPr>
          <a:xfrm>
            <a:off x="1772749" y="3691534"/>
            <a:ext cx="1749207" cy="551273"/>
            <a:chOff x="1434671" y="3049191"/>
            <a:chExt cx="1749207" cy="551273"/>
          </a:xfrm>
        </p:grpSpPr>
        <p:sp>
          <p:nvSpPr>
            <p:cNvPr id="120" name="Line 75"/>
            <p:cNvSpPr>
              <a:spLocks noChangeShapeType="1"/>
            </p:cNvSpPr>
            <p:nvPr/>
          </p:nvSpPr>
          <p:spPr bwMode="auto">
            <a:xfrm rot="14400000">
              <a:off x="2154671" y="2880464"/>
              <a:ext cx="0" cy="1440000"/>
            </a:xfrm>
            <a:prstGeom prst="line">
              <a:avLst/>
            </a:prstGeom>
            <a:noFill/>
            <a:ln w="38100">
              <a:solidFill>
                <a:srgbClr val="00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9" name="对象 8"/>
            <p:cNvGraphicFramePr>
              <a:graphicFrameLocks noChangeAspect="1"/>
            </p:cNvGraphicFramePr>
            <p:nvPr/>
          </p:nvGraphicFramePr>
          <p:xfrm>
            <a:off x="2820341" y="3049191"/>
            <a:ext cx="363537" cy="431800"/>
          </p:xfrm>
          <a:graphic>
            <a:graphicData uri="http://schemas.openxmlformats.org/presentationml/2006/ole">
              <mc:AlternateContent xmlns:mc="http://schemas.openxmlformats.org/markup-compatibility/2006">
                <mc:Choice xmlns:v="urn:schemas-microsoft-com:vml" Requires="v">
                  <p:oleObj name="Equation" r:id="rId45" imgW="364490" imgH="433070" progId="Equation.DSMT4">
                    <p:embed/>
                  </p:oleObj>
                </mc:Choice>
                <mc:Fallback>
                  <p:oleObj name="Equation" r:id="rId45" imgW="364490" imgH="433070" progId="Equation.DSMT4">
                    <p:embed/>
                    <p:pic>
                      <p:nvPicPr>
                        <p:cNvPr id="0" name="图片 23926"/>
                        <p:cNvPicPr/>
                        <p:nvPr/>
                      </p:nvPicPr>
                      <p:blipFill>
                        <a:blip r:embed="rId46"/>
                        <a:stretch>
                          <a:fillRect/>
                        </a:stretch>
                      </p:blipFill>
                      <p:spPr>
                        <a:xfrm>
                          <a:off x="2820341" y="3049191"/>
                          <a:ext cx="363537" cy="431800"/>
                        </a:xfrm>
                        <a:prstGeom prst="rect">
                          <a:avLst/>
                        </a:prstGeom>
                      </p:spPr>
                    </p:pic>
                  </p:oleObj>
                </mc:Fallback>
              </mc:AlternateContent>
            </a:graphicData>
          </a:graphic>
        </p:graphicFrame>
      </p:grpSp>
      <p:sp>
        <p:nvSpPr>
          <p:cNvPr id="112" name="Rectangle 2"/>
          <p:cNvSpPr>
            <a:spLocks noChangeArrowheads="1"/>
          </p:cNvSpPr>
          <p:nvPr/>
        </p:nvSpPr>
        <p:spPr bwMode="auto">
          <a:xfrm>
            <a:off x="837746" y="1915349"/>
            <a:ext cx="419184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kumimoji="1" lang="zh-CN" altLang="en-US" sz="2800" b="1" dirty="0">
                <a:solidFill>
                  <a:srgbClr val="FF0000"/>
                </a:solidFill>
                <a:latin typeface="楷体" panose="02010609060101010101" charset="-122"/>
                <a:ea typeface="楷体" panose="02010609060101010101" charset="-122"/>
              </a:rPr>
              <a:t>元件参数未知</a:t>
            </a:r>
            <a:r>
              <a:rPr kumimoji="1" lang="en-US" altLang="zh-CN" sz="2800" b="1" dirty="0">
                <a:solidFill>
                  <a:srgbClr val="FF0000"/>
                </a:solidFill>
                <a:latin typeface="楷体" panose="02010609060101010101" charset="-122"/>
                <a:ea typeface="楷体" panose="02010609060101010101" charset="-122"/>
                <a:sym typeface="Wingdings" panose="05000000000000000000" pitchFamily="2" charset="2"/>
              </a:rPr>
              <a:t></a:t>
            </a:r>
            <a:r>
              <a:rPr kumimoji="1" lang="zh-CN" altLang="en-US" sz="2800" b="1" dirty="0">
                <a:solidFill>
                  <a:srgbClr val="FF0000"/>
                </a:solidFill>
                <a:latin typeface="楷体" panose="02010609060101010101" charset="-122"/>
                <a:ea typeface="楷体" panose="02010609060101010101" charset="-122"/>
              </a:rPr>
              <a:t>相量图法</a:t>
            </a:r>
          </a:p>
        </p:txBody>
      </p:sp>
      <p:sp>
        <p:nvSpPr>
          <p:cNvPr id="115" name="文本框 114"/>
          <p:cNvSpPr txBox="1"/>
          <p:nvPr/>
        </p:nvSpPr>
        <p:spPr>
          <a:xfrm>
            <a:off x="130451" y="2425975"/>
            <a:ext cx="5634636" cy="523220"/>
          </a:xfrm>
          <a:prstGeom prst="rect">
            <a:avLst/>
          </a:prstGeom>
          <a:noFill/>
        </p:spPr>
        <p:txBody>
          <a:bodyPr wrap="square">
            <a:spAutoFit/>
          </a:bodyPr>
          <a:lstStyle/>
          <a:p>
            <a:r>
              <a:rPr kumimoji="1" lang="zh-CN" altLang="en-US" sz="2800" b="1" dirty="0">
                <a:solidFill>
                  <a:srgbClr val="FF0000"/>
                </a:solidFill>
                <a:latin typeface="楷体" panose="02010609060101010101" charset="-122"/>
                <a:ea typeface="楷体" panose="02010609060101010101" charset="-122"/>
              </a:rPr>
              <a:t>串联电路</a:t>
            </a:r>
            <a:r>
              <a:rPr kumimoji="1" lang="en-US" altLang="zh-CN" sz="2800" b="1" dirty="0">
                <a:solidFill>
                  <a:srgbClr val="FF0000"/>
                </a:solidFill>
                <a:latin typeface="楷体" panose="02010609060101010101" charset="-122"/>
                <a:ea typeface="楷体" panose="02010609060101010101" charset="-122"/>
                <a:sym typeface="Wingdings" panose="05000000000000000000" pitchFamily="2" charset="2"/>
              </a:rPr>
              <a:t></a:t>
            </a:r>
            <a:r>
              <a:rPr kumimoji="1" lang="zh-CN" altLang="en-US" sz="2800" b="1" dirty="0">
                <a:solidFill>
                  <a:srgbClr val="FF0000"/>
                </a:solidFill>
                <a:latin typeface="楷体" panose="02010609060101010101" charset="-122"/>
                <a:ea typeface="楷体" panose="02010609060101010101" charset="-122"/>
                <a:sym typeface="Wingdings" panose="05000000000000000000" pitchFamily="2" charset="2"/>
              </a:rPr>
              <a:t>选电流为参考相量</a:t>
            </a:r>
            <a:endParaRPr lang="zh-CN" altLang="en-US" dirty="0"/>
          </a:p>
        </p:txBody>
      </p:sp>
      <p:sp>
        <p:nvSpPr>
          <p:cNvPr id="116" name="文本框 115"/>
          <p:cNvSpPr txBox="1"/>
          <p:nvPr/>
        </p:nvSpPr>
        <p:spPr>
          <a:xfrm>
            <a:off x="130451" y="2963051"/>
            <a:ext cx="5634636" cy="523220"/>
          </a:xfrm>
          <a:prstGeom prst="rect">
            <a:avLst/>
          </a:prstGeom>
          <a:noFill/>
        </p:spPr>
        <p:txBody>
          <a:bodyPr wrap="square">
            <a:spAutoFit/>
          </a:bodyPr>
          <a:lstStyle/>
          <a:p>
            <a:r>
              <a:rPr kumimoji="1" lang="zh-CN" altLang="en-US" sz="2800" b="1" dirty="0">
                <a:solidFill>
                  <a:srgbClr val="FF0000"/>
                </a:solidFill>
                <a:latin typeface="楷体" panose="02010609060101010101" charset="-122"/>
                <a:ea typeface="楷体" panose="02010609060101010101" charset="-122"/>
              </a:rPr>
              <a:t>并联电路</a:t>
            </a:r>
            <a:r>
              <a:rPr kumimoji="1" lang="en-US" altLang="zh-CN" sz="2800" b="1" dirty="0">
                <a:solidFill>
                  <a:srgbClr val="FF0000"/>
                </a:solidFill>
                <a:latin typeface="楷体" panose="02010609060101010101" charset="-122"/>
                <a:ea typeface="楷体" panose="02010609060101010101" charset="-122"/>
                <a:sym typeface="Wingdings" panose="05000000000000000000" pitchFamily="2" charset="2"/>
              </a:rPr>
              <a:t></a:t>
            </a:r>
            <a:r>
              <a:rPr kumimoji="1" lang="zh-CN" altLang="en-US" sz="2800" b="1" dirty="0">
                <a:solidFill>
                  <a:srgbClr val="FF0000"/>
                </a:solidFill>
                <a:latin typeface="楷体" panose="02010609060101010101" charset="-122"/>
                <a:ea typeface="楷体" panose="02010609060101010101" charset="-122"/>
                <a:sym typeface="Wingdings" panose="05000000000000000000" pitchFamily="2" charset="2"/>
              </a:rPr>
              <a:t>选电压为参考相量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
                                        </p:tgtEl>
                                        <p:attrNameLst>
                                          <p:attrName>style.visibility</p:attrName>
                                        </p:attrNameLst>
                                      </p:cBhvr>
                                      <p:to>
                                        <p:strVal val="visible"/>
                                      </p:to>
                                    </p:set>
                                    <p:animEffect transition="in" filter="wipe(left)">
                                      <p:cBhvr>
                                        <p:cTn id="12" dur="500"/>
                                        <p:tgtEl>
                                          <p:spTgt spid="1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5"/>
                                        </p:tgtEl>
                                        <p:attrNameLst>
                                          <p:attrName>style.visibility</p:attrName>
                                        </p:attrNameLst>
                                      </p:cBhvr>
                                      <p:to>
                                        <p:strVal val="visible"/>
                                      </p:to>
                                    </p:set>
                                    <p:animEffect transition="in" filter="wipe(left)">
                                      <p:cBhvr>
                                        <p:cTn id="17" dur="500"/>
                                        <p:tgtEl>
                                          <p:spTgt spid="1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6"/>
                                        </p:tgtEl>
                                        <p:attrNameLst>
                                          <p:attrName>style.visibility</p:attrName>
                                        </p:attrNameLst>
                                      </p:cBhvr>
                                      <p:to>
                                        <p:strVal val="visible"/>
                                      </p:to>
                                    </p:set>
                                    <p:animEffect transition="in" filter="wipe(left)">
                                      <p:cBhvr>
                                        <p:cTn id="22" dur="500"/>
                                        <p:tgtEl>
                                          <p:spTgt spid="1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6"/>
                                        </p:tgtEl>
                                        <p:attrNameLst>
                                          <p:attrName>style.visibility</p:attrName>
                                        </p:attrNameLst>
                                      </p:cBhvr>
                                      <p:to>
                                        <p:strVal val="visible"/>
                                      </p:to>
                                    </p:set>
                                    <p:animEffect transition="in" filter="fade">
                                      <p:cBhvr>
                                        <p:cTn id="27" dur="500"/>
                                        <p:tgtEl>
                                          <p:spTgt spid="1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6"/>
                                        </p:tgtEl>
                                        <p:attrNameLst>
                                          <p:attrName>style.visibility</p:attrName>
                                        </p:attrNameLst>
                                      </p:cBhvr>
                                      <p:to>
                                        <p:strVal val="visible"/>
                                      </p:to>
                                    </p:set>
                                    <p:animEffect transition="in" filter="wipe(left)">
                                      <p:cBhvr>
                                        <p:cTn id="32" dur="500"/>
                                        <p:tgtEl>
                                          <p:spTgt spid="15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60"/>
                                        </p:tgtEl>
                                        <p:attrNameLst>
                                          <p:attrName>style.visibility</p:attrName>
                                        </p:attrNameLst>
                                      </p:cBhvr>
                                      <p:to>
                                        <p:strVal val="visible"/>
                                      </p:to>
                                    </p:set>
                                    <p:animEffect transition="in" filter="wipe(up)">
                                      <p:cBhvr>
                                        <p:cTn id="37" dur="500"/>
                                        <p:tgtEl>
                                          <p:spTgt spid="16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7"/>
                                        </p:tgtEl>
                                        <p:attrNameLst>
                                          <p:attrName>style.visibility</p:attrName>
                                        </p:attrNameLst>
                                      </p:cBhvr>
                                      <p:to>
                                        <p:strVal val="visible"/>
                                      </p:to>
                                    </p:set>
                                    <p:animEffect transition="in" filter="wipe(left)">
                                      <p:cBhvr>
                                        <p:cTn id="42" dur="500"/>
                                        <p:tgtEl>
                                          <p:spTgt spid="15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63"/>
                                        </p:tgtEl>
                                        <p:attrNameLst>
                                          <p:attrName>style.visibility</p:attrName>
                                        </p:attrNameLst>
                                      </p:cBhvr>
                                      <p:to>
                                        <p:strVal val="visible"/>
                                      </p:to>
                                    </p:set>
                                    <p:animEffect transition="in" filter="wipe(down)">
                                      <p:cBhvr>
                                        <p:cTn id="47" dur="500"/>
                                        <p:tgtEl>
                                          <p:spTgt spid="16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43"/>
                                        </p:tgtEl>
                                        <p:attrNameLst>
                                          <p:attrName>style.visibility</p:attrName>
                                        </p:attrNameLst>
                                      </p:cBhvr>
                                      <p:to>
                                        <p:strVal val="visible"/>
                                      </p:to>
                                    </p:set>
                                    <p:animEffect transition="in" filter="wipe(left)">
                                      <p:cBhvr>
                                        <p:cTn id="52" dur="500"/>
                                        <p:tgtEl>
                                          <p:spTgt spid="143"/>
                                        </p:tgtEl>
                                      </p:cBhvr>
                                    </p:animEffect>
                                  </p:childTnLst>
                                </p:cTn>
                              </p:par>
                              <p:par>
                                <p:cTn id="53" presetID="22" presetClass="entr" presetSubtype="4" fill="hold" nodeType="withEffect">
                                  <p:stCondLst>
                                    <p:cond delay="0"/>
                                  </p:stCondLst>
                                  <p:childTnLst>
                                    <p:set>
                                      <p:cBhvr>
                                        <p:cTn id="54" dur="1" fill="hold">
                                          <p:stCondLst>
                                            <p:cond delay="0"/>
                                          </p:stCondLst>
                                        </p:cTn>
                                        <p:tgtEl>
                                          <p:spTgt spid="139"/>
                                        </p:tgtEl>
                                        <p:attrNameLst>
                                          <p:attrName>style.visibility</p:attrName>
                                        </p:attrNameLst>
                                      </p:cBhvr>
                                      <p:to>
                                        <p:strVal val="visible"/>
                                      </p:to>
                                    </p:set>
                                    <p:animEffect transition="in" filter="wipe(down)">
                                      <p:cBhvr>
                                        <p:cTn id="55" dur="500"/>
                                        <p:tgtEl>
                                          <p:spTgt spid="139"/>
                                        </p:tgtEl>
                                      </p:cBhvr>
                                    </p:animEffect>
                                  </p:childTnLst>
                                </p:cTn>
                              </p:par>
                              <p:par>
                                <p:cTn id="56" presetID="22" presetClass="entr" presetSubtype="8" fill="hold" nodeType="withEffect">
                                  <p:stCondLst>
                                    <p:cond delay="500"/>
                                  </p:stCondLst>
                                  <p:childTnLst>
                                    <p:set>
                                      <p:cBhvr>
                                        <p:cTn id="57" dur="1" fill="hold">
                                          <p:stCondLst>
                                            <p:cond delay="0"/>
                                          </p:stCondLst>
                                        </p:cTn>
                                        <p:tgtEl>
                                          <p:spTgt spid="14"/>
                                        </p:tgtEl>
                                        <p:attrNameLst>
                                          <p:attrName>style.visibility</p:attrName>
                                        </p:attrNameLst>
                                      </p:cBhvr>
                                      <p:to>
                                        <p:strVal val="visible"/>
                                      </p:to>
                                    </p:set>
                                    <p:animEffect transition="in" filter="wipe(left)">
                                      <p:cBhvr>
                                        <p:cTn id="58" dur="50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47" presetClass="entr" presetSubtype="0" fill="hold" nodeType="clickEffect">
                                  <p:stCondLst>
                                    <p:cond delay="0"/>
                                  </p:stCondLst>
                                  <p:childTnLst>
                                    <p:set>
                                      <p:cBhvr>
                                        <p:cTn id="62" dur="1" fill="hold">
                                          <p:stCondLst>
                                            <p:cond delay="0"/>
                                          </p:stCondLst>
                                        </p:cTn>
                                        <p:tgtEl>
                                          <p:spTgt spid="159"/>
                                        </p:tgtEl>
                                        <p:attrNameLst>
                                          <p:attrName>style.visibility</p:attrName>
                                        </p:attrNameLst>
                                      </p:cBhvr>
                                      <p:to>
                                        <p:strVal val="visible"/>
                                      </p:to>
                                    </p:set>
                                    <p:animEffect transition="in" filter="fade">
                                      <p:cBhvr>
                                        <p:cTn id="63" dur="1000"/>
                                        <p:tgtEl>
                                          <p:spTgt spid="159"/>
                                        </p:tgtEl>
                                      </p:cBhvr>
                                    </p:animEffect>
                                    <p:anim calcmode="lin" valueType="num">
                                      <p:cBhvr>
                                        <p:cTn id="64" dur="1000" fill="hold"/>
                                        <p:tgtEl>
                                          <p:spTgt spid="159"/>
                                        </p:tgtEl>
                                        <p:attrNameLst>
                                          <p:attrName>ppt_x</p:attrName>
                                        </p:attrNameLst>
                                      </p:cBhvr>
                                      <p:tavLst>
                                        <p:tav tm="0">
                                          <p:val>
                                            <p:strVal val="#ppt_x"/>
                                          </p:val>
                                        </p:tav>
                                        <p:tav tm="100000">
                                          <p:val>
                                            <p:strVal val="#ppt_x"/>
                                          </p:val>
                                        </p:tav>
                                      </p:tavLst>
                                    </p:anim>
                                    <p:anim calcmode="lin" valueType="num">
                                      <p:cBhvr>
                                        <p:cTn id="65" dur="1000" fill="hold"/>
                                        <p:tgtEl>
                                          <p:spTgt spid="159"/>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66"/>
                                        </p:tgtEl>
                                        <p:attrNameLst>
                                          <p:attrName>style.visibility</p:attrName>
                                        </p:attrNameLst>
                                      </p:cBhvr>
                                      <p:to>
                                        <p:strVal val="visible"/>
                                      </p:to>
                                    </p:set>
                                    <p:animEffect transition="in" filter="wipe(left)">
                                      <p:cBhvr>
                                        <p:cTn id="70" dur="500"/>
                                        <p:tgtEl>
                                          <p:spTgt spid="166"/>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161"/>
                                        </p:tgtEl>
                                        <p:attrNameLst>
                                          <p:attrName>style.visibility</p:attrName>
                                        </p:attrNameLst>
                                      </p:cBhvr>
                                      <p:to>
                                        <p:strVal val="visible"/>
                                      </p:to>
                                    </p:set>
                                    <p:animEffect transition="in" filter="fade">
                                      <p:cBhvr>
                                        <p:cTn id="75" dur="1000"/>
                                        <p:tgtEl>
                                          <p:spTgt spid="161"/>
                                        </p:tgtEl>
                                      </p:cBhvr>
                                    </p:animEffect>
                                    <p:anim calcmode="lin" valueType="num">
                                      <p:cBhvr>
                                        <p:cTn id="76" dur="1000" fill="hold"/>
                                        <p:tgtEl>
                                          <p:spTgt spid="161"/>
                                        </p:tgtEl>
                                        <p:attrNameLst>
                                          <p:attrName>ppt_x</p:attrName>
                                        </p:attrNameLst>
                                      </p:cBhvr>
                                      <p:tavLst>
                                        <p:tav tm="0">
                                          <p:val>
                                            <p:strVal val="#ppt_x"/>
                                          </p:val>
                                        </p:tav>
                                        <p:tav tm="100000">
                                          <p:val>
                                            <p:strVal val="#ppt_x"/>
                                          </p:val>
                                        </p:tav>
                                      </p:tavLst>
                                    </p:anim>
                                    <p:anim calcmode="lin" valueType="num">
                                      <p:cBhvr>
                                        <p:cTn id="77" dur="1000" fill="hold"/>
                                        <p:tgtEl>
                                          <p:spTgt spid="161"/>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62"/>
                                        </p:tgtEl>
                                        <p:attrNameLst>
                                          <p:attrName>style.visibility</p:attrName>
                                        </p:attrNameLst>
                                      </p:cBhvr>
                                      <p:to>
                                        <p:strVal val="visible"/>
                                      </p:to>
                                    </p:set>
                                    <p:animEffect transition="in" filter="wipe(left)">
                                      <p:cBhvr>
                                        <p:cTn id="82" dur="500"/>
                                        <p:tgtEl>
                                          <p:spTgt spid="162"/>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9"/>
                                        </p:tgtEl>
                                        <p:attrNameLst>
                                          <p:attrName>style.visibility</p:attrName>
                                        </p:attrNameLst>
                                      </p:cBhvr>
                                      <p:to>
                                        <p:strVal val="visible"/>
                                      </p:to>
                                    </p:set>
                                    <p:anim calcmode="lin" valueType="num">
                                      <p:cBhvr additive="base">
                                        <p:cTn id="87" dur="500" fill="hold"/>
                                        <p:tgtEl>
                                          <p:spTgt spid="19"/>
                                        </p:tgtEl>
                                        <p:attrNameLst>
                                          <p:attrName>ppt_x</p:attrName>
                                        </p:attrNameLst>
                                      </p:cBhvr>
                                      <p:tavLst>
                                        <p:tav tm="0">
                                          <p:val>
                                            <p:strVal val="#ppt_x"/>
                                          </p:val>
                                        </p:tav>
                                        <p:tav tm="100000">
                                          <p:val>
                                            <p:strVal val="#ppt_x"/>
                                          </p:val>
                                        </p:tav>
                                      </p:tavLst>
                                    </p:anim>
                                    <p:anim calcmode="lin" valueType="num">
                                      <p:cBhvr additive="base">
                                        <p:cTn id="8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111" grpId="0" animBg="1"/>
      <p:bldP spid="112" grpId="0"/>
      <p:bldP spid="115" grpId="0"/>
      <p:bldP spid="116"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1"/>
          <p:cNvSpPr>
            <a:spLocks noGrp="1"/>
          </p:cNvSpPr>
          <p:nvPr>
            <p:ph type="dt" sz="quarter" idx="10"/>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fontAlgn="base">
              <a:spcBef>
                <a:spcPct val="0"/>
              </a:spcBef>
              <a:spcAft>
                <a:spcPct val="0"/>
              </a:spcAft>
              <a:defRPr kumimoji="1" sz="1400" b="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9pPr>
          </a:lstStyle>
          <a:p>
            <a:pPr>
              <a:defRPr/>
            </a:pPr>
            <a:endParaRPr lang="en-US" altLang="zh-CN"/>
          </a:p>
        </p:txBody>
      </p:sp>
      <p:sp>
        <p:nvSpPr>
          <p:cNvPr id="16" name="页脚占位符 2"/>
          <p:cNvSpPr>
            <a:spLocks noGrp="1"/>
          </p:cNvSpPr>
          <p:nvPr>
            <p:ph type="ftr" sz="quarter" idx="11"/>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kumimoji="1" sz="1400" b="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9pPr>
          </a:lstStyle>
          <a:p>
            <a:pPr>
              <a:defRPr/>
            </a:pPr>
            <a:endParaRPr lang="en-US" altLang="zh-CN" dirty="0"/>
          </a:p>
        </p:txBody>
      </p:sp>
      <p:sp>
        <p:nvSpPr>
          <p:cNvPr id="17" name="灯片编号占位符 3"/>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kumimoji="1" sz="1400" b="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b="1"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accent2"/>
                </a:solidFill>
                <a:latin typeface="Times New Roman" panose="02020603050405020304" pitchFamily="18" charset="0"/>
                <a:ea typeface="宋体" panose="02010600030101010101" pitchFamily="2" charset="-122"/>
                <a:cs typeface="+mn-cs"/>
              </a:defRPr>
            </a:lvl9pPr>
          </a:lstStyle>
          <a:p>
            <a:pPr>
              <a:defRPr/>
            </a:pPr>
            <a:fld id="{83C6BA21-11CC-4717-B29D-62FC9077161E}" type="slidenum">
              <a:rPr lang="en-US" altLang="zh-CN" smtClean="0"/>
              <a:pPr>
                <a:defRPr/>
              </a:pPr>
              <a:t>189</a:t>
            </a:fld>
            <a:endParaRPr lang="en-US" altLang="zh-CN"/>
          </a:p>
        </p:txBody>
      </p:sp>
      <p:grpSp>
        <p:nvGrpSpPr>
          <p:cNvPr id="4101" name="Group 2"/>
          <p:cNvGrpSpPr>
            <a:grpSpLocks/>
          </p:cNvGrpSpPr>
          <p:nvPr/>
        </p:nvGrpSpPr>
        <p:grpSpPr bwMode="auto">
          <a:xfrm>
            <a:off x="0" y="0"/>
            <a:ext cx="9144000" cy="6858000"/>
            <a:chOff x="0" y="0"/>
            <a:chExt cx="5970" cy="4956"/>
          </a:xfrm>
        </p:grpSpPr>
        <p:pic>
          <p:nvPicPr>
            <p:cNvPr id="4109" name="Picture 3"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4"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5"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6"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9"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514" name="Text Box 10"/>
          <p:cNvSpPr txBox="1">
            <a:spLocks noChangeArrowheads="1"/>
          </p:cNvSpPr>
          <p:nvPr/>
        </p:nvSpPr>
        <p:spPr bwMode="auto">
          <a:xfrm>
            <a:off x="298450" y="-61913"/>
            <a:ext cx="8845550" cy="144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n-US" altLang="zh-CN" sz="44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Chapter 12  </a:t>
            </a:r>
          </a:p>
          <a:p>
            <a:pPr algn="ctr" eaLnBrk="1" hangingPunct="1">
              <a:defRPr/>
            </a:pPr>
            <a:r>
              <a:rPr lang="zh-CN" altLang="en-US" sz="4400" dirty="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三相正弦稳态电路</a:t>
            </a:r>
          </a:p>
        </p:txBody>
      </p:sp>
      <p:sp>
        <p:nvSpPr>
          <p:cNvPr id="277517" name="Text Box 13"/>
          <p:cNvSpPr txBox="1">
            <a:spLocks noChangeArrowheads="1"/>
          </p:cNvSpPr>
          <p:nvPr/>
        </p:nvSpPr>
        <p:spPr bwMode="auto">
          <a:xfrm>
            <a:off x="915988" y="2598738"/>
            <a:ext cx="585470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400" dirty="0">
                <a:effectLst>
                  <a:outerShdw blurRad="38100" dist="38100" dir="2700000" algn="tl">
                    <a:srgbClr val="C0C0C0"/>
                  </a:outerShdw>
                </a:effectLst>
                <a:latin typeface="Times New Roman" panose="02020603050405020304" pitchFamily="18" charset="0"/>
                <a:ea typeface="隶书" panose="02010509060101010101" pitchFamily="49" charset="-122"/>
              </a:rPr>
              <a:t>12.3 </a:t>
            </a:r>
            <a:r>
              <a:rPr lang="zh-CN" altLang="en-US" sz="2400" dirty="0">
                <a:effectLst>
                  <a:outerShdw blurRad="38100" dist="38100" dir="2700000" algn="tl">
                    <a:srgbClr val="C0C0C0"/>
                  </a:outerShdw>
                </a:effectLst>
                <a:latin typeface="Times New Roman" panose="02020603050405020304" pitchFamily="18" charset="0"/>
                <a:ea typeface="隶书" panose="02010509060101010101" pitchFamily="49" charset="-122"/>
              </a:rPr>
              <a:t>对称三相电路分析</a:t>
            </a:r>
          </a:p>
          <a:p>
            <a:pPr eaLnBrk="1" hangingPunct="1">
              <a:defRPr/>
            </a:pPr>
            <a:r>
              <a:rPr lang="zh-CN" altLang="en-US" sz="2400" dirty="0">
                <a:effectLst>
                  <a:outerShdw blurRad="38100" dist="38100" dir="2700000" algn="tl">
                    <a:srgbClr val="C0C0C0"/>
                  </a:outerShdw>
                </a:effectLst>
                <a:latin typeface="Times New Roman" panose="02020603050405020304" pitchFamily="18" charset="0"/>
                <a:ea typeface="隶书" panose="02010509060101010101" pitchFamily="49" charset="-122"/>
              </a:rPr>
              <a:t>　　</a:t>
            </a:r>
            <a:r>
              <a:rPr lang="en-US" altLang="zh-CN" sz="2400" dirty="0">
                <a:effectLst>
                  <a:outerShdw blurRad="38100" dist="38100" dir="2700000" algn="tl">
                    <a:srgbClr val="C0C0C0"/>
                  </a:outerShdw>
                </a:effectLst>
                <a:latin typeface="Times New Roman" panose="02020603050405020304" pitchFamily="18" charset="0"/>
                <a:ea typeface="隶书" panose="02010509060101010101" pitchFamily="49" charset="-122"/>
              </a:rPr>
              <a:t>Analysis of balanced three-phase circuits</a:t>
            </a:r>
          </a:p>
        </p:txBody>
      </p:sp>
      <p:sp>
        <p:nvSpPr>
          <p:cNvPr id="277519" name="Text Box 15"/>
          <p:cNvSpPr txBox="1">
            <a:spLocks noChangeArrowheads="1"/>
          </p:cNvSpPr>
          <p:nvPr/>
        </p:nvSpPr>
        <p:spPr bwMode="auto">
          <a:xfrm>
            <a:off x="947764" y="4421188"/>
            <a:ext cx="4395787"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400" dirty="0">
                <a:effectLst>
                  <a:outerShdw blurRad="38100" dist="38100" dir="2700000" algn="tl">
                    <a:srgbClr val="C0C0C0"/>
                  </a:outerShdw>
                </a:effectLst>
                <a:latin typeface="Times New Roman" panose="02020603050405020304" pitchFamily="18" charset="0"/>
                <a:ea typeface="隶书" panose="02010509060101010101" pitchFamily="49" charset="-122"/>
              </a:rPr>
              <a:t>12.5 </a:t>
            </a:r>
            <a:r>
              <a:rPr lang="zh-CN" altLang="en-US" sz="2400" dirty="0">
                <a:effectLst>
                  <a:outerShdw blurRad="38100" dist="38100" dir="2700000" algn="tl">
                    <a:srgbClr val="C0C0C0"/>
                  </a:outerShdw>
                </a:effectLst>
                <a:latin typeface="Times New Roman" panose="02020603050405020304" pitchFamily="18" charset="0"/>
                <a:ea typeface="隶书" panose="02010509060101010101" pitchFamily="49" charset="-122"/>
              </a:rPr>
              <a:t>三相电路的功率</a:t>
            </a:r>
          </a:p>
          <a:p>
            <a:pPr eaLnBrk="1" hangingPunct="1">
              <a:defRPr/>
            </a:pPr>
            <a:r>
              <a:rPr lang="zh-CN" altLang="en-US" sz="2400" dirty="0">
                <a:effectLst>
                  <a:outerShdw blurRad="38100" dist="38100" dir="2700000" algn="tl">
                    <a:srgbClr val="C0C0C0"/>
                  </a:outerShdw>
                </a:effectLst>
                <a:latin typeface="Times New Roman" panose="02020603050405020304" pitchFamily="18" charset="0"/>
                <a:ea typeface="隶书" panose="02010509060101010101" pitchFamily="49" charset="-122"/>
              </a:rPr>
              <a:t>　　</a:t>
            </a:r>
            <a:r>
              <a:rPr lang="en-US" altLang="zh-CN" sz="2400" dirty="0">
                <a:effectLst>
                  <a:outerShdw blurRad="38100" dist="38100" dir="2700000" algn="tl">
                    <a:srgbClr val="C0C0C0"/>
                  </a:outerShdw>
                </a:effectLst>
                <a:latin typeface="Times New Roman" panose="02020603050405020304" pitchFamily="18" charset="0"/>
                <a:ea typeface="隶书" panose="02010509060101010101" pitchFamily="49" charset="-122"/>
              </a:rPr>
              <a:t>Power of three-phase circuits</a:t>
            </a:r>
          </a:p>
        </p:txBody>
      </p:sp>
      <p:sp>
        <p:nvSpPr>
          <p:cNvPr id="277521" name="Text Box 17"/>
          <p:cNvSpPr txBox="1">
            <a:spLocks noChangeArrowheads="1"/>
          </p:cNvSpPr>
          <p:nvPr/>
        </p:nvSpPr>
        <p:spPr bwMode="auto">
          <a:xfrm>
            <a:off x="933660" y="3527425"/>
            <a:ext cx="6162675"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400" dirty="0">
                <a:effectLst>
                  <a:outerShdw blurRad="38100" dist="38100" dir="2700000" algn="tl">
                    <a:srgbClr val="C0C0C0"/>
                  </a:outerShdw>
                </a:effectLst>
                <a:latin typeface="Times New Roman" panose="02020603050405020304" pitchFamily="18" charset="0"/>
                <a:ea typeface="隶书" panose="02010509060101010101" pitchFamily="49" charset="-122"/>
              </a:rPr>
              <a:t>12.4</a:t>
            </a:r>
            <a:r>
              <a:rPr lang="zh-CN" altLang="en-US" sz="2400" dirty="0">
                <a:effectLst>
                  <a:outerShdw blurRad="38100" dist="38100" dir="2700000" algn="tl">
                    <a:srgbClr val="C0C0C0"/>
                  </a:outerShdw>
                </a:effectLst>
                <a:latin typeface="Times New Roman" panose="02020603050405020304" pitchFamily="18" charset="0"/>
                <a:ea typeface="隶书" panose="02010509060101010101" pitchFamily="49" charset="-122"/>
              </a:rPr>
              <a:t>不对称三相电路分析</a:t>
            </a:r>
          </a:p>
          <a:p>
            <a:pPr eaLnBrk="1" hangingPunct="1">
              <a:defRPr/>
            </a:pPr>
            <a:r>
              <a:rPr lang="zh-CN" altLang="en-US" sz="2400" dirty="0">
                <a:effectLst>
                  <a:outerShdw blurRad="38100" dist="38100" dir="2700000" algn="tl">
                    <a:srgbClr val="C0C0C0"/>
                  </a:outerShdw>
                </a:effectLst>
                <a:latin typeface="Times New Roman" panose="02020603050405020304" pitchFamily="18" charset="0"/>
                <a:ea typeface="隶书" panose="02010509060101010101" pitchFamily="49" charset="-122"/>
              </a:rPr>
              <a:t>　　</a:t>
            </a:r>
            <a:r>
              <a:rPr lang="en-US" altLang="zh-CN" sz="2400" dirty="0">
                <a:effectLst>
                  <a:outerShdw blurRad="38100" dist="38100" dir="2700000" algn="tl">
                    <a:srgbClr val="C0C0C0"/>
                  </a:outerShdw>
                </a:effectLst>
                <a:latin typeface="Times New Roman" panose="02020603050405020304" pitchFamily="18" charset="0"/>
                <a:ea typeface="隶书" panose="02010509060101010101" pitchFamily="49" charset="-122"/>
              </a:rPr>
              <a:t>Analysis of unbalanced three-phase circuits</a:t>
            </a:r>
          </a:p>
        </p:txBody>
      </p:sp>
    </p:spTree>
    <p:extLst>
      <p:ext uri="{BB962C8B-B14F-4D97-AF65-F5344CB8AC3E}">
        <p14:creationId xmlns:p14="http://schemas.microsoft.com/office/powerpoint/2010/main" val="295600748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16499" y="368712"/>
            <a:ext cx="3061758" cy="523220"/>
          </a:xfrm>
          <a:prstGeom prst="rect">
            <a:avLst/>
          </a:prstGeom>
          <a:noFill/>
        </p:spPr>
        <p:txBody>
          <a:bodyPr wrap="square">
            <a:spAutoFit/>
          </a:bodyPr>
          <a:lstStyle/>
          <a:p>
            <a:r>
              <a:rPr lang="zh-CN" altLang="en-US" sz="2800" b="1" dirty="0">
                <a:latin typeface="Times New Roman" panose="02020603050405020304" pitchFamily="18" charset="0"/>
                <a:ea typeface="楷体" panose="02010609060101010101" charset="-122"/>
              </a:rPr>
              <a:t>三相正弦稳态电路</a:t>
            </a:r>
            <a:endParaRPr lang="zh-CN" altLang="en-US" sz="2800" dirty="0"/>
          </a:p>
        </p:txBody>
      </p:sp>
      <p:grpSp>
        <p:nvGrpSpPr>
          <p:cNvPr id="4" name="Group 47"/>
          <p:cNvGrpSpPr/>
          <p:nvPr/>
        </p:nvGrpSpPr>
        <p:grpSpPr bwMode="auto">
          <a:xfrm>
            <a:off x="5320394" y="2339448"/>
            <a:ext cx="3690818" cy="2179103"/>
            <a:chOff x="2033" y="253"/>
            <a:chExt cx="2030" cy="1251"/>
          </a:xfrm>
        </p:grpSpPr>
        <p:grpSp>
          <p:nvGrpSpPr>
            <p:cNvPr id="5" name="Group 46"/>
            <p:cNvGrpSpPr/>
            <p:nvPr/>
          </p:nvGrpSpPr>
          <p:grpSpPr bwMode="auto">
            <a:xfrm>
              <a:off x="2318" y="344"/>
              <a:ext cx="1745" cy="1160"/>
              <a:chOff x="2318" y="344"/>
              <a:chExt cx="1745" cy="1160"/>
            </a:xfrm>
          </p:grpSpPr>
          <p:sp>
            <p:nvSpPr>
              <p:cNvPr id="8" name="Rectangle 20"/>
              <p:cNvSpPr>
                <a:spLocks noChangeArrowheads="1"/>
              </p:cNvSpPr>
              <p:nvPr/>
            </p:nvSpPr>
            <p:spPr bwMode="auto">
              <a:xfrm>
                <a:off x="3579" y="788"/>
                <a:ext cx="102" cy="295"/>
              </a:xfrm>
              <a:prstGeom prst="rect">
                <a:avLst/>
              </a:prstGeom>
              <a:solidFill>
                <a:schemeClr val="bg1"/>
              </a:solidFill>
              <a:ln w="317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Oval 21"/>
              <p:cNvSpPr>
                <a:spLocks noChangeArrowheads="1"/>
              </p:cNvSpPr>
              <p:nvPr/>
            </p:nvSpPr>
            <p:spPr bwMode="auto">
              <a:xfrm>
                <a:off x="2398" y="764"/>
                <a:ext cx="295" cy="295"/>
              </a:xfrm>
              <a:prstGeom prst="ellipse">
                <a:avLst/>
              </a:prstGeom>
              <a:solidFill>
                <a:schemeClr val="bg1"/>
              </a:solidFill>
              <a:ln w="3175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22"/>
              <p:cNvSpPr>
                <a:spLocks noChangeShapeType="1"/>
              </p:cNvSpPr>
              <p:nvPr/>
            </p:nvSpPr>
            <p:spPr bwMode="auto">
              <a:xfrm>
                <a:off x="2551" y="542"/>
                <a:ext cx="0" cy="82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23"/>
              <p:cNvSpPr>
                <a:spLocks noChangeShapeType="1"/>
              </p:cNvSpPr>
              <p:nvPr/>
            </p:nvSpPr>
            <p:spPr bwMode="auto">
              <a:xfrm>
                <a:off x="3637" y="542"/>
                <a:ext cx="0" cy="24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24"/>
              <p:cNvSpPr>
                <a:spLocks noChangeShapeType="1"/>
              </p:cNvSpPr>
              <p:nvPr/>
            </p:nvSpPr>
            <p:spPr bwMode="auto">
              <a:xfrm>
                <a:off x="3637" y="1092"/>
                <a:ext cx="0" cy="28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25"/>
              <p:cNvSpPr>
                <a:spLocks noChangeShapeType="1"/>
              </p:cNvSpPr>
              <p:nvPr/>
            </p:nvSpPr>
            <p:spPr bwMode="auto">
              <a:xfrm>
                <a:off x="2545" y="1366"/>
                <a:ext cx="109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26"/>
              <p:cNvSpPr>
                <a:spLocks noChangeShapeType="1"/>
              </p:cNvSpPr>
              <p:nvPr/>
            </p:nvSpPr>
            <p:spPr bwMode="auto">
              <a:xfrm>
                <a:off x="2551" y="542"/>
                <a:ext cx="38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27"/>
              <p:cNvSpPr txBox="1">
                <a:spLocks noChangeArrowheads="1"/>
              </p:cNvSpPr>
              <p:nvPr/>
            </p:nvSpPr>
            <p:spPr bwMode="auto">
              <a:xfrm>
                <a:off x="2360" y="542"/>
                <a:ext cx="2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chemeClr val="tx1"/>
                    </a:solidFill>
                  </a:rPr>
                  <a:t>+</a:t>
                </a:r>
              </a:p>
            </p:txBody>
          </p:sp>
          <p:sp>
            <p:nvSpPr>
              <p:cNvPr id="16" name="Text Box 28"/>
              <p:cNvSpPr txBox="1">
                <a:spLocks noChangeArrowheads="1"/>
              </p:cNvSpPr>
              <p:nvPr/>
            </p:nvSpPr>
            <p:spPr bwMode="auto">
              <a:xfrm>
                <a:off x="2366" y="999"/>
                <a:ext cx="2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chemeClr val="tx1"/>
                    </a:solidFill>
                  </a:rPr>
                  <a:t>–</a:t>
                </a:r>
              </a:p>
            </p:txBody>
          </p:sp>
          <p:sp>
            <p:nvSpPr>
              <p:cNvPr id="17" name="Line 30"/>
              <p:cNvSpPr>
                <a:spLocks noChangeShapeType="1"/>
              </p:cNvSpPr>
              <p:nvPr/>
            </p:nvSpPr>
            <p:spPr bwMode="auto">
              <a:xfrm>
                <a:off x="2887" y="398"/>
                <a:ext cx="348" cy="0"/>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Text Box 32"/>
              <p:cNvSpPr txBox="1">
                <a:spLocks noChangeArrowheads="1"/>
              </p:cNvSpPr>
              <p:nvPr/>
            </p:nvSpPr>
            <p:spPr bwMode="auto">
              <a:xfrm>
                <a:off x="2318" y="344"/>
                <a:ext cx="25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chemeClr val="tx1"/>
                    </a:solidFill>
                    <a:latin typeface="Times New Roman" panose="02020603050405020304" pitchFamily="18" charset="0"/>
                    <a:cs typeface="Times New Roman" panose="02020603050405020304" pitchFamily="18" charset="0"/>
                  </a:rPr>
                  <a:t>A</a:t>
                </a:r>
              </a:p>
            </p:txBody>
          </p:sp>
          <p:sp>
            <p:nvSpPr>
              <p:cNvPr id="19" name="Text Box 33"/>
              <p:cNvSpPr txBox="1">
                <a:spLocks noChangeArrowheads="1"/>
              </p:cNvSpPr>
              <p:nvPr/>
            </p:nvSpPr>
            <p:spPr bwMode="auto">
              <a:xfrm>
                <a:off x="2321" y="1292"/>
                <a:ext cx="2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chemeClr val="tx1"/>
                    </a:solidFill>
                    <a:latin typeface="Times New Roman" panose="02020603050405020304" pitchFamily="18" charset="0"/>
                    <a:cs typeface="Times New Roman" panose="02020603050405020304" pitchFamily="18" charset="0"/>
                  </a:rPr>
                  <a:t>N</a:t>
                </a:r>
              </a:p>
            </p:txBody>
          </p:sp>
          <p:sp>
            <p:nvSpPr>
              <p:cNvPr id="20" name="Text Box 34"/>
              <p:cNvSpPr txBox="1">
                <a:spLocks noChangeArrowheads="1"/>
              </p:cNvSpPr>
              <p:nvPr/>
            </p:nvSpPr>
            <p:spPr bwMode="auto">
              <a:xfrm>
                <a:off x="3657" y="1238"/>
                <a:ext cx="2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solidFill>
                      <a:schemeClr val="tx1"/>
                    </a:solidFill>
                    <a:latin typeface="Times New Roman" panose="02020603050405020304" pitchFamily="18" charset="0"/>
                    <a:cs typeface="Times New Roman" panose="02020603050405020304" pitchFamily="18" charset="0"/>
                  </a:rPr>
                  <a:t>n</a:t>
                </a:r>
              </a:p>
            </p:txBody>
          </p:sp>
          <p:sp>
            <p:nvSpPr>
              <p:cNvPr id="21" name="Text Box 35"/>
              <p:cNvSpPr txBox="1">
                <a:spLocks noChangeArrowheads="1"/>
              </p:cNvSpPr>
              <p:nvPr/>
            </p:nvSpPr>
            <p:spPr bwMode="auto">
              <a:xfrm>
                <a:off x="3630" y="367"/>
                <a:ext cx="2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solidFill>
                      <a:schemeClr val="tx1"/>
                    </a:solidFill>
                    <a:latin typeface="Times New Roman" panose="02020603050405020304" pitchFamily="18" charset="0"/>
                    <a:cs typeface="Times New Roman" panose="02020603050405020304" pitchFamily="18" charset="0"/>
                  </a:rPr>
                  <a:t>a</a:t>
                </a:r>
              </a:p>
            </p:txBody>
          </p:sp>
          <p:sp>
            <p:nvSpPr>
              <p:cNvPr id="22" name="Text Box 36"/>
              <p:cNvSpPr txBox="1">
                <a:spLocks noChangeArrowheads="1"/>
              </p:cNvSpPr>
              <p:nvPr/>
            </p:nvSpPr>
            <p:spPr bwMode="auto">
              <a:xfrm>
                <a:off x="3657" y="821"/>
                <a:ext cx="40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chemeClr val="tx1"/>
                    </a:solidFill>
                    <a:latin typeface="Times New Roman" panose="02020603050405020304" pitchFamily="18" charset="0"/>
                    <a:cs typeface="Times New Roman" panose="02020603050405020304" pitchFamily="18" charset="0"/>
                  </a:rPr>
                  <a:t>Z</a:t>
                </a:r>
                <a:endParaRPr lang="en-US" altLang="zh-CN" dirty="0">
                  <a:solidFill>
                    <a:schemeClr val="tx1"/>
                  </a:solidFill>
                  <a:latin typeface="Times New Roman" panose="02020603050405020304" pitchFamily="18" charset="0"/>
                  <a:cs typeface="Times New Roman" panose="02020603050405020304" pitchFamily="18" charset="0"/>
                </a:endParaRPr>
              </a:p>
            </p:txBody>
          </p:sp>
          <p:sp>
            <p:nvSpPr>
              <p:cNvPr id="23" name="Rectangle 37"/>
              <p:cNvSpPr>
                <a:spLocks noChangeArrowheads="1"/>
              </p:cNvSpPr>
              <p:nvPr/>
            </p:nvSpPr>
            <p:spPr bwMode="auto">
              <a:xfrm rot="5400000">
                <a:off x="3040" y="398"/>
                <a:ext cx="96" cy="295"/>
              </a:xfrm>
              <a:prstGeom prst="rect">
                <a:avLst/>
              </a:prstGeom>
              <a:solidFill>
                <a:schemeClr val="bg1"/>
              </a:solidFill>
              <a:ln w="317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38"/>
              <p:cNvSpPr>
                <a:spLocks noChangeShapeType="1"/>
              </p:cNvSpPr>
              <p:nvPr/>
            </p:nvSpPr>
            <p:spPr bwMode="auto">
              <a:xfrm>
                <a:off x="3242" y="548"/>
                <a:ext cx="39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39"/>
              <p:cNvSpPr txBox="1">
                <a:spLocks noChangeArrowheads="1"/>
              </p:cNvSpPr>
              <p:nvPr/>
            </p:nvSpPr>
            <p:spPr bwMode="auto">
              <a:xfrm>
                <a:off x="2959" y="569"/>
                <a:ext cx="40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err="1">
                    <a:solidFill>
                      <a:schemeClr val="tx1"/>
                    </a:solidFill>
                    <a:latin typeface="Times New Roman" panose="02020603050405020304" pitchFamily="18" charset="0"/>
                    <a:cs typeface="Times New Roman" panose="02020603050405020304" pitchFamily="18" charset="0"/>
                  </a:rPr>
                  <a:t>Z</a:t>
                </a:r>
                <a:r>
                  <a:rPr lang="en-US" altLang="zh-CN" i="1" baseline="-25000" dirty="0" err="1">
                    <a:solidFill>
                      <a:schemeClr val="tx1"/>
                    </a:solidFill>
                    <a:latin typeface="Times New Roman" panose="02020603050405020304" pitchFamily="18" charset="0"/>
                    <a:cs typeface="Times New Roman" panose="02020603050405020304" pitchFamily="18" charset="0"/>
                  </a:rPr>
                  <a:t>l</a:t>
                </a:r>
                <a:endParaRPr lang="en-US" altLang="zh-CN" dirty="0">
                  <a:solidFill>
                    <a:schemeClr val="tx1"/>
                  </a:solidFill>
                  <a:latin typeface="Times New Roman" panose="02020603050405020304" pitchFamily="18" charset="0"/>
                  <a:cs typeface="Times New Roman" panose="02020603050405020304" pitchFamily="18" charset="0"/>
                </a:endParaRPr>
              </a:p>
            </p:txBody>
          </p:sp>
        </p:grpSp>
        <p:graphicFrame>
          <p:nvGraphicFramePr>
            <p:cNvPr id="6" name="Object 44"/>
            <p:cNvGraphicFramePr>
              <a:graphicFrameLocks noChangeAspect="1"/>
            </p:cNvGraphicFramePr>
            <p:nvPr/>
          </p:nvGraphicFramePr>
          <p:xfrm>
            <a:off x="2033" y="780"/>
            <a:ext cx="365" cy="303"/>
          </p:xfrm>
          <a:graphic>
            <a:graphicData uri="http://schemas.openxmlformats.org/presentationml/2006/ole">
              <mc:AlternateContent xmlns:mc="http://schemas.openxmlformats.org/markup-compatibility/2006">
                <mc:Choice xmlns:v="urn:schemas-microsoft-com:vml" Requires="v">
                  <p:oleObj name="Equation" r:id="rId4" imgW="292100" imgH="241300" progId="Equation.3">
                    <p:embed/>
                  </p:oleObj>
                </mc:Choice>
                <mc:Fallback>
                  <p:oleObj name="Equation" r:id="rId4" imgW="292100" imgH="241300" progId="Equation.3">
                    <p:embed/>
                    <p:pic>
                      <p:nvPicPr>
                        <p:cNvPr id="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3" y="780"/>
                          <a:ext cx="365" cy="3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45"/>
            <p:cNvGraphicFramePr>
              <a:graphicFrameLocks noChangeAspect="1"/>
            </p:cNvGraphicFramePr>
            <p:nvPr/>
          </p:nvGraphicFramePr>
          <p:xfrm>
            <a:off x="3298" y="253"/>
            <a:ext cx="238" cy="287"/>
          </p:xfrm>
          <a:graphic>
            <a:graphicData uri="http://schemas.openxmlformats.org/presentationml/2006/ole">
              <mc:AlternateContent xmlns:mc="http://schemas.openxmlformats.org/markup-compatibility/2006">
                <mc:Choice xmlns:v="urn:schemas-microsoft-com:vml" Requires="v">
                  <p:oleObj name="Equation" r:id="rId6" imgW="190500" imgH="228600" progId="Equation.3">
                    <p:embed/>
                  </p:oleObj>
                </mc:Choice>
                <mc:Fallback>
                  <p:oleObj name="Equation" r:id="rId6" imgW="190500" imgH="228600" progId="Equation.3">
                    <p:embed/>
                    <p:pic>
                      <p:nvPicPr>
                        <p:cNvPr id="0"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8" y="253"/>
                          <a:ext cx="238"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8" name="文本框 27"/>
          <p:cNvSpPr txBox="1"/>
          <p:nvPr/>
        </p:nvSpPr>
        <p:spPr>
          <a:xfrm>
            <a:off x="420634" y="1239267"/>
            <a:ext cx="927640" cy="523220"/>
          </a:xfrm>
          <a:prstGeom prst="rect">
            <a:avLst/>
          </a:prstGeom>
          <a:noFill/>
        </p:spPr>
        <p:txBody>
          <a:bodyPr wrap="square" rtlCol="0">
            <a:spAutoFit/>
          </a:bodyPr>
          <a:lstStyle/>
          <a:p>
            <a:r>
              <a:rPr lang="en-US" altLang="zh-CN" sz="2800" dirty="0">
                <a:latin typeface="Times New Roman" panose="02020603050405020304" pitchFamily="18" charset="0"/>
                <a:ea typeface="楷体" panose="02010609060101010101" charset="-122"/>
                <a:cs typeface="Times New Roman" panose="02020603050405020304" pitchFamily="18" charset="0"/>
              </a:rPr>
              <a:t>Y-</a:t>
            </a:r>
            <a:r>
              <a:rPr lang="zh-CN" altLang="en-US" sz="2800" dirty="0">
                <a:latin typeface="楷体" panose="02010609060101010101" charset="-122"/>
                <a:ea typeface="楷体" panose="02010609060101010101" charset="-122"/>
              </a:rPr>
              <a:t>接：</a:t>
            </a:r>
            <a:endParaRPr lang="zh-CN" altLang="en-US" sz="2800" b="1" dirty="0">
              <a:latin typeface="楷体" panose="02010609060101010101" charset="-122"/>
              <a:ea typeface="楷体" panose="02010609060101010101" charset="-122"/>
            </a:endParaRPr>
          </a:p>
        </p:txBody>
      </p:sp>
      <p:grpSp>
        <p:nvGrpSpPr>
          <p:cNvPr id="29" name="组合 28"/>
          <p:cNvGrpSpPr/>
          <p:nvPr/>
        </p:nvGrpSpPr>
        <p:grpSpPr>
          <a:xfrm>
            <a:off x="1481242" y="1247408"/>
            <a:ext cx="3846895" cy="508617"/>
            <a:chOff x="2485643" y="1795463"/>
            <a:chExt cx="3846895" cy="508617"/>
          </a:xfrm>
        </p:grpSpPr>
        <p:graphicFrame>
          <p:nvGraphicFramePr>
            <p:cNvPr id="30" name="对象 29"/>
            <p:cNvGraphicFramePr>
              <a:graphicFrameLocks noChangeAspect="1"/>
            </p:cNvGraphicFramePr>
            <p:nvPr/>
          </p:nvGraphicFramePr>
          <p:xfrm>
            <a:off x="3951288" y="1795463"/>
            <a:ext cx="2381250" cy="471487"/>
          </p:xfrm>
          <a:graphic>
            <a:graphicData uri="http://schemas.openxmlformats.org/presentationml/2006/ole">
              <mc:AlternateContent xmlns:mc="http://schemas.openxmlformats.org/markup-compatibility/2006">
                <mc:Choice xmlns:v="urn:schemas-microsoft-com:vml" Requires="v">
                  <p:oleObj name="Equation" r:id="rId8" imgW="72542400" imgH="14325600" progId="Equation.DSMT4">
                    <p:embed/>
                  </p:oleObj>
                </mc:Choice>
                <mc:Fallback>
                  <p:oleObj name="Equation" r:id="rId8" imgW="72542400" imgH="14325600" progId="Equation.DSMT4">
                    <p:embed/>
                    <p:pic>
                      <p:nvPicPr>
                        <p:cNvPr id="0" name="对象 22"/>
                        <p:cNvPicPr/>
                        <p:nvPr/>
                      </p:nvPicPr>
                      <p:blipFill>
                        <a:blip r:embed="rId9"/>
                        <a:stretch>
                          <a:fillRect/>
                        </a:stretch>
                      </p:blipFill>
                      <p:spPr>
                        <a:xfrm>
                          <a:off x="3951288" y="1795463"/>
                          <a:ext cx="2381250" cy="471487"/>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2485643" y="1800080"/>
            <a:ext cx="1117565" cy="504000"/>
          </p:xfrm>
          <a:graphic>
            <a:graphicData uri="http://schemas.openxmlformats.org/presentationml/2006/ole">
              <mc:AlternateContent xmlns:mc="http://schemas.openxmlformats.org/markup-compatibility/2006">
                <mc:Choice xmlns:v="urn:schemas-microsoft-com:vml" Requires="v">
                  <p:oleObj name="Equation" r:id="rId10" imgW="31089600" imgH="14020800" progId="Equation.DSMT4">
                    <p:embed/>
                  </p:oleObj>
                </mc:Choice>
                <mc:Fallback>
                  <p:oleObj name="Equation" r:id="rId10" imgW="31089600" imgH="14020800" progId="Equation.DSMT4">
                    <p:embed/>
                    <p:pic>
                      <p:nvPicPr>
                        <p:cNvPr id="0" name="对象 4"/>
                        <p:cNvPicPr/>
                        <p:nvPr/>
                      </p:nvPicPr>
                      <p:blipFill>
                        <a:blip r:embed="rId11"/>
                        <a:stretch>
                          <a:fillRect/>
                        </a:stretch>
                      </p:blipFill>
                      <p:spPr>
                        <a:xfrm>
                          <a:off x="2485643" y="1800080"/>
                          <a:ext cx="1117565" cy="504000"/>
                        </a:xfrm>
                        <a:prstGeom prst="rect">
                          <a:avLst/>
                        </a:prstGeom>
                      </p:spPr>
                    </p:pic>
                  </p:oleObj>
                </mc:Fallback>
              </mc:AlternateContent>
            </a:graphicData>
          </a:graphic>
        </p:graphicFrame>
      </p:grpSp>
      <p:grpSp>
        <p:nvGrpSpPr>
          <p:cNvPr id="32" name="组合 31"/>
          <p:cNvGrpSpPr/>
          <p:nvPr/>
        </p:nvGrpSpPr>
        <p:grpSpPr>
          <a:xfrm>
            <a:off x="1452163" y="1890345"/>
            <a:ext cx="3625149" cy="469900"/>
            <a:chOff x="2456564" y="2362200"/>
            <a:chExt cx="3625149" cy="469900"/>
          </a:xfrm>
        </p:grpSpPr>
        <p:graphicFrame>
          <p:nvGraphicFramePr>
            <p:cNvPr id="33" name="对象 32"/>
            <p:cNvGraphicFramePr>
              <a:graphicFrameLocks noChangeAspect="1"/>
            </p:cNvGraphicFramePr>
            <p:nvPr/>
          </p:nvGraphicFramePr>
          <p:xfrm>
            <a:off x="3951288" y="2362200"/>
            <a:ext cx="2130425" cy="469900"/>
          </p:xfrm>
          <a:graphic>
            <a:graphicData uri="http://schemas.openxmlformats.org/presentationml/2006/ole">
              <mc:AlternateContent xmlns:mc="http://schemas.openxmlformats.org/markup-compatibility/2006">
                <mc:Choice xmlns:v="urn:schemas-microsoft-com:vml" Requires="v">
                  <p:oleObj name="Equation" r:id="rId12" imgW="67665600" imgH="14935200" progId="Equation.DSMT4">
                    <p:embed/>
                  </p:oleObj>
                </mc:Choice>
                <mc:Fallback>
                  <p:oleObj name="Equation" r:id="rId12" imgW="67665600" imgH="14935200" progId="Equation.DSMT4">
                    <p:embed/>
                    <p:pic>
                      <p:nvPicPr>
                        <p:cNvPr id="0" name="对象 25"/>
                        <p:cNvPicPr/>
                        <p:nvPr/>
                      </p:nvPicPr>
                      <p:blipFill>
                        <a:blip r:embed="rId13"/>
                        <a:stretch>
                          <a:fillRect/>
                        </a:stretch>
                      </p:blipFill>
                      <p:spPr>
                        <a:xfrm>
                          <a:off x="3951288" y="2362200"/>
                          <a:ext cx="2130425" cy="469900"/>
                        </a:xfrm>
                        <a:prstGeom prst="rect">
                          <a:avLst/>
                        </a:prstGeom>
                      </p:spPr>
                    </p:pic>
                  </p:oleObj>
                </mc:Fallback>
              </mc:AlternateContent>
            </a:graphicData>
          </a:graphic>
        </p:graphicFrame>
        <p:graphicFrame>
          <p:nvGraphicFramePr>
            <p:cNvPr id="34" name="对象 33"/>
            <p:cNvGraphicFramePr>
              <a:graphicFrameLocks noChangeAspect="1"/>
            </p:cNvGraphicFramePr>
            <p:nvPr/>
          </p:nvGraphicFramePr>
          <p:xfrm>
            <a:off x="2456564" y="2384408"/>
            <a:ext cx="1335272" cy="432000"/>
          </p:xfrm>
          <a:graphic>
            <a:graphicData uri="http://schemas.openxmlformats.org/presentationml/2006/ole">
              <mc:AlternateContent xmlns:mc="http://schemas.openxmlformats.org/markup-compatibility/2006">
                <mc:Choice xmlns:v="urn:schemas-microsoft-com:vml" Requires="v">
                  <p:oleObj name="Equation" r:id="rId14" imgW="41452800" imgH="13411200" progId="Equation.DSMT4">
                    <p:embed/>
                  </p:oleObj>
                </mc:Choice>
                <mc:Fallback>
                  <p:oleObj name="Equation" r:id="rId14" imgW="41452800" imgH="13411200" progId="Equation.DSMT4">
                    <p:embed/>
                    <p:pic>
                      <p:nvPicPr>
                        <p:cNvPr id="0" name="对象 5"/>
                        <p:cNvPicPr/>
                        <p:nvPr/>
                      </p:nvPicPr>
                      <p:blipFill>
                        <a:blip r:embed="rId15"/>
                        <a:stretch>
                          <a:fillRect/>
                        </a:stretch>
                      </p:blipFill>
                      <p:spPr>
                        <a:xfrm>
                          <a:off x="2456564" y="2384408"/>
                          <a:ext cx="1335272" cy="432000"/>
                        </a:xfrm>
                        <a:prstGeom prst="rect">
                          <a:avLst/>
                        </a:prstGeom>
                      </p:spPr>
                    </p:pic>
                  </p:oleObj>
                </mc:Fallback>
              </mc:AlternateContent>
            </a:graphicData>
          </a:graphic>
        </p:graphicFrame>
      </p:grpSp>
      <p:sp>
        <p:nvSpPr>
          <p:cNvPr id="35" name="文本框 34"/>
          <p:cNvSpPr txBox="1"/>
          <p:nvPr/>
        </p:nvSpPr>
        <p:spPr>
          <a:xfrm>
            <a:off x="420634" y="1822614"/>
            <a:ext cx="927640" cy="523220"/>
          </a:xfrm>
          <a:prstGeom prst="rect">
            <a:avLst/>
          </a:prstGeom>
          <a:noFill/>
        </p:spPr>
        <p:txBody>
          <a:bodyPr wrap="square" rtlCol="0">
            <a:spAutoFit/>
          </a:bodyPr>
          <a:lstStyle/>
          <a:p>
            <a:r>
              <a:rPr lang="en-US" altLang="zh-CN" sz="2800" dirty="0">
                <a:latin typeface="Times New Roman" panose="02020603050405020304" pitchFamily="18" charset="0"/>
                <a:ea typeface="楷体" panose="02010609060101010101" charset="-122"/>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ea typeface="楷体" panose="02010609060101010101" charset="-122"/>
                <a:cs typeface="Times New Roman" panose="02020603050405020304" pitchFamily="18" charset="0"/>
              </a:rPr>
              <a:t>-</a:t>
            </a:r>
            <a:r>
              <a:rPr lang="zh-CN" altLang="en-US" sz="2800" dirty="0">
                <a:latin typeface="楷体" panose="02010609060101010101" charset="-122"/>
                <a:ea typeface="楷体" panose="02010609060101010101" charset="-122"/>
              </a:rPr>
              <a:t>接：</a:t>
            </a:r>
            <a:endParaRPr lang="zh-CN" altLang="en-US" sz="2800" b="1" dirty="0">
              <a:latin typeface="楷体" panose="02010609060101010101" charset="-122"/>
              <a:ea typeface="楷体" panose="02010609060101010101" charset="-122"/>
            </a:endParaRPr>
          </a:p>
        </p:txBody>
      </p:sp>
      <p:pic>
        <p:nvPicPr>
          <p:cNvPr id="36" name="图片 35"/>
          <p:cNvPicPr>
            <a:picLocks noChangeAspect="1"/>
          </p:cNvPicPr>
          <p:nvPr/>
        </p:nvPicPr>
        <p:blipFill rotWithShape="1">
          <a:blip r:embed="rId16"/>
          <a:srcRect r="60473"/>
          <a:stretch>
            <a:fillRect/>
          </a:stretch>
        </p:blipFill>
        <p:spPr>
          <a:xfrm>
            <a:off x="2614734" y="2418428"/>
            <a:ext cx="1605940" cy="2727341"/>
          </a:xfrm>
          <a:prstGeom prst="rect">
            <a:avLst/>
          </a:prstGeom>
        </p:spPr>
      </p:pic>
      <p:pic>
        <p:nvPicPr>
          <p:cNvPr id="37" name="图片 36"/>
          <p:cNvPicPr>
            <a:picLocks noChangeAspect="1"/>
          </p:cNvPicPr>
          <p:nvPr/>
        </p:nvPicPr>
        <p:blipFill rotWithShape="1">
          <a:blip r:embed="rId17"/>
          <a:srcRect r="59114"/>
          <a:stretch>
            <a:fillRect/>
          </a:stretch>
        </p:blipFill>
        <p:spPr>
          <a:xfrm>
            <a:off x="580962" y="2372909"/>
            <a:ext cx="1731052" cy="2510805"/>
          </a:xfrm>
          <a:prstGeom prst="rect">
            <a:avLst/>
          </a:prstGeom>
        </p:spPr>
      </p:pic>
      <p:sp>
        <p:nvSpPr>
          <p:cNvPr id="38" name="文本框 37"/>
          <p:cNvSpPr txBox="1"/>
          <p:nvPr/>
        </p:nvSpPr>
        <p:spPr>
          <a:xfrm>
            <a:off x="5608240" y="1880147"/>
            <a:ext cx="3115126" cy="523220"/>
          </a:xfrm>
          <a:prstGeom prst="rect">
            <a:avLst/>
          </a:prstGeom>
          <a:noFill/>
        </p:spPr>
        <p:txBody>
          <a:bodyPr wrap="square" rtlCol="0">
            <a:spAutoFit/>
          </a:bodyPr>
          <a:lstStyle/>
          <a:p>
            <a:r>
              <a:rPr lang="zh-CN" altLang="en-US"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对称：分相计算法</a:t>
            </a:r>
            <a:endParaRPr lang="zh-CN" altLang="en-US" sz="2800" b="1" dirty="0">
              <a:solidFill>
                <a:srgbClr val="0000FF"/>
              </a:solidFill>
              <a:latin typeface="楷体" panose="02010609060101010101" charset="-122"/>
              <a:ea typeface="楷体" panose="02010609060101010101" charset="-122"/>
            </a:endParaRPr>
          </a:p>
        </p:txBody>
      </p:sp>
      <p:sp>
        <p:nvSpPr>
          <p:cNvPr id="40" name="文本框 39"/>
          <p:cNvSpPr txBox="1"/>
          <p:nvPr/>
        </p:nvSpPr>
        <p:spPr>
          <a:xfrm>
            <a:off x="609993" y="5301767"/>
            <a:ext cx="2895601" cy="523220"/>
          </a:xfrm>
          <a:prstGeom prst="rect">
            <a:avLst/>
          </a:prstGeom>
          <a:noFill/>
        </p:spPr>
        <p:txBody>
          <a:bodyPr wrap="square" rtlCol="0">
            <a:spAutoFit/>
          </a:bodyPr>
          <a:lstStyle/>
          <a:p>
            <a:pPr marL="457200" indent="-457200">
              <a:buFont typeface="Wingdings" panose="05000000000000000000" pitchFamily="2" charset="2"/>
              <a:buChar char="Ø"/>
            </a:pPr>
            <a:r>
              <a:rPr lang="zh-CN" altLang="en-US" sz="2800" dirty="0">
                <a:solidFill>
                  <a:schemeClr val="tx1"/>
                </a:solidFill>
                <a:latin typeface="楷体" panose="02010609060101010101" charset="-122"/>
                <a:ea typeface="楷体" panose="02010609060101010101" charset="-122"/>
              </a:rPr>
              <a:t>三相电路功率</a:t>
            </a:r>
          </a:p>
        </p:txBody>
      </p:sp>
      <p:sp>
        <p:nvSpPr>
          <p:cNvPr id="41" name="文本框 40"/>
          <p:cNvSpPr txBox="1"/>
          <p:nvPr/>
        </p:nvSpPr>
        <p:spPr>
          <a:xfrm>
            <a:off x="5638408" y="5774551"/>
            <a:ext cx="2791128" cy="523220"/>
          </a:xfrm>
          <a:prstGeom prst="rect">
            <a:avLst/>
          </a:prstGeom>
          <a:noFill/>
        </p:spPr>
        <p:txBody>
          <a:bodyPr wrap="square" rtlCol="0">
            <a:spAutoFit/>
          </a:bodyPr>
          <a:lstStyle/>
          <a:p>
            <a:r>
              <a:rPr lang="zh-CN" altLang="en-US" sz="2800" dirty="0">
                <a:solidFill>
                  <a:schemeClr val="tx1"/>
                </a:solidFill>
                <a:latin typeface="楷体" panose="02010609060101010101" charset="-122"/>
                <a:ea typeface="楷体" panose="02010609060101010101" charset="-122"/>
              </a:rPr>
              <a:t>三表法和二表法</a:t>
            </a:r>
            <a:endParaRPr lang="zh-CN" altLang="en-US" sz="2800" b="1" dirty="0">
              <a:solidFill>
                <a:schemeClr val="tx1"/>
              </a:solidFill>
              <a:latin typeface="楷体" panose="02010609060101010101" charset="-122"/>
              <a:ea typeface="楷体" panose="02010609060101010101" charset="-122"/>
            </a:endParaRPr>
          </a:p>
        </p:txBody>
      </p:sp>
      <p:graphicFrame>
        <p:nvGraphicFramePr>
          <p:cNvPr id="42" name="对象 41"/>
          <p:cNvGraphicFramePr>
            <a:graphicFrameLocks noChangeAspect="1"/>
          </p:cNvGraphicFramePr>
          <p:nvPr/>
        </p:nvGraphicFramePr>
        <p:xfrm>
          <a:off x="3407117" y="5404644"/>
          <a:ext cx="1854200" cy="360362"/>
        </p:xfrm>
        <a:graphic>
          <a:graphicData uri="http://schemas.openxmlformats.org/presentationml/2006/ole">
            <mc:AlternateContent xmlns:mc="http://schemas.openxmlformats.org/markup-compatibility/2006">
              <mc:Choice xmlns:v="urn:schemas-microsoft-com:vml" Requires="v">
                <p:oleObj name="Equation" r:id="rId18" imgW="51816000" imgH="10058400" progId="Equation.DSMT4">
                  <p:embed/>
                </p:oleObj>
              </mc:Choice>
              <mc:Fallback>
                <p:oleObj name="Equation" r:id="rId18" imgW="51816000" imgH="10058400" progId="Equation.DSMT4">
                  <p:embed/>
                  <p:pic>
                    <p:nvPicPr>
                      <p:cNvPr id="0" name="对象 43"/>
                      <p:cNvPicPr/>
                      <p:nvPr/>
                    </p:nvPicPr>
                    <p:blipFill>
                      <a:blip r:embed="rId19"/>
                      <a:stretch>
                        <a:fillRect/>
                      </a:stretch>
                    </p:blipFill>
                    <p:spPr>
                      <a:xfrm>
                        <a:off x="3407117" y="5404644"/>
                        <a:ext cx="1854200" cy="360362"/>
                      </a:xfrm>
                      <a:prstGeom prst="rect">
                        <a:avLst/>
                      </a:prstGeom>
                      <a:noFill/>
                    </p:spPr>
                  </p:pic>
                </p:oleObj>
              </mc:Fallback>
            </mc:AlternateContent>
          </a:graphicData>
        </a:graphic>
      </p:graphicFrame>
      <p:graphicFrame>
        <p:nvGraphicFramePr>
          <p:cNvPr id="43" name="对象 42"/>
          <p:cNvGraphicFramePr>
            <a:graphicFrameLocks noChangeAspect="1"/>
          </p:cNvGraphicFramePr>
          <p:nvPr/>
        </p:nvGraphicFramePr>
        <p:xfrm>
          <a:off x="1116354" y="5882481"/>
          <a:ext cx="4008438" cy="503238"/>
        </p:xfrm>
        <a:graphic>
          <a:graphicData uri="http://schemas.openxmlformats.org/presentationml/2006/ole">
            <mc:AlternateContent xmlns:mc="http://schemas.openxmlformats.org/markup-compatibility/2006">
              <mc:Choice xmlns:v="urn:schemas-microsoft-com:vml" Requires="v">
                <p:oleObj name="Equation" r:id="rId20" imgW="118872000" imgH="14935200" progId="Equation.DSMT4">
                  <p:embed/>
                </p:oleObj>
              </mc:Choice>
              <mc:Fallback>
                <p:oleObj name="Equation" r:id="rId20" imgW="118872000" imgH="14935200" progId="Equation.DSMT4">
                  <p:embed/>
                  <p:pic>
                    <p:nvPicPr>
                      <p:cNvPr id="0" name="对象 44"/>
                      <p:cNvPicPr/>
                      <p:nvPr/>
                    </p:nvPicPr>
                    <p:blipFill>
                      <a:blip r:embed="rId21"/>
                      <a:stretch>
                        <a:fillRect/>
                      </a:stretch>
                    </p:blipFill>
                    <p:spPr>
                      <a:xfrm>
                        <a:off x="1116354" y="5882481"/>
                        <a:ext cx="4008438" cy="503238"/>
                      </a:xfrm>
                      <a:prstGeom prst="rect">
                        <a:avLst/>
                      </a:prstGeom>
                      <a:noFill/>
                    </p:spPr>
                  </p:pic>
                </p:oleObj>
              </mc:Fallback>
            </mc:AlternateContent>
          </a:graphicData>
        </a:graphic>
      </p:graphicFrame>
      <p:sp>
        <p:nvSpPr>
          <p:cNvPr id="44" name="文本框 43"/>
          <p:cNvSpPr txBox="1"/>
          <p:nvPr/>
        </p:nvSpPr>
        <p:spPr>
          <a:xfrm>
            <a:off x="5261317" y="4441858"/>
            <a:ext cx="3823606" cy="954107"/>
          </a:xfrm>
          <a:prstGeom prst="rect">
            <a:avLst/>
          </a:prstGeom>
          <a:noFill/>
        </p:spPr>
        <p:txBody>
          <a:bodyPr wrap="square" rtlCol="0">
            <a:spAutoFit/>
          </a:bodyPr>
          <a:lstStyle/>
          <a:p>
            <a:r>
              <a:rPr lang="zh-CN" altLang="en-US"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取</a:t>
            </a:r>
            <a:r>
              <a:rPr lang="en-US" altLang="zh-CN"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A</a:t>
            </a:r>
            <a:r>
              <a:rPr lang="zh-CN" altLang="en-US"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相电路计算，其余两相电量由对称性得到</a:t>
            </a:r>
            <a:endParaRPr lang="zh-CN" altLang="en-US" sz="2800" b="1" dirty="0">
              <a:solidFill>
                <a:srgbClr val="0000FF"/>
              </a:solidFill>
              <a:latin typeface="楷体" panose="02010609060101010101" charset="-122"/>
              <a:ea typeface="楷体" panose="02010609060101010101" charset="-122"/>
            </a:endParaRPr>
          </a:p>
        </p:txBody>
      </p:sp>
      <p:sp>
        <p:nvSpPr>
          <p:cNvPr id="45" name="文本框 44"/>
          <p:cNvSpPr txBox="1"/>
          <p:nvPr/>
        </p:nvSpPr>
        <p:spPr>
          <a:xfrm>
            <a:off x="5608240" y="735621"/>
            <a:ext cx="3115126" cy="954107"/>
          </a:xfrm>
          <a:prstGeom prst="rect">
            <a:avLst/>
          </a:prstGeom>
          <a:noFill/>
        </p:spPr>
        <p:txBody>
          <a:bodyPr wrap="square" rtlCol="0">
            <a:spAutoFit/>
          </a:bodyPr>
          <a:lstStyle/>
          <a:p>
            <a:r>
              <a:rPr lang="zh-CN" altLang="en-US" sz="2800" b="1" dirty="0">
                <a:solidFill>
                  <a:srgbClr val="FF0000"/>
                </a:solidFill>
                <a:latin typeface="Times New Roman" panose="02020603050405020304" pitchFamily="18" charset="0"/>
                <a:ea typeface="楷体" panose="02010609060101010101" charset="-122"/>
                <a:cs typeface="Times New Roman" panose="02020603050405020304" pitchFamily="18" charset="0"/>
              </a:rPr>
              <a:t>难点：线电量与相电量的相互转化</a:t>
            </a:r>
            <a:endParaRPr lang="zh-CN" altLang="en-US" sz="2800" b="1" dirty="0">
              <a:solidFill>
                <a:srgbClr val="FF0000"/>
              </a:solidFill>
              <a:latin typeface="楷体" panose="02010609060101010101" charset="-122"/>
              <a:ea typeface="楷体" panose="02010609060101010101" charset="-122"/>
            </a:endParaRPr>
          </a:p>
        </p:txBody>
      </p:sp>
      <p:pic>
        <p:nvPicPr>
          <p:cNvPr id="2" name="图片 1"/>
          <p:cNvPicPr>
            <a:picLocks noChangeAspect="1"/>
          </p:cNvPicPr>
          <p:nvPr>
            <p:custDataLst>
              <p:tags r:id="rId1"/>
            </p:custDataLst>
          </p:nvPr>
        </p:nvPicPr>
        <p:blipFill>
          <a:blip r:embed="rId22"/>
          <a:stretch>
            <a:fillRect/>
          </a:stretch>
        </p:blipFill>
        <p:spPr>
          <a:xfrm>
            <a:off x="6567805" y="37465"/>
            <a:ext cx="1352550" cy="7524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wipe(left)">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left)">
                                      <p:cBhvr>
                                        <p:cTn id="47" dur="5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ox(out)">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wipe(left)">
                                      <p:cBhvr>
                                        <p:cTn id="57" dur="500"/>
                                        <p:tgtEl>
                                          <p:spTgt spid="4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left)">
                                      <p:cBhvr>
                                        <p:cTn id="62" dur="500"/>
                                        <p:tgtEl>
                                          <p:spTgt spid="4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wipe(left)">
                                      <p:cBhvr>
                                        <p:cTn id="67" dur="500"/>
                                        <p:tgtEl>
                                          <p:spTgt spid="4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wipe(left)">
                                      <p:cBhvr>
                                        <p:cTn id="72" dur="500"/>
                                        <p:tgtEl>
                                          <p:spTgt spid="4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wipe(left)">
                                      <p:cBhvr>
                                        <p:cTn id="7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p:bldP spid="35" grpId="0"/>
      <p:bldP spid="38" grpId="0"/>
      <p:bldP spid="40" grpId="0"/>
      <p:bldP spid="41" grpId="0"/>
      <p:bldP spid="44" grpId="0"/>
      <p:bldP spid="45"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60350" y="383540"/>
            <a:ext cx="7924800" cy="4676775"/>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680720" y="1219200"/>
            <a:ext cx="7781925" cy="4419600"/>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80035" y="340360"/>
            <a:ext cx="8820150" cy="5469255"/>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19100" y="914400"/>
            <a:ext cx="8305800" cy="5029200"/>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85775" y="1095375"/>
            <a:ext cx="8172450" cy="4667250"/>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94995" y="918845"/>
            <a:ext cx="7953375" cy="5019675"/>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71500" y="1028700"/>
            <a:ext cx="8001000" cy="4800600"/>
          </a:xfrm>
          <a:prstGeom prst="rect">
            <a:avLst/>
          </a:prstGeo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61975" y="918845"/>
            <a:ext cx="8020050" cy="5019675"/>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718820" y="1071245"/>
            <a:ext cx="7705725" cy="4714875"/>
          </a:xfrm>
          <a:prstGeom prst="rect">
            <a:avLst/>
          </a:prstGeo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485775" y="561975"/>
            <a:ext cx="8172450" cy="5429250"/>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3305810" y="1409065"/>
            <a:ext cx="3695700" cy="514350"/>
          </a:xfrm>
          <a:prstGeom prst="rect">
            <a:avLst/>
          </a:prstGeom>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619125" y="933450"/>
            <a:ext cx="7905750" cy="4991100"/>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85775" y="942975"/>
            <a:ext cx="8172450" cy="4972050"/>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文本框 79"/>
          <p:cNvSpPr txBox="1"/>
          <p:nvPr/>
        </p:nvSpPr>
        <p:spPr>
          <a:xfrm>
            <a:off x="204003" y="2169994"/>
            <a:ext cx="504056" cy="523220"/>
          </a:xfrm>
          <a:prstGeom prst="rect">
            <a:avLst/>
          </a:prstGeom>
          <a:solidFill>
            <a:schemeClr val="bg1">
              <a:lumMod val="85000"/>
            </a:schemeClr>
          </a:solidFill>
        </p:spPr>
        <p:txBody>
          <a:bodyPr wrap="square">
            <a:spAutoFit/>
          </a:bodyPr>
          <a:lstStyle/>
          <a:p>
            <a:pPr algn="ctr"/>
            <a:r>
              <a:rPr lang="zh-CN" altLang="en-US" sz="2800" b="1" dirty="0">
                <a:solidFill>
                  <a:srgbClr val="3333CC"/>
                </a:solidFill>
                <a:latin typeface="Times New Roman" panose="02020603050405020304" pitchFamily="18" charset="0"/>
                <a:ea typeface="楷体" panose="02010609060101010101" charset="-122"/>
              </a:rPr>
              <a:t>解</a:t>
            </a:r>
            <a:endParaRPr lang="zh-CN" altLang="en-US" sz="2800" b="1" dirty="0">
              <a:solidFill>
                <a:srgbClr val="3333CC"/>
              </a:solidFill>
            </a:endParaRPr>
          </a:p>
        </p:txBody>
      </p:sp>
      <p:sp>
        <p:nvSpPr>
          <p:cNvPr id="82" name="Text Box 3"/>
          <p:cNvSpPr txBox="1">
            <a:spLocks noChangeArrowheads="1"/>
          </p:cNvSpPr>
          <p:nvPr/>
        </p:nvSpPr>
        <p:spPr bwMode="auto">
          <a:xfrm>
            <a:off x="962808" y="354112"/>
            <a:ext cx="788591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914400" fontAlgn="base">
              <a:spcBef>
                <a:spcPct val="50000"/>
              </a:spcBef>
              <a:spcAft>
                <a:spcPct val="0"/>
              </a:spcAf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电源线电压为</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380V</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，感性负载的功率为</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5000W</a:t>
            </a:r>
            <a:r>
              <a:rPr kumimoji="1" lang="zh-CN" altLang="en-US" sz="2800" b="1" dirty="0">
                <a:solidFill>
                  <a:srgbClr val="000000"/>
                </a:solidFill>
                <a:latin typeface="Times New Roman" panose="02020603050405020304" pitchFamily="18" charset="0"/>
                <a:ea typeface="楷体" panose="02010609060101010101" charset="-122"/>
              </a:rPr>
              <a:t>、功率因素为</a:t>
            </a:r>
            <a:r>
              <a:rPr kumimoji="1" lang="en-US" altLang="zh-CN" sz="2800" b="1" dirty="0">
                <a:solidFill>
                  <a:srgbClr val="000000"/>
                </a:solidFill>
                <a:latin typeface="Times New Roman" panose="02020603050405020304" pitchFamily="18" charset="0"/>
                <a:ea typeface="楷体" panose="02010609060101010101" charset="-122"/>
              </a:rPr>
              <a:t>0.707</a:t>
            </a:r>
            <a:r>
              <a:rPr kumimoji="1" lang="zh-CN" altLang="en-US" sz="2800" b="1" dirty="0">
                <a:solidFill>
                  <a:srgbClr val="000000"/>
                </a:solidFill>
                <a:latin typeface="Times New Roman" panose="02020603050405020304" pitchFamily="18" charset="0"/>
                <a:ea typeface="楷体" panose="02010609060101010101" charset="-122"/>
              </a:rPr>
              <a:t>。</a:t>
            </a:r>
            <a:r>
              <a:rPr kumimoji="1" lang="en-US" altLang="zh-CN" sz="2800" b="1" dirty="0">
                <a:solidFill>
                  <a:srgbClr val="000000"/>
                </a:solidFill>
                <a:latin typeface="Times New Roman" panose="02020603050405020304" pitchFamily="18" charset="0"/>
                <a:ea typeface="楷体" panose="02010609060101010101" charset="-122"/>
              </a:rPr>
              <a:t>(1)</a:t>
            </a:r>
            <a:r>
              <a:rPr kumimoji="1" lang="zh-CN" altLang="en-US" sz="2800" b="1" dirty="0">
                <a:solidFill>
                  <a:srgbClr val="000000"/>
                </a:solidFill>
                <a:latin typeface="Times New Roman" panose="02020603050405020304" pitchFamily="18" charset="0"/>
                <a:ea typeface="楷体" panose="02010609060101010101" charset="-122"/>
              </a:rPr>
              <a:t>求感性负载的线电流；</a:t>
            </a:r>
            <a:r>
              <a:rPr kumimoji="1" lang="en-US" altLang="zh-CN" sz="2800" b="1" dirty="0">
                <a:solidFill>
                  <a:srgbClr val="000000"/>
                </a:solidFill>
                <a:latin typeface="Times New Roman" panose="02020603050405020304" pitchFamily="18" charset="0"/>
                <a:ea typeface="楷体" panose="02010609060101010101" charset="-122"/>
              </a:rPr>
              <a:t>(2)</a:t>
            </a:r>
            <a:r>
              <a:rPr kumimoji="1" lang="zh-CN" altLang="en-US" sz="2800" b="1" dirty="0">
                <a:solidFill>
                  <a:srgbClr val="000000"/>
                </a:solidFill>
                <a:latin typeface="Times New Roman" panose="02020603050405020304" pitchFamily="18" charset="0"/>
                <a:ea typeface="楷体" panose="02010609060101010101" charset="-122"/>
              </a:rPr>
              <a:t>求功率表的读数</a:t>
            </a:r>
            <a:r>
              <a:rPr kumimoji="1" lang="en-US" altLang="zh-CN" sz="2800" b="1" i="1" dirty="0">
                <a:solidFill>
                  <a:srgbClr val="000000"/>
                </a:solidFill>
                <a:latin typeface="Times New Roman" panose="02020603050405020304" pitchFamily="18" charset="0"/>
                <a:ea typeface="楷体" panose="02010609060101010101" charset="-122"/>
              </a:rPr>
              <a:t>P</a:t>
            </a:r>
            <a:r>
              <a:rPr kumimoji="1" lang="en-US" altLang="zh-CN" sz="2800" b="1" baseline="-25000" dirty="0">
                <a:solidFill>
                  <a:srgbClr val="000000"/>
                </a:solidFill>
                <a:latin typeface="Times New Roman" panose="02020603050405020304" pitchFamily="18" charset="0"/>
                <a:ea typeface="楷体" panose="02010609060101010101" charset="-122"/>
              </a:rPr>
              <a:t>1</a:t>
            </a:r>
            <a:r>
              <a:rPr kumimoji="1" lang="zh-CN" altLang="en-US" sz="2800" b="1" dirty="0">
                <a:solidFill>
                  <a:srgbClr val="000000"/>
                </a:solidFill>
                <a:latin typeface="Times New Roman" panose="02020603050405020304" pitchFamily="18" charset="0"/>
                <a:ea typeface="楷体" panose="02010609060101010101" charset="-122"/>
              </a:rPr>
              <a:t>和</a:t>
            </a:r>
            <a:r>
              <a:rPr kumimoji="1" lang="en-US" altLang="zh-CN" sz="2800" b="1" i="1" dirty="0">
                <a:solidFill>
                  <a:srgbClr val="000000"/>
                </a:solidFill>
                <a:latin typeface="Times New Roman" panose="02020603050405020304" pitchFamily="18" charset="0"/>
                <a:ea typeface="楷体" panose="02010609060101010101" charset="-122"/>
              </a:rPr>
              <a:t>P</a:t>
            </a:r>
            <a:r>
              <a:rPr kumimoji="1" lang="en-US" altLang="zh-CN" sz="2800" b="1" baseline="-25000" dirty="0">
                <a:solidFill>
                  <a:srgbClr val="000000"/>
                </a:solidFill>
                <a:latin typeface="Times New Roman" panose="02020603050405020304" pitchFamily="18" charset="0"/>
                <a:ea typeface="楷体" panose="02010609060101010101" charset="-122"/>
              </a:rPr>
              <a:t>1</a:t>
            </a:r>
            <a:r>
              <a:rPr kumimoji="1" lang="en-US" altLang="zh-CN" sz="2800" b="1" dirty="0">
                <a:solidFill>
                  <a:srgbClr val="000000"/>
                </a:solidFill>
                <a:latin typeface="Times New Roman" panose="02020603050405020304" pitchFamily="18" charset="0"/>
                <a:ea typeface="楷体" panose="02010609060101010101" charset="-122"/>
              </a:rPr>
              <a:t>+</a:t>
            </a:r>
            <a:r>
              <a:rPr kumimoji="1" lang="en-US" altLang="zh-CN" sz="2800" b="1" i="1" dirty="0">
                <a:solidFill>
                  <a:srgbClr val="000000"/>
                </a:solidFill>
                <a:latin typeface="Times New Roman" panose="02020603050405020304" pitchFamily="18" charset="0"/>
                <a:ea typeface="楷体" panose="02010609060101010101" charset="-122"/>
              </a:rPr>
              <a:t>P</a:t>
            </a:r>
            <a:r>
              <a:rPr kumimoji="1" lang="en-US" altLang="zh-CN" sz="2800" b="1" baseline="-25000" dirty="0">
                <a:solidFill>
                  <a:srgbClr val="000000"/>
                </a:solidFill>
                <a:latin typeface="Times New Roman" panose="02020603050405020304" pitchFamily="18" charset="0"/>
                <a:ea typeface="楷体" panose="02010609060101010101" charset="-122"/>
              </a:rPr>
              <a:t>2</a:t>
            </a:r>
            <a:r>
              <a:rPr kumimoji="1" lang="zh-CN" altLang="en-US" sz="2800" b="1" dirty="0">
                <a:solidFill>
                  <a:srgbClr val="000000"/>
                </a:solidFill>
                <a:latin typeface="Times New Roman" panose="02020603050405020304" pitchFamily="18" charset="0"/>
                <a:ea typeface="楷体" panose="02010609060101010101" charset="-122"/>
              </a:rPr>
              <a:t>；</a:t>
            </a:r>
            <a:r>
              <a:rPr kumimoji="1" lang="en-US" altLang="zh-CN" sz="2800" b="1" dirty="0">
                <a:solidFill>
                  <a:srgbClr val="000000"/>
                </a:solidFill>
                <a:latin typeface="Times New Roman" panose="02020603050405020304" pitchFamily="18" charset="0"/>
                <a:ea typeface="楷体" panose="02010609060101010101" charset="-122"/>
              </a:rPr>
              <a:t>(3)</a:t>
            </a:r>
            <a:r>
              <a:rPr kumimoji="1" lang="zh-CN" altLang="en-US" sz="2800" b="1" dirty="0">
                <a:solidFill>
                  <a:srgbClr val="000000"/>
                </a:solidFill>
                <a:latin typeface="Times New Roman" panose="02020603050405020304" pitchFamily="18" charset="0"/>
                <a:ea typeface="楷体" panose="02010609060101010101" charset="-122"/>
              </a:rPr>
              <a:t>现在负载端并联电容，使电源侧功率因素提高到</a:t>
            </a:r>
            <a:r>
              <a:rPr kumimoji="1" lang="en-US" altLang="zh-CN" sz="2800" b="1" dirty="0">
                <a:solidFill>
                  <a:srgbClr val="000000"/>
                </a:solidFill>
                <a:latin typeface="Times New Roman" panose="02020603050405020304" pitchFamily="18" charset="0"/>
                <a:ea typeface="楷体" panose="02010609060101010101" charset="-122"/>
              </a:rPr>
              <a:t>0.9</a:t>
            </a:r>
            <a:r>
              <a:rPr kumimoji="1" lang="zh-CN" altLang="en-US" sz="2800" b="1" dirty="0">
                <a:solidFill>
                  <a:srgbClr val="000000"/>
                </a:solidFill>
                <a:latin typeface="Times New Roman" panose="02020603050405020304" pitchFamily="18" charset="0"/>
                <a:ea typeface="楷体" panose="02010609060101010101" charset="-122"/>
              </a:rPr>
              <a:t>，求容抗</a:t>
            </a:r>
            <a:r>
              <a:rPr kumimoji="1" lang="en-US" altLang="zh-CN" sz="2800" b="1" i="1" dirty="0">
                <a:solidFill>
                  <a:srgbClr val="000000"/>
                </a:solidFill>
                <a:latin typeface="Times New Roman" panose="02020603050405020304" pitchFamily="18" charset="0"/>
                <a:ea typeface="楷体" panose="02010609060101010101" charset="-122"/>
              </a:rPr>
              <a:t>X</a:t>
            </a:r>
            <a:r>
              <a:rPr kumimoji="1" lang="en-US" altLang="zh-CN" sz="2800" b="1" baseline="-25000" dirty="0">
                <a:solidFill>
                  <a:srgbClr val="000000"/>
                </a:solidFill>
                <a:latin typeface="Times New Roman" panose="02020603050405020304" pitchFamily="18" charset="0"/>
                <a:ea typeface="楷体" panose="02010609060101010101" charset="-122"/>
              </a:rPr>
              <a:t>C</a:t>
            </a:r>
            <a:endParaRPr kumimoji="1" lang="zh-CN" altLang="en-US"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endParaRPr>
          </a:p>
        </p:txBody>
      </p:sp>
      <p:sp>
        <p:nvSpPr>
          <p:cNvPr id="83" name="文本框 82"/>
          <p:cNvSpPr txBox="1"/>
          <p:nvPr/>
        </p:nvSpPr>
        <p:spPr>
          <a:xfrm>
            <a:off x="204003" y="363234"/>
            <a:ext cx="721217"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9</a:t>
            </a:r>
            <a:endParaRPr lang="zh-CN" altLang="en-US" sz="2800" b="1" dirty="0">
              <a:solidFill>
                <a:srgbClr val="FF0000"/>
              </a:solidFill>
            </a:endParaRPr>
          </a:p>
        </p:txBody>
      </p:sp>
      <p:graphicFrame>
        <p:nvGraphicFramePr>
          <p:cNvPr id="2" name="对象 1"/>
          <p:cNvGraphicFramePr>
            <a:graphicFrameLocks noChangeAspect="1"/>
          </p:cNvGraphicFramePr>
          <p:nvPr/>
        </p:nvGraphicFramePr>
        <p:xfrm>
          <a:off x="1431283" y="2203965"/>
          <a:ext cx="2659063" cy="1098550"/>
        </p:xfrm>
        <a:graphic>
          <a:graphicData uri="http://schemas.openxmlformats.org/presentationml/2006/ole">
            <mc:AlternateContent xmlns:mc="http://schemas.openxmlformats.org/markup-compatibility/2006">
              <mc:Choice xmlns:v="urn:schemas-microsoft-com:vml" Requires="v">
                <p:oleObj name="Equation" r:id="rId2" imgW="2425065" imgH="1003935" progId="Equation.DSMT4">
                  <p:embed/>
                </p:oleObj>
              </mc:Choice>
              <mc:Fallback>
                <p:oleObj name="Equation" r:id="rId2" imgW="2425065" imgH="1003935" progId="Equation.DSMT4">
                  <p:embed/>
                  <p:pic>
                    <p:nvPicPr>
                      <p:cNvPr id="0" name="图片 68480"/>
                      <p:cNvPicPr/>
                      <p:nvPr/>
                    </p:nvPicPr>
                    <p:blipFill>
                      <a:blip r:embed="rId3"/>
                      <a:stretch>
                        <a:fillRect/>
                      </a:stretch>
                    </p:blipFill>
                    <p:spPr>
                      <a:xfrm>
                        <a:off x="1431283" y="2203965"/>
                        <a:ext cx="2659063" cy="1098550"/>
                      </a:xfrm>
                      <a:prstGeom prst="rect">
                        <a:avLst/>
                      </a:prstGeom>
                    </p:spPr>
                  </p:pic>
                </p:oleObj>
              </mc:Fallback>
            </mc:AlternateContent>
          </a:graphicData>
        </a:graphic>
      </p:graphicFrame>
      <p:sp>
        <p:nvSpPr>
          <p:cNvPr id="9" name="文本框 8"/>
          <p:cNvSpPr txBox="1"/>
          <p:nvPr/>
        </p:nvSpPr>
        <p:spPr>
          <a:xfrm>
            <a:off x="798596" y="2169724"/>
            <a:ext cx="632687" cy="523220"/>
          </a:xfrm>
          <a:prstGeom prst="rect">
            <a:avLst/>
          </a:prstGeom>
          <a:noFill/>
        </p:spPr>
        <p:txBody>
          <a:bodyPr wrap="square">
            <a:spAutoFit/>
          </a:bodyPr>
          <a:lstStyle/>
          <a:p>
            <a:r>
              <a:rPr kumimoji="1" lang="en-US" altLang="zh-CN"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(1)</a:t>
            </a:r>
            <a:endParaRPr lang="zh-CN" altLang="en-US" dirty="0"/>
          </a:p>
        </p:txBody>
      </p:sp>
      <p:graphicFrame>
        <p:nvGraphicFramePr>
          <p:cNvPr id="14" name="对象 13"/>
          <p:cNvGraphicFramePr>
            <a:graphicFrameLocks noChangeAspect="1"/>
          </p:cNvGraphicFramePr>
          <p:nvPr/>
        </p:nvGraphicFramePr>
        <p:xfrm>
          <a:off x="456031" y="3976214"/>
          <a:ext cx="4000500" cy="787400"/>
        </p:xfrm>
        <a:graphic>
          <a:graphicData uri="http://schemas.openxmlformats.org/presentationml/2006/ole">
            <mc:AlternateContent xmlns:mc="http://schemas.openxmlformats.org/markup-compatibility/2006">
              <mc:Choice xmlns:v="urn:schemas-microsoft-com:vml" Requires="v">
                <p:oleObj name="Equation" r:id="rId4" imgW="96012000" imgH="18897600" progId="Equation.DSMT4">
                  <p:embed/>
                </p:oleObj>
              </mc:Choice>
              <mc:Fallback>
                <p:oleObj name="Equation" r:id="rId4" imgW="96012000" imgH="18897600" progId="Equation.DSMT4">
                  <p:embed/>
                  <p:pic>
                    <p:nvPicPr>
                      <p:cNvPr id="0" name="对象 9"/>
                      <p:cNvPicPr/>
                      <p:nvPr/>
                    </p:nvPicPr>
                    <p:blipFill>
                      <a:blip r:embed="rId5"/>
                      <a:stretch>
                        <a:fillRect/>
                      </a:stretch>
                    </p:blipFill>
                    <p:spPr>
                      <a:xfrm>
                        <a:off x="456031" y="3976214"/>
                        <a:ext cx="4000500" cy="787400"/>
                      </a:xfrm>
                      <a:prstGeom prst="rect">
                        <a:avLst/>
                      </a:prstGeom>
                    </p:spPr>
                  </p:pic>
                </p:oleObj>
              </mc:Fallback>
            </mc:AlternateContent>
          </a:graphicData>
        </a:graphic>
      </p:graphicFrame>
      <p:sp>
        <p:nvSpPr>
          <p:cNvPr id="15" name="文本框 14"/>
          <p:cNvSpPr txBox="1"/>
          <p:nvPr/>
        </p:nvSpPr>
        <p:spPr>
          <a:xfrm>
            <a:off x="316273" y="5458157"/>
            <a:ext cx="8618177" cy="954107"/>
          </a:xfrm>
          <a:prstGeom prst="rect">
            <a:avLst/>
          </a:prstGeom>
          <a:noFill/>
        </p:spPr>
        <p:txBody>
          <a:bodyPr wrap="square" rtlCol="0">
            <a:spAutoFit/>
          </a:bodyPr>
          <a:lstStyle/>
          <a:p>
            <a:r>
              <a:rPr lang="zh-CN" altLang="en-US"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总功率是单相功率的</a:t>
            </a:r>
            <a:r>
              <a:rPr lang="en-US" altLang="zh-CN"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3</a:t>
            </a:r>
            <a:r>
              <a:rPr lang="zh-CN" altLang="en-US"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倍，</a:t>
            </a:r>
            <a:r>
              <a:rPr lang="en-US" altLang="zh-CN" sz="2800" b="1" i="1" dirty="0">
                <a:solidFill>
                  <a:srgbClr val="0000FF"/>
                </a:solidFill>
                <a:latin typeface="Times New Roman" panose="02020603050405020304" pitchFamily="18" charset="0"/>
                <a:ea typeface="楷体" panose="02010609060101010101" charset="-122"/>
                <a:cs typeface="Times New Roman" panose="02020603050405020304" pitchFamily="18" charset="0"/>
              </a:rPr>
              <a:t>U</a:t>
            </a:r>
            <a:r>
              <a:rPr lang="zh-CN" altLang="en-US"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和</a:t>
            </a:r>
            <a:r>
              <a:rPr lang="en-US" altLang="zh-CN" sz="2800" b="1" i="1" dirty="0">
                <a:solidFill>
                  <a:srgbClr val="0000FF"/>
                </a:solidFill>
                <a:latin typeface="Times New Roman" panose="02020603050405020304" pitchFamily="18" charset="0"/>
                <a:ea typeface="楷体" panose="02010609060101010101" charset="-122"/>
                <a:cs typeface="Times New Roman" panose="02020603050405020304" pitchFamily="18" charset="0"/>
              </a:rPr>
              <a:t>I</a:t>
            </a:r>
            <a:r>
              <a:rPr lang="zh-CN" altLang="en-US"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分别是相电压和相电流的有效值，</a:t>
            </a:r>
            <a:r>
              <a:rPr lang="en-US" altLang="zh-CN"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φ</a:t>
            </a:r>
            <a:r>
              <a:rPr lang="zh-CN" altLang="en-US" sz="2800" b="1" dirty="0">
                <a:solidFill>
                  <a:srgbClr val="0000FF"/>
                </a:solidFill>
                <a:latin typeface="Times New Roman" panose="02020603050405020304" pitchFamily="18" charset="0"/>
                <a:ea typeface="楷体" panose="02010609060101010101" charset="-122"/>
                <a:cs typeface="Times New Roman" panose="02020603050405020304" pitchFamily="18" charset="0"/>
              </a:rPr>
              <a:t>是相电压与相电流相位差</a:t>
            </a:r>
            <a:endParaRPr lang="zh-CN" altLang="en-US" sz="2800" b="1" dirty="0">
              <a:solidFill>
                <a:srgbClr val="0000FF"/>
              </a:solidFill>
              <a:latin typeface="楷体" panose="02010609060101010101" charset="-122"/>
              <a:ea typeface="楷体" panose="02010609060101010101" charset="-122"/>
            </a:endParaRPr>
          </a:p>
        </p:txBody>
      </p:sp>
      <p:graphicFrame>
        <p:nvGraphicFramePr>
          <p:cNvPr id="5" name="对象 4"/>
          <p:cNvGraphicFramePr>
            <a:graphicFrameLocks noChangeAspect="1"/>
          </p:cNvGraphicFramePr>
          <p:nvPr/>
        </p:nvGraphicFramePr>
        <p:xfrm>
          <a:off x="1416468" y="3436620"/>
          <a:ext cx="2079625" cy="434975"/>
        </p:xfrm>
        <a:graphic>
          <a:graphicData uri="http://schemas.openxmlformats.org/presentationml/2006/ole">
            <mc:AlternateContent xmlns:mc="http://schemas.openxmlformats.org/markup-compatibility/2006">
              <mc:Choice xmlns:v="urn:schemas-microsoft-com:vml" Requires="v">
                <p:oleObj r:id="rId6" imgW="2130425" imgH="457200" progId="">
                  <p:embed/>
                </p:oleObj>
              </mc:Choice>
              <mc:Fallback>
                <p:oleObj r:id="rId6" imgW="2130425" imgH="457200" progId="">
                  <p:embed/>
                  <p:pic>
                    <p:nvPicPr>
                      <p:cNvPr id="0" name="图片 278541"/>
                      <p:cNvPicPr/>
                      <p:nvPr/>
                    </p:nvPicPr>
                    <p:blipFill>
                      <a:blip r:embed="rId7"/>
                      <a:stretch>
                        <a:fillRect/>
                      </a:stretch>
                    </p:blipFill>
                    <p:spPr>
                      <a:xfrm>
                        <a:off x="1416468" y="3436620"/>
                        <a:ext cx="2079625" cy="434975"/>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4345095" y="2073472"/>
          <a:ext cx="4384675" cy="3460115"/>
        </p:xfrm>
        <a:graphic>
          <a:graphicData uri="http://schemas.openxmlformats.org/presentationml/2006/ole">
            <mc:AlternateContent xmlns:mc="http://schemas.openxmlformats.org/markup-compatibility/2006">
              <mc:Choice xmlns:v="urn:schemas-microsoft-com:vml" Requires="v">
                <p:oleObj name="Visio" r:id="rId8" imgW="2815590" imgH="2225040" progId="Visio.Drawing.15">
                  <p:embed/>
                </p:oleObj>
              </mc:Choice>
              <mc:Fallback>
                <p:oleObj name="Visio" r:id="rId8" imgW="2815590" imgH="2225040" progId="Visio.Drawing.15">
                  <p:embed/>
                  <p:pic>
                    <p:nvPicPr>
                      <p:cNvPr id="0" name="对象 143"/>
                      <p:cNvPicPr/>
                      <p:nvPr/>
                    </p:nvPicPr>
                    <p:blipFill>
                      <a:blip r:embed="rId9"/>
                      <a:stretch>
                        <a:fillRect/>
                      </a:stretch>
                    </p:blipFill>
                    <p:spPr>
                      <a:xfrm>
                        <a:off x="4345095" y="2073472"/>
                        <a:ext cx="4384675" cy="346011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9" grpId="0"/>
      <p:bldP spid="15"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 Box 3"/>
          <p:cNvSpPr txBox="1">
            <a:spLocks noChangeArrowheads="1"/>
          </p:cNvSpPr>
          <p:nvPr/>
        </p:nvSpPr>
        <p:spPr bwMode="auto">
          <a:xfrm>
            <a:off x="962808" y="354112"/>
            <a:ext cx="788591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914400" fontAlgn="base">
              <a:spcBef>
                <a:spcPct val="50000"/>
              </a:spcBef>
              <a:spcAft>
                <a:spcPct val="0"/>
              </a:spcAf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电源线电压为</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380V</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，感性负载的功率为</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5000W</a:t>
            </a:r>
            <a:r>
              <a:rPr kumimoji="1" lang="zh-CN" altLang="en-US" sz="2800" b="1" dirty="0">
                <a:solidFill>
                  <a:srgbClr val="000000"/>
                </a:solidFill>
                <a:latin typeface="Times New Roman" panose="02020603050405020304" pitchFamily="18" charset="0"/>
                <a:ea typeface="楷体" panose="02010609060101010101" charset="-122"/>
              </a:rPr>
              <a:t>、功率因素为</a:t>
            </a:r>
            <a:r>
              <a:rPr kumimoji="1" lang="en-US" altLang="zh-CN" sz="2800" b="1" dirty="0">
                <a:solidFill>
                  <a:srgbClr val="000000"/>
                </a:solidFill>
                <a:latin typeface="Times New Roman" panose="02020603050405020304" pitchFamily="18" charset="0"/>
                <a:ea typeface="楷体" panose="02010609060101010101" charset="-122"/>
              </a:rPr>
              <a:t>0.707</a:t>
            </a:r>
            <a:r>
              <a:rPr kumimoji="1" lang="zh-CN" altLang="en-US" sz="2800" b="1" dirty="0">
                <a:solidFill>
                  <a:srgbClr val="000000"/>
                </a:solidFill>
                <a:latin typeface="Times New Roman" panose="02020603050405020304" pitchFamily="18" charset="0"/>
                <a:ea typeface="楷体" panose="02010609060101010101" charset="-122"/>
              </a:rPr>
              <a:t>。</a:t>
            </a:r>
            <a:r>
              <a:rPr kumimoji="1" lang="en-US" altLang="zh-CN" sz="2800" b="1" dirty="0">
                <a:solidFill>
                  <a:srgbClr val="000000"/>
                </a:solidFill>
                <a:latin typeface="Times New Roman" panose="02020603050405020304" pitchFamily="18" charset="0"/>
                <a:ea typeface="楷体" panose="02010609060101010101" charset="-122"/>
              </a:rPr>
              <a:t>(1)</a:t>
            </a:r>
            <a:r>
              <a:rPr kumimoji="1" lang="zh-CN" altLang="en-US" sz="2800" b="1" dirty="0">
                <a:solidFill>
                  <a:srgbClr val="000000"/>
                </a:solidFill>
                <a:latin typeface="Times New Roman" panose="02020603050405020304" pitchFamily="18" charset="0"/>
                <a:ea typeface="楷体" panose="02010609060101010101" charset="-122"/>
              </a:rPr>
              <a:t>求感性负载的线电流；</a:t>
            </a:r>
            <a:r>
              <a:rPr kumimoji="1" lang="en-US" altLang="zh-CN" sz="2800" b="1" dirty="0">
                <a:solidFill>
                  <a:srgbClr val="000000"/>
                </a:solidFill>
                <a:latin typeface="Times New Roman" panose="02020603050405020304" pitchFamily="18" charset="0"/>
                <a:ea typeface="楷体" panose="02010609060101010101" charset="-122"/>
              </a:rPr>
              <a:t>(2)</a:t>
            </a:r>
            <a:r>
              <a:rPr kumimoji="1" lang="zh-CN" altLang="en-US" sz="2800" b="1" dirty="0">
                <a:solidFill>
                  <a:srgbClr val="000000"/>
                </a:solidFill>
                <a:latin typeface="Times New Roman" panose="02020603050405020304" pitchFamily="18" charset="0"/>
                <a:ea typeface="楷体" panose="02010609060101010101" charset="-122"/>
              </a:rPr>
              <a:t>求功率表的读数</a:t>
            </a:r>
            <a:r>
              <a:rPr kumimoji="1" lang="en-US" altLang="zh-CN" sz="2800" b="1" i="1" dirty="0">
                <a:solidFill>
                  <a:srgbClr val="000000"/>
                </a:solidFill>
                <a:latin typeface="Times New Roman" panose="02020603050405020304" pitchFamily="18" charset="0"/>
                <a:ea typeface="楷体" panose="02010609060101010101" charset="-122"/>
              </a:rPr>
              <a:t>P</a:t>
            </a:r>
            <a:r>
              <a:rPr kumimoji="1" lang="en-US" altLang="zh-CN" sz="2800" b="1" baseline="-25000" dirty="0">
                <a:solidFill>
                  <a:srgbClr val="000000"/>
                </a:solidFill>
                <a:latin typeface="Times New Roman" panose="02020603050405020304" pitchFamily="18" charset="0"/>
                <a:ea typeface="楷体" panose="02010609060101010101" charset="-122"/>
              </a:rPr>
              <a:t>1</a:t>
            </a:r>
            <a:r>
              <a:rPr kumimoji="1" lang="zh-CN" altLang="en-US" sz="2800" b="1" dirty="0">
                <a:solidFill>
                  <a:srgbClr val="000000"/>
                </a:solidFill>
                <a:latin typeface="Times New Roman" panose="02020603050405020304" pitchFamily="18" charset="0"/>
                <a:ea typeface="楷体" panose="02010609060101010101" charset="-122"/>
              </a:rPr>
              <a:t>和</a:t>
            </a:r>
            <a:r>
              <a:rPr kumimoji="1" lang="en-US" altLang="zh-CN" sz="2800" b="1" i="1" dirty="0">
                <a:solidFill>
                  <a:srgbClr val="000000"/>
                </a:solidFill>
                <a:latin typeface="Times New Roman" panose="02020603050405020304" pitchFamily="18" charset="0"/>
                <a:ea typeface="楷体" panose="02010609060101010101" charset="-122"/>
              </a:rPr>
              <a:t>P</a:t>
            </a:r>
            <a:r>
              <a:rPr kumimoji="1" lang="en-US" altLang="zh-CN" sz="2800" b="1" baseline="-25000" dirty="0">
                <a:solidFill>
                  <a:srgbClr val="000000"/>
                </a:solidFill>
                <a:latin typeface="Times New Roman" panose="02020603050405020304" pitchFamily="18" charset="0"/>
                <a:ea typeface="楷体" panose="02010609060101010101" charset="-122"/>
              </a:rPr>
              <a:t>1</a:t>
            </a:r>
            <a:r>
              <a:rPr kumimoji="1" lang="en-US" altLang="zh-CN" sz="2800" b="1" dirty="0">
                <a:solidFill>
                  <a:srgbClr val="000000"/>
                </a:solidFill>
                <a:latin typeface="Times New Roman" panose="02020603050405020304" pitchFamily="18" charset="0"/>
                <a:ea typeface="楷体" panose="02010609060101010101" charset="-122"/>
              </a:rPr>
              <a:t>+</a:t>
            </a:r>
            <a:r>
              <a:rPr kumimoji="1" lang="en-US" altLang="zh-CN" sz="2800" b="1" i="1" dirty="0">
                <a:solidFill>
                  <a:srgbClr val="000000"/>
                </a:solidFill>
                <a:latin typeface="Times New Roman" panose="02020603050405020304" pitchFamily="18" charset="0"/>
                <a:ea typeface="楷体" panose="02010609060101010101" charset="-122"/>
              </a:rPr>
              <a:t>P</a:t>
            </a:r>
            <a:r>
              <a:rPr kumimoji="1" lang="en-US" altLang="zh-CN" sz="2800" b="1" baseline="-25000" dirty="0">
                <a:solidFill>
                  <a:srgbClr val="000000"/>
                </a:solidFill>
                <a:latin typeface="Times New Roman" panose="02020603050405020304" pitchFamily="18" charset="0"/>
                <a:ea typeface="楷体" panose="02010609060101010101" charset="-122"/>
              </a:rPr>
              <a:t>2</a:t>
            </a:r>
            <a:r>
              <a:rPr kumimoji="1" lang="zh-CN" altLang="en-US" sz="2800" b="1" dirty="0">
                <a:solidFill>
                  <a:srgbClr val="000000"/>
                </a:solidFill>
                <a:latin typeface="Times New Roman" panose="02020603050405020304" pitchFamily="18" charset="0"/>
                <a:ea typeface="楷体" panose="02010609060101010101" charset="-122"/>
              </a:rPr>
              <a:t>；</a:t>
            </a:r>
            <a:r>
              <a:rPr kumimoji="1" lang="en-US" altLang="zh-CN" sz="2800" b="1" dirty="0">
                <a:solidFill>
                  <a:srgbClr val="000000"/>
                </a:solidFill>
                <a:latin typeface="Times New Roman" panose="02020603050405020304" pitchFamily="18" charset="0"/>
                <a:ea typeface="楷体" panose="02010609060101010101" charset="-122"/>
              </a:rPr>
              <a:t>(3)</a:t>
            </a:r>
            <a:r>
              <a:rPr kumimoji="1" lang="zh-CN" altLang="en-US" sz="2800" b="1" dirty="0">
                <a:solidFill>
                  <a:srgbClr val="000000"/>
                </a:solidFill>
                <a:latin typeface="Times New Roman" panose="02020603050405020304" pitchFamily="18" charset="0"/>
                <a:ea typeface="楷体" panose="02010609060101010101" charset="-122"/>
              </a:rPr>
              <a:t>现在负载端并联电容，使电源侧功率因素提高到</a:t>
            </a:r>
            <a:r>
              <a:rPr kumimoji="1" lang="en-US" altLang="zh-CN" sz="2800" b="1" dirty="0">
                <a:solidFill>
                  <a:srgbClr val="000000"/>
                </a:solidFill>
                <a:latin typeface="Times New Roman" panose="02020603050405020304" pitchFamily="18" charset="0"/>
                <a:ea typeface="楷体" panose="02010609060101010101" charset="-122"/>
              </a:rPr>
              <a:t>0.9</a:t>
            </a:r>
            <a:r>
              <a:rPr kumimoji="1" lang="zh-CN" altLang="en-US" sz="2800" b="1" dirty="0">
                <a:solidFill>
                  <a:srgbClr val="000000"/>
                </a:solidFill>
                <a:latin typeface="Times New Roman" panose="02020603050405020304" pitchFamily="18" charset="0"/>
                <a:ea typeface="楷体" panose="02010609060101010101" charset="-122"/>
              </a:rPr>
              <a:t>，求容抗</a:t>
            </a:r>
            <a:r>
              <a:rPr kumimoji="1" lang="en-US" altLang="zh-CN" sz="2800" b="1" i="1" dirty="0">
                <a:solidFill>
                  <a:srgbClr val="000000"/>
                </a:solidFill>
                <a:latin typeface="Times New Roman" panose="02020603050405020304" pitchFamily="18" charset="0"/>
                <a:ea typeface="楷体" panose="02010609060101010101" charset="-122"/>
              </a:rPr>
              <a:t>X</a:t>
            </a:r>
            <a:r>
              <a:rPr kumimoji="1" lang="en-US" altLang="zh-CN" sz="2800" b="1" baseline="-25000" dirty="0">
                <a:solidFill>
                  <a:srgbClr val="000000"/>
                </a:solidFill>
                <a:latin typeface="Times New Roman" panose="02020603050405020304" pitchFamily="18" charset="0"/>
                <a:ea typeface="楷体" panose="02010609060101010101" charset="-122"/>
              </a:rPr>
              <a:t>C</a:t>
            </a:r>
            <a:endParaRPr kumimoji="1" lang="zh-CN" altLang="en-US"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endParaRPr>
          </a:p>
        </p:txBody>
      </p:sp>
      <p:sp>
        <p:nvSpPr>
          <p:cNvPr id="83" name="文本框 82"/>
          <p:cNvSpPr txBox="1"/>
          <p:nvPr/>
        </p:nvSpPr>
        <p:spPr>
          <a:xfrm>
            <a:off x="204003" y="363234"/>
            <a:ext cx="721217"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9</a:t>
            </a:r>
            <a:endParaRPr lang="zh-CN" altLang="en-US" sz="2800" b="1" dirty="0">
              <a:solidFill>
                <a:srgbClr val="FF0000"/>
              </a:solidFill>
            </a:endParaRPr>
          </a:p>
        </p:txBody>
      </p:sp>
      <p:graphicFrame>
        <p:nvGraphicFramePr>
          <p:cNvPr id="144" name="对象 143"/>
          <p:cNvGraphicFramePr>
            <a:graphicFrameLocks noChangeAspect="1"/>
          </p:cNvGraphicFramePr>
          <p:nvPr/>
        </p:nvGraphicFramePr>
        <p:xfrm>
          <a:off x="4345095" y="2073472"/>
          <a:ext cx="4384675" cy="3460115"/>
        </p:xfrm>
        <a:graphic>
          <a:graphicData uri="http://schemas.openxmlformats.org/presentationml/2006/ole">
            <mc:AlternateContent xmlns:mc="http://schemas.openxmlformats.org/markup-compatibility/2006">
              <mc:Choice xmlns:v="urn:schemas-microsoft-com:vml" Requires="v">
                <p:oleObj name="Visio" r:id="rId2" imgW="2815590" imgH="2225040" progId="Visio.Drawing.15">
                  <p:embed/>
                </p:oleObj>
              </mc:Choice>
              <mc:Fallback>
                <p:oleObj name="Visio" r:id="rId2" imgW="2815590" imgH="2225040" progId="Visio.Drawing.15">
                  <p:embed/>
                  <p:pic>
                    <p:nvPicPr>
                      <p:cNvPr id="0" name="对象 143"/>
                      <p:cNvPicPr/>
                      <p:nvPr/>
                    </p:nvPicPr>
                    <p:blipFill>
                      <a:blip r:embed="rId3"/>
                      <a:stretch>
                        <a:fillRect/>
                      </a:stretch>
                    </p:blipFill>
                    <p:spPr>
                      <a:xfrm>
                        <a:off x="4345095" y="2073472"/>
                        <a:ext cx="4384675" cy="3460115"/>
                      </a:xfrm>
                      <a:prstGeom prst="rect">
                        <a:avLst/>
                      </a:prstGeom>
                    </p:spPr>
                  </p:pic>
                </p:oleObj>
              </mc:Fallback>
            </mc:AlternateContent>
          </a:graphicData>
        </a:graphic>
      </p:graphicFrame>
      <p:sp>
        <p:nvSpPr>
          <p:cNvPr id="9" name="文本框 8"/>
          <p:cNvSpPr txBox="1"/>
          <p:nvPr/>
        </p:nvSpPr>
        <p:spPr>
          <a:xfrm>
            <a:off x="372249" y="2174987"/>
            <a:ext cx="632687" cy="523220"/>
          </a:xfrm>
          <a:prstGeom prst="rect">
            <a:avLst/>
          </a:prstGeom>
          <a:noFill/>
        </p:spPr>
        <p:txBody>
          <a:bodyPr wrap="square">
            <a:spAutoFit/>
          </a:bodyPr>
          <a:lstStyle/>
          <a:p>
            <a:r>
              <a:rPr kumimoji="1" lang="en-US" altLang="zh-CN"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(2)</a:t>
            </a:r>
            <a:endParaRPr lang="zh-CN" altLang="en-US" dirty="0"/>
          </a:p>
        </p:txBody>
      </p:sp>
      <p:graphicFrame>
        <p:nvGraphicFramePr>
          <p:cNvPr id="10" name="对象 9"/>
          <p:cNvGraphicFramePr>
            <a:graphicFrameLocks noChangeAspect="1"/>
          </p:cNvGraphicFramePr>
          <p:nvPr/>
        </p:nvGraphicFramePr>
        <p:xfrm>
          <a:off x="529785" y="4542952"/>
          <a:ext cx="2324100" cy="444500"/>
        </p:xfrm>
        <a:graphic>
          <a:graphicData uri="http://schemas.openxmlformats.org/presentationml/2006/ole">
            <mc:AlternateContent xmlns:mc="http://schemas.openxmlformats.org/markup-compatibility/2006">
              <mc:Choice xmlns:v="urn:schemas-microsoft-com:vml" Requires="v">
                <p:oleObj name="Equation" r:id="rId4" imgW="55778400" imgH="10668000" progId="Equation.DSMT4">
                  <p:embed/>
                </p:oleObj>
              </mc:Choice>
              <mc:Fallback>
                <p:oleObj name="Equation" r:id="rId4" imgW="55778400" imgH="10668000" progId="Equation.DSMT4">
                  <p:embed/>
                  <p:pic>
                    <p:nvPicPr>
                      <p:cNvPr id="0" name="对象 9"/>
                      <p:cNvPicPr/>
                      <p:nvPr/>
                    </p:nvPicPr>
                    <p:blipFill>
                      <a:blip r:embed="rId5"/>
                      <a:stretch>
                        <a:fillRect/>
                      </a:stretch>
                    </p:blipFill>
                    <p:spPr>
                      <a:xfrm>
                        <a:off x="529785" y="4542952"/>
                        <a:ext cx="2324100" cy="4445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962808" y="4048335"/>
          <a:ext cx="2590800" cy="393700"/>
        </p:xfrm>
        <a:graphic>
          <a:graphicData uri="http://schemas.openxmlformats.org/presentationml/2006/ole">
            <mc:AlternateContent xmlns:mc="http://schemas.openxmlformats.org/markup-compatibility/2006">
              <mc:Choice xmlns:v="urn:schemas-microsoft-com:vml" Requires="v">
                <p:oleObj name="Equation" r:id="rId6" imgW="62179200" imgH="9448800" progId="Equation.DSMT4">
                  <p:embed/>
                </p:oleObj>
              </mc:Choice>
              <mc:Fallback>
                <p:oleObj name="Equation" r:id="rId6" imgW="62179200" imgH="9448800" progId="Equation.DSMT4">
                  <p:embed/>
                  <p:pic>
                    <p:nvPicPr>
                      <p:cNvPr id="0" name="对象 13"/>
                      <p:cNvPicPr/>
                      <p:nvPr/>
                    </p:nvPicPr>
                    <p:blipFill>
                      <a:blip r:embed="rId7"/>
                      <a:stretch>
                        <a:fillRect/>
                      </a:stretch>
                    </p:blipFill>
                    <p:spPr>
                      <a:xfrm>
                        <a:off x="962808" y="4048335"/>
                        <a:ext cx="2590800" cy="393700"/>
                      </a:xfrm>
                      <a:prstGeom prst="rect">
                        <a:avLst/>
                      </a:prstGeom>
                    </p:spPr>
                  </p:pic>
                </p:oleObj>
              </mc:Fallback>
            </mc:AlternateContent>
          </a:graphicData>
        </a:graphic>
      </p:graphicFrame>
      <p:sp>
        <p:nvSpPr>
          <p:cNvPr id="12" name="文本框 11"/>
          <p:cNvSpPr txBox="1"/>
          <p:nvPr/>
        </p:nvSpPr>
        <p:spPr>
          <a:xfrm>
            <a:off x="838087" y="2174987"/>
            <a:ext cx="3507008" cy="954107"/>
          </a:xfrm>
          <a:prstGeom prst="rect">
            <a:avLst/>
          </a:prstGeom>
          <a:noFill/>
        </p:spPr>
        <p:txBody>
          <a:bodyPr wrap="square">
            <a:spAutoFit/>
          </a:bodyPr>
          <a:lstStyle/>
          <a:p>
            <a:r>
              <a:rPr kumimoji="1" lang="en-US" altLang="zh-CN"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P</a:t>
            </a:r>
            <a:r>
              <a:rPr kumimoji="1" lang="en-US" altLang="zh-CN" sz="2800"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1</a:t>
            </a:r>
            <a:r>
              <a:rPr kumimoji="1" lang="zh-CN" altLang="en-US"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测量的是</a:t>
            </a:r>
            <a:r>
              <a:rPr kumimoji="1" lang="en-US" altLang="zh-CN"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AB</a:t>
            </a:r>
            <a:r>
              <a:rPr kumimoji="1" lang="zh-CN" altLang="en-US"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线电压和</a:t>
            </a:r>
            <a:r>
              <a:rPr kumimoji="1" lang="en-US" altLang="zh-CN"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a:t>
            </a:r>
            <a:r>
              <a:rPr kumimoji="1" lang="zh-CN" altLang="en-US"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相电流</a:t>
            </a:r>
            <a:endParaRPr lang="zh-CN" altLang="en-US" dirty="0"/>
          </a:p>
        </p:txBody>
      </p:sp>
      <p:sp>
        <p:nvSpPr>
          <p:cNvPr id="13" name="文本框 12"/>
          <p:cNvSpPr txBox="1"/>
          <p:nvPr/>
        </p:nvSpPr>
        <p:spPr>
          <a:xfrm>
            <a:off x="838086" y="3066708"/>
            <a:ext cx="3507007" cy="954107"/>
          </a:xfrm>
          <a:prstGeom prst="rect">
            <a:avLst/>
          </a:prstGeom>
          <a:noFill/>
        </p:spPr>
        <p:txBody>
          <a:bodyPr wrap="square">
            <a:spAutoFit/>
          </a:bodyPr>
          <a:lstStyle/>
          <a:p>
            <a:r>
              <a:rPr kumimoji="1" lang="en-US" altLang="zh-CN"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P</a:t>
            </a:r>
            <a:r>
              <a:rPr kumimoji="1" lang="en-US" altLang="zh-CN" sz="2800"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2</a:t>
            </a:r>
            <a:r>
              <a:rPr kumimoji="1" lang="zh-CN" altLang="en-US"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测量的是</a:t>
            </a:r>
            <a:r>
              <a:rPr kumimoji="1" lang="en-US" altLang="zh-CN"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BC</a:t>
            </a:r>
            <a:r>
              <a:rPr kumimoji="1" lang="zh-CN" altLang="en-US"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线电压和</a:t>
            </a:r>
            <a:r>
              <a:rPr kumimoji="1" lang="en-US" altLang="zh-CN"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C</a:t>
            </a:r>
            <a:r>
              <a:rPr kumimoji="1" lang="zh-CN" altLang="en-US"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相电流</a:t>
            </a:r>
            <a:endParaRPr lang="zh-CN" altLang="en-US" dirty="0"/>
          </a:p>
        </p:txBody>
      </p:sp>
      <p:graphicFrame>
        <p:nvGraphicFramePr>
          <p:cNvPr id="17" name="对象 16"/>
          <p:cNvGraphicFramePr>
            <a:graphicFrameLocks noChangeAspect="1"/>
          </p:cNvGraphicFramePr>
          <p:nvPr/>
        </p:nvGraphicFramePr>
        <p:xfrm>
          <a:off x="2987235" y="4538669"/>
          <a:ext cx="2057400" cy="444500"/>
        </p:xfrm>
        <a:graphic>
          <a:graphicData uri="http://schemas.openxmlformats.org/presentationml/2006/ole">
            <mc:AlternateContent xmlns:mc="http://schemas.openxmlformats.org/markup-compatibility/2006">
              <mc:Choice xmlns:v="urn:schemas-microsoft-com:vml" Requires="v">
                <p:oleObj name="Equation" r:id="rId8" imgW="49377600" imgH="10668000" progId="Equation.DSMT4">
                  <p:embed/>
                </p:oleObj>
              </mc:Choice>
              <mc:Fallback>
                <p:oleObj name="Equation" r:id="rId8" imgW="49377600" imgH="10668000" progId="Equation.DSMT4">
                  <p:embed/>
                  <p:pic>
                    <p:nvPicPr>
                      <p:cNvPr id="0" name="对象 9"/>
                      <p:cNvPicPr/>
                      <p:nvPr/>
                    </p:nvPicPr>
                    <p:blipFill>
                      <a:blip r:embed="rId9"/>
                      <a:stretch>
                        <a:fillRect/>
                      </a:stretch>
                    </p:blipFill>
                    <p:spPr>
                      <a:xfrm>
                        <a:off x="2987235" y="4538669"/>
                        <a:ext cx="2057400" cy="44450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494527" y="5136906"/>
          <a:ext cx="3225801" cy="355600"/>
        </p:xfrm>
        <a:graphic>
          <a:graphicData uri="http://schemas.openxmlformats.org/presentationml/2006/ole">
            <mc:AlternateContent xmlns:mc="http://schemas.openxmlformats.org/markup-compatibility/2006">
              <mc:Choice xmlns:v="urn:schemas-microsoft-com:vml" Requires="v">
                <p:oleObj name="Equation" r:id="rId10" imgW="77419200" imgH="8534400" progId="Equation.DSMT4">
                  <p:embed/>
                </p:oleObj>
              </mc:Choice>
              <mc:Fallback>
                <p:oleObj name="Equation" r:id="rId10" imgW="77419200" imgH="8534400" progId="Equation.DSMT4">
                  <p:embed/>
                  <p:pic>
                    <p:nvPicPr>
                      <p:cNvPr id="0" name="对象 16"/>
                      <p:cNvPicPr/>
                      <p:nvPr/>
                    </p:nvPicPr>
                    <p:blipFill>
                      <a:blip r:embed="rId11"/>
                      <a:stretch>
                        <a:fillRect/>
                      </a:stretch>
                    </p:blipFill>
                    <p:spPr>
                      <a:xfrm>
                        <a:off x="494527" y="5136906"/>
                        <a:ext cx="3225801" cy="35560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494527" y="5663308"/>
          <a:ext cx="2857500" cy="444500"/>
        </p:xfrm>
        <a:graphic>
          <a:graphicData uri="http://schemas.openxmlformats.org/presentationml/2006/ole">
            <mc:AlternateContent xmlns:mc="http://schemas.openxmlformats.org/markup-compatibility/2006">
              <mc:Choice xmlns:v="urn:schemas-microsoft-com:vml" Requires="v">
                <p:oleObj name="Equation" r:id="rId12" imgW="68580000" imgH="10668000" progId="Equation.DSMT4">
                  <p:embed/>
                </p:oleObj>
              </mc:Choice>
              <mc:Fallback>
                <p:oleObj name="Equation" r:id="rId12" imgW="68580000" imgH="10668000" progId="Equation.DSMT4">
                  <p:embed/>
                  <p:pic>
                    <p:nvPicPr>
                      <p:cNvPr id="0" name="对象 17"/>
                      <p:cNvPicPr/>
                      <p:nvPr/>
                    </p:nvPicPr>
                    <p:blipFill>
                      <a:blip r:embed="rId13"/>
                      <a:stretch>
                        <a:fillRect/>
                      </a:stretch>
                    </p:blipFill>
                    <p:spPr>
                      <a:xfrm>
                        <a:off x="494527" y="5663308"/>
                        <a:ext cx="2857500" cy="44450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3847145" y="5612508"/>
          <a:ext cx="4038600" cy="495300"/>
        </p:xfrm>
        <a:graphic>
          <a:graphicData uri="http://schemas.openxmlformats.org/presentationml/2006/ole">
            <mc:AlternateContent xmlns:mc="http://schemas.openxmlformats.org/markup-compatibility/2006">
              <mc:Choice xmlns:v="urn:schemas-microsoft-com:vml" Requires="v">
                <p:oleObj name="Equation" r:id="rId14" imgW="96926400" imgH="11887200" progId="Equation.DSMT4">
                  <p:embed/>
                </p:oleObj>
              </mc:Choice>
              <mc:Fallback>
                <p:oleObj name="Equation" r:id="rId14" imgW="96926400" imgH="11887200" progId="Equation.DSMT4">
                  <p:embed/>
                  <p:pic>
                    <p:nvPicPr>
                      <p:cNvPr id="0" name="对象 18"/>
                      <p:cNvPicPr/>
                      <p:nvPr/>
                    </p:nvPicPr>
                    <p:blipFill>
                      <a:blip r:embed="rId15"/>
                      <a:stretch>
                        <a:fillRect/>
                      </a:stretch>
                    </p:blipFill>
                    <p:spPr>
                      <a:xfrm>
                        <a:off x="3847145" y="5612508"/>
                        <a:ext cx="4038600" cy="4953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962808" y="354112"/>
            <a:ext cx="788591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914400" fontAlgn="base">
              <a:spcBef>
                <a:spcPct val="50000"/>
              </a:spcBef>
              <a:spcAft>
                <a:spcPct val="0"/>
              </a:spcAf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电源线电压为</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380V</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，感性负载的功率为</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5000W</a:t>
            </a:r>
            <a:r>
              <a:rPr kumimoji="1" lang="zh-CN" altLang="en-US" sz="2800" b="1" dirty="0">
                <a:solidFill>
                  <a:srgbClr val="000000"/>
                </a:solidFill>
                <a:latin typeface="Times New Roman" panose="02020603050405020304" pitchFamily="18" charset="0"/>
                <a:ea typeface="楷体" panose="02010609060101010101" charset="-122"/>
              </a:rPr>
              <a:t>、功率因素为</a:t>
            </a:r>
            <a:r>
              <a:rPr kumimoji="1" lang="en-US" altLang="zh-CN" sz="2800" b="1" dirty="0">
                <a:solidFill>
                  <a:srgbClr val="000000"/>
                </a:solidFill>
                <a:latin typeface="Times New Roman" panose="02020603050405020304" pitchFamily="18" charset="0"/>
                <a:ea typeface="楷体" panose="02010609060101010101" charset="-122"/>
              </a:rPr>
              <a:t>0.707</a:t>
            </a:r>
            <a:r>
              <a:rPr kumimoji="1" lang="zh-CN" altLang="en-US" sz="2800" b="1" dirty="0">
                <a:solidFill>
                  <a:srgbClr val="000000"/>
                </a:solidFill>
                <a:latin typeface="Times New Roman" panose="02020603050405020304" pitchFamily="18" charset="0"/>
                <a:ea typeface="楷体" panose="02010609060101010101" charset="-122"/>
              </a:rPr>
              <a:t>。</a:t>
            </a:r>
            <a:r>
              <a:rPr kumimoji="1" lang="en-US" altLang="zh-CN" sz="2800" b="1" dirty="0">
                <a:solidFill>
                  <a:srgbClr val="000000"/>
                </a:solidFill>
                <a:latin typeface="Times New Roman" panose="02020603050405020304" pitchFamily="18" charset="0"/>
                <a:ea typeface="楷体" panose="02010609060101010101" charset="-122"/>
              </a:rPr>
              <a:t>(1)</a:t>
            </a:r>
            <a:r>
              <a:rPr kumimoji="1" lang="zh-CN" altLang="en-US" sz="2800" b="1" dirty="0">
                <a:solidFill>
                  <a:srgbClr val="000000"/>
                </a:solidFill>
                <a:latin typeface="Times New Roman" panose="02020603050405020304" pitchFamily="18" charset="0"/>
                <a:ea typeface="楷体" panose="02010609060101010101" charset="-122"/>
              </a:rPr>
              <a:t>求感性负载的线电流；</a:t>
            </a:r>
            <a:r>
              <a:rPr kumimoji="1" lang="en-US" altLang="zh-CN" sz="2800" b="1" dirty="0">
                <a:solidFill>
                  <a:srgbClr val="000000"/>
                </a:solidFill>
                <a:latin typeface="Times New Roman" panose="02020603050405020304" pitchFamily="18" charset="0"/>
                <a:ea typeface="楷体" panose="02010609060101010101" charset="-122"/>
              </a:rPr>
              <a:t>(2)</a:t>
            </a:r>
            <a:r>
              <a:rPr kumimoji="1" lang="zh-CN" altLang="en-US" sz="2800" b="1" dirty="0">
                <a:solidFill>
                  <a:srgbClr val="000000"/>
                </a:solidFill>
                <a:latin typeface="Times New Roman" panose="02020603050405020304" pitchFamily="18" charset="0"/>
                <a:ea typeface="楷体" panose="02010609060101010101" charset="-122"/>
              </a:rPr>
              <a:t>求功率表的读数</a:t>
            </a:r>
            <a:r>
              <a:rPr kumimoji="1" lang="en-US" altLang="zh-CN" sz="2800" b="1" i="1" dirty="0">
                <a:solidFill>
                  <a:srgbClr val="000000"/>
                </a:solidFill>
                <a:latin typeface="Times New Roman" panose="02020603050405020304" pitchFamily="18" charset="0"/>
                <a:ea typeface="楷体" panose="02010609060101010101" charset="-122"/>
              </a:rPr>
              <a:t>P</a:t>
            </a:r>
            <a:r>
              <a:rPr kumimoji="1" lang="en-US" altLang="zh-CN" sz="2800" b="1" baseline="-25000" dirty="0">
                <a:solidFill>
                  <a:srgbClr val="000000"/>
                </a:solidFill>
                <a:latin typeface="Times New Roman" panose="02020603050405020304" pitchFamily="18" charset="0"/>
                <a:ea typeface="楷体" panose="02010609060101010101" charset="-122"/>
              </a:rPr>
              <a:t>1</a:t>
            </a:r>
            <a:r>
              <a:rPr kumimoji="1" lang="zh-CN" altLang="en-US" sz="2800" b="1" dirty="0">
                <a:solidFill>
                  <a:srgbClr val="000000"/>
                </a:solidFill>
                <a:latin typeface="Times New Roman" panose="02020603050405020304" pitchFamily="18" charset="0"/>
                <a:ea typeface="楷体" panose="02010609060101010101" charset="-122"/>
              </a:rPr>
              <a:t>和</a:t>
            </a:r>
            <a:r>
              <a:rPr kumimoji="1" lang="en-US" altLang="zh-CN" sz="2800" b="1" i="1" dirty="0">
                <a:solidFill>
                  <a:srgbClr val="000000"/>
                </a:solidFill>
                <a:latin typeface="Times New Roman" panose="02020603050405020304" pitchFamily="18" charset="0"/>
                <a:ea typeface="楷体" panose="02010609060101010101" charset="-122"/>
              </a:rPr>
              <a:t>P</a:t>
            </a:r>
            <a:r>
              <a:rPr kumimoji="1" lang="en-US" altLang="zh-CN" sz="2800" b="1" baseline="-25000" dirty="0">
                <a:solidFill>
                  <a:srgbClr val="000000"/>
                </a:solidFill>
                <a:latin typeface="Times New Roman" panose="02020603050405020304" pitchFamily="18" charset="0"/>
                <a:ea typeface="楷体" panose="02010609060101010101" charset="-122"/>
              </a:rPr>
              <a:t>1</a:t>
            </a:r>
            <a:r>
              <a:rPr kumimoji="1" lang="en-US" altLang="zh-CN" sz="2800" b="1" dirty="0">
                <a:solidFill>
                  <a:srgbClr val="000000"/>
                </a:solidFill>
                <a:latin typeface="Times New Roman" panose="02020603050405020304" pitchFamily="18" charset="0"/>
                <a:ea typeface="楷体" panose="02010609060101010101" charset="-122"/>
              </a:rPr>
              <a:t>+</a:t>
            </a:r>
            <a:r>
              <a:rPr kumimoji="1" lang="en-US" altLang="zh-CN" sz="2800" b="1" i="1" dirty="0">
                <a:solidFill>
                  <a:srgbClr val="000000"/>
                </a:solidFill>
                <a:latin typeface="Times New Roman" panose="02020603050405020304" pitchFamily="18" charset="0"/>
                <a:ea typeface="楷体" panose="02010609060101010101" charset="-122"/>
              </a:rPr>
              <a:t>P</a:t>
            </a:r>
            <a:r>
              <a:rPr kumimoji="1" lang="en-US" altLang="zh-CN" sz="2800" b="1" baseline="-25000" dirty="0">
                <a:solidFill>
                  <a:srgbClr val="000000"/>
                </a:solidFill>
                <a:latin typeface="Times New Roman" panose="02020603050405020304" pitchFamily="18" charset="0"/>
                <a:ea typeface="楷体" panose="02010609060101010101" charset="-122"/>
              </a:rPr>
              <a:t>2</a:t>
            </a:r>
            <a:r>
              <a:rPr kumimoji="1" lang="zh-CN" altLang="en-US" sz="2800" b="1" dirty="0">
                <a:solidFill>
                  <a:srgbClr val="000000"/>
                </a:solidFill>
                <a:latin typeface="Times New Roman" panose="02020603050405020304" pitchFamily="18" charset="0"/>
                <a:ea typeface="楷体" panose="02010609060101010101" charset="-122"/>
              </a:rPr>
              <a:t>；</a:t>
            </a:r>
            <a:r>
              <a:rPr kumimoji="1" lang="en-US" altLang="zh-CN" sz="2800" b="1" dirty="0">
                <a:solidFill>
                  <a:srgbClr val="000000"/>
                </a:solidFill>
                <a:latin typeface="Times New Roman" panose="02020603050405020304" pitchFamily="18" charset="0"/>
                <a:ea typeface="楷体" panose="02010609060101010101" charset="-122"/>
              </a:rPr>
              <a:t>(3)</a:t>
            </a:r>
            <a:r>
              <a:rPr kumimoji="1" lang="zh-CN" altLang="en-US" sz="2800" b="1" dirty="0">
                <a:solidFill>
                  <a:srgbClr val="000000"/>
                </a:solidFill>
                <a:latin typeface="Times New Roman" panose="02020603050405020304" pitchFamily="18" charset="0"/>
                <a:ea typeface="楷体" panose="02010609060101010101" charset="-122"/>
              </a:rPr>
              <a:t>现在负载端并联电容，使电源侧功率因素提高到</a:t>
            </a:r>
            <a:r>
              <a:rPr kumimoji="1" lang="en-US" altLang="zh-CN" sz="2800" b="1" dirty="0">
                <a:solidFill>
                  <a:srgbClr val="000000"/>
                </a:solidFill>
                <a:latin typeface="Times New Roman" panose="02020603050405020304" pitchFamily="18" charset="0"/>
                <a:ea typeface="楷体" panose="02010609060101010101" charset="-122"/>
              </a:rPr>
              <a:t>0.9</a:t>
            </a:r>
            <a:r>
              <a:rPr kumimoji="1" lang="zh-CN" altLang="en-US" sz="2800" b="1" dirty="0">
                <a:solidFill>
                  <a:srgbClr val="000000"/>
                </a:solidFill>
                <a:latin typeface="Times New Roman" panose="02020603050405020304" pitchFamily="18" charset="0"/>
                <a:ea typeface="楷体" panose="02010609060101010101" charset="-122"/>
              </a:rPr>
              <a:t>，求容抗</a:t>
            </a:r>
            <a:r>
              <a:rPr kumimoji="1" lang="en-US" altLang="zh-CN" sz="2800" b="1" i="1" dirty="0">
                <a:solidFill>
                  <a:srgbClr val="000000"/>
                </a:solidFill>
                <a:latin typeface="Times New Roman" panose="02020603050405020304" pitchFamily="18" charset="0"/>
                <a:ea typeface="楷体" panose="02010609060101010101" charset="-122"/>
              </a:rPr>
              <a:t>X</a:t>
            </a:r>
            <a:r>
              <a:rPr kumimoji="1" lang="en-US" altLang="zh-CN" sz="2800" b="1" baseline="-25000" dirty="0">
                <a:solidFill>
                  <a:srgbClr val="000000"/>
                </a:solidFill>
                <a:latin typeface="Times New Roman" panose="02020603050405020304" pitchFamily="18" charset="0"/>
                <a:ea typeface="楷体" panose="02010609060101010101" charset="-122"/>
              </a:rPr>
              <a:t>C</a:t>
            </a:r>
            <a:endParaRPr kumimoji="1" lang="zh-CN" altLang="en-US"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endParaRPr>
          </a:p>
        </p:txBody>
      </p:sp>
      <p:sp>
        <p:nvSpPr>
          <p:cNvPr id="3" name="文本框 2"/>
          <p:cNvSpPr txBox="1"/>
          <p:nvPr/>
        </p:nvSpPr>
        <p:spPr>
          <a:xfrm>
            <a:off x="204003" y="363234"/>
            <a:ext cx="721217"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9</a:t>
            </a:r>
            <a:endParaRPr lang="zh-CN" altLang="en-US" sz="2800" b="1" dirty="0">
              <a:solidFill>
                <a:srgbClr val="FF0000"/>
              </a:solidFill>
            </a:endParaRPr>
          </a:p>
        </p:txBody>
      </p:sp>
      <p:graphicFrame>
        <p:nvGraphicFramePr>
          <p:cNvPr id="4" name="对象 3"/>
          <p:cNvGraphicFramePr>
            <a:graphicFrameLocks noChangeAspect="1"/>
          </p:cNvGraphicFramePr>
          <p:nvPr/>
        </p:nvGraphicFramePr>
        <p:xfrm>
          <a:off x="4345095" y="2073472"/>
          <a:ext cx="4384675" cy="3460115"/>
        </p:xfrm>
        <a:graphic>
          <a:graphicData uri="http://schemas.openxmlformats.org/presentationml/2006/ole">
            <mc:AlternateContent xmlns:mc="http://schemas.openxmlformats.org/markup-compatibility/2006">
              <mc:Choice xmlns:v="urn:schemas-microsoft-com:vml" Requires="v">
                <p:oleObj name="Visio" r:id="rId2" imgW="2815590" imgH="2225040" progId="Visio.Drawing.15">
                  <p:embed/>
                </p:oleObj>
              </mc:Choice>
              <mc:Fallback>
                <p:oleObj name="Visio" r:id="rId2" imgW="2815590" imgH="2225040" progId="Visio.Drawing.15">
                  <p:embed/>
                  <p:pic>
                    <p:nvPicPr>
                      <p:cNvPr id="0" name="对象 143"/>
                      <p:cNvPicPr/>
                      <p:nvPr/>
                    </p:nvPicPr>
                    <p:blipFill>
                      <a:blip r:embed="rId3"/>
                      <a:stretch>
                        <a:fillRect/>
                      </a:stretch>
                    </p:blipFill>
                    <p:spPr>
                      <a:xfrm>
                        <a:off x="4345095" y="2073472"/>
                        <a:ext cx="4384675" cy="3460115"/>
                      </a:xfrm>
                      <a:prstGeom prst="rect">
                        <a:avLst/>
                      </a:prstGeom>
                    </p:spPr>
                  </p:pic>
                </p:oleObj>
              </mc:Fallback>
            </mc:AlternateContent>
          </a:graphicData>
        </a:graphic>
      </p:graphicFrame>
      <p:sp>
        <p:nvSpPr>
          <p:cNvPr id="6" name="文本框 5"/>
          <p:cNvSpPr txBox="1"/>
          <p:nvPr/>
        </p:nvSpPr>
        <p:spPr>
          <a:xfrm>
            <a:off x="372249" y="2174987"/>
            <a:ext cx="632687" cy="523220"/>
          </a:xfrm>
          <a:prstGeom prst="rect">
            <a:avLst/>
          </a:prstGeom>
          <a:noFill/>
        </p:spPr>
        <p:txBody>
          <a:bodyPr wrap="square">
            <a:spAutoFit/>
          </a:bodyPr>
          <a:lstStyle/>
          <a:p>
            <a:r>
              <a:rPr kumimoji="1" lang="en-US" altLang="zh-CN" sz="2800"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(3)</a:t>
            </a:r>
            <a:endParaRPr lang="zh-CN" altLang="en-US" dirty="0"/>
          </a:p>
        </p:txBody>
      </p:sp>
      <p:sp>
        <p:nvSpPr>
          <p:cNvPr id="7" name="文本框 6"/>
          <p:cNvSpPr txBox="1"/>
          <p:nvPr/>
        </p:nvSpPr>
        <p:spPr>
          <a:xfrm>
            <a:off x="835136" y="2203034"/>
            <a:ext cx="1836533" cy="523220"/>
          </a:xfrm>
          <a:prstGeom prst="rect">
            <a:avLst/>
          </a:prstGeom>
          <a:noFill/>
        </p:spPr>
        <p:txBody>
          <a:bodyPr wrap="square">
            <a:spAutoFit/>
          </a:bodyPr>
          <a:lstStyle/>
          <a:p>
            <a:r>
              <a:rPr kumimoji="1" lang="zh-CN" altLang="en-US" sz="2800" dirty="0">
                <a:solidFill>
                  <a:srgbClr val="000000"/>
                </a:solidFill>
                <a:latin typeface="Times New Roman" panose="02020603050405020304" pitchFamily="18" charset="0"/>
                <a:ea typeface="楷体" panose="02010609060101010101" charset="-122"/>
              </a:rPr>
              <a:t>无功补偿：</a:t>
            </a:r>
            <a:endParaRPr lang="zh-CN" altLang="en-US" dirty="0"/>
          </a:p>
        </p:txBody>
      </p:sp>
      <p:graphicFrame>
        <p:nvGraphicFramePr>
          <p:cNvPr id="8" name="对象 7"/>
          <p:cNvGraphicFramePr>
            <a:graphicFrameLocks noChangeAspect="1"/>
          </p:cNvGraphicFramePr>
          <p:nvPr/>
        </p:nvGraphicFramePr>
        <p:xfrm>
          <a:off x="204003" y="2815887"/>
          <a:ext cx="3098800" cy="444500"/>
        </p:xfrm>
        <a:graphic>
          <a:graphicData uri="http://schemas.openxmlformats.org/presentationml/2006/ole">
            <mc:AlternateContent xmlns:mc="http://schemas.openxmlformats.org/markup-compatibility/2006">
              <mc:Choice xmlns:v="urn:schemas-microsoft-com:vml" Requires="v">
                <p:oleObj name="Equation" r:id="rId4" imgW="74371200" imgH="10668000" progId="Equation.DSMT4">
                  <p:embed/>
                </p:oleObj>
              </mc:Choice>
              <mc:Fallback>
                <p:oleObj name="Equation" r:id="rId4" imgW="74371200" imgH="10668000" progId="Equation.DSMT4">
                  <p:embed/>
                  <p:pic>
                    <p:nvPicPr>
                      <p:cNvPr id="0" name="对象 13"/>
                      <p:cNvPicPr/>
                      <p:nvPr/>
                    </p:nvPicPr>
                    <p:blipFill>
                      <a:blip r:embed="rId5"/>
                      <a:stretch>
                        <a:fillRect/>
                      </a:stretch>
                    </p:blipFill>
                    <p:spPr>
                      <a:xfrm>
                        <a:off x="204003" y="2815887"/>
                        <a:ext cx="3098800" cy="4445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715463" y="3892120"/>
          <a:ext cx="1536700" cy="292100"/>
        </p:xfrm>
        <a:graphic>
          <a:graphicData uri="http://schemas.openxmlformats.org/presentationml/2006/ole">
            <mc:AlternateContent xmlns:mc="http://schemas.openxmlformats.org/markup-compatibility/2006">
              <mc:Choice xmlns:v="urn:schemas-microsoft-com:vml" Requires="v">
                <p:oleObj name="Equation" r:id="rId6" imgW="36880800" imgH="7010400" progId="Equation.DSMT4">
                  <p:embed/>
                </p:oleObj>
              </mc:Choice>
              <mc:Fallback>
                <p:oleObj name="Equation" r:id="rId6" imgW="36880800" imgH="7010400" progId="Equation.DSMT4">
                  <p:embed/>
                  <p:pic>
                    <p:nvPicPr>
                      <p:cNvPr id="0" name="对象 7"/>
                      <p:cNvPicPr/>
                      <p:nvPr/>
                    </p:nvPicPr>
                    <p:blipFill>
                      <a:blip r:embed="rId7"/>
                      <a:stretch>
                        <a:fillRect/>
                      </a:stretch>
                    </p:blipFill>
                    <p:spPr>
                      <a:xfrm>
                        <a:off x="715463" y="3892120"/>
                        <a:ext cx="1536700" cy="2921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715463" y="3378067"/>
          <a:ext cx="3606800" cy="368300"/>
        </p:xfrm>
        <a:graphic>
          <a:graphicData uri="http://schemas.openxmlformats.org/presentationml/2006/ole">
            <mc:AlternateContent xmlns:mc="http://schemas.openxmlformats.org/markup-compatibility/2006">
              <mc:Choice xmlns:v="urn:schemas-microsoft-com:vml" Requires="v">
                <p:oleObj name="Equation" r:id="rId8" imgW="86563200" imgH="8839200" progId="Equation.DSMT4">
                  <p:embed/>
                </p:oleObj>
              </mc:Choice>
              <mc:Fallback>
                <p:oleObj name="Equation" r:id="rId8" imgW="86563200" imgH="8839200" progId="Equation.DSMT4">
                  <p:embed/>
                  <p:pic>
                    <p:nvPicPr>
                      <p:cNvPr id="0" name="对象 8"/>
                      <p:cNvPicPr/>
                      <p:nvPr/>
                    </p:nvPicPr>
                    <p:blipFill>
                      <a:blip r:embed="rId9"/>
                      <a:stretch>
                        <a:fillRect/>
                      </a:stretch>
                    </p:blipFill>
                    <p:spPr>
                      <a:xfrm>
                        <a:off x="715463" y="3378067"/>
                        <a:ext cx="3606800" cy="3683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204003" y="4329973"/>
          <a:ext cx="1130300" cy="406400"/>
        </p:xfrm>
        <a:graphic>
          <a:graphicData uri="http://schemas.openxmlformats.org/presentationml/2006/ole">
            <mc:AlternateContent xmlns:mc="http://schemas.openxmlformats.org/markup-compatibility/2006">
              <mc:Choice xmlns:v="urn:schemas-microsoft-com:vml" Requires="v">
                <p:oleObj name="Equation" r:id="rId10" imgW="27127200" imgH="9753600" progId="Equation.DSMT4">
                  <p:embed/>
                </p:oleObj>
              </mc:Choice>
              <mc:Fallback>
                <p:oleObj name="Equation" r:id="rId10" imgW="27127200" imgH="9753600" progId="Equation.DSMT4">
                  <p:embed/>
                  <p:pic>
                    <p:nvPicPr>
                      <p:cNvPr id="0" name="对象 7"/>
                      <p:cNvPicPr/>
                      <p:nvPr/>
                    </p:nvPicPr>
                    <p:blipFill>
                      <a:blip r:embed="rId11"/>
                      <a:stretch>
                        <a:fillRect/>
                      </a:stretch>
                    </p:blipFill>
                    <p:spPr>
                      <a:xfrm>
                        <a:off x="204003" y="4329973"/>
                        <a:ext cx="1130300" cy="4064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1423988" y="4291873"/>
          <a:ext cx="1358900" cy="444500"/>
        </p:xfrm>
        <a:graphic>
          <a:graphicData uri="http://schemas.openxmlformats.org/presentationml/2006/ole">
            <mc:AlternateContent xmlns:mc="http://schemas.openxmlformats.org/markup-compatibility/2006">
              <mc:Choice xmlns:v="urn:schemas-microsoft-com:vml" Requires="v">
                <p:oleObj name="Equation" r:id="rId12" imgW="32613600" imgH="10668000" progId="Equation.DSMT4">
                  <p:embed/>
                </p:oleObj>
              </mc:Choice>
              <mc:Fallback>
                <p:oleObj name="Equation" r:id="rId12" imgW="32613600" imgH="10668000" progId="Equation.DSMT4">
                  <p:embed/>
                  <p:pic>
                    <p:nvPicPr>
                      <p:cNvPr id="0" name="对象 10"/>
                      <p:cNvPicPr/>
                      <p:nvPr/>
                    </p:nvPicPr>
                    <p:blipFill>
                      <a:blip r:embed="rId13"/>
                      <a:stretch>
                        <a:fillRect/>
                      </a:stretch>
                    </p:blipFill>
                    <p:spPr>
                      <a:xfrm>
                        <a:off x="1423988" y="4291873"/>
                        <a:ext cx="1358900" cy="4445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2894531" y="4291873"/>
          <a:ext cx="1473200" cy="444500"/>
        </p:xfrm>
        <a:graphic>
          <a:graphicData uri="http://schemas.openxmlformats.org/presentationml/2006/ole">
            <mc:AlternateContent xmlns:mc="http://schemas.openxmlformats.org/markup-compatibility/2006">
              <mc:Choice xmlns:v="urn:schemas-microsoft-com:vml" Requires="v">
                <p:oleObj name="Equation" r:id="rId14" imgW="35356800" imgH="10668000" progId="Equation.DSMT4">
                  <p:embed/>
                </p:oleObj>
              </mc:Choice>
              <mc:Fallback>
                <p:oleObj name="Equation" r:id="rId14" imgW="35356800" imgH="10668000" progId="Equation.DSMT4">
                  <p:embed/>
                  <p:pic>
                    <p:nvPicPr>
                      <p:cNvPr id="0" name="对象 11"/>
                      <p:cNvPicPr/>
                      <p:nvPr/>
                    </p:nvPicPr>
                    <p:blipFill>
                      <a:blip r:embed="rId15"/>
                      <a:stretch>
                        <a:fillRect/>
                      </a:stretch>
                    </p:blipFill>
                    <p:spPr>
                      <a:xfrm>
                        <a:off x="2894531" y="4291873"/>
                        <a:ext cx="1473200" cy="4445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523346" y="4907229"/>
          <a:ext cx="3568700" cy="825500"/>
        </p:xfrm>
        <a:graphic>
          <a:graphicData uri="http://schemas.openxmlformats.org/presentationml/2006/ole">
            <mc:AlternateContent xmlns:mc="http://schemas.openxmlformats.org/markup-compatibility/2006">
              <mc:Choice xmlns:v="urn:schemas-microsoft-com:vml" Requires="v">
                <p:oleObj name="Equation" r:id="rId16" imgW="85648800" imgH="19812000" progId="Equation.DSMT4">
                  <p:embed/>
                </p:oleObj>
              </mc:Choice>
              <mc:Fallback>
                <p:oleObj name="Equation" r:id="rId16" imgW="85648800" imgH="19812000" progId="Equation.DSMT4">
                  <p:embed/>
                  <p:pic>
                    <p:nvPicPr>
                      <p:cNvPr id="0" name="图片 100389"/>
                      <p:cNvPicPr/>
                      <p:nvPr/>
                    </p:nvPicPr>
                    <p:blipFill>
                      <a:blip r:embed="rId17"/>
                      <a:stretch>
                        <a:fillRect/>
                      </a:stretch>
                    </p:blipFill>
                    <p:spPr>
                      <a:xfrm>
                        <a:off x="523346" y="4907229"/>
                        <a:ext cx="3568700" cy="8255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p:cNvSpPr>
            <a:spLocks noGrp="1"/>
          </p:cNvSpPr>
          <p:nvPr>
            <p:ph type="dt" sz="quarter" idx="10"/>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rtl="0" fontAlgn="base">
              <a:spcBef>
                <a:spcPct val="0"/>
              </a:spcBef>
              <a:spcAft>
                <a:spcPct val="0"/>
              </a:spcAft>
              <a:defRPr kumimoji="1" sz="1400" kern="1200">
                <a:solidFill>
                  <a:schemeClr val="tx1"/>
                </a:solidFill>
                <a:latin typeface="Times New Roman" panose="02020603050405020304" pitchFamily="18" charset="0"/>
                <a:ea typeface="宋体" panose="02010600030101010101" pitchFamily="2" charset="-122"/>
                <a:cs typeface="+mn-cs"/>
              </a:defRPr>
            </a:lvl1pPr>
            <a:lvl2pPr marL="4572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FontTx/>
              <a:buNone/>
            </a:pPr>
            <a:endParaRPr lang="en-US" altLang="zh-CN" sz="1000">
              <a:solidFill>
                <a:srgbClr val="FF6600"/>
              </a:solidFill>
              <a:ea typeface="宋体" panose="02010600030101010101" pitchFamily="2" charset="-122"/>
            </a:endParaRPr>
          </a:p>
        </p:txBody>
      </p:sp>
      <p:sp>
        <p:nvSpPr>
          <p:cNvPr id="4099" name="页脚占位符 2"/>
          <p:cNvSpPr>
            <a:spLocks noGrp="1"/>
          </p:cNvSpPr>
          <p:nvPr>
            <p:ph type="ftr" sz="quarter" idx="11"/>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kumimoji="1" sz="1400" kern="1200">
                <a:solidFill>
                  <a:schemeClr val="tx1"/>
                </a:solidFill>
                <a:latin typeface="Times New Roman" panose="02020603050405020304" pitchFamily="18" charset="0"/>
                <a:ea typeface="宋体" panose="02010600030101010101" pitchFamily="2" charset="-122"/>
                <a:cs typeface="+mn-cs"/>
              </a:defRPr>
            </a:lvl1pPr>
            <a:lvl2pPr marL="4572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FontTx/>
              <a:buNone/>
            </a:pPr>
            <a:endParaRPr lang="en-US" altLang="zh-CN" sz="1000" dirty="0">
              <a:solidFill>
                <a:srgbClr val="FF6600"/>
              </a:solidFill>
              <a:ea typeface="宋体" panose="02010600030101010101" pitchFamily="2" charset="-122"/>
            </a:endParaRPr>
          </a:p>
        </p:txBody>
      </p:sp>
      <p:sp>
        <p:nvSpPr>
          <p:cNvPr id="4100" name="灯片编号占位符 3"/>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kumimoji="1" sz="1400" kern="1200">
                <a:solidFill>
                  <a:schemeClr val="tx1"/>
                </a:solidFill>
                <a:latin typeface="Times New Roman" panose="02020603050405020304" pitchFamily="18" charset="0"/>
                <a:ea typeface="宋体" panose="02010600030101010101" pitchFamily="2" charset="-122"/>
                <a:cs typeface="+mn-cs"/>
              </a:defRPr>
            </a:lvl1pPr>
            <a:lvl2pPr marL="4572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FontTx/>
              <a:buNone/>
            </a:pPr>
            <a:fld id="{9B7CEFFF-BF6E-48FB-A3DA-85883D4530C7}" type="slidenum">
              <a:rPr lang="en-US" altLang="zh-CN" smtClean="0"/>
              <a:pPr>
                <a:spcBef>
                  <a:spcPct val="0"/>
                </a:spcBef>
                <a:buFontTx/>
                <a:buNone/>
              </a:pPr>
              <a:t>206</a:t>
            </a:fld>
            <a:endParaRPr lang="en-US" altLang="zh-CN" sz="1000">
              <a:solidFill>
                <a:srgbClr val="FF6600"/>
              </a:solidFill>
              <a:ea typeface="宋体" panose="02010600030101010101" pitchFamily="2" charset="-122"/>
            </a:endParaRPr>
          </a:p>
        </p:txBody>
      </p:sp>
      <p:grpSp>
        <p:nvGrpSpPr>
          <p:cNvPr id="4101" name="Group 1026"/>
          <p:cNvGrpSpPr>
            <a:grpSpLocks/>
          </p:cNvGrpSpPr>
          <p:nvPr/>
        </p:nvGrpSpPr>
        <p:grpSpPr bwMode="auto">
          <a:xfrm>
            <a:off x="0" y="0"/>
            <a:ext cx="9144000" cy="6858000"/>
            <a:chOff x="0" y="0"/>
            <a:chExt cx="5970" cy="4956"/>
          </a:xfrm>
        </p:grpSpPr>
        <p:pic>
          <p:nvPicPr>
            <p:cNvPr id="4109"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3" name="Picture 1074"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75" name="Text Box 1075"/>
          <p:cNvSpPr txBox="1">
            <a:spLocks noChangeArrowheads="1"/>
          </p:cNvSpPr>
          <p:nvPr/>
        </p:nvSpPr>
        <p:spPr bwMode="auto">
          <a:xfrm>
            <a:off x="803275" y="0"/>
            <a:ext cx="83058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n-US" altLang="zh-CN" sz="4400" dirty="0">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Chapter 13  </a:t>
            </a:r>
          </a:p>
          <a:p>
            <a:pPr algn="ctr" eaLnBrk="1" hangingPunct="1">
              <a:defRPr/>
            </a:pPr>
            <a:r>
              <a:rPr lang="zh-CN" altLang="en-US" sz="4400" dirty="0">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含磁耦合的电路</a:t>
            </a:r>
            <a:endParaRPr lang="zh-CN" altLang="en-US" sz="4400" dirty="0">
              <a:solidFill>
                <a:schemeClr val="hlink"/>
              </a:solidFill>
              <a:effectLst>
                <a:outerShdw blurRad="38100" dist="38100" dir="2700000" algn="tl">
                  <a:srgbClr val="C0C0C0"/>
                </a:outerShdw>
              </a:effectLst>
              <a:latin typeface="隶书" panose="02010509060101010101" pitchFamily="49" charset="-122"/>
              <a:ea typeface="隶书" panose="02010509060101010101" pitchFamily="49" charset="-122"/>
            </a:endParaRPr>
          </a:p>
        </p:txBody>
      </p:sp>
      <p:sp>
        <p:nvSpPr>
          <p:cNvPr id="77879" name="Text Box 1079"/>
          <p:cNvSpPr txBox="1">
            <a:spLocks noChangeArrowheads="1"/>
          </p:cNvSpPr>
          <p:nvPr/>
        </p:nvSpPr>
        <p:spPr bwMode="auto">
          <a:xfrm>
            <a:off x="935038" y="1557338"/>
            <a:ext cx="314060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400" dirty="0">
                <a:effectLst>
                  <a:outerShdw blurRad="38100" dist="38100" dir="2700000" algn="tl">
                    <a:srgbClr val="C0C0C0"/>
                  </a:outerShdw>
                </a:effectLst>
                <a:latin typeface="隶书" panose="02010509060101010101" pitchFamily="49" charset="-122"/>
                <a:ea typeface="隶书" panose="02010509060101010101" pitchFamily="49" charset="-122"/>
              </a:rPr>
              <a:t>13.1 </a:t>
            </a:r>
            <a:r>
              <a:rPr lang="zh-CN" altLang="en-US" sz="2400" dirty="0">
                <a:effectLst>
                  <a:outerShdw blurRad="38100" dist="38100" dir="2700000" algn="tl">
                    <a:srgbClr val="C0C0C0"/>
                  </a:outerShdw>
                </a:effectLst>
                <a:latin typeface="隶书" panose="02010509060101010101" pitchFamily="49" charset="-122"/>
                <a:ea typeface="隶书" panose="02010509060101010101" pitchFamily="49" charset="-122"/>
              </a:rPr>
              <a:t>耦合电感 </a:t>
            </a:r>
          </a:p>
          <a:p>
            <a:pPr eaLnBrk="1" hangingPunct="1">
              <a:defRPr/>
            </a:pPr>
            <a:r>
              <a:rPr lang="zh-CN" altLang="en-US" sz="2400" dirty="0">
                <a:effectLst>
                  <a:outerShdw blurRad="38100" dist="38100" dir="2700000" algn="tl">
                    <a:srgbClr val="C0C0C0"/>
                  </a:outerShdw>
                </a:effectLst>
              </a:rPr>
              <a:t>        </a:t>
            </a:r>
            <a:r>
              <a:rPr lang="en-US" altLang="zh-CN" sz="2400" dirty="0">
                <a:effectLst>
                  <a:outerShdw blurRad="38100" dist="38100" dir="2700000" algn="tl">
                    <a:srgbClr val="C0C0C0"/>
                  </a:outerShdw>
                </a:effectLst>
              </a:rPr>
              <a:t>Coupled inductors </a:t>
            </a:r>
          </a:p>
        </p:txBody>
      </p:sp>
      <p:sp>
        <p:nvSpPr>
          <p:cNvPr id="77880" name="Text Box 1080"/>
          <p:cNvSpPr txBox="1">
            <a:spLocks noChangeArrowheads="1"/>
          </p:cNvSpPr>
          <p:nvPr/>
        </p:nvSpPr>
        <p:spPr bwMode="auto">
          <a:xfrm>
            <a:off x="900113" y="2420938"/>
            <a:ext cx="467477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lang="en-US" altLang="zh-CN" sz="2400" dirty="0">
                <a:effectLst>
                  <a:outerShdw blurRad="38100" dist="38100" dir="2700000" algn="tl">
                    <a:srgbClr val="C0C0C0"/>
                  </a:outerShdw>
                </a:effectLst>
                <a:latin typeface="隶书" panose="02010509060101010101" pitchFamily="49" charset="-122"/>
                <a:ea typeface="隶书" panose="02010509060101010101" pitchFamily="49" charset="-122"/>
              </a:rPr>
              <a:t>13.2 </a:t>
            </a:r>
            <a:r>
              <a:rPr lang="zh-CN" altLang="en-US" sz="2400" dirty="0">
                <a:effectLst>
                  <a:outerShdw blurRad="38100" dist="38100" dir="2700000" algn="tl">
                    <a:srgbClr val="C0C0C0"/>
                  </a:outerShdw>
                </a:effectLst>
                <a:latin typeface="隶书" panose="02010509060101010101" pitchFamily="49" charset="-122"/>
                <a:ea typeface="隶书" panose="02010509060101010101" pitchFamily="49" charset="-122"/>
              </a:rPr>
              <a:t>含耦合电感电路的分析</a:t>
            </a:r>
          </a:p>
          <a:p>
            <a:pPr eaLnBrk="1" hangingPunct="1">
              <a:defRPr/>
            </a:pPr>
            <a:r>
              <a:rPr lang="zh-CN" altLang="en-US" sz="2400" dirty="0">
                <a:effectLst>
                  <a:outerShdw blurRad="38100" dist="38100" dir="2700000" algn="tl">
                    <a:srgbClr val="C0C0C0"/>
                  </a:outerShdw>
                </a:effectLst>
              </a:rPr>
              <a:t>　　</a:t>
            </a:r>
            <a:r>
              <a:rPr lang="en-US" altLang="zh-CN" sz="2400" dirty="0">
                <a:effectLst>
                  <a:outerShdw blurRad="38100" dist="38100" dir="2700000" algn="tl">
                    <a:srgbClr val="C0C0C0"/>
                  </a:outerShdw>
                </a:effectLst>
              </a:rPr>
              <a:t>Analysis of coupled circuits</a:t>
            </a:r>
          </a:p>
        </p:txBody>
      </p:sp>
      <p:sp>
        <p:nvSpPr>
          <p:cNvPr id="77881" name="Text Box 1081"/>
          <p:cNvSpPr txBox="1">
            <a:spLocks noChangeArrowheads="1"/>
          </p:cNvSpPr>
          <p:nvPr/>
        </p:nvSpPr>
        <p:spPr bwMode="auto">
          <a:xfrm>
            <a:off x="912813" y="3261589"/>
            <a:ext cx="244130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400" dirty="0">
                <a:effectLst>
                  <a:outerShdw blurRad="38100" dist="38100" dir="2700000" algn="tl">
                    <a:srgbClr val="C0C0C0"/>
                  </a:outerShdw>
                </a:effectLst>
                <a:latin typeface="隶书" panose="02010509060101010101" pitchFamily="49" charset="-122"/>
                <a:ea typeface="隶书" panose="02010509060101010101" pitchFamily="49" charset="-122"/>
              </a:rPr>
              <a:t>13.3 </a:t>
            </a:r>
            <a:r>
              <a:rPr lang="zh-CN" altLang="en-US" sz="2400" dirty="0">
                <a:effectLst>
                  <a:outerShdw blurRad="38100" dist="38100" dir="2700000" algn="tl">
                    <a:srgbClr val="C0C0C0"/>
                  </a:outerShdw>
                </a:effectLst>
                <a:latin typeface="隶书" panose="02010509060101010101" pitchFamily="49" charset="-122"/>
                <a:ea typeface="隶书" panose="02010509060101010101" pitchFamily="49" charset="-122"/>
              </a:rPr>
              <a:t>变压器</a:t>
            </a:r>
          </a:p>
          <a:p>
            <a:pPr eaLnBrk="1" hangingPunct="1">
              <a:defRPr/>
            </a:pPr>
            <a:r>
              <a:rPr lang="zh-CN" altLang="en-US" sz="2400" dirty="0">
                <a:effectLst>
                  <a:outerShdw blurRad="38100" dist="38100" dir="2700000" algn="tl">
                    <a:srgbClr val="C0C0C0"/>
                  </a:outerShdw>
                </a:effectLst>
              </a:rPr>
              <a:t>        </a:t>
            </a:r>
            <a:r>
              <a:rPr lang="en-US" altLang="zh-CN" sz="2400" dirty="0">
                <a:effectLst>
                  <a:outerShdw blurRad="38100" dist="38100" dir="2700000" algn="tl">
                    <a:srgbClr val="C0C0C0"/>
                  </a:outerShdw>
                </a:effectLst>
              </a:rPr>
              <a:t>Transformers</a:t>
            </a:r>
          </a:p>
        </p:txBody>
      </p:sp>
    </p:spTree>
    <p:extLst>
      <p:ext uri="{BB962C8B-B14F-4D97-AF65-F5344CB8AC3E}">
        <p14:creationId xmlns:p14="http://schemas.microsoft.com/office/powerpoint/2010/main" val="122949957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0" y="1884445"/>
            <a:ext cx="9144000" cy="3680962"/>
          </a:xfrm>
          <a:prstGeom prst="roundRect">
            <a:avLst>
              <a:gd name="adj"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 Box 3"/>
          <p:cNvSpPr txBox="1">
            <a:spLocks noChangeArrowheads="1"/>
          </p:cNvSpPr>
          <p:nvPr/>
        </p:nvSpPr>
        <p:spPr bwMode="auto">
          <a:xfrm>
            <a:off x="235993" y="2392638"/>
            <a:ext cx="24872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1" hangingPunct="1">
              <a:spcBef>
                <a:spcPct val="50000"/>
              </a:spcBef>
              <a:buFont typeface="Wingdings" panose="05000000000000000000" pitchFamily="2" charset="2"/>
              <a:buChar char="ü"/>
            </a:pPr>
            <a:r>
              <a:rPr lang="zh-CN" altLang="en-US" sz="2400" b="1" dirty="0">
                <a:solidFill>
                  <a:srgbClr val="000000"/>
                </a:solidFill>
                <a:latin typeface="Times New Roman" panose="02020603050405020304" pitchFamily="18" charset="0"/>
                <a:ea typeface="楷体" panose="02010609060101010101" charset="-122"/>
              </a:rPr>
              <a:t>网孔分析法</a:t>
            </a:r>
          </a:p>
        </p:txBody>
      </p:sp>
      <p:sp>
        <p:nvSpPr>
          <p:cNvPr id="23" name="Text Box 3"/>
          <p:cNvSpPr txBox="1">
            <a:spLocks noChangeArrowheads="1"/>
          </p:cNvSpPr>
          <p:nvPr/>
        </p:nvSpPr>
        <p:spPr bwMode="auto">
          <a:xfrm>
            <a:off x="243650" y="3307175"/>
            <a:ext cx="24263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1" hangingPunct="1">
              <a:spcBef>
                <a:spcPct val="50000"/>
              </a:spcBef>
              <a:buFont typeface="Wingdings" panose="05000000000000000000" pitchFamily="2" charset="2"/>
              <a:buChar char="ü"/>
            </a:pPr>
            <a:r>
              <a:rPr lang="zh-CN" altLang="en-US" sz="2400" b="1" dirty="0">
                <a:solidFill>
                  <a:srgbClr val="000000"/>
                </a:solidFill>
                <a:latin typeface="Times New Roman" panose="02020603050405020304" pitchFamily="18" charset="0"/>
                <a:ea typeface="楷体" panose="02010609060101010101" charset="-122"/>
              </a:rPr>
              <a:t>去耦等效法</a:t>
            </a:r>
          </a:p>
        </p:txBody>
      </p:sp>
      <p:sp>
        <p:nvSpPr>
          <p:cNvPr id="24" name="Text Box 3"/>
          <p:cNvSpPr txBox="1">
            <a:spLocks noChangeArrowheads="1"/>
          </p:cNvSpPr>
          <p:nvPr/>
        </p:nvSpPr>
        <p:spPr bwMode="auto">
          <a:xfrm>
            <a:off x="235993" y="4234011"/>
            <a:ext cx="23272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1" hangingPunct="1">
              <a:spcBef>
                <a:spcPct val="50000"/>
              </a:spcBef>
              <a:buFont typeface="Wingdings" panose="05000000000000000000" pitchFamily="2" charset="2"/>
              <a:buChar char="ü"/>
            </a:pPr>
            <a:r>
              <a:rPr lang="zh-CN" altLang="en-US" sz="2400" b="1" dirty="0">
                <a:solidFill>
                  <a:srgbClr val="000000"/>
                </a:solidFill>
                <a:latin typeface="Times New Roman" panose="02020603050405020304" pitchFamily="18" charset="0"/>
                <a:ea typeface="楷体" panose="02010609060101010101" charset="-122"/>
              </a:rPr>
              <a:t>映射阻抗法</a:t>
            </a:r>
          </a:p>
        </p:txBody>
      </p:sp>
      <p:sp>
        <p:nvSpPr>
          <p:cNvPr id="27" name="Text Box 3"/>
          <p:cNvSpPr txBox="1">
            <a:spLocks noChangeArrowheads="1"/>
          </p:cNvSpPr>
          <p:nvPr/>
        </p:nvSpPr>
        <p:spPr bwMode="auto">
          <a:xfrm>
            <a:off x="235993" y="2820312"/>
            <a:ext cx="80046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zh-CN" altLang="en-US" sz="2400" b="1" dirty="0">
                <a:solidFill>
                  <a:srgbClr val="0000FF"/>
                </a:solidFill>
                <a:ea typeface="楷体" panose="02010609060101010101" charset="-122"/>
              </a:rPr>
              <a:t>需判断同名端状况，与电流方向相关</a:t>
            </a:r>
          </a:p>
        </p:txBody>
      </p:sp>
      <p:sp>
        <p:nvSpPr>
          <p:cNvPr id="28" name="Text Box 3"/>
          <p:cNvSpPr txBox="1">
            <a:spLocks noChangeArrowheads="1"/>
          </p:cNvSpPr>
          <p:nvPr/>
        </p:nvSpPr>
        <p:spPr bwMode="auto">
          <a:xfrm>
            <a:off x="235993" y="3758925"/>
            <a:ext cx="82808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zh-CN" altLang="en-US" sz="2400" b="1" dirty="0">
                <a:solidFill>
                  <a:srgbClr val="0000FF"/>
                </a:solidFill>
                <a:ea typeface="楷体" panose="02010609060101010101" charset="-122"/>
              </a:rPr>
              <a:t>需判断同名端是否接在公共端，与耦合类型、电流方向无关</a:t>
            </a:r>
          </a:p>
        </p:txBody>
      </p:sp>
      <p:sp>
        <p:nvSpPr>
          <p:cNvPr id="29" name="Text Box 3"/>
          <p:cNvSpPr txBox="1">
            <a:spLocks noChangeArrowheads="1"/>
          </p:cNvSpPr>
          <p:nvPr/>
        </p:nvSpPr>
        <p:spPr bwMode="auto">
          <a:xfrm>
            <a:off x="235993" y="4734409"/>
            <a:ext cx="822561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zh-CN" altLang="en-US" sz="2400" b="1" dirty="0">
                <a:solidFill>
                  <a:srgbClr val="0000FF"/>
                </a:solidFill>
                <a:ea typeface="楷体" panose="02010609060101010101" charset="-122"/>
              </a:rPr>
              <a:t>映射阻抗与同名端状况无关，但求负载侧元件电压时与电流方向相关</a:t>
            </a:r>
          </a:p>
        </p:txBody>
      </p:sp>
      <p:sp>
        <p:nvSpPr>
          <p:cNvPr id="30" name="文本框 29"/>
          <p:cNvSpPr txBox="1"/>
          <p:nvPr/>
        </p:nvSpPr>
        <p:spPr>
          <a:xfrm>
            <a:off x="180740" y="87343"/>
            <a:ext cx="2717800" cy="523220"/>
          </a:xfrm>
          <a:prstGeom prst="rect">
            <a:avLst/>
          </a:prstGeom>
          <a:noFill/>
        </p:spPr>
        <p:txBody>
          <a:bodyPr wrap="square">
            <a:spAutoFit/>
          </a:bodyPr>
          <a:lstStyle/>
          <a:p>
            <a:r>
              <a:rPr lang="zh-CN" altLang="en-US" sz="2800" b="1" dirty="0">
                <a:ea typeface="楷体" panose="02010609060101010101" charset="-122"/>
              </a:rPr>
              <a:t>含磁耦合的电路</a:t>
            </a:r>
          </a:p>
        </p:txBody>
      </p:sp>
      <p:sp>
        <p:nvSpPr>
          <p:cNvPr id="18" name="文本框 17"/>
          <p:cNvSpPr txBox="1"/>
          <p:nvPr/>
        </p:nvSpPr>
        <p:spPr>
          <a:xfrm>
            <a:off x="235993" y="5792118"/>
            <a:ext cx="2494944" cy="461665"/>
          </a:xfrm>
          <a:prstGeom prst="rect">
            <a:avLst/>
          </a:prstGeom>
          <a:noFill/>
        </p:spPr>
        <p:txBody>
          <a:bodyPr wrap="square">
            <a:spAutoFit/>
          </a:bodyPr>
          <a:lstStyle/>
          <a:p>
            <a:r>
              <a:rPr lang="zh-CN" altLang="en-US" sz="2400" b="1" dirty="0">
                <a:latin typeface="楷体" panose="02010609060101010101" charset="-122"/>
                <a:ea typeface="楷体" panose="02010609060101010101" charset="-122"/>
              </a:rPr>
              <a:t>理想变压器</a:t>
            </a:r>
          </a:p>
        </p:txBody>
      </p:sp>
      <p:graphicFrame>
        <p:nvGraphicFramePr>
          <p:cNvPr id="19" name="Object 9"/>
          <p:cNvGraphicFramePr>
            <a:graphicFrameLocks noChangeAspect="1"/>
          </p:cNvGraphicFramePr>
          <p:nvPr/>
        </p:nvGraphicFramePr>
        <p:xfrm>
          <a:off x="4005230" y="5640977"/>
          <a:ext cx="2041525" cy="863600"/>
        </p:xfrm>
        <a:graphic>
          <a:graphicData uri="http://schemas.openxmlformats.org/presentationml/2006/ole">
            <mc:AlternateContent xmlns:mc="http://schemas.openxmlformats.org/markup-compatibility/2006">
              <mc:Choice xmlns:v="urn:schemas-microsoft-com:vml" Requires="v">
                <p:oleObj name="Equation" r:id="rId3" imgW="59740800" imgH="25298400" progId="Equation.DSMT4">
                  <p:embed/>
                </p:oleObj>
              </mc:Choice>
              <mc:Fallback>
                <p:oleObj name="Equation" r:id="rId3" imgW="59740800" imgH="25298400" progId="Equation.DSMT4">
                  <p:embed/>
                  <p:pic>
                    <p:nvPicPr>
                      <p:cNvPr id="0" name="Object 9"/>
                      <p:cNvPicPr>
                        <a:picLocks noChangeAspect="1" noChangeArrowheads="1"/>
                      </p:cNvPicPr>
                      <p:nvPr/>
                    </p:nvPicPr>
                    <p:blipFill>
                      <a:blip r:embed="rId4"/>
                      <a:srcRect/>
                      <a:stretch>
                        <a:fillRect/>
                      </a:stretch>
                    </p:blipFill>
                    <p:spPr bwMode="auto">
                      <a:xfrm>
                        <a:off x="4005230" y="5640977"/>
                        <a:ext cx="2041525" cy="863600"/>
                      </a:xfrm>
                      <a:prstGeom prst="rect">
                        <a:avLst/>
                      </a:prstGeom>
                      <a:noFill/>
                      <a:ln w="19050">
                        <a:noFill/>
                        <a:miter lim="800000"/>
                        <a:headEnd/>
                        <a:tailEnd/>
                      </a:ln>
                      <a:effectLst/>
                    </p:spPr>
                  </p:pic>
                </p:oleObj>
              </mc:Fallback>
            </mc:AlternateContent>
          </a:graphicData>
        </a:graphic>
      </p:graphicFrame>
      <p:graphicFrame>
        <p:nvGraphicFramePr>
          <p:cNvPr id="21" name="Object 13"/>
          <p:cNvGraphicFramePr>
            <a:graphicFrameLocks noChangeAspect="1"/>
          </p:cNvGraphicFramePr>
          <p:nvPr/>
        </p:nvGraphicFramePr>
        <p:xfrm>
          <a:off x="2150718" y="5640977"/>
          <a:ext cx="1633537" cy="863600"/>
        </p:xfrm>
        <a:graphic>
          <a:graphicData uri="http://schemas.openxmlformats.org/presentationml/2006/ole">
            <mc:AlternateContent xmlns:mc="http://schemas.openxmlformats.org/markup-compatibility/2006">
              <mc:Choice xmlns:v="urn:schemas-microsoft-com:vml" Requires="v">
                <p:oleObj name="Equation" r:id="rId5" imgW="47853600" imgH="25298400" progId="Equation.DSMT4">
                  <p:embed/>
                </p:oleObj>
              </mc:Choice>
              <mc:Fallback>
                <p:oleObj name="Equation" r:id="rId5" imgW="47853600" imgH="25298400" progId="Equation.DSMT4">
                  <p:embed/>
                  <p:pic>
                    <p:nvPicPr>
                      <p:cNvPr id="0" name="Object 13"/>
                      <p:cNvPicPr>
                        <a:picLocks noChangeAspect="1" noChangeArrowheads="1"/>
                      </p:cNvPicPr>
                      <p:nvPr/>
                    </p:nvPicPr>
                    <p:blipFill>
                      <a:blip r:embed="rId6"/>
                      <a:srcRect/>
                      <a:stretch>
                        <a:fillRect/>
                      </a:stretch>
                    </p:blipFill>
                    <p:spPr bwMode="auto">
                      <a:xfrm>
                        <a:off x="2150718" y="5640977"/>
                        <a:ext cx="1633537" cy="863600"/>
                      </a:xfrm>
                      <a:prstGeom prst="rect">
                        <a:avLst/>
                      </a:prstGeom>
                      <a:noFill/>
                      <a:ln w="19050">
                        <a:noFill/>
                        <a:miter lim="800000"/>
                        <a:headEnd/>
                        <a:tailEnd/>
                      </a:ln>
                      <a:effectLst/>
                    </p:spPr>
                  </p:pic>
                </p:oleObj>
              </mc:Fallback>
            </mc:AlternateContent>
          </a:graphicData>
        </a:graphic>
      </p:graphicFrame>
      <p:sp>
        <p:nvSpPr>
          <p:cNvPr id="22" name="文本框 21"/>
          <p:cNvSpPr txBox="1"/>
          <p:nvPr/>
        </p:nvSpPr>
        <p:spPr>
          <a:xfrm>
            <a:off x="6159984" y="5811167"/>
            <a:ext cx="2294247" cy="523220"/>
          </a:xfrm>
          <a:prstGeom prst="rect">
            <a:avLst/>
          </a:prstGeom>
          <a:noFill/>
        </p:spPr>
        <p:txBody>
          <a:bodyPr wrap="square">
            <a:spAutoFit/>
          </a:bodyPr>
          <a:lstStyle/>
          <a:p>
            <a:r>
              <a:rPr lang="zh-CN" altLang="en-US" sz="2800" b="1" dirty="0">
                <a:latin typeface="楷体" panose="02010609060101010101" charset="-122"/>
                <a:ea typeface="楷体" panose="02010609060101010101" charset="-122"/>
              </a:rPr>
              <a:t>（关联方向）</a:t>
            </a:r>
          </a:p>
        </p:txBody>
      </p:sp>
      <p:graphicFrame>
        <p:nvGraphicFramePr>
          <p:cNvPr id="2" name="对象 1"/>
          <p:cNvGraphicFramePr>
            <a:graphicFrameLocks noChangeAspect="1"/>
          </p:cNvGraphicFramePr>
          <p:nvPr/>
        </p:nvGraphicFramePr>
        <p:xfrm>
          <a:off x="2277753" y="4240316"/>
          <a:ext cx="2349500" cy="444500"/>
        </p:xfrm>
        <a:graphic>
          <a:graphicData uri="http://schemas.openxmlformats.org/presentationml/2006/ole">
            <mc:AlternateContent xmlns:mc="http://schemas.openxmlformats.org/markup-compatibility/2006">
              <mc:Choice xmlns:v="urn:schemas-microsoft-com:vml" Requires="v">
                <p:oleObj name="Equation" r:id="rId7" imgW="56388000" imgH="10668000" progId="Equation.DSMT4">
                  <p:embed/>
                </p:oleObj>
              </mc:Choice>
              <mc:Fallback>
                <p:oleObj name="Equation" r:id="rId7" imgW="56388000" imgH="10668000" progId="Equation.DSMT4">
                  <p:embed/>
                  <p:pic>
                    <p:nvPicPr>
                      <p:cNvPr id="0" name="图片 71923"/>
                      <p:cNvPicPr/>
                      <p:nvPr/>
                    </p:nvPicPr>
                    <p:blipFill>
                      <a:blip r:embed="rId8"/>
                      <a:stretch>
                        <a:fillRect/>
                      </a:stretch>
                    </p:blipFill>
                    <p:spPr>
                      <a:xfrm>
                        <a:off x="2277753" y="4240316"/>
                        <a:ext cx="2349500" cy="444500"/>
                      </a:xfrm>
                      <a:prstGeom prst="rect">
                        <a:avLst/>
                      </a:prstGeom>
                    </p:spPr>
                  </p:pic>
                </p:oleObj>
              </mc:Fallback>
            </mc:AlternateContent>
          </a:graphicData>
        </a:graphic>
      </p:graphicFrame>
      <p:sp>
        <p:nvSpPr>
          <p:cNvPr id="38" name="文本框 37"/>
          <p:cNvSpPr txBox="1"/>
          <p:nvPr/>
        </p:nvSpPr>
        <p:spPr>
          <a:xfrm>
            <a:off x="4668229" y="4217230"/>
            <a:ext cx="1433779" cy="461665"/>
          </a:xfrm>
          <a:prstGeom prst="rect">
            <a:avLst/>
          </a:prstGeom>
          <a:noFill/>
        </p:spPr>
        <p:txBody>
          <a:bodyPr wrap="square">
            <a:spAutoFit/>
          </a:bodyPr>
          <a:lstStyle/>
          <a:p>
            <a:r>
              <a:rPr kumimoji="1" lang="zh-CN" alt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mn-cs"/>
              </a:rPr>
              <a:t>要记住！</a:t>
            </a:r>
            <a:endParaRPr lang="zh-CN" altLang="en-US" sz="1600" dirty="0"/>
          </a:p>
        </p:txBody>
      </p:sp>
      <p:graphicFrame>
        <p:nvGraphicFramePr>
          <p:cNvPr id="6" name="对象 5"/>
          <p:cNvGraphicFramePr>
            <a:graphicFrameLocks noChangeAspect="1"/>
          </p:cNvGraphicFramePr>
          <p:nvPr/>
        </p:nvGraphicFramePr>
        <p:xfrm>
          <a:off x="3496601" y="601542"/>
          <a:ext cx="4787900" cy="787400"/>
        </p:xfrm>
        <a:graphic>
          <a:graphicData uri="http://schemas.openxmlformats.org/presentationml/2006/ole">
            <mc:AlternateContent xmlns:mc="http://schemas.openxmlformats.org/markup-compatibility/2006">
              <mc:Choice xmlns:v="urn:schemas-microsoft-com:vml" Requires="v">
                <p:oleObj name="Equation" r:id="rId9" imgW="114909600" imgH="18897600" progId="Equation.DSMT4">
                  <p:embed/>
                </p:oleObj>
              </mc:Choice>
              <mc:Fallback>
                <p:oleObj name="Equation" r:id="rId9" imgW="114909600" imgH="18897600" progId="Equation.DSMT4">
                  <p:embed/>
                  <p:pic>
                    <p:nvPicPr>
                      <p:cNvPr id="0" name="图片 71925"/>
                      <p:cNvPicPr/>
                      <p:nvPr/>
                    </p:nvPicPr>
                    <p:blipFill>
                      <a:blip r:embed="rId10"/>
                      <a:stretch>
                        <a:fillRect/>
                      </a:stretch>
                    </p:blipFill>
                    <p:spPr>
                      <a:xfrm>
                        <a:off x="3496601" y="601542"/>
                        <a:ext cx="4787900" cy="787400"/>
                      </a:xfrm>
                      <a:prstGeom prst="rect">
                        <a:avLst/>
                      </a:prstGeom>
                    </p:spPr>
                  </p:pic>
                </p:oleObj>
              </mc:Fallback>
            </mc:AlternateContent>
          </a:graphicData>
        </a:graphic>
      </p:graphicFrame>
      <p:sp>
        <p:nvSpPr>
          <p:cNvPr id="40" name="Text Box 3"/>
          <p:cNvSpPr txBox="1">
            <a:spLocks noChangeArrowheads="1"/>
          </p:cNvSpPr>
          <p:nvPr/>
        </p:nvSpPr>
        <p:spPr bwMode="auto">
          <a:xfrm>
            <a:off x="333752" y="1393944"/>
            <a:ext cx="85870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zh-CN" altLang="en-US" sz="2400" b="1" dirty="0">
                <a:solidFill>
                  <a:srgbClr val="0000FF"/>
                </a:solidFill>
                <a:ea typeface="楷体" panose="02010609060101010101" charset="-122"/>
              </a:rPr>
              <a:t>耦合电感的有功功率之和为零，其中单个电感可能有有功功率</a:t>
            </a:r>
          </a:p>
        </p:txBody>
      </p:sp>
      <p:sp>
        <p:nvSpPr>
          <p:cNvPr id="41" name="Text Box 3"/>
          <p:cNvSpPr txBox="1">
            <a:spLocks noChangeArrowheads="1"/>
          </p:cNvSpPr>
          <p:nvPr/>
        </p:nvSpPr>
        <p:spPr bwMode="auto">
          <a:xfrm>
            <a:off x="243650" y="1925971"/>
            <a:ext cx="40357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zh-CN" altLang="en-US" sz="2400" b="1" dirty="0">
                <a:solidFill>
                  <a:srgbClr val="000000"/>
                </a:solidFill>
                <a:latin typeface="Times New Roman" panose="02020603050405020304" pitchFamily="18" charset="0"/>
                <a:ea typeface="楷体" panose="02010609060101010101" charset="-122"/>
              </a:rPr>
              <a:t>含磁耦合电路分析方法：</a:t>
            </a:r>
          </a:p>
        </p:txBody>
      </p:sp>
      <p:graphicFrame>
        <p:nvGraphicFramePr>
          <p:cNvPr id="5" name="对象 4"/>
          <p:cNvGraphicFramePr>
            <a:graphicFrameLocks noChangeAspect="1"/>
          </p:cNvGraphicFramePr>
          <p:nvPr/>
        </p:nvGraphicFramePr>
        <p:xfrm>
          <a:off x="333752" y="779289"/>
          <a:ext cx="2665413" cy="434975"/>
        </p:xfrm>
        <a:graphic>
          <a:graphicData uri="http://schemas.openxmlformats.org/presentationml/2006/ole">
            <mc:AlternateContent xmlns:mc="http://schemas.openxmlformats.org/markup-compatibility/2006">
              <mc:Choice xmlns:v="urn:schemas-microsoft-com:vml" Requires="v">
                <p:oleObj r:id="rId11" imgW="2733675" imgH="457200" progId="">
                  <p:embed/>
                </p:oleObj>
              </mc:Choice>
              <mc:Fallback>
                <p:oleObj r:id="rId11" imgW="2733675" imgH="457200" progId="">
                  <p:embed/>
                  <p:pic>
                    <p:nvPicPr>
                      <p:cNvPr id="0" name="图片 72002"/>
                      <p:cNvPicPr/>
                      <p:nvPr/>
                    </p:nvPicPr>
                    <p:blipFill>
                      <a:blip r:embed="rId12"/>
                      <a:stretch>
                        <a:fillRect/>
                      </a:stretch>
                    </p:blipFill>
                    <p:spPr>
                      <a:xfrm>
                        <a:off x="333752" y="779289"/>
                        <a:ext cx="2665413" cy="43497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left)">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left)">
                                      <p:cBhvr>
                                        <p:cTn id="35" dur="500"/>
                                        <p:tgtEl>
                                          <p:spTgt spid="20"/>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left)">
                                      <p:cBhvr>
                                        <p:cTn id="38" dur="500"/>
                                        <p:tgtEl>
                                          <p:spTgt spid="23"/>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left)">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wipe(left)">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wipe(left)">
                                      <p:cBhvr>
                                        <p:cTn id="66" dur="500"/>
                                        <p:tgtEl>
                                          <p:spTgt spid="3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wipe(left)">
                                      <p:cBhvr>
                                        <p:cTn id="71" dur="500"/>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wipe(left)">
                                      <p:cBhvr>
                                        <p:cTn id="76" dur="500"/>
                                        <p:tgtEl>
                                          <p:spTgt spid="22"/>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wipe(left)">
                                      <p:cBhvr>
                                        <p:cTn id="80" dur="500"/>
                                        <p:tgtEl>
                                          <p:spTgt spid="21"/>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wipe(left)">
                                      <p:cBhvr>
                                        <p:cTn id="8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0" grpId="0"/>
      <p:bldP spid="23" grpId="0"/>
      <p:bldP spid="24" grpId="0"/>
      <p:bldP spid="27" grpId="0"/>
      <p:bldP spid="28" grpId="0"/>
      <p:bldP spid="29" grpId="0"/>
      <p:bldP spid="30" grpId="0"/>
      <p:bldP spid="18" grpId="0"/>
      <p:bldP spid="22" grpId="0"/>
      <p:bldP spid="38" grpId="0"/>
      <p:bldP spid="40" grpId="0"/>
      <p:bldP spid="41"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704850" y="1076325"/>
            <a:ext cx="7734300" cy="4705350"/>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78" name="Object 62"/>
          <p:cNvGraphicFramePr>
            <a:graphicFrameLocks noChangeAspect="1"/>
          </p:cNvGraphicFramePr>
          <p:nvPr/>
        </p:nvGraphicFramePr>
        <p:xfrm>
          <a:off x="1000125" y="2400300"/>
          <a:ext cx="2428875" cy="728663"/>
        </p:xfrm>
        <a:graphic>
          <a:graphicData uri="http://schemas.openxmlformats.org/presentationml/2006/ole">
            <mc:AlternateContent xmlns:mc="http://schemas.openxmlformats.org/markup-compatibility/2006">
              <mc:Choice xmlns:v="urn:schemas-microsoft-com:vml" Requires="v">
                <p:oleObj name="公式" r:id="rId2" imgW="1307880" imgH="393480" progId="Equation.3">
                  <p:embed/>
                </p:oleObj>
              </mc:Choice>
              <mc:Fallback>
                <p:oleObj name="公式" r:id="rId2" imgW="1307880" imgH="393480" progId="Equation.3">
                  <p:embed/>
                  <p:pic>
                    <p:nvPicPr>
                      <p:cNvPr id="9278" name="Object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2400300"/>
                        <a:ext cx="2428875"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79" name="Object 63"/>
          <p:cNvGraphicFramePr>
            <a:graphicFrameLocks noChangeAspect="1"/>
          </p:cNvGraphicFramePr>
          <p:nvPr/>
        </p:nvGraphicFramePr>
        <p:xfrm>
          <a:off x="968375" y="3200400"/>
          <a:ext cx="2473325" cy="735013"/>
        </p:xfrm>
        <a:graphic>
          <a:graphicData uri="http://schemas.openxmlformats.org/presentationml/2006/ole">
            <mc:AlternateContent xmlns:mc="http://schemas.openxmlformats.org/markup-compatibility/2006">
              <mc:Choice xmlns:v="urn:schemas-microsoft-com:vml" Requires="v">
                <p:oleObj name="公式" r:id="rId4" imgW="1320480" imgH="393480" progId="Equation.3">
                  <p:embed/>
                </p:oleObj>
              </mc:Choice>
              <mc:Fallback>
                <p:oleObj name="公式" r:id="rId4" imgW="1320480" imgH="393480" progId="Equation.3">
                  <p:embed/>
                  <p:pic>
                    <p:nvPicPr>
                      <p:cNvPr id="9279" name="Object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8375" y="3200400"/>
                        <a:ext cx="2473325" cy="73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83" name="Object 67"/>
          <p:cNvGraphicFramePr>
            <a:graphicFrameLocks noChangeAspect="1"/>
          </p:cNvGraphicFramePr>
          <p:nvPr/>
        </p:nvGraphicFramePr>
        <p:xfrm>
          <a:off x="5256213" y="5029200"/>
          <a:ext cx="2940050" cy="468313"/>
        </p:xfrm>
        <a:graphic>
          <a:graphicData uri="http://schemas.openxmlformats.org/presentationml/2006/ole">
            <mc:AlternateContent xmlns:mc="http://schemas.openxmlformats.org/markup-compatibility/2006">
              <mc:Choice xmlns:v="urn:schemas-microsoft-com:vml" Requires="v">
                <p:oleObj name="公式" r:id="rId6" imgW="1434960" imgH="228600" progId="Equation.3">
                  <p:embed/>
                </p:oleObj>
              </mc:Choice>
              <mc:Fallback>
                <p:oleObj name="公式" r:id="rId6" imgW="1434960" imgH="228600" progId="Equation.3">
                  <p:embed/>
                  <p:pic>
                    <p:nvPicPr>
                      <p:cNvPr id="9283" name="Object 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6213" y="5029200"/>
                        <a:ext cx="2940050"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84" name="Object 68"/>
          <p:cNvGraphicFramePr>
            <a:graphicFrameLocks noChangeAspect="1"/>
          </p:cNvGraphicFramePr>
          <p:nvPr/>
        </p:nvGraphicFramePr>
        <p:xfrm>
          <a:off x="5275263" y="5657850"/>
          <a:ext cx="2895600" cy="457200"/>
        </p:xfrm>
        <a:graphic>
          <a:graphicData uri="http://schemas.openxmlformats.org/presentationml/2006/ole">
            <mc:AlternateContent xmlns:mc="http://schemas.openxmlformats.org/markup-compatibility/2006">
              <mc:Choice xmlns:v="urn:schemas-microsoft-com:vml" Requires="v">
                <p:oleObj name="公式" r:id="rId8" imgW="1447560" imgH="228600" progId="Equation.3">
                  <p:embed/>
                </p:oleObj>
              </mc:Choice>
              <mc:Fallback>
                <p:oleObj name="公式" r:id="rId8" imgW="1447560" imgH="228600" progId="Equation.3">
                  <p:embed/>
                  <p:pic>
                    <p:nvPicPr>
                      <p:cNvPr id="9284" name="Object 6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75263" y="56578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480" name="Group 264"/>
          <p:cNvGrpSpPr>
            <a:grpSpLocks/>
          </p:cNvGrpSpPr>
          <p:nvPr/>
        </p:nvGrpSpPr>
        <p:grpSpPr bwMode="auto">
          <a:xfrm>
            <a:off x="846138" y="152400"/>
            <a:ext cx="2516187" cy="1863725"/>
            <a:chOff x="533" y="96"/>
            <a:chExt cx="1585" cy="1174"/>
          </a:xfrm>
        </p:grpSpPr>
        <p:sp>
          <p:nvSpPr>
            <p:cNvPr id="9245" name="Text Box 29"/>
            <p:cNvSpPr txBox="1">
              <a:spLocks noChangeArrowheads="1"/>
            </p:cNvSpPr>
            <p:nvPr/>
          </p:nvSpPr>
          <p:spPr bwMode="auto">
            <a:xfrm>
              <a:off x="715" y="9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sp>
          <p:nvSpPr>
            <p:cNvPr id="9221" name="Line 5"/>
            <p:cNvSpPr>
              <a:spLocks noChangeShapeType="1"/>
            </p:cNvSpPr>
            <p:nvPr/>
          </p:nvSpPr>
          <p:spPr bwMode="auto">
            <a:xfrm flipV="1">
              <a:off x="1157" y="480"/>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2" name="Line 6"/>
            <p:cNvSpPr>
              <a:spLocks noChangeShapeType="1"/>
            </p:cNvSpPr>
            <p:nvPr/>
          </p:nvSpPr>
          <p:spPr bwMode="auto">
            <a:xfrm flipH="1" flipV="1">
              <a:off x="1157" y="1056"/>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3" name="Line 7"/>
            <p:cNvSpPr>
              <a:spLocks noChangeShapeType="1"/>
            </p:cNvSpPr>
            <p:nvPr/>
          </p:nvSpPr>
          <p:spPr bwMode="auto">
            <a:xfrm flipV="1">
              <a:off x="1421" y="1060"/>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Line 8"/>
            <p:cNvSpPr>
              <a:spLocks noChangeShapeType="1"/>
            </p:cNvSpPr>
            <p:nvPr/>
          </p:nvSpPr>
          <p:spPr bwMode="auto">
            <a:xfrm flipV="1">
              <a:off x="1421" y="50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9"/>
            <p:cNvSpPr>
              <a:spLocks noChangeShapeType="1"/>
            </p:cNvSpPr>
            <p:nvPr/>
          </p:nvSpPr>
          <p:spPr bwMode="auto">
            <a:xfrm>
              <a:off x="677" y="48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Line 10"/>
            <p:cNvSpPr>
              <a:spLocks noChangeShapeType="1"/>
            </p:cNvSpPr>
            <p:nvPr/>
          </p:nvSpPr>
          <p:spPr bwMode="auto">
            <a:xfrm>
              <a:off x="677" y="124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7" name="Line 11"/>
            <p:cNvSpPr>
              <a:spLocks noChangeShapeType="1"/>
            </p:cNvSpPr>
            <p:nvPr/>
          </p:nvSpPr>
          <p:spPr bwMode="auto">
            <a:xfrm>
              <a:off x="1421" y="50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Line 12"/>
            <p:cNvSpPr>
              <a:spLocks noChangeShapeType="1"/>
            </p:cNvSpPr>
            <p:nvPr/>
          </p:nvSpPr>
          <p:spPr bwMode="auto">
            <a:xfrm>
              <a:off x="1421" y="124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9" name="Text Box 13"/>
            <p:cNvSpPr txBox="1">
              <a:spLocks noChangeArrowheads="1"/>
            </p:cNvSpPr>
            <p:nvPr/>
          </p:nvSpPr>
          <p:spPr bwMode="auto">
            <a:xfrm>
              <a:off x="953" y="496"/>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230" name="Text Box 14"/>
            <p:cNvSpPr txBox="1">
              <a:spLocks noChangeArrowheads="1"/>
            </p:cNvSpPr>
            <p:nvPr/>
          </p:nvSpPr>
          <p:spPr bwMode="auto">
            <a:xfrm>
              <a:off x="1409" y="50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231" name="Line 15"/>
            <p:cNvSpPr>
              <a:spLocks noChangeShapeType="1"/>
            </p:cNvSpPr>
            <p:nvPr/>
          </p:nvSpPr>
          <p:spPr bwMode="auto">
            <a:xfrm>
              <a:off x="677" y="406"/>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7" name="Text Box 21"/>
            <p:cNvSpPr txBox="1">
              <a:spLocks noChangeArrowheads="1"/>
            </p:cNvSpPr>
            <p:nvPr/>
          </p:nvSpPr>
          <p:spPr bwMode="auto">
            <a:xfrm>
              <a:off x="907" y="720"/>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1</a:t>
              </a:r>
              <a:endParaRPr lang="en-US" altLang="zh-CN" b="1"/>
            </a:p>
          </p:txBody>
        </p:sp>
        <p:sp>
          <p:nvSpPr>
            <p:cNvPr id="9238" name="Text Box 22"/>
            <p:cNvSpPr txBox="1">
              <a:spLocks noChangeArrowheads="1"/>
            </p:cNvSpPr>
            <p:nvPr/>
          </p:nvSpPr>
          <p:spPr bwMode="auto">
            <a:xfrm>
              <a:off x="1445" y="74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2</a:t>
              </a:r>
              <a:endParaRPr lang="en-US" altLang="zh-CN" b="1"/>
            </a:p>
          </p:txBody>
        </p:sp>
        <p:sp>
          <p:nvSpPr>
            <p:cNvPr id="9239" name="Text Box 23"/>
            <p:cNvSpPr txBox="1">
              <a:spLocks noChangeArrowheads="1"/>
            </p:cNvSpPr>
            <p:nvPr/>
          </p:nvSpPr>
          <p:spPr bwMode="auto">
            <a:xfrm>
              <a:off x="541" y="462"/>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240" name="Text Box 24"/>
            <p:cNvSpPr txBox="1">
              <a:spLocks noChangeArrowheads="1"/>
            </p:cNvSpPr>
            <p:nvPr/>
          </p:nvSpPr>
          <p:spPr bwMode="auto">
            <a:xfrm>
              <a:off x="551" y="86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241" name="Text Box 25"/>
            <p:cNvSpPr txBox="1">
              <a:spLocks noChangeArrowheads="1"/>
            </p:cNvSpPr>
            <p:nvPr/>
          </p:nvSpPr>
          <p:spPr bwMode="auto">
            <a:xfrm>
              <a:off x="533" y="69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1</a:t>
              </a:r>
              <a:endParaRPr lang="en-US" altLang="zh-CN" b="1"/>
            </a:p>
          </p:txBody>
        </p:sp>
        <p:sp>
          <p:nvSpPr>
            <p:cNvPr id="9242" name="Text Box 26"/>
            <p:cNvSpPr txBox="1">
              <a:spLocks noChangeArrowheads="1"/>
            </p:cNvSpPr>
            <p:nvPr/>
          </p:nvSpPr>
          <p:spPr bwMode="auto">
            <a:xfrm>
              <a:off x="1819" y="47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243" name="Text Box 27"/>
            <p:cNvSpPr txBox="1">
              <a:spLocks noChangeArrowheads="1"/>
            </p:cNvSpPr>
            <p:nvPr/>
          </p:nvSpPr>
          <p:spPr bwMode="auto">
            <a:xfrm>
              <a:off x="1817" y="88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244" name="Text Box 28"/>
            <p:cNvSpPr txBox="1">
              <a:spLocks noChangeArrowheads="1"/>
            </p:cNvSpPr>
            <p:nvPr/>
          </p:nvSpPr>
          <p:spPr bwMode="auto">
            <a:xfrm>
              <a:off x="1831" y="74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a:t>
              </a:r>
              <a:endParaRPr lang="en-US" altLang="zh-CN" b="1"/>
            </a:p>
          </p:txBody>
        </p:sp>
        <p:sp>
          <p:nvSpPr>
            <p:cNvPr id="9246" name="Text Box 30"/>
            <p:cNvSpPr txBox="1">
              <a:spLocks noChangeArrowheads="1"/>
            </p:cNvSpPr>
            <p:nvPr/>
          </p:nvSpPr>
          <p:spPr bwMode="auto">
            <a:xfrm>
              <a:off x="1685" y="118"/>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2</a:t>
              </a:r>
              <a:endParaRPr lang="en-US" altLang="zh-CN" b="1"/>
            </a:p>
          </p:txBody>
        </p:sp>
        <p:sp>
          <p:nvSpPr>
            <p:cNvPr id="9247" name="Text Box 31"/>
            <p:cNvSpPr txBox="1">
              <a:spLocks noChangeArrowheads="1"/>
            </p:cNvSpPr>
            <p:nvPr/>
          </p:nvSpPr>
          <p:spPr bwMode="auto">
            <a:xfrm>
              <a:off x="1157" y="17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accent2"/>
                  </a:solidFill>
                </a:rPr>
                <a:t>M</a:t>
              </a:r>
              <a:endParaRPr lang="en-US" altLang="zh-CN" b="1"/>
            </a:p>
          </p:txBody>
        </p:sp>
        <p:grpSp>
          <p:nvGrpSpPr>
            <p:cNvPr id="9323" name="Group 107"/>
            <p:cNvGrpSpPr>
              <a:grpSpLocks/>
            </p:cNvGrpSpPr>
            <p:nvPr/>
          </p:nvGrpSpPr>
          <p:grpSpPr bwMode="auto">
            <a:xfrm rot="5400000">
              <a:off x="996" y="838"/>
              <a:ext cx="379" cy="57"/>
              <a:chOff x="1200" y="1584"/>
              <a:chExt cx="379" cy="45"/>
            </a:xfrm>
          </p:grpSpPr>
          <p:sp>
            <p:nvSpPr>
              <p:cNvPr id="9324" name="Arc 108"/>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5" name="Arc 109"/>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6" name="Arc 110"/>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7" name="Arc 111"/>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28" name="Oval 112"/>
            <p:cNvSpPr>
              <a:spLocks noChangeArrowheads="1"/>
            </p:cNvSpPr>
            <p:nvPr/>
          </p:nvSpPr>
          <p:spPr bwMode="auto">
            <a:xfrm>
              <a:off x="629" y="45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9" name="Oval 113"/>
            <p:cNvSpPr>
              <a:spLocks noChangeArrowheads="1"/>
            </p:cNvSpPr>
            <p:nvPr/>
          </p:nvSpPr>
          <p:spPr bwMode="auto">
            <a:xfrm>
              <a:off x="629" y="122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330" name="Group 114"/>
            <p:cNvGrpSpPr>
              <a:grpSpLocks/>
            </p:cNvGrpSpPr>
            <p:nvPr/>
          </p:nvGrpSpPr>
          <p:grpSpPr bwMode="auto">
            <a:xfrm rot="16200000" flipH="1">
              <a:off x="1206" y="850"/>
              <a:ext cx="379" cy="57"/>
              <a:chOff x="1200" y="1584"/>
              <a:chExt cx="379" cy="45"/>
            </a:xfrm>
          </p:grpSpPr>
          <p:sp>
            <p:nvSpPr>
              <p:cNvPr id="9331" name="Arc 11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2" name="Arc 11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3" name="Arc 11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4" name="Arc 11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35" name="Line 119"/>
            <p:cNvSpPr>
              <a:spLocks noChangeShapeType="1"/>
            </p:cNvSpPr>
            <p:nvPr/>
          </p:nvSpPr>
          <p:spPr bwMode="auto">
            <a:xfrm flipH="1">
              <a:off x="1637" y="42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6" name="Oval 120"/>
            <p:cNvSpPr>
              <a:spLocks noChangeArrowheads="1"/>
            </p:cNvSpPr>
            <p:nvPr/>
          </p:nvSpPr>
          <p:spPr bwMode="auto">
            <a:xfrm>
              <a:off x="1901" y="122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7" name="Oval 121"/>
            <p:cNvSpPr>
              <a:spLocks noChangeArrowheads="1"/>
            </p:cNvSpPr>
            <p:nvPr/>
          </p:nvSpPr>
          <p:spPr bwMode="auto">
            <a:xfrm>
              <a:off x="1895" y="48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8" name="Arc 122"/>
            <p:cNvSpPr>
              <a:spLocks/>
            </p:cNvSpPr>
            <p:nvPr/>
          </p:nvSpPr>
          <p:spPr bwMode="auto">
            <a:xfrm flipH="1">
              <a:off x="1061" y="345"/>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0" name="Arc 124"/>
            <p:cNvSpPr>
              <a:spLocks/>
            </p:cNvSpPr>
            <p:nvPr/>
          </p:nvSpPr>
          <p:spPr bwMode="auto">
            <a:xfrm>
              <a:off x="1367" y="353"/>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481" name="Group 265"/>
          <p:cNvGrpSpPr>
            <a:grpSpLocks/>
          </p:cNvGrpSpPr>
          <p:nvPr/>
        </p:nvGrpSpPr>
        <p:grpSpPr bwMode="auto">
          <a:xfrm>
            <a:off x="4267200" y="171450"/>
            <a:ext cx="2516188" cy="1930400"/>
            <a:chOff x="2688" y="108"/>
            <a:chExt cx="1585" cy="1216"/>
          </a:xfrm>
        </p:grpSpPr>
        <p:sp>
          <p:nvSpPr>
            <p:cNvPr id="9343" name="Line 127"/>
            <p:cNvSpPr>
              <a:spLocks noChangeShapeType="1"/>
            </p:cNvSpPr>
            <p:nvPr/>
          </p:nvSpPr>
          <p:spPr bwMode="auto">
            <a:xfrm flipV="1">
              <a:off x="3312" y="492"/>
              <a:ext cx="0" cy="20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4" name="Line 128"/>
            <p:cNvSpPr>
              <a:spLocks noChangeShapeType="1"/>
            </p:cNvSpPr>
            <p:nvPr/>
          </p:nvSpPr>
          <p:spPr bwMode="auto">
            <a:xfrm flipH="1" flipV="1">
              <a:off x="3312" y="106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5" name="Line 129"/>
            <p:cNvSpPr>
              <a:spLocks noChangeShapeType="1"/>
            </p:cNvSpPr>
            <p:nvPr/>
          </p:nvSpPr>
          <p:spPr bwMode="auto">
            <a:xfrm flipV="1">
              <a:off x="3576" y="107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6" name="Line 130"/>
            <p:cNvSpPr>
              <a:spLocks noChangeShapeType="1"/>
            </p:cNvSpPr>
            <p:nvPr/>
          </p:nvSpPr>
          <p:spPr bwMode="auto">
            <a:xfrm flipV="1">
              <a:off x="3576" y="514"/>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7" name="Line 131"/>
            <p:cNvSpPr>
              <a:spLocks noChangeShapeType="1"/>
            </p:cNvSpPr>
            <p:nvPr/>
          </p:nvSpPr>
          <p:spPr bwMode="auto">
            <a:xfrm>
              <a:off x="2832" y="49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8" name="Line 132"/>
            <p:cNvSpPr>
              <a:spLocks noChangeShapeType="1"/>
            </p:cNvSpPr>
            <p:nvPr/>
          </p:nvSpPr>
          <p:spPr bwMode="auto">
            <a:xfrm>
              <a:off x="2832" y="126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9" name="Line 133"/>
            <p:cNvSpPr>
              <a:spLocks noChangeShapeType="1"/>
            </p:cNvSpPr>
            <p:nvPr/>
          </p:nvSpPr>
          <p:spPr bwMode="auto">
            <a:xfrm>
              <a:off x="3576" y="514"/>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0" name="Line 134"/>
            <p:cNvSpPr>
              <a:spLocks noChangeShapeType="1"/>
            </p:cNvSpPr>
            <p:nvPr/>
          </p:nvSpPr>
          <p:spPr bwMode="auto">
            <a:xfrm>
              <a:off x="3576" y="125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1" name="Text Box 135"/>
            <p:cNvSpPr txBox="1">
              <a:spLocks noChangeArrowheads="1"/>
            </p:cNvSpPr>
            <p:nvPr/>
          </p:nvSpPr>
          <p:spPr bwMode="auto">
            <a:xfrm>
              <a:off x="3108" y="50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352" name="Text Box 136"/>
            <p:cNvSpPr txBox="1">
              <a:spLocks noChangeArrowheads="1"/>
            </p:cNvSpPr>
            <p:nvPr/>
          </p:nvSpPr>
          <p:spPr bwMode="auto">
            <a:xfrm>
              <a:off x="3564" y="1036"/>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353" name="Line 137"/>
            <p:cNvSpPr>
              <a:spLocks noChangeShapeType="1"/>
            </p:cNvSpPr>
            <p:nvPr/>
          </p:nvSpPr>
          <p:spPr bwMode="auto">
            <a:xfrm>
              <a:off x="2832" y="41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4" name="Text Box 138"/>
            <p:cNvSpPr txBox="1">
              <a:spLocks noChangeArrowheads="1"/>
            </p:cNvSpPr>
            <p:nvPr/>
          </p:nvSpPr>
          <p:spPr bwMode="auto">
            <a:xfrm>
              <a:off x="3062" y="73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1</a:t>
              </a:r>
              <a:endParaRPr lang="en-US" altLang="zh-CN" b="1"/>
            </a:p>
          </p:txBody>
        </p:sp>
        <p:sp>
          <p:nvSpPr>
            <p:cNvPr id="9355" name="Text Box 139"/>
            <p:cNvSpPr txBox="1">
              <a:spLocks noChangeArrowheads="1"/>
            </p:cNvSpPr>
            <p:nvPr/>
          </p:nvSpPr>
          <p:spPr bwMode="auto">
            <a:xfrm>
              <a:off x="3600" y="754"/>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2</a:t>
              </a:r>
              <a:endParaRPr lang="en-US" altLang="zh-CN" b="1"/>
            </a:p>
          </p:txBody>
        </p:sp>
        <p:sp>
          <p:nvSpPr>
            <p:cNvPr id="9356" name="Text Box 140"/>
            <p:cNvSpPr txBox="1">
              <a:spLocks noChangeArrowheads="1"/>
            </p:cNvSpPr>
            <p:nvPr/>
          </p:nvSpPr>
          <p:spPr bwMode="auto">
            <a:xfrm>
              <a:off x="2696" y="47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357" name="Text Box 141"/>
            <p:cNvSpPr txBox="1">
              <a:spLocks noChangeArrowheads="1"/>
            </p:cNvSpPr>
            <p:nvPr/>
          </p:nvSpPr>
          <p:spPr bwMode="auto">
            <a:xfrm>
              <a:off x="2706" y="87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358" name="Text Box 142"/>
            <p:cNvSpPr txBox="1">
              <a:spLocks noChangeArrowheads="1"/>
            </p:cNvSpPr>
            <p:nvPr/>
          </p:nvSpPr>
          <p:spPr bwMode="auto">
            <a:xfrm>
              <a:off x="2688" y="706"/>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1</a:t>
              </a:r>
              <a:endParaRPr lang="en-US" altLang="zh-CN" b="1"/>
            </a:p>
          </p:txBody>
        </p:sp>
        <p:sp>
          <p:nvSpPr>
            <p:cNvPr id="9359" name="Text Box 143"/>
            <p:cNvSpPr txBox="1">
              <a:spLocks noChangeArrowheads="1"/>
            </p:cNvSpPr>
            <p:nvPr/>
          </p:nvSpPr>
          <p:spPr bwMode="auto">
            <a:xfrm>
              <a:off x="3974" y="486"/>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360" name="Text Box 144"/>
            <p:cNvSpPr txBox="1">
              <a:spLocks noChangeArrowheads="1"/>
            </p:cNvSpPr>
            <p:nvPr/>
          </p:nvSpPr>
          <p:spPr bwMode="auto">
            <a:xfrm>
              <a:off x="3972" y="89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361" name="Text Box 145"/>
            <p:cNvSpPr txBox="1">
              <a:spLocks noChangeArrowheads="1"/>
            </p:cNvSpPr>
            <p:nvPr/>
          </p:nvSpPr>
          <p:spPr bwMode="auto">
            <a:xfrm>
              <a:off x="3986" y="75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a:t>
              </a:r>
              <a:endParaRPr lang="en-US" altLang="zh-CN" b="1"/>
            </a:p>
          </p:txBody>
        </p:sp>
        <p:sp>
          <p:nvSpPr>
            <p:cNvPr id="9362" name="Text Box 146"/>
            <p:cNvSpPr txBox="1">
              <a:spLocks noChangeArrowheads="1"/>
            </p:cNvSpPr>
            <p:nvPr/>
          </p:nvSpPr>
          <p:spPr bwMode="auto">
            <a:xfrm>
              <a:off x="3840" y="130"/>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2</a:t>
              </a:r>
              <a:endParaRPr lang="en-US" altLang="zh-CN" b="1"/>
            </a:p>
          </p:txBody>
        </p:sp>
        <p:sp>
          <p:nvSpPr>
            <p:cNvPr id="9363" name="Text Box 147"/>
            <p:cNvSpPr txBox="1">
              <a:spLocks noChangeArrowheads="1"/>
            </p:cNvSpPr>
            <p:nvPr/>
          </p:nvSpPr>
          <p:spPr bwMode="auto">
            <a:xfrm>
              <a:off x="3312" y="19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accent2"/>
                  </a:solidFill>
                </a:rPr>
                <a:t>M</a:t>
              </a:r>
              <a:endParaRPr lang="en-US" altLang="zh-CN" b="1"/>
            </a:p>
          </p:txBody>
        </p:sp>
        <p:grpSp>
          <p:nvGrpSpPr>
            <p:cNvPr id="9364" name="Group 148"/>
            <p:cNvGrpSpPr>
              <a:grpSpLocks/>
            </p:cNvGrpSpPr>
            <p:nvPr/>
          </p:nvGrpSpPr>
          <p:grpSpPr bwMode="auto">
            <a:xfrm rot="5400000">
              <a:off x="3151" y="850"/>
              <a:ext cx="379" cy="57"/>
              <a:chOff x="1200" y="1584"/>
              <a:chExt cx="379" cy="45"/>
            </a:xfrm>
          </p:grpSpPr>
          <p:sp>
            <p:nvSpPr>
              <p:cNvPr id="9365" name="Arc 149"/>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66" name="Arc 150"/>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67" name="Arc 151"/>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68" name="Arc 152"/>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69" name="Oval 153"/>
            <p:cNvSpPr>
              <a:spLocks noChangeArrowheads="1"/>
            </p:cNvSpPr>
            <p:nvPr/>
          </p:nvSpPr>
          <p:spPr bwMode="auto">
            <a:xfrm>
              <a:off x="2784" y="47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0" name="Oval 154"/>
            <p:cNvSpPr>
              <a:spLocks noChangeArrowheads="1"/>
            </p:cNvSpPr>
            <p:nvPr/>
          </p:nvSpPr>
          <p:spPr bwMode="auto">
            <a:xfrm>
              <a:off x="2784" y="123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371" name="Group 155"/>
            <p:cNvGrpSpPr>
              <a:grpSpLocks/>
            </p:cNvGrpSpPr>
            <p:nvPr/>
          </p:nvGrpSpPr>
          <p:grpSpPr bwMode="auto">
            <a:xfrm rot="16200000" flipH="1">
              <a:off x="3361" y="862"/>
              <a:ext cx="379" cy="57"/>
              <a:chOff x="1200" y="1584"/>
              <a:chExt cx="379" cy="45"/>
            </a:xfrm>
          </p:grpSpPr>
          <p:sp>
            <p:nvSpPr>
              <p:cNvPr id="9372" name="Arc 156"/>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3" name="Arc 157"/>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4" name="Arc 158"/>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5" name="Arc 159"/>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76" name="Line 160"/>
            <p:cNvSpPr>
              <a:spLocks noChangeShapeType="1"/>
            </p:cNvSpPr>
            <p:nvPr/>
          </p:nvSpPr>
          <p:spPr bwMode="auto">
            <a:xfrm flipH="1">
              <a:off x="3792" y="440"/>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7" name="Oval 161"/>
            <p:cNvSpPr>
              <a:spLocks noChangeArrowheads="1"/>
            </p:cNvSpPr>
            <p:nvPr/>
          </p:nvSpPr>
          <p:spPr bwMode="auto">
            <a:xfrm>
              <a:off x="4056" y="123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8" name="Oval 162"/>
            <p:cNvSpPr>
              <a:spLocks noChangeArrowheads="1"/>
            </p:cNvSpPr>
            <p:nvPr/>
          </p:nvSpPr>
          <p:spPr bwMode="auto">
            <a:xfrm>
              <a:off x="4050" y="49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9" name="Arc 163"/>
            <p:cNvSpPr>
              <a:spLocks/>
            </p:cNvSpPr>
            <p:nvPr/>
          </p:nvSpPr>
          <p:spPr bwMode="auto">
            <a:xfrm flipH="1">
              <a:off x="3216" y="357"/>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80" name="Arc 164"/>
            <p:cNvSpPr>
              <a:spLocks/>
            </p:cNvSpPr>
            <p:nvPr/>
          </p:nvSpPr>
          <p:spPr bwMode="auto">
            <a:xfrm>
              <a:off x="3522" y="365"/>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82" name="Text Box 166"/>
            <p:cNvSpPr txBox="1">
              <a:spLocks noChangeArrowheads="1"/>
            </p:cNvSpPr>
            <p:nvPr/>
          </p:nvSpPr>
          <p:spPr bwMode="auto">
            <a:xfrm>
              <a:off x="2820" y="108"/>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grpSp>
      <p:graphicFrame>
        <p:nvGraphicFramePr>
          <p:cNvPr id="9384" name="Object 168"/>
          <p:cNvGraphicFramePr>
            <a:graphicFrameLocks noChangeAspect="1"/>
          </p:cNvGraphicFramePr>
          <p:nvPr/>
        </p:nvGraphicFramePr>
        <p:xfrm>
          <a:off x="4343400" y="2362200"/>
          <a:ext cx="2428875" cy="728663"/>
        </p:xfrm>
        <a:graphic>
          <a:graphicData uri="http://schemas.openxmlformats.org/presentationml/2006/ole">
            <mc:AlternateContent xmlns:mc="http://schemas.openxmlformats.org/markup-compatibility/2006">
              <mc:Choice xmlns:v="urn:schemas-microsoft-com:vml" Requires="v">
                <p:oleObj name="公式" r:id="rId10" imgW="1307880" imgH="393480" progId="Equation.3">
                  <p:embed/>
                </p:oleObj>
              </mc:Choice>
              <mc:Fallback>
                <p:oleObj name="公式" r:id="rId10" imgW="1307880" imgH="393480" progId="Equation.3">
                  <p:embed/>
                  <p:pic>
                    <p:nvPicPr>
                      <p:cNvPr id="9384" name="Object 16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43400" y="2362200"/>
                        <a:ext cx="2428875"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85" name="Object 169"/>
          <p:cNvGraphicFramePr>
            <a:graphicFrameLocks noChangeAspect="1"/>
          </p:cNvGraphicFramePr>
          <p:nvPr/>
        </p:nvGraphicFramePr>
        <p:xfrm>
          <a:off x="4276725" y="3200400"/>
          <a:ext cx="2663825" cy="735013"/>
        </p:xfrm>
        <a:graphic>
          <a:graphicData uri="http://schemas.openxmlformats.org/presentationml/2006/ole">
            <mc:AlternateContent xmlns:mc="http://schemas.openxmlformats.org/markup-compatibility/2006">
              <mc:Choice xmlns:v="urn:schemas-microsoft-com:vml" Requires="v">
                <p:oleObj name="公式" r:id="rId12" imgW="1422360" imgH="393480" progId="Equation.3">
                  <p:embed/>
                </p:oleObj>
              </mc:Choice>
              <mc:Fallback>
                <p:oleObj name="公式" r:id="rId12" imgW="1422360" imgH="393480" progId="Equation.3">
                  <p:embed/>
                  <p:pic>
                    <p:nvPicPr>
                      <p:cNvPr id="9385" name="Object 16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76725" y="3200400"/>
                        <a:ext cx="2663825" cy="73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86" name="Text Box 170"/>
          <p:cNvSpPr txBox="1">
            <a:spLocks noChangeArrowheads="1"/>
          </p:cNvSpPr>
          <p:nvPr/>
        </p:nvSpPr>
        <p:spPr bwMode="auto">
          <a:xfrm>
            <a:off x="460375" y="2076450"/>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chemeClr val="accent2"/>
                </a:solidFill>
              </a:rPr>
              <a:t>时域形式</a:t>
            </a:r>
            <a:endParaRPr lang="zh-CN" altLang="en-US" b="1"/>
          </a:p>
        </p:txBody>
      </p:sp>
      <p:grpSp>
        <p:nvGrpSpPr>
          <p:cNvPr id="9483" name="Group 267"/>
          <p:cNvGrpSpPr>
            <a:grpSpLocks/>
          </p:cNvGrpSpPr>
          <p:nvPr/>
        </p:nvGrpSpPr>
        <p:grpSpPr bwMode="auto">
          <a:xfrm>
            <a:off x="1576388" y="4441825"/>
            <a:ext cx="2913062" cy="1920875"/>
            <a:chOff x="1029" y="2750"/>
            <a:chExt cx="1835" cy="1210"/>
          </a:xfrm>
        </p:grpSpPr>
        <p:sp>
          <p:nvSpPr>
            <p:cNvPr id="9429" name="Line 213"/>
            <p:cNvSpPr>
              <a:spLocks noChangeShapeType="1"/>
            </p:cNvSpPr>
            <p:nvPr/>
          </p:nvSpPr>
          <p:spPr bwMode="auto">
            <a:xfrm flipV="1">
              <a:off x="1806" y="3152"/>
              <a:ext cx="0" cy="20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0" name="Line 214"/>
            <p:cNvSpPr>
              <a:spLocks noChangeShapeType="1"/>
            </p:cNvSpPr>
            <p:nvPr/>
          </p:nvSpPr>
          <p:spPr bwMode="auto">
            <a:xfrm flipH="1" flipV="1">
              <a:off x="1806" y="372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1" name="Line 215"/>
            <p:cNvSpPr>
              <a:spLocks noChangeShapeType="1"/>
            </p:cNvSpPr>
            <p:nvPr/>
          </p:nvSpPr>
          <p:spPr bwMode="auto">
            <a:xfrm flipV="1">
              <a:off x="2070" y="373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2" name="Line 216"/>
            <p:cNvSpPr>
              <a:spLocks noChangeShapeType="1"/>
            </p:cNvSpPr>
            <p:nvPr/>
          </p:nvSpPr>
          <p:spPr bwMode="auto">
            <a:xfrm flipV="1">
              <a:off x="2070" y="3174"/>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3" name="Line 217"/>
            <p:cNvSpPr>
              <a:spLocks noChangeShapeType="1"/>
            </p:cNvSpPr>
            <p:nvPr/>
          </p:nvSpPr>
          <p:spPr bwMode="auto">
            <a:xfrm>
              <a:off x="1326" y="315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4" name="Line 218"/>
            <p:cNvSpPr>
              <a:spLocks noChangeShapeType="1"/>
            </p:cNvSpPr>
            <p:nvPr/>
          </p:nvSpPr>
          <p:spPr bwMode="auto">
            <a:xfrm>
              <a:off x="1326" y="392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5" name="Line 219"/>
            <p:cNvSpPr>
              <a:spLocks noChangeShapeType="1"/>
            </p:cNvSpPr>
            <p:nvPr/>
          </p:nvSpPr>
          <p:spPr bwMode="auto">
            <a:xfrm>
              <a:off x="2070" y="3174"/>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6" name="Line 220"/>
            <p:cNvSpPr>
              <a:spLocks noChangeShapeType="1"/>
            </p:cNvSpPr>
            <p:nvPr/>
          </p:nvSpPr>
          <p:spPr bwMode="auto">
            <a:xfrm>
              <a:off x="2070" y="391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7" name="Text Box 221"/>
            <p:cNvSpPr txBox="1">
              <a:spLocks noChangeArrowheads="1"/>
            </p:cNvSpPr>
            <p:nvPr/>
          </p:nvSpPr>
          <p:spPr bwMode="auto">
            <a:xfrm>
              <a:off x="1602" y="316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438" name="Text Box 222"/>
            <p:cNvSpPr txBox="1">
              <a:spLocks noChangeArrowheads="1"/>
            </p:cNvSpPr>
            <p:nvPr/>
          </p:nvSpPr>
          <p:spPr bwMode="auto">
            <a:xfrm>
              <a:off x="2058" y="3180"/>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439" name="Line 223"/>
            <p:cNvSpPr>
              <a:spLocks noChangeShapeType="1"/>
            </p:cNvSpPr>
            <p:nvPr/>
          </p:nvSpPr>
          <p:spPr bwMode="auto">
            <a:xfrm>
              <a:off x="1326" y="307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40" name="Text Box 224"/>
            <p:cNvSpPr txBox="1">
              <a:spLocks noChangeArrowheads="1"/>
            </p:cNvSpPr>
            <p:nvPr/>
          </p:nvSpPr>
          <p:spPr bwMode="auto">
            <a:xfrm>
              <a:off x="1322" y="3348"/>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L</a:t>
              </a:r>
              <a:r>
                <a:rPr lang="en-US" altLang="zh-CN" b="1" baseline="-25000"/>
                <a:t>1</a:t>
              </a:r>
            </a:p>
          </p:txBody>
        </p:sp>
        <p:sp>
          <p:nvSpPr>
            <p:cNvPr id="9441" name="Text Box 225"/>
            <p:cNvSpPr txBox="1">
              <a:spLocks noChangeArrowheads="1"/>
            </p:cNvSpPr>
            <p:nvPr/>
          </p:nvSpPr>
          <p:spPr bwMode="auto">
            <a:xfrm>
              <a:off x="2052" y="334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L</a:t>
              </a:r>
              <a:r>
                <a:rPr lang="en-US" altLang="zh-CN" b="1" baseline="-25000"/>
                <a:t>2</a:t>
              </a:r>
            </a:p>
          </p:txBody>
        </p:sp>
        <p:sp>
          <p:nvSpPr>
            <p:cNvPr id="9442" name="Text Box 226"/>
            <p:cNvSpPr txBox="1">
              <a:spLocks noChangeArrowheads="1"/>
            </p:cNvSpPr>
            <p:nvPr/>
          </p:nvSpPr>
          <p:spPr bwMode="auto">
            <a:xfrm>
              <a:off x="1029" y="3017"/>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443" name="Text Box 227"/>
            <p:cNvSpPr txBox="1">
              <a:spLocks noChangeArrowheads="1"/>
            </p:cNvSpPr>
            <p:nvPr/>
          </p:nvSpPr>
          <p:spPr bwMode="auto">
            <a:xfrm>
              <a:off x="1030" y="364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449" name="Text Box 233"/>
            <p:cNvSpPr txBox="1">
              <a:spLocks noChangeArrowheads="1"/>
            </p:cNvSpPr>
            <p:nvPr/>
          </p:nvSpPr>
          <p:spPr bwMode="auto">
            <a:xfrm>
              <a:off x="1686" y="2750"/>
              <a:ext cx="5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chemeClr val="accent2"/>
                  </a:solidFill>
                </a:rPr>
                <a:t>j</a:t>
              </a:r>
              <a:r>
                <a:rPr lang="en-US" altLang="zh-CN" b="1" i="1">
                  <a:solidFill>
                    <a:schemeClr val="accent2"/>
                  </a:solidFill>
                  <a:sym typeface="Symbol" panose="05050102010706020507" pitchFamily="18" charset="2"/>
                </a:rPr>
                <a:t></a:t>
              </a:r>
              <a:r>
                <a:rPr lang="en-US" altLang="zh-CN" b="1" i="1">
                  <a:solidFill>
                    <a:schemeClr val="accent2"/>
                  </a:solidFill>
                </a:rPr>
                <a:t>M</a:t>
              </a:r>
              <a:endParaRPr lang="en-US" altLang="zh-CN" b="1"/>
            </a:p>
          </p:txBody>
        </p:sp>
        <p:grpSp>
          <p:nvGrpSpPr>
            <p:cNvPr id="9450" name="Group 234"/>
            <p:cNvGrpSpPr>
              <a:grpSpLocks/>
            </p:cNvGrpSpPr>
            <p:nvPr/>
          </p:nvGrpSpPr>
          <p:grpSpPr bwMode="auto">
            <a:xfrm rot="5400000">
              <a:off x="1645" y="3510"/>
              <a:ext cx="379" cy="57"/>
              <a:chOff x="1200" y="1584"/>
              <a:chExt cx="379" cy="45"/>
            </a:xfrm>
          </p:grpSpPr>
          <p:sp>
            <p:nvSpPr>
              <p:cNvPr id="9451" name="Arc 23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2" name="Arc 23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3" name="Arc 23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4" name="Arc 23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455" name="Oval 239"/>
            <p:cNvSpPr>
              <a:spLocks noChangeArrowheads="1"/>
            </p:cNvSpPr>
            <p:nvPr/>
          </p:nvSpPr>
          <p:spPr bwMode="auto">
            <a:xfrm>
              <a:off x="1278" y="313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6" name="Oval 240"/>
            <p:cNvSpPr>
              <a:spLocks noChangeArrowheads="1"/>
            </p:cNvSpPr>
            <p:nvPr/>
          </p:nvSpPr>
          <p:spPr bwMode="auto">
            <a:xfrm>
              <a:off x="1278" y="389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57" name="Group 241"/>
            <p:cNvGrpSpPr>
              <a:grpSpLocks/>
            </p:cNvGrpSpPr>
            <p:nvPr/>
          </p:nvGrpSpPr>
          <p:grpSpPr bwMode="auto">
            <a:xfrm rot="16200000" flipH="1">
              <a:off x="1855" y="3522"/>
              <a:ext cx="379" cy="57"/>
              <a:chOff x="1200" y="1584"/>
              <a:chExt cx="379" cy="45"/>
            </a:xfrm>
          </p:grpSpPr>
          <p:sp>
            <p:nvSpPr>
              <p:cNvPr id="9458" name="Arc 242"/>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9" name="Arc 243"/>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0" name="Arc 244"/>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1" name="Arc 245"/>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462" name="Line 246"/>
            <p:cNvSpPr>
              <a:spLocks noChangeShapeType="1"/>
            </p:cNvSpPr>
            <p:nvPr/>
          </p:nvSpPr>
          <p:spPr bwMode="auto">
            <a:xfrm flipH="1">
              <a:off x="2286" y="3100"/>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3" name="Oval 247"/>
            <p:cNvSpPr>
              <a:spLocks noChangeArrowheads="1"/>
            </p:cNvSpPr>
            <p:nvPr/>
          </p:nvSpPr>
          <p:spPr bwMode="auto">
            <a:xfrm>
              <a:off x="2550" y="389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4" name="Oval 248"/>
            <p:cNvSpPr>
              <a:spLocks noChangeArrowheads="1"/>
            </p:cNvSpPr>
            <p:nvPr/>
          </p:nvSpPr>
          <p:spPr bwMode="auto">
            <a:xfrm>
              <a:off x="2544" y="315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5" name="Arc 249"/>
            <p:cNvSpPr>
              <a:spLocks/>
            </p:cNvSpPr>
            <p:nvPr/>
          </p:nvSpPr>
          <p:spPr bwMode="auto">
            <a:xfrm flipH="1">
              <a:off x="1709" y="3033"/>
              <a:ext cx="138" cy="115"/>
            </a:xfrm>
            <a:custGeom>
              <a:avLst/>
              <a:gdLst>
                <a:gd name="G0" fmla="+- 0 0 0"/>
                <a:gd name="G1" fmla="+- 18960 0 0"/>
                <a:gd name="G2" fmla="+- 21600 0 0"/>
                <a:gd name="T0" fmla="*/ 10347 w 21163"/>
                <a:gd name="T1" fmla="*/ 0 h 18960"/>
                <a:gd name="T2" fmla="*/ 21163 w 21163"/>
                <a:gd name="T3" fmla="*/ 14636 h 18960"/>
                <a:gd name="T4" fmla="*/ 0 w 21163"/>
                <a:gd name="T5" fmla="*/ 18960 h 18960"/>
              </a:gdLst>
              <a:ahLst/>
              <a:cxnLst>
                <a:cxn ang="0">
                  <a:pos x="T0" y="T1"/>
                </a:cxn>
                <a:cxn ang="0">
                  <a:pos x="T2" y="T3"/>
                </a:cxn>
                <a:cxn ang="0">
                  <a:pos x="T4" y="T5"/>
                </a:cxn>
              </a:cxnLst>
              <a:rect l="0" t="0" r="r" b="b"/>
              <a:pathLst>
                <a:path w="21163" h="18960" fill="none" extrusionOk="0">
                  <a:moveTo>
                    <a:pt x="10347" y="-1"/>
                  </a:moveTo>
                  <a:cubicBezTo>
                    <a:pt x="15932" y="3047"/>
                    <a:pt x="19889" y="8402"/>
                    <a:pt x="21162" y="14636"/>
                  </a:cubicBezTo>
                </a:path>
                <a:path w="21163" h="18960" stroke="0" extrusionOk="0">
                  <a:moveTo>
                    <a:pt x="10347" y="-1"/>
                  </a:moveTo>
                  <a:cubicBezTo>
                    <a:pt x="15932" y="3047"/>
                    <a:pt x="19889" y="8402"/>
                    <a:pt x="21162" y="14636"/>
                  </a:cubicBezTo>
                  <a:lnTo>
                    <a:pt x="0" y="1896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6" name="Arc 250"/>
            <p:cNvSpPr>
              <a:spLocks/>
            </p:cNvSpPr>
            <p:nvPr/>
          </p:nvSpPr>
          <p:spPr bwMode="auto">
            <a:xfrm>
              <a:off x="2026" y="3017"/>
              <a:ext cx="138" cy="141"/>
            </a:xfrm>
            <a:custGeom>
              <a:avLst/>
              <a:gdLst>
                <a:gd name="G0" fmla="+- 0 0 0"/>
                <a:gd name="G1" fmla="+- 19908 0 0"/>
                <a:gd name="G2" fmla="+- 21600 0 0"/>
                <a:gd name="T0" fmla="*/ 8380 w 21163"/>
                <a:gd name="T1" fmla="*/ 0 h 19908"/>
                <a:gd name="T2" fmla="*/ 21163 w 21163"/>
                <a:gd name="T3" fmla="*/ 15584 h 19908"/>
                <a:gd name="T4" fmla="*/ 0 w 21163"/>
                <a:gd name="T5" fmla="*/ 19908 h 19908"/>
              </a:gdLst>
              <a:ahLst/>
              <a:cxnLst>
                <a:cxn ang="0">
                  <a:pos x="T0" y="T1"/>
                </a:cxn>
                <a:cxn ang="0">
                  <a:pos x="T2" y="T3"/>
                </a:cxn>
                <a:cxn ang="0">
                  <a:pos x="T4" y="T5"/>
                </a:cxn>
              </a:cxnLst>
              <a:rect l="0" t="0" r="r" b="b"/>
              <a:pathLst>
                <a:path w="21163" h="19908" fill="none" extrusionOk="0">
                  <a:moveTo>
                    <a:pt x="8380" y="-1"/>
                  </a:moveTo>
                  <a:cubicBezTo>
                    <a:pt x="14952" y="2766"/>
                    <a:pt x="19735" y="8597"/>
                    <a:pt x="21162" y="15584"/>
                  </a:cubicBezTo>
                </a:path>
                <a:path w="21163" h="19908" stroke="0" extrusionOk="0">
                  <a:moveTo>
                    <a:pt x="8380" y="-1"/>
                  </a:moveTo>
                  <a:cubicBezTo>
                    <a:pt x="14952" y="2766"/>
                    <a:pt x="19735" y="8597"/>
                    <a:pt x="21162" y="15584"/>
                  </a:cubicBezTo>
                  <a:lnTo>
                    <a:pt x="0" y="19908"/>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467" name="Object 251"/>
            <p:cNvGraphicFramePr>
              <a:graphicFrameLocks noChangeAspect="1"/>
            </p:cNvGraphicFramePr>
            <p:nvPr/>
          </p:nvGraphicFramePr>
          <p:xfrm>
            <a:off x="1039" y="3402"/>
            <a:ext cx="228" cy="259"/>
          </p:xfrm>
          <a:graphic>
            <a:graphicData uri="http://schemas.openxmlformats.org/presentationml/2006/ole">
              <mc:AlternateContent xmlns:mc="http://schemas.openxmlformats.org/markup-compatibility/2006">
                <mc:Choice xmlns:v="urn:schemas-microsoft-com:vml" Requires="v">
                  <p:oleObj name="Equation" r:id="rId14" imgW="203040" imgH="228600" progId="Equation.3">
                    <p:embed/>
                  </p:oleObj>
                </mc:Choice>
                <mc:Fallback>
                  <p:oleObj name="Equation" r:id="rId14" imgW="203040" imgH="228600" progId="Equation.3">
                    <p:embed/>
                    <p:pic>
                      <p:nvPicPr>
                        <p:cNvPr id="9467" name="Object 25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39" y="3402"/>
                          <a:ext cx="22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68" name="Text Box 252"/>
            <p:cNvSpPr txBox="1">
              <a:spLocks noChangeArrowheads="1"/>
            </p:cNvSpPr>
            <p:nvPr/>
          </p:nvSpPr>
          <p:spPr bwMode="auto">
            <a:xfrm>
              <a:off x="2619" y="3047"/>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469" name="Text Box 253"/>
            <p:cNvSpPr txBox="1">
              <a:spLocks noChangeArrowheads="1"/>
            </p:cNvSpPr>
            <p:nvPr/>
          </p:nvSpPr>
          <p:spPr bwMode="auto">
            <a:xfrm>
              <a:off x="2620" y="36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graphicFrame>
          <p:nvGraphicFramePr>
            <p:cNvPr id="9472" name="Object 256"/>
            <p:cNvGraphicFramePr>
              <a:graphicFrameLocks noChangeAspect="1"/>
            </p:cNvGraphicFramePr>
            <p:nvPr/>
          </p:nvGraphicFramePr>
          <p:xfrm>
            <a:off x="2621" y="3420"/>
            <a:ext cx="243" cy="259"/>
          </p:xfrm>
          <a:graphic>
            <a:graphicData uri="http://schemas.openxmlformats.org/presentationml/2006/ole">
              <mc:AlternateContent xmlns:mc="http://schemas.openxmlformats.org/markup-compatibility/2006">
                <mc:Choice xmlns:v="urn:schemas-microsoft-com:vml" Requires="v">
                  <p:oleObj name="Equation" r:id="rId16" imgW="215640" imgH="228600" progId="Equation.3">
                    <p:embed/>
                  </p:oleObj>
                </mc:Choice>
                <mc:Fallback>
                  <p:oleObj name="Equation" r:id="rId16" imgW="215640" imgH="228600" progId="Equation.3">
                    <p:embed/>
                    <p:pic>
                      <p:nvPicPr>
                        <p:cNvPr id="9472" name="Object 25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21" y="3420"/>
                          <a:ext cx="243"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73" name="Object 257"/>
            <p:cNvGraphicFramePr>
              <a:graphicFrameLocks noChangeAspect="1"/>
            </p:cNvGraphicFramePr>
            <p:nvPr/>
          </p:nvGraphicFramePr>
          <p:xfrm>
            <a:off x="1383" y="2819"/>
            <a:ext cx="185" cy="259"/>
          </p:xfrm>
          <a:graphic>
            <a:graphicData uri="http://schemas.openxmlformats.org/presentationml/2006/ole">
              <mc:AlternateContent xmlns:mc="http://schemas.openxmlformats.org/markup-compatibility/2006">
                <mc:Choice xmlns:v="urn:schemas-microsoft-com:vml" Requires="v">
                  <p:oleObj name="Equation" r:id="rId18" imgW="164880" imgH="228600" progId="Equation.3">
                    <p:embed/>
                  </p:oleObj>
                </mc:Choice>
                <mc:Fallback>
                  <p:oleObj name="Equation" r:id="rId18" imgW="164880" imgH="228600" progId="Equation.3">
                    <p:embed/>
                    <p:pic>
                      <p:nvPicPr>
                        <p:cNvPr id="9473" name="Object 25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83" y="2819"/>
                          <a:ext cx="185"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74" name="Object 258"/>
            <p:cNvGraphicFramePr>
              <a:graphicFrameLocks noChangeAspect="1"/>
            </p:cNvGraphicFramePr>
            <p:nvPr/>
          </p:nvGraphicFramePr>
          <p:xfrm>
            <a:off x="2382" y="2842"/>
            <a:ext cx="201" cy="259"/>
          </p:xfrm>
          <a:graphic>
            <a:graphicData uri="http://schemas.openxmlformats.org/presentationml/2006/ole">
              <mc:AlternateContent xmlns:mc="http://schemas.openxmlformats.org/markup-compatibility/2006">
                <mc:Choice xmlns:v="urn:schemas-microsoft-com:vml" Requires="v">
                  <p:oleObj name="Equation" r:id="rId20" imgW="177480" imgH="228600" progId="Equation.3">
                    <p:embed/>
                  </p:oleObj>
                </mc:Choice>
                <mc:Fallback>
                  <p:oleObj name="Equation" r:id="rId20" imgW="177480" imgH="228600" progId="Equation.3">
                    <p:embed/>
                    <p:pic>
                      <p:nvPicPr>
                        <p:cNvPr id="9474" name="Object 25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82" y="2842"/>
                          <a:ext cx="201"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476" name="Text Box 260"/>
          <p:cNvSpPr txBox="1">
            <a:spLocks noChangeArrowheads="1"/>
          </p:cNvSpPr>
          <p:nvPr/>
        </p:nvSpPr>
        <p:spPr bwMode="auto">
          <a:xfrm>
            <a:off x="438150" y="3968750"/>
            <a:ext cx="793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在正弦交流电路中，其</a:t>
            </a:r>
            <a:r>
              <a:rPr lang="zh-CN" altLang="en-US" b="1">
                <a:solidFill>
                  <a:schemeClr val="accent2"/>
                </a:solidFill>
              </a:rPr>
              <a:t>相量形式</a:t>
            </a:r>
            <a:r>
              <a:rPr lang="zh-CN" altLang="en-US" b="1"/>
              <a:t>的电路模型和方程分别为</a:t>
            </a:r>
          </a:p>
        </p:txBody>
      </p:sp>
      <p:sp>
        <p:nvSpPr>
          <p:cNvPr id="9477" name="AutoShape 261"/>
          <p:cNvSpPr>
            <a:spLocks/>
          </p:cNvSpPr>
          <p:nvPr/>
        </p:nvSpPr>
        <p:spPr bwMode="auto">
          <a:xfrm>
            <a:off x="819150" y="2686050"/>
            <a:ext cx="161925" cy="1123950"/>
          </a:xfrm>
          <a:prstGeom prst="leftBrace">
            <a:avLst>
              <a:gd name="adj1" fmla="val 5784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79" name="AutoShape 263"/>
          <p:cNvSpPr>
            <a:spLocks/>
          </p:cNvSpPr>
          <p:nvPr/>
        </p:nvSpPr>
        <p:spPr bwMode="auto">
          <a:xfrm>
            <a:off x="4143375" y="2686050"/>
            <a:ext cx="161925" cy="1123950"/>
          </a:xfrm>
          <a:prstGeom prst="leftBrace">
            <a:avLst>
              <a:gd name="adj1" fmla="val 5784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84" name="AutoShape 268"/>
          <p:cNvSpPr>
            <a:spLocks/>
          </p:cNvSpPr>
          <p:nvPr/>
        </p:nvSpPr>
        <p:spPr bwMode="auto">
          <a:xfrm>
            <a:off x="5029200" y="5099050"/>
            <a:ext cx="252413" cy="987425"/>
          </a:xfrm>
          <a:prstGeom prst="leftBrace">
            <a:avLst>
              <a:gd name="adj1" fmla="val 326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9480"/>
                                        </p:tgtEl>
                                        <p:attrNameLst>
                                          <p:attrName>style.visibility</p:attrName>
                                        </p:attrNameLst>
                                      </p:cBhvr>
                                      <p:to>
                                        <p:strVal val="visible"/>
                                      </p:to>
                                    </p:set>
                                    <p:animEffect transition="in" filter="slide(fromTop)">
                                      <p:cBhvr>
                                        <p:cTn id="7" dur="500"/>
                                        <p:tgtEl>
                                          <p:spTgt spid="94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386"/>
                                        </p:tgtEl>
                                        <p:attrNameLst>
                                          <p:attrName>style.visibility</p:attrName>
                                        </p:attrNameLst>
                                      </p:cBhvr>
                                      <p:to>
                                        <p:strVal val="visible"/>
                                      </p:to>
                                    </p:set>
                                    <p:anim calcmode="lin" valueType="num">
                                      <p:cBhvr additive="base">
                                        <p:cTn id="12" dur="500" fill="hold"/>
                                        <p:tgtEl>
                                          <p:spTgt spid="9386"/>
                                        </p:tgtEl>
                                        <p:attrNameLst>
                                          <p:attrName>ppt_x</p:attrName>
                                        </p:attrNameLst>
                                      </p:cBhvr>
                                      <p:tavLst>
                                        <p:tav tm="0">
                                          <p:val>
                                            <p:strVal val="0-#ppt_w/2"/>
                                          </p:val>
                                        </p:tav>
                                        <p:tav tm="100000">
                                          <p:val>
                                            <p:strVal val="#ppt_x"/>
                                          </p:val>
                                        </p:tav>
                                      </p:tavLst>
                                    </p:anim>
                                    <p:anim calcmode="lin" valueType="num">
                                      <p:cBhvr additive="base">
                                        <p:cTn id="13" dur="500" fill="hold"/>
                                        <p:tgtEl>
                                          <p:spTgt spid="9386"/>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9278"/>
                                        </p:tgtEl>
                                        <p:attrNameLst>
                                          <p:attrName>style.visibility</p:attrName>
                                        </p:attrNameLst>
                                      </p:cBhvr>
                                      <p:to>
                                        <p:strVal val="visible"/>
                                      </p:to>
                                    </p:set>
                                    <p:anim calcmode="lin" valueType="num">
                                      <p:cBhvr additive="base">
                                        <p:cTn id="18" dur="500" fill="hold"/>
                                        <p:tgtEl>
                                          <p:spTgt spid="9278"/>
                                        </p:tgtEl>
                                        <p:attrNameLst>
                                          <p:attrName>ppt_x</p:attrName>
                                        </p:attrNameLst>
                                      </p:cBhvr>
                                      <p:tavLst>
                                        <p:tav tm="0">
                                          <p:val>
                                            <p:strVal val="0-#ppt_w/2"/>
                                          </p:val>
                                        </p:tav>
                                        <p:tav tm="100000">
                                          <p:val>
                                            <p:strVal val="#ppt_x"/>
                                          </p:val>
                                        </p:tav>
                                      </p:tavLst>
                                    </p:anim>
                                    <p:anim calcmode="lin" valueType="num">
                                      <p:cBhvr additive="base">
                                        <p:cTn id="19" dur="500" fill="hold"/>
                                        <p:tgtEl>
                                          <p:spTgt spid="9278"/>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9279"/>
                                        </p:tgtEl>
                                        <p:attrNameLst>
                                          <p:attrName>style.visibility</p:attrName>
                                        </p:attrNameLst>
                                      </p:cBhvr>
                                      <p:to>
                                        <p:strVal val="visible"/>
                                      </p:to>
                                    </p:set>
                                    <p:anim calcmode="lin" valueType="num">
                                      <p:cBhvr additive="base">
                                        <p:cTn id="24" dur="500" fill="hold"/>
                                        <p:tgtEl>
                                          <p:spTgt spid="9279"/>
                                        </p:tgtEl>
                                        <p:attrNameLst>
                                          <p:attrName>ppt_x</p:attrName>
                                        </p:attrNameLst>
                                      </p:cBhvr>
                                      <p:tavLst>
                                        <p:tav tm="0">
                                          <p:val>
                                            <p:strVal val="0-#ppt_w/2"/>
                                          </p:val>
                                        </p:tav>
                                        <p:tav tm="100000">
                                          <p:val>
                                            <p:strVal val="#ppt_x"/>
                                          </p:val>
                                        </p:tav>
                                      </p:tavLst>
                                    </p:anim>
                                    <p:anim calcmode="lin" valueType="num">
                                      <p:cBhvr additive="base">
                                        <p:cTn id="25" dur="500" fill="hold"/>
                                        <p:tgtEl>
                                          <p:spTgt spid="9279"/>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500"/>
                            </p:stCondLst>
                            <p:childTnLst>
                              <p:par>
                                <p:cTn id="27" presetID="1" presetClass="entr" presetSubtype="0" fill="hold" nodeType="afterEffect">
                                  <p:stCondLst>
                                    <p:cond delay="0"/>
                                  </p:stCondLst>
                                  <p:childTnLst>
                                    <p:set>
                                      <p:cBhvr>
                                        <p:cTn id="28" dur="1" fill="hold">
                                          <p:stCondLst>
                                            <p:cond delay="499"/>
                                          </p:stCondLst>
                                        </p:cTn>
                                        <p:tgtEl>
                                          <p:spTgt spid="947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1" fill="hold" nodeType="clickEffect">
                                  <p:stCondLst>
                                    <p:cond delay="0"/>
                                  </p:stCondLst>
                                  <p:childTnLst>
                                    <p:set>
                                      <p:cBhvr>
                                        <p:cTn id="32" dur="1" fill="hold">
                                          <p:stCondLst>
                                            <p:cond delay="0"/>
                                          </p:stCondLst>
                                        </p:cTn>
                                        <p:tgtEl>
                                          <p:spTgt spid="9481"/>
                                        </p:tgtEl>
                                        <p:attrNameLst>
                                          <p:attrName>style.visibility</p:attrName>
                                        </p:attrNameLst>
                                      </p:cBhvr>
                                      <p:to>
                                        <p:strVal val="visible"/>
                                      </p:to>
                                    </p:set>
                                    <p:animEffect transition="in" filter="slide(fromTop)">
                                      <p:cBhvr>
                                        <p:cTn id="33" dur="500"/>
                                        <p:tgtEl>
                                          <p:spTgt spid="948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nodeType="clickEffect">
                                  <p:stCondLst>
                                    <p:cond delay="0"/>
                                  </p:stCondLst>
                                  <p:childTnLst>
                                    <p:set>
                                      <p:cBhvr>
                                        <p:cTn id="37" dur="1" fill="hold">
                                          <p:stCondLst>
                                            <p:cond delay="0"/>
                                          </p:stCondLst>
                                        </p:cTn>
                                        <p:tgtEl>
                                          <p:spTgt spid="9384"/>
                                        </p:tgtEl>
                                        <p:attrNameLst>
                                          <p:attrName>style.visibility</p:attrName>
                                        </p:attrNameLst>
                                      </p:cBhvr>
                                      <p:to>
                                        <p:strVal val="visible"/>
                                      </p:to>
                                    </p:set>
                                    <p:anim calcmode="lin" valueType="num">
                                      <p:cBhvr additive="base">
                                        <p:cTn id="38" dur="500" fill="hold"/>
                                        <p:tgtEl>
                                          <p:spTgt spid="9384"/>
                                        </p:tgtEl>
                                        <p:attrNameLst>
                                          <p:attrName>ppt_x</p:attrName>
                                        </p:attrNameLst>
                                      </p:cBhvr>
                                      <p:tavLst>
                                        <p:tav tm="0">
                                          <p:val>
                                            <p:strVal val="1+#ppt_w/2"/>
                                          </p:val>
                                        </p:tav>
                                        <p:tav tm="100000">
                                          <p:val>
                                            <p:strVal val="#ppt_x"/>
                                          </p:val>
                                        </p:tav>
                                      </p:tavLst>
                                    </p:anim>
                                    <p:anim calcmode="lin" valueType="num">
                                      <p:cBhvr additive="base">
                                        <p:cTn id="39" dur="500" fill="hold"/>
                                        <p:tgtEl>
                                          <p:spTgt spid="9384"/>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2" fill="hold" nodeType="clickEffect">
                                  <p:stCondLst>
                                    <p:cond delay="0"/>
                                  </p:stCondLst>
                                  <p:childTnLst>
                                    <p:set>
                                      <p:cBhvr>
                                        <p:cTn id="43" dur="1" fill="hold">
                                          <p:stCondLst>
                                            <p:cond delay="0"/>
                                          </p:stCondLst>
                                        </p:cTn>
                                        <p:tgtEl>
                                          <p:spTgt spid="9385"/>
                                        </p:tgtEl>
                                        <p:attrNameLst>
                                          <p:attrName>style.visibility</p:attrName>
                                        </p:attrNameLst>
                                      </p:cBhvr>
                                      <p:to>
                                        <p:strVal val="visible"/>
                                      </p:to>
                                    </p:set>
                                    <p:anim calcmode="lin" valueType="num">
                                      <p:cBhvr additive="base">
                                        <p:cTn id="44" dur="500" fill="hold"/>
                                        <p:tgtEl>
                                          <p:spTgt spid="9385"/>
                                        </p:tgtEl>
                                        <p:attrNameLst>
                                          <p:attrName>ppt_x</p:attrName>
                                        </p:attrNameLst>
                                      </p:cBhvr>
                                      <p:tavLst>
                                        <p:tav tm="0">
                                          <p:val>
                                            <p:strVal val="1+#ppt_w/2"/>
                                          </p:val>
                                        </p:tav>
                                        <p:tav tm="100000">
                                          <p:val>
                                            <p:strVal val="#ppt_x"/>
                                          </p:val>
                                        </p:tav>
                                      </p:tavLst>
                                    </p:anim>
                                    <p:anim calcmode="lin" valueType="num">
                                      <p:cBhvr additive="base">
                                        <p:cTn id="45" dur="500" fill="hold"/>
                                        <p:tgtEl>
                                          <p:spTgt spid="9385"/>
                                        </p:tgtEl>
                                        <p:attrNameLst>
                                          <p:attrName>ppt_y</p:attrName>
                                        </p:attrNameLst>
                                      </p:cBhvr>
                                      <p:tavLst>
                                        <p:tav tm="0">
                                          <p:val>
                                            <p:strVal val="#ppt_y"/>
                                          </p:val>
                                        </p:tav>
                                        <p:tav tm="100000">
                                          <p:val>
                                            <p:strVal val="#ppt_y"/>
                                          </p:val>
                                        </p:tav>
                                      </p:tavLst>
                                    </p:anim>
                                  </p:childTnLst>
                                </p:cTn>
                              </p:par>
                            </p:childTnLst>
                          </p:cTn>
                        </p:par>
                        <p:par>
                          <p:cTn id="46" fill="hold" nodeType="afterGroup">
                            <p:stCondLst>
                              <p:cond delay="500"/>
                            </p:stCondLst>
                            <p:childTnLst>
                              <p:par>
                                <p:cTn id="47" presetID="1" presetClass="entr" presetSubtype="0" fill="hold" nodeType="afterEffect">
                                  <p:stCondLst>
                                    <p:cond delay="0"/>
                                  </p:stCondLst>
                                  <p:childTnLst>
                                    <p:set>
                                      <p:cBhvr>
                                        <p:cTn id="48" dur="1" fill="hold">
                                          <p:stCondLst>
                                            <p:cond delay="499"/>
                                          </p:stCondLst>
                                        </p:cTn>
                                        <p:tgtEl>
                                          <p:spTgt spid="9479"/>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476"/>
                                        </p:tgtEl>
                                        <p:attrNameLst>
                                          <p:attrName>style.visibility</p:attrName>
                                        </p:attrNameLst>
                                      </p:cBhvr>
                                      <p:to>
                                        <p:strVal val="visible"/>
                                      </p:to>
                                    </p:set>
                                    <p:animEffect transition="in" filter="wipe(left)">
                                      <p:cBhvr>
                                        <p:cTn id="53" dur="500"/>
                                        <p:tgtEl>
                                          <p:spTgt spid="947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16" fill="hold" nodeType="clickEffect">
                                  <p:stCondLst>
                                    <p:cond delay="0"/>
                                  </p:stCondLst>
                                  <p:childTnLst>
                                    <p:set>
                                      <p:cBhvr>
                                        <p:cTn id="57" dur="1" fill="hold">
                                          <p:stCondLst>
                                            <p:cond delay="0"/>
                                          </p:stCondLst>
                                        </p:cTn>
                                        <p:tgtEl>
                                          <p:spTgt spid="9483"/>
                                        </p:tgtEl>
                                        <p:attrNameLst>
                                          <p:attrName>style.visibility</p:attrName>
                                        </p:attrNameLst>
                                      </p:cBhvr>
                                      <p:to>
                                        <p:strVal val="visible"/>
                                      </p:to>
                                    </p:set>
                                    <p:anim calcmode="lin" valueType="num">
                                      <p:cBhvr>
                                        <p:cTn id="58" dur="500" fill="hold"/>
                                        <p:tgtEl>
                                          <p:spTgt spid="9483"/>
                                        </p:tgtEl>
                                        <p:attrNameLst>
                                          <p:attrName>ppt_w</p:attrName>
                                        </p:attrNameLst>
                                      </p:cBhvr>
                                      <p:tavLst>
                                        <p:tav tm="0">
                                          <p:val>
                                            <p:fltVal val="0"/>
                                          </p:val>
                                        </p:tav>
                                        <p:tav tm="100000">
                                          <p:val>
                                            <p:strVal val="#ppt_w"/>
                                          </p:val>
                                        </p:tav>
                                      </p:tavLst>
                                    </p:anim>
                                    <p:anim calcmode="lin" valueType="num">
                                      <p:cBhvr>
                                        <p:cTn id="59" dur="500" fill="hold"/>
                                        <p:tgtEl>
                                          <p:spTgt spid="9483"/>
                                        </p:tgtEl>
                                        <p:attrNameLst>
                                          <p:attrName>ppt_h</p:attrName>
                                        </p:attrNameLst>
                                      </p:cBhvr>
                                      <p:tavLst>
                                        <p:tav tm="0">
                                          <p:val>
                                            <p:fltVal val="0"/>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9283"/>
                                        </p:tgtEl>
                                        <p:attrNameLst>
                                          <p:attrName>style.visibility</p:attrName>
                                        </p:attrNameLst>
                                      </p:cBhvr>
                                      <p:to>
                                        <p:strVal val="visible"/>
                                      </p:to>
                                    </p:set>
                                    <p:anim calcmode="lin" valueType="num">
                                      <p:cBhvr additive="base">
                                        <p:cTn id="64" dur="500" fill="hold"/>
                                        <p:tgtEl>
                                          <p:spTgt spid="9283"/>
                                        </p:tgtEl>
                                        <p:attrNameLst>
                                          <p:attrName>ppt_x</p:attrName>
                                        </p:attrNameLst>
                                      </p:cBhvr>
                                      <p:tavLst>
                                        <p:tav tm="0">
                                          <p:val>
                                            <p:strVal val="#ppt_x"/>
                                          </p:val>
                                        </p:tav>
                                        <p:tav tm="100000">
                                          <p:val>
                                            <p:strVal val="#ppt_x"/>
                                          </p:val>
                                        </p:tav>
                                      </p:tavLst>
                                    </p:anim>
                                    <p:anim calcmode="lin" valueType="num">
                                      <p:cBhvr additive="base">
                                        <p:cTn id="65" dur="500" fill="hold"/>
                                        <p:tgtEl>
                                          <p:spTgt spid="9283"/>
                                        </p:tgtEl>
                                        <p:attrNameLst>
                                          <p:attrName>ppt_y</p:attrName>
                                        </p:attrNameLst>
                                      </p:cBhvr>
                                      <p:tavLst>
                                        <p:tav tm="0">
                                          <p:val>
                                            <p:strVal val="1+#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4" fill="hold" nodeType="clickEffect">
                                  <p:stCondLst>
                                    <p:cond delay="0"/>
                                  </p:stCondLst>
                                  <p:childTnLst>
                                    <p:set>
                                      <p:cBhvr>
                                        <p:cTn id="69" dur="1" fill="hold">
                                          <p:stCondLst>
                                            <p:cond delay="0"/>
                                          </p:stCondLst>
                                        </p:cTn>
                                        <p:tgtEl>
                                          <p:spTgt spid="9284"/>
                                        </p:tgtEl>
                                        <p:attrNameLst>
                                          <p:attrName>style.visibility</p:attrName>
                                        </p:attrNameLst>
                                      </p:cBhvr>
                                      <p:to>
                                        <p:strVal val="visible"/>
                                      </p:to>
                                    </p:set>
                                    <p:anim calcmode="lin" valueType="num">
                                      <p:cBhvr additive="base">
                                        <p:cTn id="70" dur="500" fill="hold"/>
                                        <p:tgtEl>
                                          <p:spTgt spid="9284"/>
                                        </p:tgtEl>
                                        <p:attrNameLst>
                                          <p:attrName>ppt_x</p:attrName>
                                        </p:attrNameLst>
                                      </p:cBhvr>
                                      <p:tavLst>
                                        <p:tav tm="0">
                                          <p:val>
                                            <p:strVal val="#ppt_x"/>
                                          </p:val>
                                        </p:tav>
                                        <p:tav tm="100000">
                                          <p:val>
                                            <p:strVal val="#ppt_x"/>
                                          </p:val>
                                        </p:tav>
                                      </p:tavLst>
                                    </p:anim>
                                    <p:anim calcmode="lin" valueType="num">
                                      <p:cBhvr additive="base">
                                        <p:cTn id="71" dur="500" fill="hold"/>
                                        <p:tgtEl>
                                          <p:spTgt spid="9284"/>
                                        </p:tgtEl>
                                        <p:attrNameLst>
                                          <p:attrName>ppt_y</p:attrName>
                                        </p:attrNameLst>
                                      </p:cBhvr>
                                      <p:tavLst>
                                        <p:tav tm="0">
                                          <p:val>
                                            <p:strVal val="1+#ppt_h/2"/>
                                          </p:val>
                                        </p:tav>
                                        <p:tav tm="100000">
                                          <p:val>
                                            <p:strVal val="#ppt_y"/>
                                          </p:val>
                                        </p:tav>
                                      </p:tavLst>
                                    </p:anim>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499"/>
                                          </p:stCondLst>
                                        </p:cTn>
                                        <p:tgtEl>
                                          <p:spTgt spid="9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86" grpId="0" autoUpdateAnimBg="0"/>
      <p:bldP spid="9476" grpId="0" autoUpdateAnimBg="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933450" y="995045"/>
            <a:ext cx="7277100" cy="4867275"/>
          </a:xfrm>
          <a:prstGeom prst="rect">
            <a:avLst/>
          </a:prstGeom>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0" y="0"/>
            <a:ext cx="7354570" cy="4512945"/>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113665" y="4512945"/>
            <a:ext cx="7240905" cy="2102485"/>
          </a:xfrm>
          <a:prstGeom prst="rect">
            <a:avLst/>
          </a:prstGeom>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495300" y="890270"/>
            <a:ext cx="8153400" cy="5076825"/>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495300" y="190500"/>
            <a:ext cx="2400300" cy="590550"/>
          </a:xfrm>
          <a:prstGeom prst="rect">
            <a:avLst/>
          </a:prstGeom>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rcRect t="1908" r="1048"/>
          <a:stretch>
            <a:fillRect/>
          </a:stretch>
        </p:blipFill>
        <p:spPr>
          <a:xfrm>
            <a:off x="542925" y="842645"/>
            <a:ext cx="7973695" cy="5092065"/>
          </a:xfrm>
          <a:prstGeom prst="rect">
            <a:avLst/>
          </a:prstGeom>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14020" y="985520"/>
            <a:ext cx="8315325" cy="4886325"/>
          </a:xfrm>
          <a:prstGeom prst="rect">
            <a:avLst/>
          </a:prstGeo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385445" y="571500"/>
            <a:ext cx="8372475" cy="5715000"/>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85787" y="847725"/>
            <a:ext cx="7972425" cy="5162550"/>
          </a:xfrm>
          <a:prstGeom prst="rect">
            <a:avLst/>
          </a:prstGeom>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3"/>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kumimoji="1" sz="1400" kern="1200">
                <a:solidFill>
                  <a:schemeClr val="tx1"/>
                </a:solidFill>
                <a:latin typeface="Times New Roman" panose="02020603050405020304" pitchFamily="18" charset="0"/>
                <a:ea typeface="宋体" panose="02010600030101010101" pitchFamily="2" charset="-122"/>
                <a:cs typeface="+mn-cs"/>
              </a:defRPr>
            </a:lvl1pPr>
            <a:lvl2pPr marL="4572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a:lstStyle>
          <a:p>
            <a:pPr>
              <a:spcBef>
                <a:spcPct val="0"/>
              </a:spcBef>
              <a:buFontTx/>
              <a:buNone/>
            </a:pPr>
            <a:fld id="{9B7CEFFF-BF6E-48FB-A3DA-85883D4530C7}" type="slidenum">
              <a:rPr lang="en-US" altLang="zh-CN" smtClean="0"/>
              <a:pPr/>
              <a:t>217</a:t>
            </a:fld>
            <a:endParaRPr lang="en-US" altLang="zh-CN" sz="1000">
              <a:solidFill>
                <a:srgbClr val="FF6600"/>
              </a:solidFill>
              <a:ea typeface="宋体" panose="02010600030101010101" pitchFamily="2" charset="-122"/>
            </a:endParaRPr>
          </a:p>
        </p:txBody>
      </p:sp>
      <p:graphicFrame>
        <p:nvGraphicFramePr>
          <p:cNvPr id="17413" name="Object 7"/>
          <p:cNvGraphicFramePr>
            <a:graphicFrameLocks noChangeAspect="1"/>
          </p:cNvGraphicFramePr>
          <p:nvPr/>
        </p:nvGraphicFramePr>
        <p:xfrm>
          <a:off x="3924300" y="981075"/>
          <a:ext cx="5119688" cy="1981200"/>
        </p:xfrm>
        <a:graphic>
          <a:graphicData uri="http://schemas.openxmlformats.org/presentationml/2006/ole">
            <mc:AlternateContent xmlns:mc="http://schemas.openxmlformats.org/markup-compatibility/2006">
              <mc:Choice xmlns:v="urn:schemas-microsoft-com:vml" Requires="v">
                <p:oleObj name="VISIO" r:id="rId2" imgW="2584764" imgH="959667" progId="Visio.Drawing.5">
                  <p:embed/>
                </p:oleObj>
              </mc:Choice>
              <mc:Fallback>
                <p:oleObj name="VISIO" r:id="rId2" imgW="2584764" imgH="959667" progId="Visio.Drawing.5">
                  <p:embed/>
                  <p:pic>
                    <p:nvPicPr>
                      <p:cNvPr id="17413"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981075"/>
                        <a:ext cx="5119688"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28" name="Object 8"/>
          <p:cNvGraphicFramePr>
            <a:graphicFrameLocks noChangeAspect="1"/>
          </p:cNvGraphicFramePr>
          <p:nvPr/>
        </p:nvGraphicFramePr>
        <p:xfrm>
          <a:off x="469900" y="1676400"/>
          <a:ext cx="2617788" cy="914400"/>
        </p:xfrm>
        <a:graphic>
          <a:graphicData uri="http://schemas.openxmlformats.org/presentationml/2006/ole">
            <mc:AlternateContent xmlns:mc="http://schemas.openxmlformats.org/markup-compatibility/2006">
              <mc:Choice xmlns:v="urn:schemas-microsoft-com:vml" Requires="v">
                <p:oleObj name="Equation" r:id="rId4" imgW="1308100" imgH="457200" progId="Equation.DSMT4">
                  <p:embed/>
                </p:oleObj>
              </mc:Choice>
              <mc:Fallback>
                <p:oleObj name="Equation" r:id="rId4" imgW="1308100" imgH="457200" progId="Equation.DSMT4">
                  <p:embed/>
                  <p:pic>
                    <p:nvPicPr>
                      <p:cNvPr id="26112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900" y="1676400"/>
                        <a:ext cx="26177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29" name="Object 9"/>
          <p:cNvGraphicFramePr>
            <a:graphicFrameLocks noChangeAspect="1"/>
          </p:cNvGraphicFramePr>
          <p:nvPr/>
        </p:nvGraphicFramePr>
        <p:xfrm>
          <a:off x="381000" y="2636838"/>
          <a:ext cx="4956175" cy="890587"/>
        </p:xfrm>
        <a:graphic>
          <a:graphicData uri="http://schemas.openxmlformats.org/presentationml/2006/ole">
            <mc:AlternateContent xmlns:mc="http://schemas.openxmlformats.org/markup-compatibility/2006">
              <mc:Choice xmlns:v="urn:schemas-microsoft-com:vml" Requires="v">
                <p:oleObj name="Equation" r:id="rId6" imgW="2476500" imgH="444500" progId="Equation.3">
                  <p:embed/>
                </p:oleObj>
              </mc:Choice>
              <mc:Fallback>
                <p:oleObj name="Equation" r:id="rId6" imgW="2476500" imgH="444500" progId="Equation.3">
                  <p:embed/>
                  <p:pic>
                    <p:nvPicPr>
                      <p:cNvPr id="26112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2636838"/>
                        <a:ext cx="4956175"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0" name="Object 10"/>
          <p:cNvGraphicFramePr>
            <a:graphicFrameLocks noChangeAspect="1"/>
          </p:cNvGraphicFramePr>
          <p:nvPr/>
        </p:nvGraphicFramePr>
        <p:xfrm>
          <a:off x="433388" y="3644900"/>
          <a:ext cx="3910012" cy="457200"/>
        </p:xfrm>
        <a:graphic>
          <a:graphicData uri="http://schemas.openxmlformats.org/presentationml/2006/ole">
            <mc:AlternateContent xmlns:mc="http://schemas.openxmlformats.org/markup-compatibility/2006">
              <mc:Choice xmlns:v="urn:schemas-microsoft-com:vml" Requires="v">
                <p:oleObj name="Equation" r:id="rId8" imgW="1955800" imgH="228600" progId="Equation.3">
                  <p:embed/>
                </p:oleObj>
              </mc:Choice>
              <mc:Fallback>
                <p:oleObj name="Equation" r:id="rId8" imgW="1955800" imgH="228600" progId="Equation.3">
                  <p:embed/>
                  <p:pic>
                    <p:nvPicPr>
                      <p:cNvPr id="26113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3388" y="3644900"/>
                        <a:ext cx="3910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31" name="Rectangle 11"/>
          <p:cNvSpPr>
            <a:spLocks noChangeArrowheads="1"/>
          </p:cNvSpPr>
          <p:nvPr/>
        </p:nvSpPr>
        <p:spPr bwMode="auto">
          <a:xfrm>
            <a:off x="170656" y="307976"/>
            <a:ext cx="5275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en-US" altLang="zh-CN" dirty="0">
                <a:solidFill>
                  <a:srgbClr val="FF0000"/>
                </a:solidFill>
                <a:effectLst>
                  <a:outerShdw blurRad="38100" dist="38100" dir="2700000" algn="tl">
                    <a:srgbClr val="C0C0C0"/>
                  </a:outerShdw>
                </a:effectLst>
                <a:ea typeface="隶书" panose="02010509060101010101" pitchFamily="49" charset="-122"/>
              </a:rPr>
              <a:t>3. By reflected impedance </a:t>
            </a:r>
            <a:r>
              <a:rPr lang="zh-CN" altLang="en-US" dirty="0">
                <a:solidFill>
                  <a:srgbClr val="FF0000"/>
                </a:solidFill>
                <a:ea typeface="隶书" panose="02010509060101010101" pitchFamily="49" charset="-122"/>
              </a:rPr>
              <a:t>映射阻抗 </a:t>
            </a:r>
            <a:r>
              <a:rPr lang="zh-CN" altLang="en-US" dirty="0">
                <a:solidFill>
                  <a:srgbClr val="FF0000"/>
                </a:solidFill>
                <a:effectLst>
                  <a:outerShdw blurRad="38100" dist="38100" dir="2700000" algn="tl">
                    <a:srgbClr val="C0C0C0"/>
                  </a:outerShdw>
                </a:effectLst>
                <a:ea typeface="隶书" panose="02010509060101010101" pitchFamily="49" charset="-122"/>
              </a:rPr>
              <a:t> </a:t>
            </a:r>
          </a:p>
        </p:txBody>
      </p:sp>
      <p:grpSp>
        <p:nvGrpSpPr>
          <p:cNvPr id="261132" name="Group 12"/>
          <p:cNvGrpSpPr>
            <a:grpSpLocks/>
          </p:cNvGrpSpPr>
          <p:nvPr/>
        </p:nvGrpSpPr>
        <p:grpSpPr bwMode="auto">
          <a:xfrm>
            <a:off x="622300" y="4292600"/>
            <a:ext cx="2185988" cy="461963"/>
            <a:chOff x="3394" y="3453"/>
            <a:chExt cx="1377" cy="291"/>
          </a:xfrm>
        </p:grpSpPr>
        <p:sp>
          <p:nvSpPr>
            <p:cNvPr id="261133" name="Rectangle 13"/>
            <p:cNvSpPr>
              <a:spLocks noChangeArrowheads="1"/>
            </p:cNvSpPr>
            <p:nvPr/>
          </p:nvSpPr>
          <p:spPr bwMode="auto">
            <a:xfrm>
              <a:off x="3394" y="3453"/>
              <a:ext cx="137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defRPr/>
              </a:pPr>
              <a:r>
                <a:rPr lang="zh-CN" altLang="en-US" sz="2400" dirty="0">
                  <a:solidFill>
                    <a:srgbClr val="FF0000"/>
                  </a:solidFill>
                  <a:effectLst>
                    <a:outerShdw blurRad="38100" dist="38100" dir="2700000" algn="tl">
                      <a:srgbClr val="C0C0C0"/>
                    </a:outerShdw>
                  </a:effectLst>
                </a:rPr>
                <a:t>如何先求     ？</a:t>
              </a:r>
              <a:endParaRPr lang="en-US" altLang="zh-CN" sz="2400" dirty="0">
                <a:solidFill>
                  <a:srgbClr val="FF0000"/>
                </a:solidFill>
                <a:effectLst>
                  <a:outerShdw blurRad="38100" dist="38100" dir="2700000" algn="tl">
                    <a:srgbClr val="C0C0C0"/>
                  </a:outerShdw>
                </a:effectLst>
              </a:endParaRPr>
            </a:p>
          </p:txBody>
        </p:sp>
        <p:graphicFrame>
          <p:nvGraphicFramePr>
            <p:cNvPr id="17426" name="Object 14"/>
            <p:cNvGraphicFramePr>
              <a:graphicFrameLocks noChangeAspect="1"/>
            </p:cNvGraphicFramePr>
            <p:nvPr/>
          </p:nvGraphicFramePr>
          <p:xfrm>
            <a:off x="4320" y="3456"/>
            <a:ext cx="208" cy="288"/>
          </p:xfrm>
          <a:graphic>
            <a:graphicData uri="http://schemas.openxmlformats.org/presentationml/2006/ole">
              <mc:AlternateContent xmlns:mc="http://schemas.openxmlformats.org/markup-compatibility/2006">
                <mc:Choice xmlns:v="urn:schemas-microsoft-com:vml" Requires="v">
                  <p:oleObj name="Equation" r:id="rId10" imgW="165028" imgH="228501" progId="Equation.3">
                    <p:embed/>
                  </p:oleObj>
                </mc:Choice>
                <mc:Fallback>
                  <p:oleObj name="Equation" r:id="rId10" imgW="165028" imgH="228501" progId="Equation.3">
                    <p:embed/>
                    <p:pic>
                      <p:nvPicPr>
                        <p:cNvPr id="17426"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20" y="3456"/>
                          <a:ext cx="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61135" name="Object 15"/>
          <p:cNvGraphicFramePr>
            <a:graphicFrameLocks noChangeAspect="1"/>
          </p:cNvGraphicFramePr>
          <p:nvPr/>
        </p:nvGraphicFramePr>
        <p:xfrm>
          <a:off x="6227763" y="2781300"/>
          <a:ext cx="2751137" cy="2036763"/>
        </p:xfrm>
        <a:graphic>
          <a:graphicData uri="http://schemas.openxmlformats.org/presentationml/2006/ole">
            <mc:AlternateContent xmlns:mc="http://schemas.openxmlformats.org/markup-compatibility/2006">
              <mc:Choice xmlns:v="urn:schemas-microsoft-com:vml" Requires="v">
                <p:oleObj name="Visio" r:id="rId12" imgW="1425607" imgH="1057846" progId="Visio.Drawing.11">
                  <p:embed/>
                </p:oleObj>
              </mc:Choice>
              <mc:Fallback>
                <p:oleObj name="Visio" r:id="rId12" imgW="1425607" imgH="1057846" progId="Visio.Drawing.11">
                  <p:embed/>
                  <p:pic>
                    <p:nvPicPr>
                      <p:cNvPr id="261135"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27763" y="2781300"/>
                        <a:ext cx="2751137" cy="203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7" name="Object 17"/>
          <p:cNvGraphicFramePr>
            <a:graphicFrameLocks noChangeAspect="1"/>
          </p:cNvGraphicFramePr>
          <p:nvPr/>
        </p:nvGraphicFramePr>
        <p:xfrm>
          <a:off x="254000" y="4652963"/>
          <a:ext cx="5719763" cy="914400"/>
        </p:xfrm>
        <a:graphic>
          <a:graphicData uri="http://schemas.openxmlformats.org/presentationml/2006/ole">
            <mc:AlternateContent xmlns:mc="http://schemas.openxmlformats.org/markup-compatibility/2006">
              <mc:Choice xmlns:v="urn:schemas-microsoft-com:vml" Requires="v">
                <p:oleObj name="Equation" r:id="rId14" imgW="2857320" imgH="457200" progId="Equation.DSMT4">
                  <p:embed/>
                </p:oleObj>
              </mc:Choice>
              <mc:Fallback>
                <p:oleObj name="Equation" r:id="rId14" imgW="2857320" imgH="457200" progId="Equation.DSMT4">
                  <p:embed/>
                  <p:pic>
                    <p:nvPicPr>
                      <p:cNvPr id="261137"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4000" y="4652963"/>
                        <a:ext cx="57197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8" name="Object 18"/>
          <p:cNvGraphicFramePr>
            <a:graphicFrameLocks noChangeAspect="1"/>
          </p:cNvGraphicFramePr>
          <p:nvPr/>
        </p:nvGraphicFramePr>
        <p:xfrm>
          <a:off x="179388" y="5445125"/>
          <a:ext cx="3355975" cy="889000"/>
        </p:xfrm>
        <a:graphic>
          <a:graphicData uri="http://schemas.openxmlformats.org/presentationml/2006/ole">
            <mc:AlternateContent xmlns:mc="http://schemas.openxmlformats.org/markup-compatibility/2006">
              <mc:Choice xmlns:v="urn:schemas-microsoft-com:vml" Requires="v">
                <p:oleObj name="Equation" r:id="rId16" imgW="1675673" imgH="444307" progId="Equation.DSMT4">
                  <p:embed/>
                </p:oleObj>
              </mc:Choice>
              <mc:Fallback>
                <p:oleObj name="Equation" r:id="rId16" imgW="1675673" imgH="444307" progId="Equation.DSMT4">
                  <p:embed/>
                  <p:pic>
                    <p:nvPicPr>
                      <p:cNvPr id="261138"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9388" y="5445125"/>
                        <a:ext cx="3355975"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9" name="Object 19"/>
          <p:cNvGraphicFramePr>
            <a:graphicFrameLocks noChangeAspect="1"/>
          </p:cNvGraphicFramePr>
          <p:nvPr/>
        </p:nvGraphicFramePr>
        <p:xfrm>
          <a:off x="4211638" y="5518150"/>
          <a:ext cx="1627187" cy="941388"/>
        </p:xfrm>
        <a:graphic>
          <a:graphicData uri="http://schemas.openxmlformats.org/presentationml/2006/ole">
            <mc:AlternateContent xmlns:mc="http://schemas.openxmlformats.org/markup-compatibility/2006">
              <mc:Choice xmlns:v="urn:schemas-microsoft-com:vml" Requires="v">
                <p:oleObj name="Equation" r:id="rId18" imgW="812447" imgH="469696" progId="Equation.DSMT4">
                  <p:embed/>
                </p:oleObj>
              </mc:Choice>
              <mc:Fallback>
                <p:oleObj name="Equation" r:id="rId18" imgW="812447" imgH="469696" progId="Equation.DSMT4">
                  <p:embed/>
                  <p:pic>
                    <p:nvPicPr>
                      <p:cNvPr id="261139"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11638" y="5518150"/>
                        <a:ext cx="1627187"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0" name="Object 20"/>
          <p:cNvGraphicFramePr>
            <a:graphicFrameLocks noChangeAspect="1"/>
          </p:cNvGraphicFramePr>
          <p:nvPr/>
        </p:nvGraphicFramePr>
        <p:xfrm>
          <a:off x="6443663" y="5734050"/>
          <a:ext cx="2360612" cy="863600"/>
        </p:xfrm>
        <a:graphic>
          <a:graphicData uri="http://schemas.openxmlformats.org/presentationml/2006/ole">
            <mc:AlternateContent xmlns:mc="http://schemas.openxmlformats.org/markup-compatibility/2006">
              <mc:Choice xmlns:v="urn:schemas-microsoft-com:vml" Requires="v">
                <p:oleObj name="Equation" r:id="rId20" imgW="1180588" imgH="431613" progId="Equation.DSMT4">
                  <p:embed/>
                </p:oleObj>
              </mc:Choice>
              <mc:Fallback>
                <p:oleObj name="Equation" r:id="rId20" imgW="1180588" imgH="431613" progId="Equation.DSMT4">
                  <p:embed/>
                  <p:pic>
                    <p:nvPicPr>
                      <p:cNvPr id="261140" name="Object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443663" y="5734050"/>
                        <a:ext cx="2360612"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26323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1128"/>
                                        </p:tgtEl>
                                        <p:attrNameLst>
                                          <p:attrName>style.visibility</p:attrName>
                                        </p:attrNameLst>
                                      </p:cBhvr>
                                      <p:to>
                                        <p:strVal val="visible"/>
                                      </p:to>
                                    </p:set>
                                    <p:animEffect transition="in" filter="wipe(left)">
                                      <p:cBhvr>
                                        <p:cTn id="7" dur="2000"/>
                                        <p:tgtEl>
                                          <p:spTgt spid="2611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1129"/>
                                        </p:tgtEl>
                                        <p:attrNameLst>
                                          <p:attrName>style.visibility</p:attrName>
                                        </p:attrNameLst>
                                      </p:cBhvr>
                                      <p:to>
                                        <p:strVal val="visible"/>
                                      </p:to>
                                    </p:set>
                                    <p:animEffect transition="in" filter="wipe(left)">
                                      <p:cBhvr>
                                        <p:cTn id="12" dur="2000"/>
                                        <p:tgtEl>
                                          <p:spTgt spid="2611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1130"/>
                                        </p:tgtEl>
                                        <p:attrNameLst>
                                          <p:attrName>style.visibility</p:attrName>
                                        </p:attrNameLst>
                                      </p:cBhvr>
                                      <p:to>
                                        <p:strVal val="visible"/>
                                      </p:to>
                                    </p:set>
                                    <p:animEffect transition="in" filter="wipe(left)">
                                      <p:cBhvr>
                                        <p:cTn id="17" dur="2000"/>
                                        <p:tgtEl>
                                          <p:spTgt spid="2611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1132"/>
                                        </p:tgtEl>
                                        <p:attrNameLst>
                                          <p:attrName>style.visibility</p:attrName>
                                        </p:attrNameLst>
                                      </p:cBhvr>
                                      <p:to>
                                        <p:strVal val="visible"/>
                                      </p:to>
                                    </p:set>
                                    <p:animEffect transition="in" filter="wipe(left)">
                                      <p:cBhvr>
                                        <p:cTn id="22" dur="2000"/>
                                        <p:tgtEl>
                                          <p:spTgt spid="2611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1135"/>
                                        </p:tgtEl>
                                        <p:attrNameLst>
                                          <p:attrName>style.visibility</p:attrName>
                                        </p:attrNameLst>
                                      </p:cBhvr>
                                      <p:to>
                                        <p:strVal val="visible"/>
                                      </p:to>
                                    </p:set>
                                    <p:animEffect transition="in" filter="wipe(left)">
                                      <p:cBhvr>
                                        <p:cTn id="27" dur="2000"/>
                                        <p:tgtEl>
                                          <p:spTgt spid="2611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1137"/>
                                        </p:tgtEl>
                                        <p:attrNameLst>
                                          <p:attrName>style.visibility</p:attrName>
                                        </p:attrNameLst>
                                      </p:cBhvr>
                                      <p:to>
                                        <p:strVal val="visible"/>
                                      </p:to>
                                    </p:set>
                                    <p:animEffect transition="in" filter="wipe(left)">
                                      <p:cBhvr>
                                        <p:cTn id="32" dur="2000"/>
                                        <p:tgtEl>
                                          <p:spTgt spid="2611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1138"/>
                                        </p:tgtEl>
                                        <p:attrNameLst>
                                          <p:attrName>style.visibility</p:attrName>
                                        </p:attrNameLst>
                                      </p:cBhvr>
                                      <p:to>
                                        <p:strVal val="visible"/>
                                      </p:to>
                                    </p:set>
                                    <p:animEffect transition="in" filter="wipe(left)">
                                      <p:cBhvr>
                                        <p:cTn id="37" dur="2000"/>
                                        <p:tgtEl>
                                          <p:spTgt spid="26113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1139"/>
                                        </p:tgtEl>
                                        <p:attrNameLst>
                                          <p:attrName>style.visibility</p:attrName>
                                        </p:attrNameLst>
                                      </p:cBhvr>
                                      <p:to>
                                        <p:strVal val="visible"/>
                                      </p:to>
                                    </p:set>
                                    <p:animEffect transition="in" filter="wipe(left)">
                                      <p:cBhvr>
                                        <p:cTn id="42" dur="2000"/>
                                        <p:tgtEl>
                                          <p:spTgt spid="26113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1140"/>
                                        </p:tgtEl>
                                        <p:attrNameLst>
                                          <p:attrName>style.visibility</p:attrName>
                                        </p:attrNameLst>
                                      </p:cBhvr>
                                      <p:to>
                                        <p:strVal val="visible"/>
                                      </p:to>
                                    </p:set>
                                    <p:animEffect transition="in" filter="wipe(left)">
                                      <p:cBhvr>
                                        <p:cTn id="47" dur="2000"/>
                                        <p:tgtEl>
                                          <p:spTgt spid="261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666750" y="909320"/>
            <a:ext cx="7810500" cy="5038725"/>
          </a:xfrm>
          <a:prstGeom prst="rect">
            <a:avLst/>
          </a:prstGeom>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18795" y="971550"/>
            <a:ext cx="8105775" cy="4914900"/>
          </a:xfrm>
          <a:prstGeom prst="rect">
            <a:avLst/>
          </a:prstGeom>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80695" y="966470"/>
            <a:ext cx="8181975" cy="4924425"/>
          </a:xfrm>
          <a:prstGeom prst="rect">
            <a:avLst/>
          </a:prstGeom>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Text Box 2"/>
          <p:cNvSpPr txBox="1">
            <a:spLocks noChangeArrowheads="1"/>
          </p:cNvSpPr>
          <p:nvPr/>
        </p:nvSpPr>
        <p:spPr bwMode="auto">
          <a:xfrm>
            <a:off x="685800" y="3352800"/>
            <a:ext cx="7997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当</a:t>
            </a: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1</a:t>
            </a:r>
            <a:r>
              <a:rPr kumimoji="1" lang="en-US" altLang="zh-CN" sz="2400" b="1">
                <a:latin typeface="Times New Roman" panose="02020603050405020304" pitchFamily="18" charset="0"/>
              </a:rPr>
              <a:t> , </a:t>
            </a:r>
            <a:r>
              <a:rPr kumimoji="1" lang="en-US" altLang="zh-CN" sz="2400" b="1" i="1">
                <a:latin typeface="Times New Roman" panose="02020603050405020304" pitchFamily="18" charset="0"/>
              </a:rPr>
              <a:t>M</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2</a:t>
            </a:r>
            <a:r>
              <a:rPr kumimoji="1" lang="en-US" altLang="zh-CN" sz="2400" b="1">
                <a:latin typeface="Times New Roman" panose="02020603050405020304" pitchFamily="18" charset="0"/>
                <a:sym typeface="Symbol" panose="05050102010706020507" pitchFamily="18" charset="2"/>
              </a:rPr>
              <a:t> </a:t>
            </a:r>
            <a:r>
              <a:rPr kumimoji="1" lang="zh-CN" altLang="en-US"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1</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2 </a:t>
            </a:r>
            <a:r>
              <a:rPr kumimoji="1" lang="zh-CN" altLang="en-US" sz="2400" b="1">
                <a:latin typeface="Times New Roman" panose="02020603050405020304" pitchFamily="18" charset="0"/>
              </a:rPr>
              <a:t>比值不变 </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磁导率</a:t>
            </a:r>
            <a:r>
              <a:rPr kumimoji="1" lang="en-US" altLang="zh-CN" sz="2400" b="1" i="1">
                <a:latin typeface="Symbol" panose="05050102010706020507" pitchFamily="18" charset="2"/>
              </a:rPr>
              <a:t>m</a:t>
            </a:r>
            <a:r>
              <a:rPr kumimoji="1" lang="en-US" altLang="zh-CN" sz="2400" b="1">
                <a:latin typeface="Times New Roman" panose="02020603050405020304" pitchFamily="18" charset="0"/>
                <a:sym typeface="Symbol" panose="05050102010706020507" pitchFamily="18" charset="2"/>
              </a:rPr>
              <a:t> )  ,  </a:t>
            </a:r>
            <a:r>
              <a:rPr kumimoji="1" lang="zh-CN" altLang="en-US" sz="2400" b="1">
                <a:latin typeface="Times New Roman" panose="02020603050405020304" pitchFamily="18" charset="0"/>
                <a:sym typeface="Symbol" panose="05050102010706020507" pitchFamily="18" charset="2"/>
              </a:rPr>
              <a:t>则有</a:t>
            </a:r>
          </a:p>
        </p:txBody>
      </p:sp>
      <p:sp>
        <p:nvSpPr>
          <p:cNvPr id="750595" name="Text Box 3"/>
          <p:cNvSpPr txBox="1">
            <a:spLocks noChangeArrowheads="1"/>
          </p:cNvSpPr>
          <p:nvPr/>
        </p:nvSpPr>
        <p:spPr bwMode="auto">
          <a:xfrm>
            <a:off x="304800" y="304800"/>
            <a:ext cx="5070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0000FF"/>
                </a:solidFill>
                <a:latin typeface="Times New Roman" panose="02020603050405020304" pitchFamily="18" charset="0"/>
              </a:rPr>
              <a:t>6. </a:t>
            </a:r>
            <a:r>
              <a:rPr kumimoji="1" lang="zh-CN" altLang="en-US" sz="2400" b="1">
                <a:solidFill>
                  <a:srgbClr val="0000FF"/>
                </a:solidFill>
                <a:latin typeface="Times New Roman" panose="02020603050405020304" pitchFamily="18" charset="0"/>
              </a:rPr>
              <a:t>理想变压器 </a:t>
            </a:r>
            <a:r>
              <a:rPr kumimoji="1" lang="en-US" altLang="zh-CN" sz="2400" b="1">
                <a:solidFill>
                  <a:srgbClr val="0000FF"/>
                </a:solidFill>
                <a:latin typeface="Times New Roman" panose="02020603050405020304" pitchFamily="18" charset="0"/>
              </a:rPr>
              <a:t>(</a:t>
            </a:r>
            <a:r>
              <a:rPr kumimoji="1" lang="en-US" altLang="zh-CN" sz="2400" b="1" i="1">
                <a:solidFill>
                  <a:srgbClr val="0000FF"/>
                </a:solidFill>
                <a:latin typeface="Times New Roman" panose="02020603050405020304" pitchFamily="18" charset="0"/>
              </a:rPr>
              <a:t>ideal transformer</a:t>
            </a:r>
            <a:r>
              <a:rPr kumimoji="1" lang="en-US" altLang="zh-CN" sz="2400" b="1">
                <a:solidFill>
                  <a:srgbClr val="0000FF"/>
                </a:solidFill>
                <a:latin typeface="Times New Roman" panose="02020603050405020304" pitchFamily="18" charset="0"/>
              </a:rPr>
              <a:t>)</a:t>
            </a:r>
          </a:p>
        </p:txBody>
      </p:sp>
      <p:grpSp>
        <p:nvGrpSpPr>
          <p:cNvPr id="750596" name="Group 4"/>
          <p:cNvGrpSpPr>
            <a:grpSpLocks/>
          </p:cNvGrpSpPr>
          <p:nvPr/>
        </p:nvGrpSpPr>
        <p:grpSpPr bwMode="auto">
          <a:xfrm>
            <a:off x="1371600" y="4038600"/>
            <a:ext cx="1700213" cy="1279525"/>
            <a:chOff x="816" y="2688"/>
            <a:chExt cx="1071" cy="806"/>
          </a:xfrm>
        </p:grpSpPr>
        <p:graphicFrame>
          <p:nvGraphicFramePr>
            <p:cNvPr id="750597" name="Object 5"/>
            <p:cNvGraphicFramePr>
              <a:graphicFrameLocks noChangeAspect="1"/>
            </p:cNvGraphicFramePr>
            <p:nvPr/>
          </p:nvGraphicFramePr>
          <p:xfrm>
            <a:off x="935" y="2688"/>
            <a:ext cx="899" cy="288"/>
          </p:xfrm>
          <a:graphic>
            <a:graphicData uri="http://schemas.openxmlformats.org/presentationml/2006/ole">
              <mc:AlternateContent xmlns:mc="http://schemas.openxmlformats.org/markup-compatibility/2006">
                <mc:Choice xmlns:v="urn:schemas-microsoft-com:vml" Requires="v">
                  <p:oleObj name="公式" r:id="rId3" imgW="711000" imgH="228600" progId="Equation.3">
                    <p:embed/>
                  </p:oleObj>
                </mc:Choice>
                <mc:Fallback>
                  <p:oleObj name="公式" r:id="rId3" imgW="711000" imgH="228600" progId="Equation.3">
                    <p:embed/>
                    <p:pic>
                      <p:nvPicPr>
                        <p:cNvPr id="75059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 y="2688"/>
                          <a:ext cx="8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0598" name="Object 6"/>
            <p:cNvGraphicFramePr>
              <a:graphicFrameLocks noChangeAspect="1"/>
            </p:cNvGraphicFramePr>
            <p:nvPr/>
          </p:nvGraphicFramePr>
          <p:xfrm>
            <a:off x="963" y="3042"/>
            <a:ext cx="924" cy="452"/>
          </p:xfrm>
          <a:graphic>
            <a:graphicData uri="http://schemas.openxmlformats.org/presentationml/2006/ole">
              <mc:AlternateContent xmlns:mc="http://schemas.openxmlformats.org/markup-compatibility/2006">
                <mc:Choice xmlns:v="urn:schemas-microsoft-com:vml" Requires="v">
                  <p:oleObj name="公式" r:id="rId5" imgW="723600" imgH="355320" progId="Equation.3">
                    <p:embed/>
                  </p:oleObj>
                </mc:Choice>
                <mc:Fallback>
                  <p:oleObj name="公式" r:id="rId5" imgW="723600" imgH="355320" progId="Equation.3">
                    <p:embed/>
                    <p:pic>
                      <p:nvPicPr>
                        <p:cNvPr id="75059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3" y="3042"/>
                          <a:ext cx="924"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0599" name="AutoShape 7"/>
            <p:cNvSpPr>
              <a:spLocks/>
            </p:cNvSpPr>
            <p:nvPr/>
          </p:nvSpPr>
          <p:spPr bwMode="auto">
            <a:xfrm>
              <a:off x="816" y="2692"/>
              <a:ext cx="119" cy="730"/>
            </a:xfrm>
            <a:prstGeom prst="leftBrace">
              <a:avLst>
                <a:gd name="adj1" fmla="val 51120"/>
                <a:gd name="adj2" fmla="val 50000"/>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0600" name="Group 8"/>
          <p:cNvGrpSpPr>
            <a:grpSpLocks/>
          </p:cNvGrpSpPr>
          <p:nvPr/>
        </p:nvGrpSpPr>
        <p:grpSpPr bwMode="auto">
          <a:xfrm>
            <a:off x="4724400" y="3733800"/>
            <a:ext cx="3436938" cy="2160588"/>
            <a:chOff x="2652" y="813"/>
            <a:chExt cx="2165" cy="1361"/>
          </a:xfrm>
        </p:grpSpPr>
        <p:sp>
          <p:nvSpPr>
            <p:cNvPr id="750601" name="Line 9"/>
            <p:cNvSpPr>
              <a:spLocks noChangeShapeType="1"/>
            </p:cNvSpPr>
            <p:nvPr/>
          </p:nvSpPr>
          <p:spPr bwMode="auto">
            <a:xfrm flipH="1">
              <a:off x="3574" y="1843"/>
              <a:ext cx="4" cy="2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2" name="Line 10"/>
            <p:cNvSpPr>
              <a:spLocks noChangeShapeType="1"/>
            </p:cNvSpPr>
            <p:nvPr/>
          </p:nvSpPr>
          <p:spPr bwMode="auto">
            <a:xfrm>
              <a:off x="3576" y="1267"/>
              <a:ext cx="2"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3" name="Line 11"/>
            <p:cNvSpPr>
              <a:spLocks noChangeShapeType="1"/>
            </p:cNvSpPr>
            <p:nvPr/>
          </p:nvSpPr>
          <p:spPr bwMode="auto">
            <a:xfrm flipH="1">
              <a:off x="4004" y="1866"/>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4" name="Line 12"/>
            <p:cNvSpPr>
              <a:spLocks noChangeShapeType="1"/>
            </p:cNvSpPr>
            <p:nvPr/>
          </p:nvSpPr>
          <p:spPr bwMode="auto">
            <a:xfrm>
              <a:off x="4006" y="1262"/>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5" name="Line 13"/>
            <p:cNvSpPr>
              <a:spLocks noChangeShapeType="1"/>
            </p:cNvSpPr>
            <p:nvPr/>
          </p:nvSpPr>
          <p:spPr bwMode="auto">
            <a:xfrm>
              <a:off x="2966" y="1262"/>
              <a:ext cx="60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6" name="Line 14"/>
            <p:cNvSpPr>
              <a:spLocks noChangeShapeType="1"/>
            </p:cNvSpPr>
            <p:nvPr/>
          </p:nvSpPr>
          <p:spPr bwMode="auto">
            <a:xfrm flipV="1">
              <a:off x="4006" y="2068"/>
              <a:ext cx="50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7" name="Line 15"/>
            <p:cNvSpPr>
              <a:spLocks noChangeShapeType="1"/>
            </p:cNvSpPr>
            <p:nvPr/>
          </p:nvSpPr>
          <p:spPr bwMode="auto">
            <a:xfrm rot="5400000">
              <a:off x="4385" y="1065"/>
              <a:ext cx="0" cy="25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8" name="Text Box 16"/>
            <p:cNvSpPr txBox="1">
              <a:spLocks noChangeArrowheads="1"/>
            </p:cNvSpPr>
            <p:nvPr/>
          </p:nvSpPr>
          <p:spPr bwMode="auto">
            <a:xfrm>
              <a:off x="3600" y="128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0609" name="Text Box 17"/>
            <p:cNvSpPr txBox="1">
              <a:spLocks noChangeArrowheads="1"/>
            </p:cNvSpPr>
            <p:nvPr/>
          </p:nvSpPr>
          <p:spPr bwMode="auto">
            <a:xfrm>
              <a:off x="3821" y="1281"/>
              <a:ext cx="1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0610" name="Line 18"/>
            <p:cNvSpPr>
              <a:spLocks noChangeShapeType="1"/>
            </p:cNvSpPr>
            <p:nvPr/>
          </p:nvSpPr>
          <p:spPr bwMode="auto">
            <a:xfrm>
              <a:off x="2957" y="1193"/>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0611" name="Group 19"/>
            <p:cNvGrpSpPr>
              <a:grpSpLocks/>
            </p:cNvGrpSpPr>
            <p:nvPr/>
          </p:nvGrpSpPr>
          <p:grpSpPr bwMode="auto">
            <a:xfrm rot="16200000" flipH="1">
              <a:off x="3798" y="1656"/>
              <a:ext cx="370" cy="53"/>
              <a:chOff x="1200" y="1584"/>
              <a:chExt cx="379" cy="45"/>
            </a:xfrm>
          </p:grpSpPr>
          <p:sp>
            <p:nvSpPr>
              <p:cNvPr id="750612" name="Arc 2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3" name="Arc 2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4" name="Arc 2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5" name="Arc 2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0616" name="Oval 24"/>
            <p:cNvSpPr>
              <a:spLocks noChangeArrowheads="1"/>
            </p:cNvSpPr>
            <p:nvPr/>
          </p:nvSpPr>
          <p:spPr bwMode="auto">
            <a:xfrm>
              <a:off x="2914" y="1247"/>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7" name="Oval 25"/>
            <p:cNvSpPr>
              <a:spLocks noChangeArrowheads="1"/>
            </p:cNvSpPr>
            <p:nvPr/>
          </p:nvSpPr>
          <p:spPr bwMode="auto">
            <a:xfrm>
              <a:off x="4493" y="124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8" name="Line 26"/>
            <p:cNvSpPr>
              <a:spLocks noChangeShapeType="1"/>
            </p:cNvSpPr>
            <p:nvPr/>
          </p:nvSpPr>
          <p:spPr bwMode="auto">
            <a:xfrm>
              <a:off x="4004" y="1262"/>
              <a:ext cx="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9" name="Oval 27"/>
            <p:cNvSpPr>
              <a:spLocks noChangeArrowheads="1"/>
            </p:cNvSpPr>
            <p:nvPr/>
          </p:nvSpPr>
          <p:spPr bwMode="auto">
            <a:xfrm>
              <a:off x="4507" y="2046"/>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0620" name="Object 28"/>
            <p:cNvGraphicFramePr>
              <a:graphicFrameLocks noChangeAspect="1"/>
            </p:cNvGraphicFramePr>
            <p:nvPr/>
          </p:nvGraphicFramePr>
          <p:xfrm>
            <a:off x="2954" y="813"/>
            <a:ext cx="218" cy="377"/>
          </p:xfrm>
          <a:graphic>
            <a:graphicData uri="http://schemas.openxmlformats.org/presentationml/2006/ole">
              <mc:AlternateContent xmlns:mc="http://schemas.openxmlformats.org/markup-compatibility/2006">
                <mc:Choice xmlns:v="urn:schemas-microsoft-com:vml" Requires="v">
                  <p:oleObj name="公式" r:id="rId7" imgW="164880" imgH="304560" progId="Equation.3">
                    <p:embed/>
                  </p:oleObj>
                </mc:Choice>
                <mc:Fallback>
                  <p:oleObj name="公式" r:id="rId7" imgW="164880" imgH="304560" progId="Equation.3">
                    <p:embed/>
                    <p:pic>
                      <p:nvPicPr>
                        <p:cNvPr id="75062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54" y="813"/>
                          <a:ext cx="218" cy="3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0621" name="Object 29"/>
            <p:cNvGraphicFramePr>
              <a:graphicFrameLocks noChangeAspect="1"/>
            </p:cNvGraphicFramePr>
            <p:nvPr/>
          </p:nvGraphicFramePr>
          <p:xfrm>
            <a:off x="4313" y="813"/>
            <a:ext cx="223" cy="384"/>
          </p:xfrm>
          <a:graphic>
            <a:graphicData uri="http://schemas.openxmlformats.org/presentationml/2006/ole">
              <mc:AlternateContent xmlns:mc="http://schemas.openxmlformats.org/markup-compatibility/2006">
                <mc:Choice xmlns:v="urn:schemas-microsoft-com:vml" Requires="v">
                  <p:oleObj name="公式" r:id="rId9" imgW="164880" imgH="304560" progId="Equation.3">
                    <p:embed/>
                  </p:oleObj>
                </mc:Choice>
                <mc:Fallback>
                  <p:oleObj name="公式" r:id="rId9" imgW="164880" imgH="304560" progId="Equation.3">
                    <p:embed/>
                    <p:pic>
                      <p:nvPicPr>
                        <p:cNvPr id="750621"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13" y="813"/>
                          <a:ext cx="22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0622" name="Line 30"/>
            <p:cNvSpPr>
              <a:spLocks noChangeShapeType="1"/>
            </p:cNvSpPr>
            <p:nvPr/>
          </p:nvSpPr>
          <p:spPr bwMode="auto">
            <a:xfrm flipH="1">
              <a:off x="2966" y="2060"/>
              <a:ext cx="608" cy="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23" name="Oval 31"/>
            <p:cNvSpPr>
              <a:spLocks noChangeArrowheads="1"/>
            </p:cNvSpPr>
            <p:nvPr/>
          </p:nvSpPr>
          <p:spPr bwMode="auto">
            <a:xfrm flipH="1">
              <a:off x="2918" y="2034"/>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24" name="Text Box 32"/>
            <p:cNvSpPr txBox="1">
              <a:spLocks noChangeArrowheads="1"/>
            </p:cNvSpPr>
            <p:nvPr/>
          </p:nvSpPr>
          <p:spPr bwMode="auto">
            <a:xfrm>
              <a:off x="4536" y="1146"/>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0625" name="Text Box 33"/>
            <p:cNvSpPr txBox="1">
              <a:spLocks noChangeArrowheads="1"/>
            </p:cNvSpPr>
            <p:nvPr/>
          </p:nvSpPr>
          <p:spPr bwMode="auto">
            <a:xfrm>
              <a:off x="4558" y="1924"/>
              <a:ext cx="25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0626" name="Object 34"/>
            <p:cNvGraphicFramePr>
              <a:graphicFrameLocks noChangeAspect="1"/>
            </p:cNvGraphicFramePr>
            <p:nvPr/>
          </p:nvGraphicFramePr>
          <p:xfrm>
            <a:off x="4550" y="1451"/>
            <a:ext cx="232" cy="384"/>
          </p:xfrm>
          <a:graphic>
            <a:graphicData uri="http://schemas.openxmlformats.org/presentationml/2006/ole">
              <mc:AlternateContent xmlns:mc="http://schemas.openxmlformats.org/markup-compatibility/2006">
                <mc:Choice xmlns:v="urn:schemas-microsoft-com:vml" Requires="v">
                  <p:oleObj name="公式" r:id="rId11" imgW="203040" imgH="304560" progId="Equation.3">
                    <p:embed/>
                  </p:oleObj>
                </mc:Choice>
                <mc:Fallback>
                  <p:oleObj name="公式" r:id="rId11" imgW="203040" imgH="304560" progId="Equation.3">
                    <p:embed/>
                    <p:pic>
                      <p:nvPicPr>
                        <p:cNvPr id="750626" name="Object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50" y="1451"/>
                          <a:ext cx="2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0627" name="Text Box 35"/>
            <p:cNvSpPr txBox="1">
              <a:spLocks noChangeArrowheads="1"/>
            </p:cNvSpPr>
            <p:nvPr/>
          </p:nvSpPr>
          <p:spPr bwMode="auto">
            <a:xfrm>
              <a:off x="2657" y="1161"/>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0628" name="Text Box 36"/>
            <p:cNvSpPr txBox="1">
              <a:spLocks noChangeArrowheads="1"/>
            </p:cNvSpPr>
            <p:nvPr/>
          </p:nvSpPr>
          <p:spPr bwMode="auto">
            <a:xfrm>
              <a:off x="2685" y="1922"/>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0629" name="Object 37"/>
            <p:cNvGraphicFramePr>
              <a:graphicFrameLocks noChangeAspect="1"/>
            </p:cNvGraphicFramePr>
            <p:nvPr/>
          </p:nvGraphicFramePr>
          <p:xfrm>
            <a:off x="2652" y="1438"/>
            <a:ext cx="235" cy="387"/>
          </p:xfrm>
          <a:graphic>
            <a:graphicData uri="http://schemas.openxmlformats.org/presentationml/2006/ole">
              <mc:AlternateContent xmlns:mc="http://schemas.openxmlformats.org/markup-compatibility/2006">
                <mc:Choice xmlns:v="urn:schemas-microsoft-com:vml" Requires="v">
                  <p:oleObj name="公式" r:id="rId13" imgW="203040" imgH="304560" progId="Equation.3">
                    <p:embed/>
                  </p:oleObj>
                </mc:Choice>
                <mc:Fallback>
                  <p:oleObj name="公式" r:id="rId13" imgW="203040" imgH="304560" progId="Equation.3">
                    <p:embed/>
                    <p:pic>
                      <p:nvPicPr>
                        <p:cNvPr id="750629" name="Object 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52" y="1438"/>
                          <a:ext cx="235"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50630" name="Group 38"/>
            <p:cNvGrpSpPr>
              <a:grpSpLocks/>
            </p:cNvGrpSpPr>
            <p:nvPr/>
          </p:nvGrpSpPr>
          <p:grpSpPr bwMode="auto">
            <a:xfrm rot="5400000">
              <a:off x="3419" y="1637"/>
              <a:ext cx="370" cy="53"/>
              <a:chOff x="1200" y="1584"/>
              <a:chExt cx="379" cy="45"/>
            </a:xfrm>
          </p:grpSpPr>
          <p:sp>
            <p:nvSpPr>
              <p:cNvPr id="750631" name="Arc 39"/>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32" name="Arc 40"/>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33" name="Arc 41"/>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34" name="Arc 42"/>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0635" name="Text Box 43"/>
            <p:cNvSpPr txBox="1">
              <a:spLocks noChangeArrowheads="1"/>
            </p:cNvSpPr>
            <p:nvPr/>
          </p:nvSpPr>
          <p:spPr bwMode="auto">
            <a:xfrm>
              <a:off x="3574" y="936"/>
              <a:ext cx="5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n</a:t>
              </a:r>
              <a:r>
                <a:rPr kumimoji="1" lang="en-US" altLang="zh-CN" sz="2400" b="1">
                  <a:latin typeface="Times New Roman" panose="02020603050405020304" pitchFamily="18" charset="0"/>
                </a:rPr>
                <a:t> : 1</a:t>
              </a:r>
            </a:p>
          </p:txBody>
        </p:sp>
      </p:grpSp>
      <p:sp>
        <p:nvSpPr>
          <p:cNvPr id="750636" name="Text Box 44"/>
          <p:cNvSpPr txBox="1">
            <a:spLocks noChangeArrowheads="1"/>
          </p:cNvSpPr>
          <p:nvPr/>
        </p:nvSpPr>
        <p:spPr bwMode="auto">
          <a:xfrm>
            <a:off x="762000" y="5334000"/>
            <a:ext cx="324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solidFill>
                  <a:srgbClr val="0000FF"/>
                </a:solidFill>
                <a:latin typeface="Times New Roman" panose="02020603050405020304" pitchFamily="18" charset="0"/>
              </a:rPr>
              <a:t>理想变压器的元件特性</a:t>
            </a:r>
          </a:p>
        </p:txBody>
      </p:sp>
      <p:sp>
        <p:nvSpPr>
          <p:cNvPr id="750637" name="Text Box 45"/>
          <p:cNvSpPr txBox="1">
            <a:spLocks noChangeArrowheads="1"/>
          </p:cNvSpPr>
          <p:nvPr/>
        </p:nvSpPr>
        <p:spPr bwMode="auto">
          <a:xfrm>
            <a:off x="4876800" y="5867400"/>
            <a:ext cx="3448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solidFill>
                  <a:srgbClr val="FF3300"/>
                </a:solidFill>
                <a:latin typeface="Times New Roman" panose="02020603050405020304" pitchFamily="18" charset="0"/>
              </a:rPr>
              <a:t>理想变压器的电路模型</a:t>
            </a:r>
            <a:endParaRPr kumimoji="1" lang="zh-CN" altLang="en-US" sz="2400" b="1">
              <a:latin typeface="Times New Roman" panose="02020603050405020304" pitchFamily="18" charset="0"/>
            </a:endParaRPr>
          </a:p>
        </p:txBody>
      </p:sp>
      <p:grpSp>
        <p:nvGrpSpPr>
          <p:cNvPr id="750638" name="Group 46"/>
          <p:cNvGrpSpPr>
            <a:grpSpLocks/>
          </p:cNvGrpSpPr>
          <p:nvPr/>
        </p:nvGrpSpPr>
        <p:grpSpPr bwMode="auto">
          <a:xfrm>
            <a:off x="914400" y="823913"/>
            <a:ext cx="2947988" cy="2370137"/>
            <a:chOff x="384" y="612"/>
            <a:chExt cx="1857" cy="1493"/>
          </a:xfrm>
        </p:grpSpPr>
        <p:sp>
          <p:nvSpPr>
            <p:cNvPr id="750639" name="Rectangle 47"/>
            <p:cNvSpPr>
              <a:spLocks noChangeArrowheads="1"/>
            </p:cNvSpPr>
            <p:nvPr/>
          </p:nvSpPr>
          <p:spPr bwMode="auto">
            <a:xfrm>
              <a:off x="881" y="915"/>
              <a:ext cx="785" cy="91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0" name="Rectangle 48"/>
            <p:cNvSpPr>
              <a:spLocks noChangeArrowheads="1"/>
            </p:cNvSpPr>
            <p:nvPr/>
          </p:nvSpPr>
          <p:spPr bwMode="auto">
            <a:xfrm>
              <a:off x="1042" y="1078"/>
              <a:ext cx="432" cy="58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1" name="AutoShape 49"/>
            <p:cNvSpPr>
              <a:spLocks noChangeArrowheads="1"/>
            </p:cNvSpPr>
            <p:nvPr/>
          </p:nvSpPr>
          <p:spPr bwMode="auto">
            <a:xfrm>
              <a:off x="952" y="1006"/>
              <a:ext cx="624" cy="731"/>
            </a:xfrm>
            <a:prstGeom prst="roundRect">
              <a:avLst>
                <a:gd name="adj" fmla="val 16667"/>
              </a:avLst>
            </a:prstGeom>
            <a:noFill/>
            <a:ln w="19050">
              <a:solidFill>
                <a:srgbClr val="FF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2" name="Line 50"/>
            <p:cNvSpPr>
              <a:spLocks noChangeShapeType="1"/>
            </p:cNvSpPr>
            <p:nvPr/>
          </p:nvSpPr>
          <p:spPr bwMode="auto">
            <a:xfrm>
              <a:off x="1570" y="1350"/>
              <a:ext cx="0" cy="62"/>
            </a:xfrm>
            <a:prstGeom prst="line">
              <a:avLst/>
            </a:prstGeom>
            <a:noFill/>
            <a:ln w="19050">
              <a:solidFill>
                <a:srgbClr val="FF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50643" name="Group 51"/>
            <p:cNvGrpSpPr>
              <a:grpSpLocks/>
            </p:cNvGrpSpPr>
            <p:nvPr/>
          </p:nvGrpSpPr>
          <p:grpSpPr bwMode="auto">
            <a:xfrm>
              <a:off x="656" y="1127"/>
              <a:ext cx="423" cy="450"/>
              <a:chOff x="862" y="2612"/>
              <a:chExt cx="423" cy="450"/>
            </a:xfrm>
          </p:grpSpPr>
          <p:sp>
            <p:nvSpPr>
              <p:cNvPr id="750644" name="Freeform 52"/>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5" name="Line 53"/>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6" name="Freeform 54"/>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7" name="Freeform 55"/>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8" name="Freeform 56"/>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9" name="Freeform 57"/>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0" name="Oval 58"/>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1" name="Oval 59"/>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50652" name="Line 60"/>
            <p:cNvSpPr>
              <a:spLocks noChangeShapeType="1"/>
            </p:cNvSpPr>
            <p:nvPr/>
          </p:nvSpPr>
          <p:spPr bwMode="auto">
            <a:xfrm>
              <a:off x="655" y="1059"/>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3" name="Text Box 61"/>
            <p:cNvSpPr txBox="1">
              <a:spLocks noChangeArrowheads="1"/>
            </p:cNvSpPr>
            <p:nvPr/>
          </p:nvSpPr>
          <p:spPr bwMode="auto">
            <a:xfrm>
              <a:off x="635" y="771"/>
              <a:ext cx="30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spcBef>
                  <a:spcPct val="0"/>
                </a:spcBef>
              </a:pPr>
              <a:endParaRPr kumimoji="1" lang="zh-CN" altLang="zh-CN" sz="2400" b="1">
                <a:latin typeface="Times New Roman" panose="02020603050405020304" pitchFamily="18" charset="0"/>
              </a:endParaRPr>
            </a:p>
          </p:txBody>
        </p:sp>
        <p:grpSp>
          <p:nvGrpSpPr>
            <p:cNvPr id="750654" name="Group 62"/>
            <p:cNvGrpSpPr>
              <a:grpSpLocks/>
            </p:cNvGrpSpPr>
            <p:nvPr/>
          </p:nvGrpSpPr>
          <p:grpSpPr bwMode="auto">
            <a:xfrm flipH="1">
              <a:off x="1426" y="1155"/>
              <a:ext cx="528" cy="432"/>
              <a:chOff x="862" y="2612"/>
              <a:chExt cx="423" cy="450"/>
            </a:xfrm>
          </p:grpSpPr>
          <p:sp>
            <p:nvSpPr>
              <p:cNvPr id="750655" name="Freeform 63"/>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6" name="Line 64"/>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7" name="Freeform 65"/>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8" name="Freeform 66"/>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9" name="Freeform 67"/>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60" name="Freeform 68"/>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61" name="Oval 69"/>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62" name="Oval 70"/>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50663" name="Text Box 71"/>
            <p:cNvSpPr txBox="1">
              <a:spLocks noChangeArrowheads="1"/>
            </p:cNvSpPr>
            <p:nvPr/>
          </p:nvSpPr>
          <p:spPr bwMode="auto">
            <a:xfrm>
              <a:off x="466" y="903"/>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1</a:t>
              </a:r>
            </a:p>
          </p:txBody>
        </p:sp>
        <p:sp>
          <p:nvSpPr>
            <p:cNvPr id="750664" name="Text Box 72"/>
            <p:cNvSpPr txBox="1">
              <a:spLocks noChangeArrowheads="1"/>
            </p:cNvSpPr>
            <p:nvPr/>
          </p:nvSpPr>
          <p:spPr bwMode="auto">
            <a:xfrm>
              <a:off x="442" y="152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1'</a:t>
              </a:r>
            </a:p>
          </p:txBody>
        </p:sp>
        <p:sp>
          <p:nvSpPr>
            <p:cNvPr id="750665" name="Text Box 73"/>
            <p:cNvSpPr txBox="1">
              <a:spLocks noChangeArrowheads="1"/>
            </p:cNvSpPr>
            <p:nvPr/>
          </p:nvSpPr>
          <p:spPr bwMode="auto">
            <a:xfrm>
              <a:off x="1930" y="89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2</a:t>
              </a:r>
            </a:p>
          </p:txBody>
        </p:sp>
        <p:sp>
          <p:nvSpPr>
            <p:cNvPr id="750666" name="Text Box 74"/>
            <p:cNvSpPr txBox="1">
              <a:spLocks noChangeArrowheads="1"/>
            </p:cNvSpPr>
            <p:nvPr/>
          </p:nvSpPr>
          <p:spPr bwMode="auto">
            <a:xfrm>
              <a:off x="1870" y="155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2'</a:t>
              </a:r>
            </a:p>
          </p:txBody>
        </p:sp>
        <p:sp>
          <p:nvSpPr>
            <p:cNvPr id="750667" name="AutoShape 75"/>
            <p:cNvSpPr>
              <a:spLocks noChangeArrowheads="1"/>
            </p:cNvSpPr>
            <p:nvPr/>
          </p:nvSpPr>
          <p:spPr bwMode="auto">
            <a:xfrm>
              <a:off x="909" y="951"/>
              <a:ext cx="696" cy="822"/>
            </a:xfrm>
            <a:prstGeom prst="roundRect">
              <a:avLst>
                <a:gd name="adj" fmla="val 16667"/>
              </a:avLst>
            </a:prstGeom>
            <a:noFill/>
            <a:ln w="19050">
              <a:solidFill>
                <a:schemeClr val="accent2"/>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68" name="Line 76"/>
            <p:cNvSpPr>
              <a:spLocks noChangeShapeType="1"/>
            </p:cNvSpPr>
            <p:nvPr/>
          </p:nvSpPr>
          <p:spPr bwMode="auto">
            <a:xfrm rot="-5400000">
              <a:off x="1162" y="868"/>
              <a:ext cx="0" cy="166"/>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0669" name="Object 77"/>
            <p:cNvGraphicFramePr>
              <a:graphicFrameLocks noChangeAspect="1"/>
            </p:cNvGraphicFramePr>
            <p:nvPr/>
          </p:nvGraphicFramePr>
          <p:xfrm>
            <a:off x="1198" y="1295"/>
            <a:ext cx="336" cy="319"/>
          </p:xfrm>
          <a:graphic>
            <a:graphicData uri="http://schemas.openxmlformats.org/presentationml/2006/ole">
              <mc:AlternateContent xmlns:mc="http://schemas.openxmlformats.org/markup-compatibility/2006">
                <mc:Choice xmlns:v="urn:schemas-microsoft-com:vml" Requires="v">
                  <p:oleObj name="Equation" r:id="rId15" imgW="241200" imgH="228600" progId="Equation.DSMT4">
                    <p:embed/>
                  </p:oleObj>
                </mc:Choice>
                <mc:Fallback>
                  <p:oleObj name="Equation" r:id="rId15" imgW="241200" imgH="228600" progId="Equation.DSMT4">
                    <p:embed/>
                    <p:pic>
                      <p:nvPicPr>
                        <p:cNvPr id="750669" name="Object 7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98" y="1295"/>
                          <a:ext cx="336"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0670" name="Object 78"/>
            <p:cNvGraphicFramePr>
              <a:graphicFrameLocks noChangeAspect="1"/>
            </p:cNvGraphicFramePr>
            <p:nvPr/>
          </p:nvGraphicFramePr>
          <p:xfrm>
            <a:off x="1060" y="612"/>
            <a:ext cx="358" cy="319"/>
          </p:xfrm>
          <a:graphic>
            <a:graphicData uri="http://schemas.openxmlformats.org/presentationml/2006/ole">
              <mc:AlternateContent xmlns:mc="http://schemas.openxmlformats.org/markup-compatibility/2006">
                <mc:Choice xmlns:v="urn:schemas-microsoft-com:vml" Requires="v">
                  <p:oleObj name="Equation" r:id="rId17" imgW="253800" imgH="228600" progId="Equation.DSMT4">
                    <p:embed/>
                  </p:oleObj>
                </mc:Choice>
                <mc:Fallback>
                  <p:oleObj name="Equation" r:id="rId17" imgW="253800" imgH="228600" progId="Equation.DSMT4">
                    <p:embed/>
                    <p:pic>
                      <p:nvPicPr>
                        <p:cNvPr id="750670" name="Object 7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60" y="612"/>
                          <a:ext cx="358"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0671" name="Text Box 79"/>
            <p:cNvSpPr txBox="1">
              <a:spLocks noChangeArrowheads="1"/>
            </p:cNvSpPr>
            <p:nvPr/>
          </p:nvSpPr>
          <p:spPr bwMode="auto">
            <a:xfrm>
              <a:off x="815" y="1817"/>
              <a:ext cx="3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400" b="1" i="1">
                  <a:latin typeface="Times New Roman" panose="02020603050405020304" pitchFamily="18" charset="0"/>
                </a:rPr>
                <a:t>N</a:t>
              </a:r>
              <a:r>
                <a:rPr kumimoji="1" lang="en-US" altLang="zh-CN" sz="1400" b="1">
                  <a:latin typeface="Times New Roman" panose="02020603050405020304" pitchFamily="18" charset="0"/>
                </a:rPr>
                <a:t>1</a:t>
              </a:r>
              <a:endParaRPr kumimoji="1" lang="en-US" altLang="zh-CN" sz="2400" b="1" i="1">
                <a:latin typeface="Times New Roman" panose="02020603050405020304" pitchFamily="18" charset="0"/>
              </a:endParaRPr>
            </a:p>
          </p:txBody>
        </p:sp>
        <p:sp>
          <p:nvSpPr>
            <p:cNvPr id="750672" name="Text Box 80"/>
            <p:cNvSpPr txBox="1">
              <a:spLocks noChangeArrowheads="1"/>
            </p:cNvSpPr>
            <p:nvPr/>
          </p:nvSpPr>
          <p:spPr bwMode="auto">
            <a:xfrm>
              <a:off x="1444" y="1809"/>
              <a:ext cx="3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N</a:t>
              </a:r>
              <a:r>
                <a:rPr kumimoji="1" lang="en-US" altLang="zh-CN" sz="1400" b="1">
                  <a:latin typeface="Times New Roman" panose="02020603050405020304" pitchFamily="18" charset="0"/>
                </a:rPr>
                <a:t>2</a:t>
              </a:r>
              <a:endParaRPr kumimoji="1" lang="en-US" altLang="zh-CN" sz="2400" b="1" i="1">
                <a:latin typeface="Times New Roman" panose="02020603050405020304" pitchFamily="18" charset="0"/>
              </a:endParaRPr>
            </a:p>
          </p:txBody>
        </p:sp>
        <p:sp>
          <p:nvSpPr>
            <p:cNvPr id="750673" name="Line 81"/>
            <p:cNvSpPr>
              <a:spLocks noChangeShapeType="1"/>
            </p:cNvSpPr>
            <p:nvPr/>
          </p:nvSpPr>
          <p:spPr bwMode="auto">
            <a:xfrm>
              <a:off x="2050" y="1539"/>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0674" name="Group 82"/>
            <p:cNvGrpSpPr>
              <a:grpSpLocks/>
            </p:cNvGrpSpPr>
            <p:nvPr/>
          </p:nvGrpSpPr>
          <p:grpSpPr bwMode="auto">
            <a:xfrm>
              <a:off x="2038" y="1167"/>
              <a:ext cx="96" cy="96"/>
              <a:chOff x="3588" y="819"/>
              <a:chExt cx="96" cy="96"/>
            </a:xfrm>
          </p:grpSpPr>
          <p:sp>
            <p:nvSpPr>
              <p:cNvPr id="750675" name="Line 83"/>
              <p:cNvSpPr>
                <a:spLocks noChangeShapeType="1"/>
              </p:cNvSpPr>
              <p:nvPr/>
            </p:nvSpPr>
            <p:spPr bwMode="auto">
              <a:xfrm>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76" name="Line 84"/>
              <p:cNvSpPr>
                <a:spLocks noChangeShapeType="1"/>
              </p:cNvSpPr>
              <p:nvPr/>
            </p:nvSpPr>
            <p:spPr bwMode="auto">
              <a:xfrm rot="-5400000">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0677" name="Group 85"/>
            <p:cNvGrpSpPr>
              <a:grpSpLocks/>
            </p:cNvGrpSpPr>
            <p:nvPr/>
          </p:nvGrpSpPr>
          <p:grpSpPr bwMode="auto">
            <a:xfrm>
              <a:off x="456" y="1167"/>
              <a:ext cx="96" cy="96"/>
              <a:chOff x="3588" y="819"/>
              <a:chExt cx="96" cy="96"/>
            </a:xfrm>
          </p:grpSpPr>
          <p:sp>
            <p:nvSpPr>
              <p:cNvPr id="750678" name="Line 86"/>
              <p:cNvSpPr>
                <a:spLocks noChangeShapeType="1"/>
              </p:cNvSpPr>
              <p:nvPr/>
            </p:nvSpPr>
            <p:spPr bwMode="auto">
              <a:xfrm>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79" name="Line 87"/>
              <p:cNvSpPr>
                <a:spLocks noChangeShapeType="1"/>
              </p:cNvSpPr>
              <p:nvPr/>
            </p:nvSpPr>
            <p:spPr bwMode="auto">
              <a:xfrm rot="-5400000">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0680" name="Line 88"/>
            <p:cNvSpPr>
              <a:spLocks noChangeShapeType="1"/>
            </p:cNvSpPr>
            <p:nvPr/>
          </p:nvSpPr>
          <p:spPr bwMode="auto">
            <a:xfrm>
              <a:off x="466" y="152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81" name="Text Box 89"/>
            <p:cNvSpPr txBox="1">
              <a:spLocks noChangeArrowheads="1"/>
            </p:cNvSpPr>
            <p:nvPr/>
          </p:nvSpPr>
          <p:spPr bwMode="auto">
            <a:xfrm>
              <a:off x="384" y="1201"/>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1</a:t>
              </a:r>
              <a:endParaRPr kumimoji="1" lang="en-US" altLang="zh-CN" sz="2400" b="1" i="1">
                <a:latin typeface="Times New Roman" panose="02020603050405020304" pitchFamily="18" charset="0"/>
              </a:endParaRPr>
            </a:p>
          </p:txBody>
        </p:sp>
        <p:sp>
          <p:nvSpPr>
            <p:cNvPr id="750682" name="Text Box 90"/>
            <p:cNvSpPr txBox="1">
              <a:spLocks noChangeArrowheads="1"/>
            </p:cNvSpPr>
            <p:nvPr/>
          </p:nvSpPr>
          <p:spPr bwMode="auto">
            <a:xfrm>
              <a:off x="1954" y="121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2</a:t>
              </a:r>
              <a:endParaRPr kumimoji="1" lang="en-US" altLang="zh-CN" sz="2400" b="1" i="1">
                <a:latin typeface="Times New Roman" panose="02020603050405020304" pitchFamily="18" charset="0"/>
              </a:endParaRPr>
            </a:p>
          </p:txBody>
        </p:sp>
        <p:sp>
          <p:nvSpPr>
            <p:cNvPr id="750683" name="Line 91"/>
            <p:cNvSpPr>
              <a:spLocks noChangeShapeType="1"/>
            </p:cNvSpPr>
            <p:nvPr/>
          </p:nvSpPr>
          <p:spPr bwMode="auto">
            <a:xfrm flipH="1">
              <a:off x="1737" y="1078"/>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84" name="Text Box 92"/>
            <p:cNvSpPr txBox="1">
              <a:spLocks noChangeArrowheads="1"/>
            </p:cNvSpPr>
            <p:nvPr/>
          </p:nvSpPr>
          <p:spPr bwMode="auto">
            <a:xfrm>
              <a:off x="622" y="744"/>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1</a:t>
              </a:r>
              <a:endParaRPr kumimoji="1" lang="en-US" altLang="zh-CN" sz="2400" b="1" i="1">
                <a:latin typeface="Times New Roman" panose="02020603050405020304" pitchFamily="18" charset="0"/>
              </a:endParaRPr>
            </a:p>
          </p:txBody>
        </p:sp>
        <p:sp>
          <p:nvSpPr>
            <p:cNvPr id="750685" name="Text Box 93"/>
            <p:cNvSpPr txBox="1">
              <a:spLocks noChangeArrowheads="1"/>
            </p:cNvSpPr>
            <p:nvPr/>
          </p:nvSpPr>
          <p:spPr bwMode="auto">
            <a:xfrm>
              <a:off x="1737" y="791"/>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2</a:t>
              </a:r>
              <a:endParaRPr kumimoji="1" lang="en-US" altLang="zh-CN" sz="2400" b="1" i="1">
                <a:latin typeface="Times New Roman" panose="02020603050405020304" pitchFamily="18" charset="0"/>
              </a:endParaRPr>
            </a:p>
          </p:txBody>
        </p:sp>
      </p:grpSp>
      <p:grpSp>
        <p:nvGrpSpPr>
          <p:cNvPr id="750686" name="Group 94"/>
          <p:cNvGrpSpPr>
            <a:grpSpLocks/>
          </p:cNvGrpSpPr>
          <p:nvPr/>
        </p:nvGrpSpPr>
        <p:grpSpPr bwMode="auto">
          <a:xfrm>
            <a:off x="5562600" y="1295400"/>
            <a:ext cx="2274888" cy="1390650"/>
            <a:chOff x="3696" y="816"/>
            <a:chExt cx="1433" cy="876"/>
          </a:xfrm>
        </p:grpSpPr>
        <p:graphicFrame>
          <p:nvGraphicFramePr>
            <p:cNvPr id="750687" name="Object 95"/>
            <p:cNvGraphicFramePr>
              <a:graphicFrameLocks noChangeAspect="1"/>
            </p:cNvGraphicFramePr>
            <p:nvPr/>
          </p:nvGraphicFramePr>
          <p:xfrm>
            <a:off x="3841" y="816"/>
            <a:ext cx="899" cy="288"/>
          </p:xfrm>
          <a:graphic>
            <a:graphicData uri="http://schemas.openxmlformats.org/presentationml/2006/ole">
              <mc:AlternateContent xmlns:mc="http://schemas.openxmlformats.org/markup-compatibility/2006">
                <mc:Choice xmlns:v="urn:schemas-microsoft-com:vml" Requires="v">
                  <p:oleObj name="公式" r:id="rId19" imgW="711000" imgH="228600" progId="Equation.3">
                    <p:embed/>
                  </p:oleObj>
                </mc:Choice>
                <mc:Fallback>
                  <p:oleObj name="公式" r:id="rId19" imgW="711000" imgH="228600" progId="Equation.3">
                    <p:embed/>
                    <p:pic>
                      <p:nvPicPr>
                        <p:cNvPr id="750687" name="Object 9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41" y="816"/>
                          <a:ext cx="8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0688" name="AutoShape 96"/>
            <p:cNvSpPr>
              <a:spLocks/>
            </p:cNvSpPr>
            <p:nvPr/>
          </p:nvSpPr>
          <p:spPr bwMode="auto">
            <a:xfrm>
              <a:off x="3696" y="960"/>
              <a:ext cx="145" cy="610"/>
            </a:xfrm>
            <a:prstGeom prst="leftBrace">
              <a:avLst>
                <a:gd name="adj1" fmla="val 35057"/>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0689" name="Object 97"/>
            <p:cNvGraphicFramePr>
              <a:graphicFrameLocks noChangeAspect="1"/>
            </p:cNvGraphicFramePr>
            <p:nvPr/>
          </p:nvGraphicFramePr>
          <p:xfrm>
            <a:off x="3849" y="1136"/>
            <a:ext cx="1280" cy="556"/>
          </p:xfrm>
          <a:graphic>
            <a:graphicData uri="http://schemas.openxmlformats.org/presentationml/2006/ole">
              <mc:AlternateContent xmlns:mc="http://schemas.openxmlformats.org/markup-compatibility/2006">
                <mc:Choice xmlns:v="urn:schemas-microsoft-com:vml" Requires="v">
                  <p:oleObj name="公式" r:id="rId21" imgW="1054080" imgH="457200" progId="Equation.3">
                    <p:embed/>
                  </p:oleObj>
                </mc:Choice>
                <mc:Fallback>
                  <p:oleObj name="公式" r:id="rId21" imgW="1054080" imgH="457200" progId="Equation.3">
                    <p:embed/>
                    <p:pic>
                      <p:nvPicPr>
                        <p:cNvPr id="750689" name="Object 9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49" y="1136"/>
                          <a:ext cx="1280" cy="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50690" name="Text Box 98"/>
          <p:cNvSpPr txBox="1">
            <a:spLocks noChangeArrowheads="1"/>
          </p:cNvSpPr>
          <p:nvPr/>
        </p:nvSpPr>
        <p:spPr bwMode="auto">
          <a:xfrm>
            <a:off x="4343400" y="1600200"/>
            <a:ext cx="1295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0000FF"/>
                </a:solidFill>
                <a:latin typeface="Times New Roman" panose="02020603050405020304" pitchFamily="18" charset="0"/>
              </a:rPr>
              <a:t>全耦合变压器</a:t>
            </a:r>
          </a:p>
        </p:txBody>
      </p:sp>
    </p:spTree>
    <p:extLst>
      <p:ext uri="{BB962C8B-B14F-4D97-AF65-F5344CB8AC3E}">
        <p14:creationId xmlns:p14="http://schemas.microsoft.com/office/powerpoint/2010/main" val="33482109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750638"/>
                                        </p:tgtEl>
                                        <p:attrNameLst>
                                          <p:attrName>style.visibility</p:attrName>
                                        </p:attrNameLst>
                                      </p:cBhvr>
                                      <p:to>
                                        <p:strVal val="visible"/>
                                      </p:to>
                                    </p:set>
                                    <p:animEffect transition="in" filter="dissolve">
                                      <p:cBhvr>
                                        <p:cTn id="7" dur="500"/>
                                        <p:tgtEl>
                                          <p:spTgt spid="750638"/>
                                        </p:tgtEl>
                                      </p:cBhvr>
                                    </p:animEffect>
                                  </p:childTnLst>
                                </p:cTn>
                              </p:par>
                            </p:childTnLst>
                          </p:cTn>
                        </p:par>
                        <p:par>
                          <p:cTn id="8" fill="hold" nodeType="afterGroup">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750690"/>
                                        </p:tgtEl>
                                        <p:attrNameLst>
                                          <p:attrName>style.visibility</p:attrName>
                                        </p:attrNameLst>
                                      </p:cBhvr>
                                      <p:to>
                                        <p:strVal val="visible"/>
                                      </p:to>
                                    </p:set>
                                    <p:animEffect transition="in" filter="barn(outVertical)">
                                      <p:cBhvr>
                                        <p:cTn id="11" dur="500"/>
                                        <p:tgtEl>
                                          <p:spTgt spid="750690"/>
                                        </p:tgtEl>
                                      </p:cBhvr>
                                    </p:animEffect>
                                  </p:childTnLst>
                                </p:cTn>
                              </p:par>
                            </p:childTnLst>
                          </p:cTn>
                        </p:par>
                        <p:par>
                          <p:cTn id="12" fill="hold" nodeType="afterGroup">
                            <p:stCondLst>
                              <p:cond delay="1000"/>
                            </p:stCondLst>
                            <p:childTnLst>
                              <p:par>
                                <p:cTn id="13" presetID="16" presetClass="entr" presetSubtype="37" fill="hold" nodeType="afterEffect">
                                  <p:stCondLst>
                                    <p:cond delay="0"/>
                                  </p:stCondLst>
                                  <p:childTnLst>
                                    <p:set>
                                      <p:cBhvr>
                                        <p:cTn id="14" dur="1" fill="hold">
                                          <p:stCondLst>
                                            <p:cond delay="0"/>
                                          </p:stCondLst>
                                        </p:cTn>
                                        <p:tgtEl>
                                          <p:spTgt spid="750686"/>
                                        </p:tgtEl>
                                        <p:attrNameLst>
                                          <p:attrName>style.visibility</p:attrName>
                                        </p:attrNameLst>
                                      </p:cBhvr>
                                      <p:to>
                                        <p:strVal val="visible"/>
                                      </p:to>
                                    </p:set>
                                    <p:animEffect transition="in" filter="barn(outVertical)">
                                      <p:cBhvr>
                                        <p:cTn id="15" dur="500"/>
                                        <p:tgtEl>
                                          <p:spTgt spid="75068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50594"/>
                                        </p:tgtEl>
                                        <p:attrNameLst>
                                          <p:attrName>style.visibility</p:attrName>
                                        </p:attrNameLst>
                                      </p:cBhvr>
                                      <p:to>
                                        <p:strVal val="visible"/>
                                      </p:to>
                                    </p:set>
                                    <p:animEffect transition="in" filter="wipe(left)">
                                      <p:cBhvr>
                                        <p:cTn id="20" dur="500"/>
                                        <p:tgtEl>
                                          <p:spTgt spid="75059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750596"/>
                                        </p:tgtEl>
                                        <p:attrNameLst>
                                          <p:attrName>style.visibility</p:attrName>
                                        </p:attrNameLst>
                                      </p:cBhvr>
                                      <p:to>
                                        <p:strVal val="visible"/>
                                      </p:to>
                                    </p:set>
                                    <p:animEffect transition="in" filter="box(in)">
                                      <p:cBhvr>
                                        <p:cTn id="25" dur="500"/>
                                        <p:tgtEl>
                                          <p:spTgt spid="750596"/>
                                        </p:tgtEl>
                                      </p:cBhvr>
                                    </p:animEffect>
                                  </p:childTnLst>
                                </p:cTn>
                              </p:par>
                            </p:childTnLst>
                          </p:cTn>
                        </p:par>
                        <p:par>
                          <p:cTn id="26" fill="hold" nodeType="afterGroup">
                            <p:stCondLst>
                              <p:cond delay="500"/>
                            </p:stCondLst>
                            <p:childTnLst>
                              <p:par>
                                <p:cTn id="27" presetID="3" presetClass="entr" presetSubtype="5" fill="hold" grpId="0" nodeType="afterEffect">
                                  <p:stCondLst>
                                    <p:cond delay="0"/>
                                  </p:stCondLst>
                                  <p:childTnLst>
                                    <p:set>
                                      <p:cBhvr>
                                        <p:cTn id="28" dur="1" fill="hold">
                                          <p:stCondLst>
                                            <p:cond delay="0"/>
                                          </p:stCondLst>
                                        </p:cTn>
                                        <p:tgtEl>
                                          <p:spTgt spid="750636"/>
                                        </p:tgtEl>
                                        <p:attrNameLst>
                                          <p:attrName>style.visibility</p:attrName>
                                        </p:attrNameLst>
                                      </p:cBhvr>
                                      <p:to>
                                        <p:strVal val="visible"/>
                                      </p:to>
                                    </p:set>
                                    <p:animEffect transition="in" filter="blinds(vertical)">
                                      <p:cBhvr>
                                        <p:cTn id="29" dur="500"/>
                                        <p:tgtEl>
                                          <p:spTgt spid="75063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8" fill="hold" nodeType="clickEffect">
                                  <p:stCondLst>
                                    <p:cond delay="0"/>
                                  </p:stCondLst>
                                  <p:childTnLst>
                                    <p:set>
                                      <p:cBhvr>
                                        <p:cTn id="33" dur="1" fill="hold">
                                          <p:stCondLst>
                                            <p:cond delay="0"/>
                                          </p:stCondLst>
                                        </p:cTn>
                                        <p:tgtEl>
                                          <p:spTgt spid="750600"/>
                                        </p:tgtEl>
                                        <p:attrNameLst>
                                          <p:attrName>style.visibility</p:attrName>
                                        </p:attrNameLst>
                                      </p:cBhvr>
                                      <p:to>
                                        <p:strVal val="visible"/>
                                      </p:to>
                                    </p:set>
                                    <p:anim calcmode="lin" valueType="num">
                                      <p:cBhvr>
                                        <p:cTn id="34" dur="500" fill="hold"/>
                                        <p:tgtEl>
                                          <p:spTgt spid="750600"/>
                                        </p:tgtEl>
                                        <p:attrNameLst>
                                          <p:attrName>ppt_x</p:attrName>
                                        </p:attrNameLst>
                                      </p:cBhvr>
                                      <p:tavLst>
                                        <p:tav tm="0">
                                          <p:val>
                                            <p:strVal val="#ppt_x-#ppt_w/2"/>
                                          </p:val>
                                        </p:tav>
                                        <p:tav tm="100000">
                                          <p:val>
                                            <p:strVal val="#ppt_x"/>
                                          </p:val>
                                        </p:tav>
                                      </p:tavLst>
                                    </p:anim>
                                    <p:anim calcmode="lin" valueType="num">
                                      <p:cBhvr>
                                        <p:cTn id="35" dur="500" fill="hold"/>
                                        <p:tgtEl>
                                          <p:spTgt spid="750600"/>
                                        </p:tgtEl>
                                        <p:attrNameLst>
                                          <p:attrName>ppt_y</p:attrName>
                                        </p:attrNameLst>
                                      </p:cBhvr>
                                      <p:tavLst>
                                        <p:tav tm="0">
                                          <p:val>
                                            <p:strVal val="#ppt_y"/>
                                          </p:val>
                                        </p:tav>
                                        <p:tav tm="100000">
                                          <p:val>
                                            <p:strVal val="#ppt_y"/>
                                          </p:val>
                                        </p:tav>
                                      </p:tavLst>
                                    </p:anim>
                                    <p:anim calcmode="lin" valueType="num">
                                      <p:cBhvr>
                                        <p:cTn id="36" dur="500" fill="hold"/>
                                        <p:tgtEl>
                                          <p:spTgt spid="750600"/>
                                        </p:tgtEl>
                                        <p:attrNameLst>
                                          <p:attrName>ppt_w</p:attrName>
                                        </p:attrNameLst>
                                      </p:cBhvr>
                                      <p:tavLst>
                                        <p:tav tm="0">
                                          <p:val>
                                            <p:fltVal val="0"/>
                                          </p:val>
                                        </p:tav>
                                        <p:tav tm="100000">
                                          <p:val>
                                            <p:strVal val="#ppt_w"/>
                                          </p:val>
                                        </p:tav>
                                      </p:tavLst>
                                    </p:anim>
                                    <p:anim calcmode="lin" valueType="num">
                                      <p:cBhvr>
                                        <p:cTn id="37" dur="500" fill="hold"/>
                                        <p:tgtEl>
                                          <p:spTgt spid="750600"/>
                                        </p:tgtEl>
                                        <p:attrNameLst>
                                          <p:attrName>ppt_h</p:attrName>
                                        </p:attrNameLst>
                                      </p:cBhvr>
                                      <p:tavLst>
                                        <p:tav tm="0">
                                          <p:val>
                                            <p:strVal val="#ppt_h"/>
                                          </p:val>
                                        </p:tav>
                                        <p:tav tm="100000">
                                          <p:val>
                                            <p:strVal val="#ppt_h"/>
                                          </p:val>
                                        </p:tav>
                                      </p:tavLst>
                                    </p:anim>
                                  </p:childTnLst>
                                </p:cTn>
                              </p:par>
                            </p:childTnLst>
                          </p:cTn>
                        </p:par>
                        <p:par>
                          <p:cTn id="38" fill="hold" nodeType="afterGroup">
                            <p:stCondLst>
                              <p:cond delay="500"/>
                            </p:stCondLst>
                            <p:childTnLst>
                              <p:par>
                                <p:cTn id="39" presetID="4" presetClass="entr" presetSubtype="32" fill="hold" grpId="0" nodeType="afterEffect">
                                  <p:stCondLst>
                                    <p:cond delay="0"/>
                                  </p:stCondLst>
                                  <p:childTnLst>
                                    <p:set>
                                      <p:cBhvr>
                                        <p:cTn id="40" dur="1" fill="hold">
                                          <p:stCondLst>
                                            <p:cond delay="0"/>
                                          </p:stCondLst>
                                        </p:cTn>
                                        <p:tgtEl>
                                          <p:spTgt spid="750637"/>
                                        </p:tgtEl>
                                        <p:attrNameLst>
                                          <p:attrName>style.visibility</p:attrName>
                                        </p:attrNameLst>
                                      </p:cBhvr>
                                      <p:to>
                                        <p:strVal val="visible"/>
                                      </p:to>
                                    </p:set>
                                    <p:animEffect transition="in" filter="box(out)">
                                      <p:cBhvr>
                                        <p:cTn id="41" dur="500"/>
                                        <p:tgtEl>
                                          <p:spTgt spid="750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594" grpId="0" autoUpdateAnimBg="0"/>
      <p:bldP spid="750636" grpId="0" autoUpdateAnimBg="0"/>
      <p:bldP spid="750637" grpId="0" autoUpdateAnimBg="0"/>
      <p:bldP spid="750690" grpId="0" autoUpdateAnimBg="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4690" name="Object 2"/>
          <p:cNvGraphicFramePr>
            <a:graphicFrameLocks noChangeAspect="1"/>
          </p:cNvGraphicFramePr>
          <p:nvPr/>
        </p:nvGraphicFramePr>
        <p:xfrm>
          <a:off x="1600200" y="4405313"/>
          <a:ext cx="4587875" cy="989012"/>
        </p:xfrm>
        <a:graphic>
          <a:graphicData uri="http://schemas.openxmlformats.org/presentationml/2006/ole">
            <mc:AlternateContent xmlns:mc="http://schemas.openxmlformats.org/markup-compatibility/2006">
              <mc:Choice xmlns:v="urn:schemas-microsoft-com:vml" Requires="v">
                <p:oleObj name="公式" r:id="rId3" imgW="2120760" imgH="457200" progId="Equation.3">
                  <p:embed/>
                </p:oleObj>
              </mc:Choice>
              <mc:Fallback>
                <p:oleObj name="公式" r:id="rId3" imgW="2120760" imgH="457200" progId="Equation.3">
                  <p:embed/>
                  <p:pic>
                    <p:nvPicPr>
                      <p:cNvPr id="75469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405313"/>
                        <a:ext cx="4587875" cy="98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4691" name="Text Box 3"/>
          <p:cNvSpPr txBox="1">
            <a:spLocks noChangeArrowheads="1"/>
          </p:cNvSpPr>
          <p:nvPr/>
        </p:nvSpPr>
        <p:spPr bwMode="auto">
          <a:xfrm>
            <a:off x="566738" y="1127125"/>
            <a:ext cx="2609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latin typeface="Times New Roman" panose="02020603050405020304" pitchFamily="18" charset="0"/>
              </a:rPr>
              <a:t> (a) </a:t>
            </a:r>
            <a:r>
              <a:rPr kumimoji="1" lang="zh-CN" altLang="en-US" sz="2400" b="1">
                <a:latin typeface="Times New Roman" panose="02020603050405020304" pitchFamily="18" charset="0"/>
              </a:rPr>
              <a:t>阻抗变换性质 </a:t>
            </a:r>
          </a:p>
        </p:txBody>
      </p:sp>
      <p:sp>
        <p:nvSpPr>
          <p:cNvPr id="754692" name="Text Box 4"/>
          <p:cNvSpPr txBox="1">
            <a:spLocks noChangeArrowheads="1"/>
          </p:cNvSpPr>
          <p:nvPr/>
        </p:nvSpPr>
        <p:spPr bwMode="auto">
          <a:xfrm>
            <a:off x="444500" y="460375"/>
            <a:ext cx="3014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accent2"/>
                </a:solidFill>
                <a:latin typeface="Times New Roman" panose="02020603050405020304" pitchFamily="18" charset="0"/>
              </a:rPr>
              <a:t>理想变压器的性质：</a:t>
            </a:r>
            <a:endParaRPr kumimoji="1" lang="zh-CN" altLang="en-US" sz="2400" b="1">
              <a:latin typeface="Times New Roman" panose="02020603050405020304" pitchFamily="18" charset="0"/>
            </a:endParaRPr>
          </a:p>
        </p:txBody>
      </p:sp>
      <p:grpSp>
        <p:nvGrpSpPr>
          <p:cNvPr id="754693" name="Group 5"/>
          <p:cNvGrpSpPr>
            <a:grpSpLocks/>
          </p:cNvGrpSpPr>
          <p:nvPr/>
        </p:nvGrpSpPr>
        <p:grpSpPr bwMode="auto">
          <a:xfrm>
            <a:off x="1366838" y="1638300"/>
            <a:ext cx="3670300" cy="2157413"/>
            <a:chOff x="2234" y="2229"/>
            <a:chExt cx="2312" cy="1359"/>
          </a:xfrm>
        </p:grpSpPr>
        <p:sp>
          <p:nvSpPr>
            <p:cNvPr id="754694" name="Line 6"/>
            <p:cNvSpPr>
              <a:spLocks noChangeShapeType="1"/>
            </p:cNvSpPr>
            <p:nvPr/>
          </p:nvSpPr>
          <p:spPr bwMode="auto">
            <a:xfrm flipH="1">
              <a:off x="3156" y="3259"/>
              <a:ext cx="4" cy="2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5" name="Line 7"/>
            <p:cNvSpPr>
              <a:spLocks noChangeShapeType="1"/>
            </p:cNvSpPr>
            <p:nvPr/>
          </p:nvSpPr>
          <p:spPr bwMode="auto">
            <a:xfrm>
              <a:off x="3158" y="2683"/>
              <a:ext cx="2"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6" name="Line 8"/>
            <p:cNvSpPr>
              <a:spLocks noChangeShapeType="1"/>
            </p:cNvSpPr>
            <p:nvPr/>
          </p:nvSpPr>
          <p:spPr bwMode="auto">
            <a:xfrm flipH="1">
              <a:off x="3586" y="3282"/>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7" name="Line 9"/>
            <p:cNvSpPr>
              <a:spLocks noChangeShapeType="1"/>
            </p:cNvSpPr>
            <p:nvPr/>
          </p:nvSpPr>
          <p:spPr bwMode="auto">
            <a:xfrm>
              <a:off x="3588" y="2678"/>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8" name="Line 10"/>
            <p:cNvSpPr>
              <a:spLocks noChangeShapeType="1"/>
            </p:cNvSpPr>
            <p:nvPr/>
          </p:nvSpPr>
          <p:spPr bwMode="auto">
            <a:xfrm>
              <a:off x="2548" y="2678"/>
              <a:ext cx="60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9" name="Line 11"/>
            <p:cNvSpPr>
              <a:spLocks noChangeShapeType="1"/>
            </p:cNvSpPr>
            <p:nvPr/>
          </p:nvSpPr>
          <p:spPr bwMode="auto">
            <a:xfrm>
              <a:off x="3588" y="3484"/>
              <a:ext cx="725" cy="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0" name="Line 12"/>
            <p:cNvSpPr>
              <a:spLocks noChangeShapeType="1"/>
            </p:cNvSpPr>
            <p:nvPr/>
          </p:nvSpPr>
          <p:spPr bwMode="auto">
            <a:xfrm rot="5400000">
              <a:off x="3967" y="2481"/>
              <a:ext cx="0" cy="25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1" name="Text Box 13"/>
            <p:cNvSpPr txBox="1">
              <a:spLocks noChangeArrowheads="1"/>
            </p:cNvSpPr>
            <p:nvPr/>
          </p:nvSpPr>
          <p:spPr bwMode="auto">
            <a:xfrm>
              <a:off x="3182" y="270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4702" name="Text Box 14"/>
            <p:cNvSpPr txBox="1">
              <a:spLocks noChangeArrowheads="1"/>
            </p:cNvSpPr>
            <p:nvPr/>
          </p:nvSpPr>
          <p:spPr bwMode="auto">
            <a:xfrm>
              <a:off x="3403" y="2697"/>
              <a:ext cx="1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4703" name="Line 15"/>
            <p:cNvSpPr>
              <a:spLocks noChangeShapeType="1"/>
            </p:cNvSpPr>
            <p:nvPr/>
          </p:nvSpPr>
          <p:spPr bwMode="auto">
            <a:xfrm>
              <a:off x="2539" y="2609"/>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4704" name="Group 16"/>
            <p:cNvGrpSpPr>
              <a:grpSpLocks/>
            </p:cNvGrpSpPr>
            <p:nvPr/>
          </p:nvGrpSpPr>
          <p:grpSpPr bwMode="auto">
            <a:xfrm rot="16200000" flipH="1">
              <a:off x="3380" y="3072"/>
              <a:ext cx="370" cy="53"/>
              <a:chOff x="1200" y="1584"/>
              <a:chExt cx="379" cy="45"/>
            </a:xfrm>
          </p:grpSpPr>
          <p:sp>
            <p:nvSpPr>
              <p:cNvPr id="754705" name="Arc 1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6" name="Arc 1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7" name="Arc 1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8" name="Arc 2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4709" name="Oval 21"/>
            <p:cNvSpPr>
              <a:spLocks noChangeArrowheads="1"/>
            </p:cNvSpPr>
            <p:nvPr/>
          </p:nvSpPr>
          <p:spPr bwMode="auto">
            <a:xfrm>
              <a:off x="2496" y="2663"/>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10" name="Line 22"/>
            <p:cNvSpPr>
              <a:spLocks noChangeShapeType="1"/>
            </p:cNvSpPr>
            <p:nvPr/>
          </p:nvSpPr>
          <p:spPr bwMode="auto">
            <a:xfrm>
              <a:off x="3586" y="2678"/>
              <a:ext cx="727"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4711" name="Object 23"/>
            <p:cNvGraphicFramePr>
              <a:graphicFrameLocks noChangeAspect="1"/>
            </p:cNvGraphicFramePr>
            <p:nvPr/>
          </p:nvGraphicFramePr>
          <p:xfrm>
            <a:off x="2536" y="2229"/>
            <a:ext cx="218" cy="377"/>
          </p:xfrm>
          <a:graphic>
            <a:graphicData uri="http://schemas.openxmlformats.org/presentationml/2006/ole">
              <mc:AlternateContent xmlns:mc="http://schemas.openxmlformats.org/markup-compatibility/2006">
                <mc:Choice xmlns:v="urn:schemas-microsoft-com:vml" Requires="v">
                  <p:oleObj name="公式" r:id="rId5" imgW="164880" imgH="304560" progId="Equation.3">
                    <p:embed/>
                  </p:oleObj>
                </mc:Choice>
                <mc:Fallback>
                  <p:oleObj name="公式" r:id="rId5" imgW="164880" imgH="304560" progId="Equation.3">
                    <p:embed/>
                    <p:pic>
                      <p:nvPicPr>
                        <p:cNvPr id="754711"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6" y="2229"/>
                          <a:ext cx="218" cy="3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4712" name="Object 24"/>
            <p:cNvGraphicFramePr>
              <a:graphicFrameLocks noChangeAspect="1"/>
            </p:cNvGraphicFramePr>
            <p:nvPr/>
          </p:nvGraphicFramePr>
          <p:xfrm>
            <a:off x="3895" y="2229"/>
            <a:ext cx="223" cy="384"/>
          </p:xfrm>
          <a:graphic>
            <a:graphicData uri="http://schemas.openxmlformats.org/presentationml/2006/ole">
              <mc:AlternateContent xmlns:mc="http://schemas.openxmlformats.org/markup-compatibility/2006">
                <mc:Choice xmlns:v="urn:schemas-microsoft-com:vml" Requires="v">
                  <p:oleObj name="公式" r:id="rId7" imgW="164880" imgH="304560" progId="Equation.3">
                    <p:embed/>
                  </p:oleObj>
                </mc:Choice>
                <mc:Fallback>
                  <p:oleObj name="公式" r:id="rId7" imgW="164880" imgH="304560" progId="Equation.3">
                    <p:embed/>
                    <p:pic>
                      <p:nvPicPr>
                        <p:cNvPr id="754712"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95" y="2229"/>
                          <a:ext cx="22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4713" name="Line 25"/>
            <p:cNvSpPr>
              <a:spLocks noChangeShapeType="1"/>
            </p:cNvSpPr>
            <p:nvPr/>
          </p:nvSpPr>
          <p:spPr bwMode="auto">
            <a:xfrm flipH="1">
              <a:off x="2548" y="3476"/>
              <a:ext cx="608" cy="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14" name="Oval 26"/>
            <p:cNvSpPr>
              <a:spLocks noChangeArrowheads="1"/>
            </p:cNvSpPr>
            <p:nvPr/>
          </p:nvSpPr>
          <p:spPr bwMode="auto">
            <a:xfrm flipH="1">
              <a:off x="2500" y="345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15" name="Text Box 27"/>
            <p:cNvSpPr txBox="1">
              <a:spLocks noChangeArrowheads="1"/>
            </p:cNvSpPr>
            <p:nvPr/>
          </p:nvSpPr>
          <p:spPr bwMode="auto">
            <a:xfrm>
              <a:off x="3924" y="2662"/>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4716" name="Text Box 28"/>
            <p:cNvSpPr txBox="1">
              <a:spLocks noChangeArrowheads="1"/>
            </p:cNvSpPr>
            <p:nvPr/>
          </p:nvSpPr>
          <p:spPr bwMode="auto">
            <a:xfrm>
              <a:off x="3946" y="3242"/>
              <a:ext cx="25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4717" name="Object 29"/>
            <p:cNvGraphicFramePr>
              <a:graphicFrameLocks noChangeAspect="1"/>
            </p:cNvGraphicFramePr>
            <p:nvPr/>
          </p:nvGraphicFramePr>
          <p:xfrm>
            <a:off x="3938" y="2841"/>
            <a:ext cx="232" cy="384"/>
          </p:xfrm>
          <a:graphic>
            <a:graphicData uri="http://schemas.openxmlformats.org/presentationml/2006/ole">
              <mc:AlternateContent xmlns:mc="http://schemas.openxmlformats.org/markup-compatibility/2006">
                <mc:Choice xmlns:v="urn:schemas-microsoft-com:vml" Requires="v">
                  <p:oleObj name="公式" r:id="rId9" imgW="203040" imgH="304560" progId="Equation.3">
                    <p:embed/>
                  </p:oleObj>
                </mc:Choice>
                <mc:Fallback>
                  <p:oleObj name="公式" r:id="rId9" imgW="203040" imgH="304560" progId="Equation.3">
                    <p:embed/>
                    <p:pic>
                      <p:nvPicPr>
                        <p:cNvPr id="754717"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38" y="2841"/>
                          <a:ext cx="2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4718" name="Text Box 30"/>
            <p:cNvSpPr txBox="1">
              <a:spLocks noChangeArrowheads="1"/>
            </p:cNvSpPr>
            <p:nvPr/>
          </p:nvSpPr>
          <p:spPr bwMode="auto">
            <a:xfrm>
              <a:off x="2239" y="2577"/>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4719" name="Text Box 31"/>
            <p:cNvSpPr txBox="1">
              <a:spLocks noChangeArrowheads="1"/>
            </p:cNvSpPr>
            <p:nvPr/>
          </p:nvSpPr>
          <p:spPr bwMode="auto">
            <a:xfrm>
              <a:off x="2267" y="3338"/>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4720" name="Object 32"/>
            <p:cNvGraphicFramePr>
              <a:graphicFrameLocks noChangeAspect="1"/>
            </p:cNvGraphicFramePr>
            <p:nvPr/>
          </p:nvGraphicFramePr>
          <p:xfrm>
            <a:off x="2234" y="2854"/>
            <a:ext cx="235" cy="387"/>
          </p:xfrm>
          <a:graphic>
            <a:graphicData uri="http://schemas.openxmlformats.org/presentationml/2006/ole">
              <mc:AlternateContent xmlns:mc="http://schemas.openxmlformats.org/markup-compatibility/2006">
                <mc:Choice xmlns:v="urn:schemas-microsoft-com:vml" Requires="v">
                  <p:oleObj name="公式" r:id="rId11" imgW="203040" imgH="304560" progId="Equation.3">
                    <p:embed/>
                  </p:oleObj>
                </mc:Choice>
                <mc:Fallback>
                  <p:oleObj name="公式" r:id="rId11" imgW="203040" imgH="304560" progId="Equation.3">
                    <p:embed/>
                    <p:pic>
                      <p:nvPicPr>
                        <p:cNvPr id="75472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34" y="2854"/>
                          <a:ext cx="235"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54721" name="Group 33"/>
            <p:cNvGrpSpPr>
              <a:grpSpLocks/>
            </p:cNvGrpSpPr>
            <p:nvPr/>
          </p:nvGrpSpPr>
          <p:grpSpPr bwMode="auto">
            <a:xfrm rot="5400000">
              <a:off x="3001" y="3053"/>
              <a:ext cx="370" cy="53"/>
              <a:chOff x="1200" y="1584"/>
              <a:chExt cx="379" cy="45"/>
            </a:xfrm>
          </p:grpSpPr>
          <p:sp>
            <p:nvSpPr>
              <p:cNvPr id="754722" name="Arc 34"/>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3" name="Arc 35"/>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4" name="Arc 36"/>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5" name="Arc 37"/>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4726" name="Text Box 38"/>
            <p:cNvSpPr txBox="1">
              <a:spLocks noChangeArrowheads="1"/>
            </p:cNvSpPr>
            <p:nvPr/>
          </p:nvSpPr>
          <p:spPr bwMode="auto">
            <a:xfrm>
              <a:off x="3156" y="2352"/>
              <a:ext cx="5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n</a:t>
              </a:r>
              <a:r>
                <a:rPr kumimoji="1" lang="en-US" altLang="zh-CN" sz="2400" b="1">
                  <a:latin typeface="Times New Roman" panose="02020603050405020304" pitchFamily="18" charset="0"/>
                </a:rPr>
                <a:t> : 1</a:t>
              </a:r>
            </a:p>
          </p:txBody>
        </p:sp>
        <p:sp>
          <p:nvSpPr>
            <p:cNvPr id="754727" name="Rectangle 39"/>
            <p:cNvSpPr>
              <a:spLocks noChangeArrowheads="1"/>
            </p:cNvSpPr>
            <p:nvPr/>
          </p:nvSpPr>
          <p:spPr bwMode="auto">
            <a:xfrm>
              <a:off x="4259" y="2920"/>
              <a:ext cx="102" cy="272"/>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8" name="Line 40"/>
            <p:cNvSpPr>
              <a:spLocks noChangeShapeType="1"/>
            </p:cNvSpPr>
            <p:nvPr/>
          </p:nvSpPr>
          <p:spPr bwMode="auto">
            <a:xfrm>
              <a:off x="4313" y="2678"/>
              <a:ext cx="0" cy="2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9" name="Line 41"/>
            <p:cNvSpPr>
              <a:spLocks noChangeShapeType="1"/>
            </p:cNvSpPr>
            <p:nvPr/>
          </p:nvSpPr>
          <p:spPr bwMode="auto">
            <a:xfrm>
              <a:off x="4313" y="3193"/>
              <a:ext cx="0" cy="3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0" name="Text Box 42"/>
            <p:cNvSpPr txBox="1">
              <a:spLocks noChangeArrowheads="1"/>
            </p:cNvSpPr>
            <p:nvPr/>
          </p:nvSpPr>
          <p:spPr bwMode="auto">
            <a:xfrm>
              <a:off x="4357" y="2914"/>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Z</a:t>
              </a:r>
            </a:p>
          </p:txBody>
        </p:sp>
      </p:grpSp>
      <p:grpSp>
        <p:nvGrpSpPr>
          <p:cNvPr id="754731" name="Group 43"/>
          <p:cNvGrpSpPr>
            <a:grpSpLocks/>
          </p:cNvGrpSpPr>
          <p:nvPr/>
        </p:nvGrpSpPr>
        <p:grpSpPr bwMode="auto">
          <a:xfrm>
            <a:off x="6067425" y="1585913"/>
            <a:ext cx="2200275" cy="2157412"/>
            <a:chOff x="3956" y="2397"/>
            <a:chExt cx="1386" cy="1359"/>
          </a:xfrm>
        </p:grpSpPr>
        <p:sp>
          <p:nvSpPr>
            <p:cNvPr id="754732" name="Line 44"/>
            <p:cNvSpPr>
              <a:spLocks noChangeShapeType="1"/>
            </p:cNvSpPr>
            <p:nvPr/>
          </p:nvSpPr>
          <p:spPr bwMode="auto">
            <a:xfrm>
              <a:off x="4264" y="2846"/>
              <a:ext cx="60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3" name="Line 45"/>
            <p:cNvSpPr>
              <a:spLocks noChangeShapeType="1"/>
            </p:cNvSpPr>
            <p:nvPr/>
          </p:nvSpPr>
          <p:spPr bwMode="auto">
            <a:xfrm>
              <a:off x="4261" y="2777"/>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4" name="Oval 46"/>
            <p:cNvSpPr>
              <a:spLocks noChangeArrowheads="1"/>
            </p:cNvSpPr>
            <p:nvPr/>
          </p:nvSpPr>
          <p:spPr bwMode="auto">
            <a:xfrm>
              <a:off x="4218" y="2831"/>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4735" name="Object 47"/>
            <p:cNvGraphicFramePr>
              <a:graphicFrameLocks noChangeAspect="1"/>
            </p:cNvGraphicFramePr>
            <p:nvPr/>
          </p:nvGraphicFramePr>
          <p:xfrm>
            <a:off x="4258" y="2397"/>
            <a:ext cx="218" cy="377"/>
          </p:xfrm>
          <a:graphic>
            <a:graphicData uri="http://schemas.openxmlformats.org/presentationml/2006/ole">
              <mc:AlternateContent xmlns:mc="http://schemas.openxmlformats.org/markup-compatibility/2006">
                <mc:Choice xmlns:v="urn:schemas-microsoft-com:vml" Requires="v">
                  <p:oleObj name="公式" r:id="rId13" imgW="164880" imgH="304560" progId="Equation.3">
                    <p:embed/>
                  </p:oleObj>
                </mc:Choice>
                <mc:Fallback>
                  <p:oleObj name="公式" r:id="rId13" imgW="164880" imgH="304560" progId="Equation.3">
                    <p:embed/>
                    <p:pic>
                      <p:nvPicPr>
                        <p:cNvPr id="754735" name="Object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58" y="2397"/>
                          <a:ext cx="218" cy="3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4736" name="Line 48"/>
            <p:cNvSpPr>
              <a:spLocks noChangeShapeType="1"/>
            </p:cNvSpPr>
            <p:nvPr/>
          </p:nvSpPr>
          <p:spPr bwMode="auto">
            <a:xfrm flipH="1">
              <a:off x="4252" y="3638"/>
              <a:ext cx="608" cy="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7" name="Oval 49"/>
            <p:cNvSpPr>
              <a:spLocks noChangeArrowheads="1"/>
            </p:cNvSpPr>
            <p:nvPr/>
          </p:nvSpPr>
          <p:spPr bwMode="auto">
            <a:xfrm flipH="1">
              <a:off x="4222" y="3618"/>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8" name="Text Box 50"/>
            <p:cNvSpPr txBox="1">
              <a:spLocks noChangeArrowheads="1"/>
            </p:cNvSpPr>
            <p:nvPr/>
          </p:nvSpPr>
          <p:spPr bwMode="auto">
            <a:xfrm>
              <a:off x="3961" y="2745"/>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4739" name="Text Box 51"/>
            <p:cNvSpPr txBox="1">
              <a:spLocks noChangeArrowheads="1"/>
            </p:cNvSpPr>
            <p:nvPr/>
          </p:nvSpPr>
          <p:spPr bwMode="auto">
            <a:xfrm>
              <a:off x="3989" y="3506"/>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4740" name="Object 52"/>
            <p:cNvGraphicFramePr>
              <a:graphicFrameLocks noChangeAspect="1"/>
            </p:cNvGraphicFramePr>
            <p:nvPr/>
          </p:nvGraphicFramePr>
          <p:xfrm>
            <a:off x="3956" y="3022"/>
            <a:ext cx="235" cy="387"/>
          </p:xfrm>
          <a:graphic>
            <a:graphicData uri="http://schemas.openxmlformats.org/presentationml/2006/ole">
              <mc:AlternateContent xmlns:mc="http://schemas.openxmlformats.org/markup-compatibility/2006">
                <mc:Choice xmlns:v="urn:schemas-microsoft-com:vml" Requires="v">
                  <p:oleObj name="公式" r:id="rId14" imgW="203040" imgH="304560" progId="Equation.3">
                    <p:embed/>
                  </p:oleObj>
                </mc:Choice>
                <mc:Fallback>
                  <p:oleObj name="公式" r:id="rId14" imgW="203040" imgH="304560" progId="Equation.3">
                    <p:embed/>
                    <p:pic>
                      <p:nvPicPr>
                        <p:cNvPr id="754740" name="Object 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56" y="3022"/>
                          <a:ext cx="235"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4741" name="Rectangle 53"/>
            <p:cNvSpPr>
              <a:spLocks noChangeArrowheads="1"/>
            </p:cNvSpPr>
            <p:nvPr/>
          </p:nvSpPr>
          <p:spPr bwMode="auto">
            <a:xfrm>
              <a:off x="4807" y="3089"/>
              <a:ext cx="102" cy="272"/>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42" name="Line 54"/>
            <p:cNvSpPr>
              <a:spLocks noChangeShapeType="1"/>
            </p:cNvSpPr>
            <p:nvPr/>
          </p:nvSpPr>
          <p:spPr bwMode="auto">
            <a:xfrm>
              <a:off x="4867" y="2859"/>
              <a:ext cx="0" cy="2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43" name="Line 55"/>
            <p:cNvSpPr>
              <a:spLocks noChangeShapeType="1"/>
            </p:cNvSpPr>
            <p:nvPr/>
          </p:nvSpPr>
          <p:spPr bwMode="auto">
            <a:xfrm>
              <a:off x="4867" y="3362"/>
              <a:ext cx="0" cy="28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44" name="Text Box 56"/>
            <p:cNvSpPr txBox="1">
              <a:spLocks noChangeArrowheads="1"/>
            </p:cNvSpPr>
            <p:nvPr/>
          </p:nvSpPr>
          <p:spPr bwMode="auto">
            <a:xfrm>
              <a:off x="4922" y="3103"/>
              <a:ext cx="4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n</a:t>
              </a:r>
              <a:r>
                <a:rPr kumimoji="1" lang="en-US" altLang="zh-CN" sz="2400" b="1" baseline="30000">
                  <a:latin typeface="Times New Roman" panose="02020603050405020304" pitchFamily="18" charset="0"/>
                </a:rPr>
                <a:t>2</a:t>
              </a:r>
              <a:r>
                <a:rPr kumimoji="1" lang="en-US" altLang="zh-CN" sz="2400" b="1" i="1">
                  <a:latin typeface="Times New Roman" panose="02020603050405020304" pitchFamily="18" charset="0"/>
                </a:rPr>
                <a:t>Z</a:t>
              </a:r>
            </a:p>
          </p:txBody>
        </p:sp>
      </p:grpSp>
      <p:sp>
        <p:nvSpPr>
          <p:cNvPr id="754745" name="AutoShape 57"/>
          <p:cNvSpPr>
            <a:spLocks noChangeArrowheads="1"/>
          </p:cNvSpPr>
          <p:nvPr/>
        </p:nvSpPr>
        <p:spPr bwMode="auto">
          <a:xfrm>
            <a:off x="5276850" y="2835275"/>
            <a:ext cx="619125" cy="304800"/>
          </a:xfrm>
          <a:prstGeom prst="rightArrow">
            <a:avLst>
              <a:gd name="adj1" fmla="val 50000"/>
              <a:gd name="adj2" fmla="val 50781"/>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96866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4692"/>
                                        </p:tgtEl>
                                        <p:attrNameLst>
                                          <p:attrName>style.visibility</p:attrName>
                                        </p:attrNameLst>
                                      </p:cBhvr>
                                      <p:to>
                                        <p:strVal val="visible"/>
                                      </p:to>
                                    </p:set>
                                    <p:anim calcmode="lin" valueType="num">
                                      <p:cBhvr additive="base">
                                        <p:cTn id="7" dur="500" fill="hold"/>
                                        <p:tgtEl>
                                          <p:spTgt spid="754692"/>
                                        </p:tgtEl>
                                        <p:attrNameLst>
                                          <p:attrName>ppt_x</p:attrName>
                                        </p:attrNameLst>
                                      </p:cBhvr>
                                      <p:tavLst>
                                        <p:tav tm="0">
                                          <p:val>
                                            <p:strVal val="0-#ppt_w/2"/>
                                          </p:val>
                                        </p:tav>
                                        <p:tav tm="100000">
                                          <p:val>
                                            <p:strVal val="#ppt_x"/>
                                          </p:val>
                                        </p:tav>
                                      </p:tavLst>
                                    </p:anim>
                                    <p:anim calcmode="lin" valueType="num">
                                      <p:cBhvr additive="base">
                                        <p:cTn id="8" dur="500" fill="hold"/>
                                        <p:tgtEl>
                                          <p:spTgt spid="7546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4691"/>
                                        </p:tgtEl>
                                        <p:attrNameLst>
                                          <p:attrName>style.visibility</p:attrName>
                                        </p:attrNameLst>
                                      </p:cBhvr>
                                      <p:to>
                                        <p:strVal val="visible"/>
                                      </p:to>
                                    </p:set>
                                    <p:anim calcmode="lin" valueType="num">
                                      <p:cBhvr additive="base">
                                        <p:cTn id="13" dur="500" fill="hold"/>
                                        <p:tgtEl>
                                          <p:spTgt spid="754691"/>
                                        </p:tgtEl>
                                        <p:attrNameLst>
                                          <p:attrName>ppt_x</p:attrName>
                                        </p:attrNameLst>
                                      </p:cBhvr>
                                      <p:tavLst>
                                        <p:tav tm="0">
                                          <p:val>
                                            <p:strVal val="0-#ppt_w/2"/>
                                          </p:val>
                                        </p:tav>
                                        <p:tav tm="100000">
                                          <p:val>
                                            <p:strVal val="#ppt_x"/>
                                          </p:val>
                                        </p:tav>
                                      </p:tavLst>
                                    </p:anim>
                                    <p:anim calcmode="lin" valueType="num">
                                      <p:cBhvr additive="base">
                                        <p:cTn id="14" dur="500" fill="hold"/>
                                        <p:tgtEl>
                                          <p:spTgt spid="75469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8" fill="hold" nodeType="clickEffect">
                                  <p:stCondLst>
                                    <p:cond delay="0"/>
                                  </p:stCondLst>
                                  <p:childTnLst>
                                    <p:set>
                                      <p:cBhvr>
                                        <p:cTn id="18" dur="1" fill="hold">
                                          <p:stCondLst>
                                            <p:cond delay="0"/>
                                          </p:stCondLst>
                                        </p:cTn>
                                        <p:tgtEl>
                                          <p:spTgt spid="754693"/>
                                        </p:tgtEl>
                                        <p:attrNameLst>
                                          <p:attrName>style.visibility</p:attrName>
                                        </p:attrNameLst>
                                      </p:cBhvr>
                                      <p:to>
                                        <p:strVal val="visible"/>
                                      </p:to>
                                    </p:set>
                                    <p:animEffect transition="in" filter="slide(fromLeft)">
                                      <p:cBhvr>
                                        <p:cTn id="19" dur="500"/>
                                        <p:tgtEl>
                                          <p:spTgt spid="75469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754690"/>
                                        </p:tgtEl>
                                        <p:attrNameLst>
                                          <p:attrName>style.visibility</p:attrName>
                                        </p:attrNameLst>
                                      </p:cBhvr>
                                      <p:to>
                                        <p:strVal val="visible"/>
                                      </p:to>
                                    </p:set>
                                    <p:animEffect transition="in" filter="wipe(left)">
                                      <p:cBhvr>
                                        <p:cTn id="24" dur="500"/>
                                        <p:tgtEl>
                                          <p:spTgt spid="75469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8" fill="hold" nodeType="clickEffect">
                                  <p:stCondLst>
                                    <p:cond delay="0"/>
                                  </p:stCondLst>
                                  <p:childTnLst>
                                    <p:set>
                                      <p:cBhvr>
                                        <p:cTn id="28" dur="1" fill="hold">
                                          <p:stCondLst>
                                            <p:cond delay="0"/>
                                          </p:stCondLst>
                                        </p:cTn>
                                        <p:tgtEl>
                                          <p:spTgt spid="754745"/>
                                        </p:tgtEl>
                                        <p:attrNameLst>
                                          <p:attrName>style.visibility</p:attrName>
                                        </p:attrNameLst>
                                      </p:cBhvr>
                                      <p:to>
                                        <p:strVal val="visible"/>
                                      </p:to>
                                    </p:set>
                                    <p:anim calcmode="lin" valueType="num">
                                      <p:cBhvr>
                                        <p:cTn id="29" dur="500" fill="hold"/>
                                        <p:tgtEl>
                                          <p:spTgt spid="754745"/>
                                        </p:tgtEl>
                                        <p:attrNameLst>
                                          <p:attrName>ppt_x</p:attrName>
                                        </p:attrNameLst>
                                      </p:cBhvr>
                                      <p:tavLst>
                                        <p:tav tm="0">
                                          <p:val>
                                            <p:strVal val="#ppt_x-#ppt_w/2"/>
                                          </p:val>
                                        </p:tav>
                                        <p:tav tm="100000">
                                          <p:val>
                                            <p:strVal val="#ppt_x"/>
                                          </p:val>
                                        </p:tav>
                                      </p:tavLst>
                                    </p:anim>
                                    <p:anim calcmode="lin" valueType="num">
                                      <p:cBhvr>
                                        <p:cTn id="30" dur="500" fill="hold"/>
                                        <p:tgtEl>
                                          <p:spTgt spid="754745"/>
                                        </p:tgtEl>
                                        <p:attrNameLst>
                                          <p:attrName>ppt_y</p:attrName>
                                        </p:attrNameLst>
                                      </p:cBhvr>
                                      <p:tavLst>
                                        <p:tav tm="0">
                                          <p:val>
                                            <p:strVal val="#ppt_y"/>
                                          </p:val>
                                        </p:tav>
                                        <p:tav tm="100000">
                                          <p:val>
                                            <p:strVal val="#ppt_y"/>
                                          </p:val>
                                        </p:tav>
                                      </p:tavLst>
                                    </p:anim>
                                    <p:anim calcmode="lin" valueType="num">
                                      <p:cBhvr>
                                        <p:cTn id="31" dur="500" fill="hold"/>
                                        <p:tgtEl>
                                          <p:spTgt spid="754745"/>
                                        </p:tgtEl>
                                        <p:attrNameLst>
                                          <p:attrName>ppt_w</p:attrName>
                                        </p:attrNameLst>
                                      </p:cBhvr>
                                      <p:tavLst>
                                        <p:tav tm="0">
                                          <p:val>
                                            <p:fltVal val="0"/>
                                          </p:val>
                                        </p:tav>
                                        <p:tav tm="100000">
                                          <p:val>
                                            <p:strVal val="#ppt_w"/>
                                          </p:val>
                                        </p:tav>
                                      </p:tavLst>
                                    </p:anim>
                                    <p:anim calcmode="lin" valueType="num">
                                      <p:cBhvr>
                                        <p:cTn id="32" dur="500" fill="hold"/>
                                        <p:tgtEl>
                                          <p:spTgt spid="754745"/>
                                        </p:tgtEl>
                                        <p:attrNameLst>
                                          <p:attrName>ppt_h</p:attrName>
                                        </p:attrNameLst>
                                      </p:cBhvr>
                                      <p:tavLst>
                                        <p:tav tm="0">
                                          <p:val>
                                            <p:strVal val="#ppt_h"/>
                                          </p:val>
                                        </p:tav>
                                        <p:tav tm="100000">
                                          <p:val>
                                            <p:strVal val="#ppt_h"/>
                                          </p:val>
                                        </p:tav>
                                      </p:tavLst>
                                    </p:anim>
                                  </p:childTnLst>
                                </p:cTn>
                              </p:par>
                            </p:childTnLst>
                          </p:cTn>
                        </p:par>
                        <p:par>
                          <p:cTn id="33" fill="hold" nodeType="afterGroup">
                            <p:stCondLst>
                              <p:cond delay="500"/>
                            </p:stCondLst>
                            <p:childTnLst>
                              <p:par>
                                <p:cTn id="34" presetID="12" presetClass="entr" presetSubtype="8" fill="hold" nodeType="afterEffect">
                                  <p:stCondLst>
                                    <p:cond delay="0"/>
                                  </p:stCondLst>
                                  <p:childTnLst>
                                    <p:set>
                                      <p:cBhvr>
                                        <p:cTn id="35" dur="1" fill="hold">
                                          <p:stCondLst>
                                            <p:cond delay="0"/>
                                          </p:stCondLst>
                                        </p:cTn>
                                        <p:tgtEl>
                                          <p:spTgt spid="754731"/>
                                        </p:tgtEl>
                                        <p:attrNameLst>
                                          <p:attrName>style.visibility</p:attrName>
                                        </p:attrNameLst>
                                      </p:cBhvr>
                                      <p:to>
                                        <p:strVal val="visible"/>
                                      </p:to>
                                    </p:set>
                                    <p:animEffect transition="in" filter="slide(fromLeft)">
                                      <p:cBhvr>
                                        <p:cTn id="36" dur="500"/>
                                        <p:tgtEl>
                                          <p:spTgt spid="754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691" grpId="0" autoUpdateAnimBg="0"/>
      <p:bldP spid="754692" grpId="0" autoUpdateAnimBg="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Text Box 2"/>
          <p:cNvSpPr txBox="1">
            <a:spLocks noChangeArrowheads="1"/>
          </p:cNvSpPr>
          <p:nvPr/>
        </p:nvSpPr>
        <p:spPr bwMode="auto">
          <a:xfrm>
            <a:off x="727075" y="631825"/>
            <a:ext cx="20297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dirty="0">
                <a:latin typeface="Times New Roman" panose="02020603050405020304" pitchFamily="18" charset="0"/>
              </a:rPr>
              <a:t> (b) </a:t>
            </a:r>
            <a:r>
              <a:rPr kumimoji="1" lang="zh-CN" altLang="en-US" sz="2400" b="1" dirty="0">
                <a:latin typeface="Times New Roman" panose="02020603050405020304" pitchFamily="18" charset="0"/>
              </a:rPr>
              <a:t>功率传输 </a:t>
            </a:r>
          </a:p>
        </p:txBody>
      </p:sp>
      <p:sp>
        <p:nvSpPr>
          <p:cNvPr id="756739" name="Text Box 3"/>
          <p:cNvSpPr txBox="1">
            <a:spLocks noChangeArrowheads="1"/>
          </p:cNvSpPr>
          <p:nvPr/>
        </p:nvSpPr>
        <p:spPr bwMode="auto">
          <a:xfrm>
            <a:off x="1277938" y="1127125"/>
            <a:ext cx="7694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400" b="1">
                <a:latin typeface="Times New Roman" panose="02020603050405020304" pitchFamily="18" charset="0"/>
              </a:rPr>
              <a:t>理想变压器的特性方程为</a:t>
            </a:r>
            <a:r>
              <a:rPr kumimoji="1" lang="zh-CN" altLang="en-US" sz="2400" b="1">
                <a:solidFill>
                  <a:srgbClr val="0000FF"/>
                </a:solidFill>
                <a:latin typeface="Times New Roman" panose="02020603050405020304" pitchFamily="18" charset="0"/>
              </a:rPr>
              <a:t>代数关系</a:t>
            </a:r>
            <a:r>
              <a:rPr kumimoji="1" lang="zh-CN" altLang="en-US" sz="2400" b="1">
                <a:latin typeface="Times New Roman" panose="02020603050405020304" pitchFamily="18" charset="0"/>
              </a:rPr>
              <a:t>，因此无记忆作用。</a:t>
            </a:r>
          </a:p>
        </p:txBody>
      </p:sp>
      <p:grpSp>
        <p:nvGrpSpPr>
          <p:cNvPr id="756740" name="Group 4"/>
          <p:cNvGrpSpPr>
            <a:grpSpLocks/>
          </p:cNvGrpSpPr>
          <p:nvPr/>
        </p:nvGrpSpPr>
        <p:grpSpPr bwMode="auto">
          <a:xfrm>
            <a:off x="1547813" y="1966913"/>
            <a:ext cx="1636712" cy="1227137"/>
            <a:chOff x="975" y="1239"/>
            <a:chExt cx="1031" cy="773"/>
          </a:xfrm>
        </p:grpSpPr>
        <p:graphicFrame>
          <p:nvGraphicFramePr>
            <p:cNvPr id="756741" name="Object 5"/>
            <p:cNvGraphicFramePr>
              <a:graphicFrameLocks noChangeAspect="1"/>
            </p:cNvGraphicFramePr>
            <p:nvPr/>
          </p:nvGraphicFramePr>
          <p:xfrm>
            <a:off x="1143" y="1239"/>
            <a:ext cx="801" cy="270"/>
          </p:xfrm>
          <a:graphic>
            <a:graphicData uri="http://schemas.openxmlformats.org/presentationml/2006/ole">
              <mc:AlternateContent xmlns:mc="http://schemas.openxmlformats.org/markup-compatibility/2006">
                <mc:Choice xmlns:v="urn:schemas-microsoft-com:vml" Requires="v">
                  <p:oleObj name="公式" r:id="rId3" imgW="634680" imgH="215640" progId="Equation.3">
                    <p:embed/>
                  </p:oleObj>
                </mc:Choice>
                <mc:Fallback>
                  <p:oleObj name="公式" r:id="rId3" imgW="634680" imgH="215640" progId="Equation.3">
                    <p:embed/>
                    <p:pic>
                      <p:nvPicPr>
                        <p:cNvPr id="75674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 y="1239"/>
                          <a:ext cx="801"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6742" name="Object 6"/>
            <p:cNvGraphicFramePr>
              <a:graphicFrameLocks noChangeAspect="1"/>
            </p:cNvGraphicFramePr>
            <p:nvPr/>
          </p:nvGraphicFramePr>
          <p:xfrm>
            <a:off x="1161" y="1560"/>
            <a:ext cx="845" cy="452"/>
          </p:xfrm>
          <a:graphic>
            <a:graphicData uri="http://schemas.openxmlformats.org/presentationml/2006/ole">
              <mc:AlternateContent xmlns:mc="http://schemas.openxmlformats.org/markup-compatibility/2006">
                <mc:Choice xmlns:v="urn:schemas-microsoft-com:vml" Requires="v">
                  <p:oleObj name="公式" r:id="rId5" imgW="660240" imgH="355320" progId="Equation.3">
                    <p:embed/>
                  </p:oleObj>
                </mc:Choice>
                <mc:Fallback>
                  <p:oleObj name="公式" r:id="rId5" imgW="660240" imgH="355320" progId="Equation.3">
                    <p:embed/>
                    <p:pic>
                      <p:nvPicPr>
                        <p:cNvPr id="75674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1" y="1560"/>
                          <a:ext cx="845"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6743" name="AutoShape 7"/>
            <p:cNvSpPr>
              <a:spLocks/>
            </p:cNvSpPr>
            <p:nvPr/>
          </p:nvSpPr>
          <p:spPr bwMode="auto">
            <a:xfrm>
              <a:off x="975" y="1356"/>
              <a:ext cx="119" cy="548"/>
            </a:xfrm>
            <a:prstGeom prst="leftBrace">
              <a:avLst>
                <a:gd name="adj1" fmla="val 38375"/>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6744" name="Group 8"/>
          <p:cNvGrpSpPr>
            <a:grpSpLocks/>
          </p:cNvGrpSpPr>
          <p:nvPr/>
        </p:nvGrpSpPr>
        <p:grpSpPr bwMode="auto">
          <a:xfrm>
            <a:off x="4287838" y="1568450"/>
            <a:ext cx="3763962" cy="2062163"/>
            <a:chOff x="2701" y="988"/>
            <a:chExt cx="2371" cy="1299"/>
          </a:xfrm>
        </p:grpSpPr>
        <p:sp>
          <p:nvSpPr>
            <p:cNvPr id="756745" name="Line 9"/>
            <p:cNvSpPr>
              <a:spLocks noChangeShapeType="1"/>
            </p:cNvSpPr>
            <p:nvPr/>
          </p:nvSpPr>
          <p:spPr bwMode="auto">
            <a:xfrm flipH="1">
              <a:off x="3634" y="1970"/>
              <a:ext cx="0" cy="2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6" name="Line 10"/>
            <p:cNvSpPr>
              <a:spLocks noChangeShapeType="1"/>
            </p:cNvSpPr>
            <p:nvPr/>
          </p:nvSpPr>
          <p:spPr bwMode="auto">
            <a:xfrm>
              <a:off x="3634" y="1382"/>
              <a:ext cx="0"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7" name="Line 11"/>
            <p:cNvSpPr>
              <a:spLocks noChangeShapeType="1"/>
            </p:cNvSpPr>
            <p:nvPr/>
          </p:nvSpPr>
          <p:spPr bwMode="auto">
            <a:xfrm flipH="1">
              <a:off x="4060" y="1981"/>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8" name="Line 12"/>
            <p:cNvSpPr>
              <a:spLocks noChangeShapeType="1"/>
            </p:cNvSpPr>
            <p:nvPr/>
          </p:nvSpPr>
          <p:spPr bwMode="auto">
            <a:xfrm>
              <a:off x="4062" y="1377"/>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9" name="Line 13"/>
            <p:cNvSpPr>
              <a:spLocks noChangeShapeType="1"/>
            </p:cNvSpPr>
            <p:nvPr/>
          </p:nvSpPr>
          <p:spPr bwMode="auto">
            <a:xfrm>
              <a:off x="3028" y="1383"/>
              <a:ext cx="60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0" name="Line 14"/>
            <p:cNvSpPr>
              <a:spLocks noChangeShapeType="1"/>
            </p:cNvSpPr>
            <p:nvPr/>
          </p:nvSpPr>
          <p:spPr bwMode="auto">
            <a:xfrm>
              <a:off x="4062" y="2183"/>
              <a:ext cx="632"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1" name="Line 15"/>
            <p:cNvSpPr>
              <a:spLocks noChangeShapeType="1"/>
            </p:cNvSpPr>
            <p:nvPr/>
          </p:nvSpPr>
          <p:spPr bwMode="auto">
            <a:xfrm rot="5400000">
              <a:off x="4489" y="1180"/>
              <a:ext cx="0" cy="25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2" name="Text Box 16"/>
            <p:cNvSpPr txBox="1">
              <a:spLocks noChangeArrowheads="1"/>
            </p:cNvSpPr>
            <p:nvPr/>
          </p:nvSpPr>
          <p:spPr bwMode="auto">
            <a:xfrm>
              <a:off x="3632" y="140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6753" name="Text Box 17"/>
            <p:cNvSpPr txBox="1">
              <a:spLocks noChangeArrowheads="1"/>
            </p:cNvSpPr>
            <p:nvPr/>
          </p:nvSpPr>
          <p:spPr bwMode="auto">
            <a:xfrm>
              <a:off x="3877" y="1396"/>
              <a:ext cx="1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6754" name="Line 18"/>
            <p:cNvSpPr>
              <a:spLocks noChangeShapeType="1"/>
            </p:cNvSpPr>
            <p:nvPr/>
          </p:nvSpPr>
          <p:spPr bwMode="auto">
            <a:xfrm>
              <a:off x="3013" y="1308"/>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6755" name="Group 19"/>
            <p:cNvGrpSpPr>
              <a:grpSpLocks/>
            </p:cNvGrpSpPr>
            <p:nvPr/>
          </p:nvGrpSpPr>
          <p:grpSpPr bwMode="auto">
            <a:xfrm rot="16200000" flipH="1">
              <a:off x="3854" y="1771"/>
              <a:ext cx="370" cy="53"/>
              <a:chOff x="1200" y="1584"/>
              <a:chExt cx="379" cy="45"/>
            </a:xfrm>
          </p:grpSpPr>
          <p:sp>
            <p:nvSpPr>
              <p:cNvPr id="756756" name="Arc 2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7" name="Arc 2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8" name="Arc 2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9" name="Arc 2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6760" name="Oval 24"/>
            <p:cNvSpPr>
              <a:spLocks noChangeArrowheads="1"/>
            </p:cNvSpPr>
            <p:nvPr/>
          </p:nvSpPr>
          <p:spPr bwMode="auto">
            <a:xfrm>
              <a:off x="2976" y="136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1" name="Line 25"/>
            <p:cNvSpPr>
              <a:spLocks noChangeShapeType="1"/>
            </p:cNvSpPr>
            <p:nvPr/>
          </p:nvSpPr>
          <p:spPr bwMode="auto">
            <a:xfrm>
              <a:off x="4060" y="1377"/>
              <a:ext cx="634"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2" name="Line 26"/>
            <p:cNvSpPr>
              <a:spLocks noChangeShapeType="1"/>
            </p:cNvSpPr>
            <p:nvPr/>
          </p:nvSpPr>
          <p:spPr bwMode="auto">
            <a:xfrm flipH="1">
              <a:off x="3022" y="2175"/>
              <a:ext cx="60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3" name="Oval 27"/>
            <p:cNvSpPr>
              <a:spLocks noChangeArrowheads="1"/>
            </p:cNvSpPr>
            <p:nvPr/>
          </p:nvSpPr>
          <p:spPr bwMode="auto">
            <a:xfrm flipH="1">
              <a:off x="2974" y="2149"/>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4" name="Text Box 28"/>
            <p:cNvSpPr txBox="1">
              <a:spLocks noChangeArrowheads="1"/>
            </p:cNvSpPr>
            <p:nvPr/>
          </p:nvSpPr>
          <p:spPr bwMode="auto">
            <a:xfrm>
              <a:off x="2713" y="1276"/>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6765" name="Text Box 29"/>
            <p:cNvSpPr txBox="1">
              <a:spLocks noChangeArrowheads="1"/>
            </p:cNvSpPr>
            <p:nvPr/>
          </p:nvSpPr>
          <p:spPr bwMode="auto">
            <a:xfrm>
              <a:off x="2741" y="2037"/>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pSp>
          <p:nvGrpSpPr>
            <p:cNvPr id="756766" name="Group 30"/>
            <p:cNvGrpSpPr>
              <a:grpSpLocks/>
            </p:cNvGrpSpPr>
            <p:nvPr/>
          </p:nvGrpSpPr>
          <p:grpSpPr bwMode="auto">
            <a:xfrm rot="5400000">
              <a:off x="3475" y="1752"/>
              <a:ext cx="370" cy="53"/>
              <a:chOff x="1200" y="1584"/>
              <a:chExt cx="379" cy="45"/>
            </a:xfrm>
          </p:grpSpPr>
          <p:sp>
            <p:nvSpPr>
              <p:cNvPr id="756767" name="Arc 31"/>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8" name="Arc 32"/>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9" name="Arc 33"/>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70" name="Arc 34"/>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6771" name="Text Box 35"/>
            <p:cNvSpPr txBox="1">
              <a:spLocks noChangeArrowheads="1"/>
            </p:cNvSpPr>
            <p:nvPr/>
          </p:nvSpPr>
          <p:spPr bwMode="auto">
            <a:xfrm>
              <a:off x="3630" y="1051"/>
              <a:ext cx="5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n</a:t>
              </a:r>
              <a:r>
                <a:rPr kumimoji="1" lang="en-US" altLang="zh-CN" sz="2400" b="1">
                  <a:latin typeface="Times New Roman" panose="02020603050405020304" pitchFamily="18" charset="0"/>
                </a:rPr>
                <a:t> : 1</a:t>
              </a:r>
            </a:p>
          </p:txBody>
        </p:sp>
        <p:sp>
          <p:nvSpPr>
            <p:cNvPr id="756772" name="Text Box 36"/>
            <p:cNvSpPr txBox="1">
              <a:spLocks noChangeArrowheads="1"/>
            </p:cNvSpPr>
            <p:nvPr/>
          </p:nvSpPr>
          <p:spPr bwMode="auto">
            <a:xfrm>
              <a:off x="2701" y="1633"/>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756773" name="Text Box 37"/>
            <p:cNvSpPr txBox="1">
              <a:spLocks noChangeArrowheads="1"/>
            </p:cNvSpPr>
            <p:nvPr/>
          </p:nvSpPr>
          <p:spPr bwMode="auto">
            <a:xfrm>
              <a:off x="2970" y="988"/>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756774" name="Text Box 38"/>
            <p:cNvSpPr txBox="1">
              <a:spLocks noChangeArrowheads="1"/>
            </p:cNvSpPr>
            <p:nvPr/>
          </p:nvSpPr>
          <p:spPr bwMode="auto">
            <a:xfrm>
              <a:off x="4361" y="999"/>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756775" name="Oval 39"/>
            <p:cNvSpPr>
              <a:spLocks noChangeArrowheads="1"/>
            </p:cNvSpPr>
            <p:nvPr/>
          </p:nvSpPr>
          <p:spPr bwMode="auto">
            <a:xfrm>
              <a:off x="4694" y="1356"/>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76" name="Oval 40"/>
            <p:cNvSpPr>
              <a:spLocks noChangeArrowheads="1"/>
            </p:cNvSpPr>
            <p:nvPr/>
          </p:nvSpPr>
          <p:spPr bwMode="auto">
            <a:xfrm flipH="1">
              <a:off x="4691" y="2155"/>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77" name="Text Box 41"/>
            <p:cNvSpPr txBox="1">
              <a:spLocks noChangeArrowheads="1"/>
            </p:cNvSpPr>
            <p:nvPr/>
          </p:nvSpPr>
          <p:spPr bwMode="auto">
            <a:xfrm>
              <a:off x="4739" y="1270"/>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6778" name="Text Box 42"/>
            <p:cNvSpPr txBox="1">
              <a:spLocks noChangeArrowheads="1"/>
            </p:cNvSpPr>
            <p:nvPr/>
          </p:nvSpPr>
          <p:spPr bwMode="auto">
            <a:xfrm>
              <a:off x="4779" y="2031"/>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6779" name="Text Box 43"/>
            <p:cNvSpPr txBox="1">
              <a:spLocks noChangeArrowheads="1"/>
            </p:cNvSpPr>
            <p:nvPr/>
          </p:nvSpPr>
          <p:spPr bwMode="auto">
            <a:xfrm>
              <a:off x="4763" y="1621"/>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grpSp>
      <p:graphicFrame>
        <p:nvGraphicFramePr>
          <p:cNvPr id="756780" name="Object 44"/>
          <p:cNvGraphicFramePr>
            <a:graphicFrameLocks noChangeAspect="1"/>
          </p:cNvGraphicFramePr>
          <p:nvPr/>
        </p:nvGraphicFramePr>
        <p:xfrm>
          <a:off x="1524000" y="3657600"/>
          <a:ext cx="5365750" cy="842963"/>
        </p:xfrm>
        <a:graphic>
          <a:graphicData uri="http://schemas.openxmlformats.org/presentationml/2006/ole">
            <mc:AlternateContent xmlns:mc="http://schemas.openxmlformats.org/markup-compatibility/2006">
              <mc:Choice xmlns:v="urn:schemas-microsoft-com:vml" Requires="v">
                <p:oleObj name="公式" r:id="rId7" imgW="2577960" imgH="406080" progId="Equation.3">
                  <p:embed/>
                </p:oleObj>
              </mc:Choice>
              <mc:Fallback>
                <p:oleObj name="公式" r:id="rId7" imgW="2577960" imgH="406080" progId="Equation.3">
                  <p:embed/>
                  <p:pic>
                    <p:nvPicPr>
                      <p:cNvPr id="756780"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3657600"/>
                        <a:ext cx="5365750" cy="842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6781" name="Text Box 45"/>
          <p:cNvSpPr txBox="1">
            <a:spLocks noChangeArrowheads="1"/>
          </p:cNvSpPr>
          <p:nvPr/>
        </p:nvSpPr>
        <p:spPr bwMode="auto">
          <a:xfrm>
            <a:off x="1143000" y="4583113"/>
            <a:ext cx="71628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kumimoji="1" lang="zh-CN" altLang="en-US" sz="2400" b="1">
                <a:latin typeface="Times New Roman" panose="02020603050405020304" pitchFamily="18" charset="0"/>
              </a:rPr>
              <a:t>由此可以看出，</a:t>
            </a:r>
            <a:r>
              <a:rPr kumimoji="1" lang="zh-CN" altLang="en-US" sz="2400" b="1">
                <a:solidFill>
                  <a:srgbClr val="FF0000"/>
                </a:solidFill>
                <a:latin typeface="Times New Roman" panose="02020603050405020304" pitchFamily="18" charset="0"/>
              </a:rPr>
              <a:t>理想变压器既不储能，也不耗能，在电路中只起传递信号和能量的作用。</a:t>
            </a:r>
          </a:p>
        </p:txBody>
      </p:sp>
    </p:spTree>
    <p:extLst>
      <p:ext uri="{BB962C8B-B14F-4D97-AF65-F5344CB8AC3E}">
        <p14:creationId xmlns:p14="http://schemas.microsoft.com/office/powerpoint/2010/main" val="2471585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56738"/>
                                        </p:tgtEl>
                                        <p:attrNameLst>
                                          <p:attrName>style.visibility</p:attrName>
                                        </p:attrNameLst>
                                      </p:cBhvr>
                                      <p:to>
                                        <p:strVal val="visible"/>
                                      </p:to>
                                    </p:set>
                                    <p:anim calcmode="lin" valueType="num">
                                      <p:cBhvr additive="base">
                                        <p:cTn id="7" dur="500" fill="hold"/>
                                        <p:tgtEl>
                                          <p:spTgt spid="756738"/>
                                        </p:tgtEl>
                                        <p:attrNameLst>
                                          <p:attrName>ppt_x</p:attrName>
                                        </p:attrNameLst>
                                      </p:cBhvr>
                                      <p:tavLst>
                                        <p:tav tm="0">
                                          <p:val>
                                            <p:strVal val="#ppt_x"/>
                                          </p:val>
                                        </p:tav>
                                        <p:tav tm="100000">
                                          <p:val>
                                            <p:strVal val="#ppt_x"/>
                                          </p:val>
                                        </p:tav>
                                      </p:tavLst>
                                    </p:anim>
                                    <p:anim calcmode="lin" valueType="num">
                                      <p:cBhvr additive="base">
                                        <p:cTn id="8" dur="500" fill="hold"/>
                                        <p:tgtEl>
                                          <p:spTgt spid="75673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56739"/>
                                        </p:tgtEl>
                                        <p:attrNameLst>
                                          <p:attrName>style.visibility</p:attrName>
                                        </p:attrNameLst>
                                      </p:cBhvr>
                                      <p:to>
                                        <p:strVal val="visible"/>
                                      </p:to>
                                    </p:set>
                                    <p:animEffect transition="in" filter="wipe(left)">
                                      <p:cBhvr>
                                        <p:cTn id="13" dur="500"/>
                                        <p:tgtEl>
                                          <p:spTgt spid="75673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nodeType="clickEffect">
                                  <p:stCondLst>
                                    <p:cond delay="0"/>
                                  </p:stCondLst>
                                  <p:childTnLst>
                                    <p:set>
                                      <p:cBhvr>
                                        <p:cTn id="17" dur="1" fill="hold">
                                          <p:stCondLst>
                                            <p:cond delay="0"/>
                                          </p:stCondLst>
                                        </p:cTn>
                                        <p:tgtEl>
                                          <p:spTgt spid="756740"/>
                                        </p:tgtEl>
                                        <p:attrNameLst>
                                          <p:attrName>style.visibility</p:attrName>
                                        </p:attrNameLst>
                                      </p:cBhvr>
                                      <p:to>
                                        <p:strVal val="visible"/>
                                      </p:to>
                                    </p:set>
                                    <p:animEffect transition="in" filter="strips(downRight)">
                                      <p:cBhvr>
                                        <p:cTn id="18" dur="500"/>
                                        <p:tgtEl>
                                          <p:spTgt spid="75674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nodeType="clickEffect">
                                  <p:stCondLst>
                                    <p:cond delay="0"/>
                                  </p:stCondLst>
                                  <p:childTnLst>
                                    <p:set>
                                      <p:cBhvr>
                                        <p:cTn id="22" dur="1" fill="hold">
                                          <p:stCondLst>
                                            <p:cond delay="0"/>
                                          </p:stCondLst>
                                        </p:cTn>
                                        <p:tgtEl>
                                          <p:spTgt spid="756744"/>
                                        </p:tgtEl>
                                        <p:attrNameLst>
                                          <p:attrName>style.visibility</p:attrName>
                                        </p:attrNameLst>
                                      </p:cBhvr>
                                      <p:to>
                                        <p:strVal val="visible"/>
                                      </p:to>
                                    </p:set>
                                    <p:animEffect transition="in" filter="strips(downRight)">
                                      <p:cBhvr>
                                        <p:cTn id="23" dur="500"/>
                                        <p:tgtEl>
                                          <p:spTgt spid="75674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756780"/>
                                        </p:tgtEl>
                                        <p:attrNameLst>
                                          <p:attrName>style.visibility</p:attrName>
                                        </p:attrNameLst>
                                      </p:cBhvr>
                                      <p:to>
                                        <p:strVal val="visible"/>
                                      </p:to>
                                    </p:set>
                                    <p:animEffect transition="in" filter="wipe(left)">
                                      <p:cBhvr>
                                        <p:cTn id="28" dur="500"/>
                                        <p:tgtEl>
                                          <p:spTgt spid="75678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56781"/>
                                        </p:tgtEl>
                                        <p:attrNameLst>
                                          <p:attrName>style.visibility</p:attrName>
                                        </p:attrNameLst>
                                      </p:cBhvr>
                                      <p:to>
                                        <p:strVal val="visible"/>
                                      </p:to>
                                    </p:set>
                                    <p:animEffect transition="in" filter="wipe(left)">
                                      <p:cBhvr>
                                        <p:cTn id="33" dur="500"/>
                                        <p:tgtEl>
                                          <p:spTgt spid="756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38" grpId="0" autoUpdateAnimBg="0"/>
      <p:bldP spid="756739" grpId="0" autoUpdateAnimBg="0"/>
      <p:bldP spid="756781" grpId="0" autoUpdateAnimBg="0"/>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61975" y="234950"/>
            <a:ext cx="6338570" cy="3718560"/>
          </a:xfrm>
          <a:prstGeom prst="rect">
            <a:avLst/>
          </a:prstGeom>
        </p:spPr>
      </p:pic>
      <p:pic>
        <p:nvPicPr>
          <p:cNvPr id="3" name="图片 2"/>
          <p:cNvPicPr>
            <a:picLocks noChangeAspect="1"/>
          </p:cNvPicPr>
          <p:nvPr/>
        </p:nvPicPr>
        <p:blipFill>
          <a:blip r:embed="rId4"/>
          <a:srcRect t="17199" r="1490" b="8976"/>
          <a:stretch>
            <a:fillRect/>
          </a:stretch>
        </p:blipFill>
        <p:spPr>
          <a:xfrm>
            <a:off x="638175" y="3892550"/>
            <a:ext cx="8134985" cy="2372360"/>
          </a:xfrm>
          <a:prstGeom prst="rect">
            <a:avLst/>
          </a:prstGeom>
        </p:spPr>
      </p:pic>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866775" y="1276350"/>
            <a:ext cx="7410450" cy="4305300"/>
          </a:xfrm>
          <a:prstGeom prst="rect">
            <a:avLst/>
          </a:prstGeom>
        </p:spPr>
      </p:pic>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90550" y="861695"/>
            <a:ext cx="7962900" cy="5133975"/>
          </a:xfrm>
          <a:prstGeom prst="rect">
            <a:avLst/>
          </a:prstGeom>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76313" y="2002195"/>
            <a:ext cx="7767687" cy="1938992"/>
          </a:xfrm>
          <a:prstGeom prst="rect">
            <a:avLst/>
          </a:prstGeom>
          <a:noFill/>
        </p:spPr>
        <p:txBody>
          <a:bodyPr wrap="square" rtlCol="0">
            <a:spAutoFit/>
          </a:bodyPr>
          <a:lstStyle/>
          <a:p>
            <a:r>
              <a:rPr lang="zh-CN" altLang="en-US" sz="6000" dirty="0">
                <a:latin typeface="华文行楷" panose="02010800040101010101" charset="-122"/>
                <a:ea typeface="华文行楷" panose="02010800040101010101" charset="-122"/>
              </a:rPr>
              <a:t>四、第</a:t>
            </a:r>
            <a:r>
              <a:rPr lang="en-US" altLang="zh-CN" sz="6000" dirty="0">
                <a:latin typeface="华文行楷" panose="02010800040101010101" charset="-122"/>
                <a:ea typeface="华文行楷" panose="02010800040101010101" charset="-122"/>
              </a:rPr>
              <a:t>14</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15</a:t>
            </a:r>
            <a:r>
              <a:rPr lang="zh-CN" altLang="en-US" sz="6000" dirty="0">
                <a:latin typeface="华文行楷" panose="02010800040101010101" charset="-122"/>
                <a:ea typeface="华文行楷" panose="02010800040101010101" charset="-122"/>
              </a:rPr>
              <a:t>、</a:t>
            </a:r>
            <a:r>
              <a:rPr lang="en-US" altLang="zh-CN" sz="6000" dirty="0">
                <a:latin typeface="华文行楷" panose="02010800040101010101" charset="-122"/>
                <a:ea typeface="华文行楷" panose="02010800040101010101" charset="-122"/>
              </a:rPr>
              <a:t>16</a:t>
            </a:r>
            <a:r>
              <a:rPr lang="zh-CN" altLang="en-US" sz="6000" dirty="0">
                <a:latin typeface="华文行楷" panose="02010800040101010101" charset="-122"/>
                <a:ea typeface="华文行楷" panose="02010800040101010101" charset="-122"/>
              </a:rPr>
              <a:t>章     </a:t>
            </a:r>
            <a:endParaRPr lang="en-US" altLang="zh-CN" sz="6000" dirty="0">
              <a:latin typeface="华文行楷" panose="02010800040101010101" charset="-122"/>
              <a:ea typeface="华文行楷" panose="02010800040101010101" charset="-122"/>
            </a:endParaRPr>
          </a:p>
          <a:p>
            <a:r>
              <a:rPr lang="en-US" altLang="zh-CN" sz="6000" dirty="0">
                <a:latin typeface="华文行楷" panose="02010800040101010101" charset="-122"/>
                <a:ea typeface="华文行楷" panose="02010800040101010101" charset="-122"/>
              </a:rPr>
              <a:t>           </a:t>
            </a:r>
            <a:r>
              <a:rPr lang="zh-CN" altLang="en-US" sz="6000" dirty="0">
                <a:latin typeface="华文行楷" panose="02010800040101010101" charset="-122"/>
                <a:ea typeface="华文行楷" panose="02010800040101010101" charset="-122"/>
              </a:rPr>
              <a:t>基础知识</a:t>
            </a:r>
          </a:p>
        </p:txBody>
      </p:sp>
    </p:spTree>
    <p:extLst>
      <p:ext uri="{BB962C8B-B14F-4D97-AF65-F5344CB8AC3E}">
        <p14:creationId xmlns:p14="http://schemas.microsoft.com/office/powerpoint/2010/main" val="2016090339"/>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50000"/>
              </a:spcBef>
              <a:spcAft>
                <a:spcPct val="0"/>
              </a:spcAft>
              <a:defRPr sz="1000" kern="1200">
                <a:solidFill>
                  <a:srgbClr val="FF6600"/>
                </a:solidFill>
                <a:latin typeface="Arial" panose="020B0604020202020204" pitchFamily="34" charset="0"/>
                <a:ea typeface="宋体" panose="02010600030101010101" pitchFamily="2" charset="-122"/>
                <a:cs typeface="+mn-cs"/>
              </a:defRPr>
            </a:lvl1pPr>
            <a:lvl2pPr marL="4572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ED9B9E5F-C0A1-47E4-9436-178D228C217A}" type="datetime1">
              <a:rPr kumimoji="1" lang="zh-CN" altLang="en-US" smtClean="0">
                <a:latin typeface="Times New Roman" panose="02020603050405020304" pitchFamily="18" charset="0"/>
              </a:rPr>
              <a:pPr marL="0" marR="0" lvl="0" indent="0" algn="l" defTabSz="914400" rtl="0" eaLnBrk="1" fontAlgn="base" latinLnBrk="0" hangingPunct="1">
                <a:lnSpc>
                  <a:spcPct val="100000"/>
                </a:lnSpc>
                <a:spcBef>
                  <a:spcPct val="0"/>
                </a:spcBef>
                <a:spcAft>
                  <a:spcPct val="0"/>
                </a:spcAft>
                <a:buClrTx/>
                <a:buSzTx/>
                <a:buFontTx/>
                <a:buNone/>
                <a:tabLst/>
                <a:defRPr/>
              </a:pPr>
              <a:t>2024/8/17</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
        <p:nvSpPr>
          <p:cNvPr id="4099"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50000"/>
              </a:spcBef>
              <a:spcAft>
                <a:spcPct val="0"/>
              </a:spcAft>
              <a:defRPr sz="1000" kern="1200">
                <a:solidFill>
                  <a:srgbClr val="FF6600"/>
                </a:solidFill>
                <a:latin typeface="Arial" panose="020B0604020202020204" pitchFamily="34" charset="0"/>
                <a:ea typeface="宋体" panose="02010600030101010101" pitchFamily="2" charset="-122"/>
                <a:cs typeface="+mn-cs"/>
              </a:defRPr>
            </a:lvl1pPr>
            <a:lvl2pPr marL="4572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a:latin typeface="Times New Roman" panose="02020603050405020304" pitchFamily="18" charset="0"/>
              </a:rPr>
              <a:t>电路理论－颜秋容</a:t>
            </a:r>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
        <p:nvSpPr>
          <p:cNvPr id="4100"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50000"/>
              </a:spcBef>
              <a:spcAft>
                <a:spcPct val="0"/>
              </a:spcAft>
              <a:defRPr sz="1000" kern="1200">
                <a:solidFill>
                  <a:srgbClr val="FF6600"/>
                </a:solidFill>
                <a:latin typeface="Arial" panose="020B0604020202020204" pitchFamily="34" charset="0"/>
                <a:ea typeface="宋体" panose="02010600030101010101" pitchFamily="2" charset="-122"/>
                <a:cs typeface="+mn-cs"/>
              </a:defRPr>
            </a:lvl1pPr>
            <a:lvl2pPr marL="4572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D1A3C6-A68E-4063-8152-DBD7F8B4372D}" type="slidenum">
              <a:rPr kumimoji="1" lang="en-US" altLang="zh-CN" smtClean="0">
                <a:latin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228</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grpSp>
        <p:nvGrpSpPr>
          <p:cNvPr id="4101" name="Group 1026"/>
          <p:cNvGrpSpPr>
            <a:grpSpLocks/>
          </p:cNvGrpSpPr>
          <p:nvPr/>
        </p:nvGrpSpPr>
        <p:grpSpPr bwMode="auto">
          <a:xfrm>
            <a:off x="0" y="0"/>
            <a:ext cx="9144000" cy="6858000"/>
            <a:chOff x="0" y="0"/>
            <a:chExt cx="5970" cy="4956"/>
          </a:xfrm>
        </p:grpSpPr>
        <p:pic>
          <p:nvPicPr>
            <p:cNvPr id="4111"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3"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4"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3" name="Picture 1074"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75" name="Text Box 1075"/>
          <p:cNvSpPr txBox="1">
            <a:spLocks noChangeArrowheads="1"/>
          </p:cNvSpPr>
          <p:nvPr/>
        </p:nvSpPr>
        <p:spPr bwMode="auto">
          <a:xfrm>
            <a:off x="298450" y="-100013"/>
            <a:ext cx="8845550" cy="144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Chapter 14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正弦稳态电路的频率响应</a:t>
            </a:r>
            <a:endParaRPr kumimoji="1" lang="zh-CN" altLang="en-US" sz="4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endParaRPr>
          </a:p>
        </p:txBody>
      </p:sp>
      <p:sp>
        <p:nvSpPr>
          <p:cNvPr id="77876" name="Text Box 1076"/>
          <p:cNvSpPr txBox="1">
            <a:spLocks noChangeArrowheads="1"/>
          </p:cNvSpPr>
          <p:nvPr/>
        </p:nvSpPr>
        <p:spPr bwMode="auto">
          <a:xfrm>
            <a:off x="1093788" y="1557338"/>
            <a:ext cx="612457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14.1 </a:t>
            </a: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网络函数与频率响应</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Network Function and Frequency Response </a:t>
            </a:r>
            <a:b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br>
            <a:endPar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endParaRPr>
          </a:p>
        </p:txBody>
      </p:sp>
      <p:sp>
        <p:nvSpPr>
          <p:cNvPr id="77877" name="Text Box 1077"/>
          <p:cNvSpPr txBox="1">
            <a:spLocks noChangeArrowheads="1"/>
          </p:cNvSpPr>
          <p:nvPr/>
        </p:nvSpPr>
        <p:spPr bwMode="auto">
          <a:xfrm>
            <a:off x="1042988" y="2593975"/>
            <a:ext cx="3570287"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14.2 </a:t>
            </a: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谐振电路的频率响应</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Resonance</a:t>
            </a:r>
          </a:p>
        </p:txBody>
      </p:sp>
    </p:spTree>
    <p:extLst>
      <p:ext uri="{BB962C8B-B14F-4D97-AF65-F5344CB8AC3E}">
        <p14:creationId xmlns:p14="http://schemas.microsoft.com/office/powerpoint/2010/main" val="113724943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50000"/>
              </a:spcBef>
              <a:spcAft>
                <a:spcPct val="0"/>
              </a:spcAft>
              <a:defRPr sz="1000" kern="1200">
                <a:solidFill>
                  <a:srgbClr val="FF6600"/>
                </a:solidFill>
                <a:latin typeface="Arial" panose="020B0604020202020204" pitchFamily="34" charset="0"/>
                <a:ea typeface="宋体" panose="02010600030101010101" pitchFamily="2" charset="-122"/>
                <a:cs typeface="+mn-cs"/>
              </a:defRPr>
            </a:lvl1pPr>
            <a:lvl2pPr marL="4572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D1A3C6-A68E-4063-8152-DBD7F8B4372D}" type="slidenum">
              <a:rPr kumimoji="1" lang="en-US" altLang="zh-CN" smtClean="0">
                <a:latin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229</a:t>
            </a:fld>
            <a:endParaRPr kumimoji="1" lang="en-US" altLang="zh-CN" sz="10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
        <p:nvSpPr>
          <p:cNvPr id="211970" name="Rectangle 2"/>
          <p:cNvSpPr>
            <a:spLocks noChangeArrowheads="1"/>
          </p:cNvSpPr>
          <p:nvPr/>
        </p:nvSpPr>
        <p:spPr bwMode="auto">
          <a:xfrm>
            <a:off x="179388" y="620713"/>
            <a:ext cx="4968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1. </a:t>
            </a:r>
            <a:r>
              <a:rPr kumimoji="1" lang="zh-CN" altLang="en-US"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网络函数（</a:t>
            </a:r>
            <a:r>
              <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Network Function</a:t>
            </a:r>
            <a:r>
              <a:rPr kumimoji="1" lang="zh-CN" altLang="en-US"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a:t>
            </a:r>
            <a:endPar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endParaRPr>
          </a:p>
        </p:txBody>
      </p:sp>
      <p:sp>
        <p:nvSpPr>
          <p:cNvPr id="6150" name="Rectangle 23"/>
          <p:cNvSpPr>
            <a:spLocks noChangeArrowheads="1"/>
          </p:cNvSpPr>
          <p:nvPr/>
        </p:nvSpPr>
        <p:spPr bwMode="auto">
          <a:xfrm>
            <a:off x="395288" y="115888"/>
            <a:ext cx="8458200"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t>14.1 </a:t>
            </a:r>
            <a:r>
              <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rPr>
              <a:t>网络函数与频率响应</a:t>
            </a:r>
          </a:p>
        </p:txBody>
      </p:sp>
      <p:sp>
        <p:nvSpPr>
          <p:cNvPr id="211992" name="Rectangle 24"/>
          <p:cNvSpPr>
            <a:spLocks noChangeArrowheads="1"/>
          </p:cNvSpPr>
          <p:nvPr/>
        </p:nvSpPr>
        <p:spPr bwMode="auto">
          <a:xfrm>
            <a:off x="179388" y="3435225"/>
            <a:ext cx="48942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2. </a:t>
            </a:r>
            <a:r>
              <a:rPr kumimoji="1" lang="zh-CN" altLang="en-US"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频率响应（</a:t>
            </a:r>
            <a:r>
              <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Frequency Response</a:t>
            </a:r>
            <a:r>
              <a:rPr kumimoji="1" lang="zh-CN" altLang="en-US"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rPr>
              <a:t>）</a:t>
            </a:r>
            <a:endPar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anose="02020603050405020304" pitchFamily="18" charset="0"/>
              <a:ea typeface="隶书" panose="02010509060101010101" pitchFamily="49" charset="-122"/>
              <a:cs typeface="+mn-cs"/>
            </a:endParaRPr>
          </a:p>
        </p:txBody>
      </p:sp>
      <p:graphicFrame>
        <p:nvGraphicFramePr>
          <p:cNvPr id="211995" name="Object 27"/>
          <p:cNvGraphicFramePr>
            <a:graphicFrameLocks noChangeAspect="1"/>
          </p:cNvGraphicFramePr>
          <p:nvPr/>
        </p:nvGraphicFramePr>
        <p:xfrm>
          <a:off x="5940425" y="620713"/>
          <a:ext cx="3024188" cy="2290762"/>
        </p:xfrm>
        <a:graphic>
          <a:graphicData uri="http://schemas.openxmlformats.org/presentationml/2006/ole">
            <mc:AlternateContent xmlns:mc="http://schemas.openxmlformats.org/markup-compatibility/2006">
              <mc:Choice xmlns:v="urn:schemas-microsoft-com:vml" Requires="v">
                <p:oleObj name="Visio" r:id="rId2" imgW="1743218" imgH="1318879" progId="Visio.Drawing.11">
                  <p:embed/>
                </p:oleObj>
              </mc:Choice>
              <mc:Fallback>
                <p:oleObj name="Visio" r:id="rId2" imgW="1743218" imgH="1318879" progId="Visio.Drawing.11">
                  <p:embed/>
                  <p:pic>
                    <p:nvPicPr>
                      <p:cNvPr id="211995"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620713"/>
                        <a:ext cx="3024188" cy="2290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2002" name="Object 34"/>
          <p:cNvGraphicFramePr>
            <a:graphicFrameLocks noChangeAspect="1"/>
          </p:cNvGraphicFramePr>
          <p:nvPr/>
        </p:nvGraphicFramePr>
        <p:xfrm>
          <a:off x="468313" y="1989138"/>
          <a:ext cx="4770437" cy="1389062"/>
        </p:xfrm>
        <a:graphic>
          <a:graphicData uri="http://schemas.openxmlformats.org/presentationml/2006/ole">
            <mc:AlternateContent xmlns:mc="http://schemas.openxmlformats.org/markup-compatibility/2006">
              <mc:Choice xmlns:v="urn:schemas-microsoft-com:vml" Requires="v">
                <p:oleObj name="Equation" r:id="rId4" imgW="2616200" imgH="762000" progId="Equation.DSMT4">
                  <p:embed/>
                </p:oleObj>
              </mc:Choice>
              <mc:Fallback>
                <p:oleObj name="Equation" r:id="rId4" imgW="2616200" imgH="762000" progId="Equation.DSMT4">
                  <p:embed/>
                  <p:pic>
                    <p:nvPicPr>
                      <p:cNvPr id="212002"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1989138"/>
                        <a:ext cx="4770437" cy="138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2005" name="Object 37"/>
          <p:cNvGraphicFramePr>
            <a:graphicFrameLocks noChangeAspect="1"/>
          </p:cNvGraphicFramePr>
          <p:nvPr/>
        </p:nvGraphicFramePr>
        <p:xfrm>
          <a:off x="395288" y="4831135"/>
          <a:ext cx="5184775" cy="687387"/>
        </p:xfrm>
        <a:graphic>
          <a:graphicData uri="http://schemas.openxmlformats.org/presentationml/2006/ole">
            <mc:AlternateContent xmlns:mc="http://schemas.openxmlformats.org/markup-compatibility/2006">
              <mc:Choice xmlns:v="urn:schemas-microsoft-com:vml" Requires="v">
                <p:oleObj name="Equation" r:id="rId6" imgW="2489200" imgH="330200" progId="Equation.DSMT4">
                  <p:embed/>
                </p:oleObj>
              </mc:Choice>
              <mc:Fallback>
                <p:oleObj name="Equation" r:id="rId6" imgW="2489200" imgH="330200" progId="Equation.DSMT4">
                  <p:embed/>
                  <p:pic>
                    <p:nvPicPr>
                      <p:cNvPr id="212005"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288" y="4831135"/>
                        <a:ext cx="5184775"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2007" name="Object 39"/>
          <p:cNvGraphicFramePr>
            <a:graphicFrameLocks noChangeAspect="1"/>
          </p:cNvGraphicFramePr>
          <p:nvPr/>
        </p:nvGraphicFramePr>
        <p:xfrm>
          <a:off x="395288" y="4077072"/>
          <a:ext cx="3529012" cy="557213"/>
        </p:xfrm>
        <a:graphic>
          <a:graphicData uri="http://schemas.openxmlformats.org/presentationml/2006/ole">
            <mc:AlternateContent xmlns:mc="http://schemas.openxmlformats.org/markup-compatibility/2006">
              <mc:Choice xmlns:v="urn:schemas-microsoft-com:vml" Requires="v">
                <p:oleObj name="Equation" r:id="rId8" imgW="1625600" imgH="254000" progId="Equation.DSMT4">
                  <p:embed/>
                </p:oleObj>
              </mc:Choice>
              <mc:Fallback>
                <p:oleObj name="Equation" r:id="rId8" imgW="1625600" imgH="254000" progId="Equation.DSMT4">
                  <p:embed/>
                  <p:pic>
                    <p:nvPicPr>
                      <p:cNvPr id="212007" name="Object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288" y="4077072"/>
                        <a:ext cx="3529012"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2009" name="Rectangle 41"/>
          <p:cNvSpPr>
            <a:spLocks noChangeArrowheads="1"/>
          </p:cNvSpPr>
          <p:nvPr/>
        </p:nvSpPr>
        <p:spPr bwMode="auto">
          <a:xfrm>
            <a:off x="1403350" y="4437435"/>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noFill/>
                </a:ln>
                <a:solidFill>
                  <a:srgbClr val="CC3300"/>
                </a:solidFill>
                <a:effectLst/>
                <a:uLnTx/>
                <a:uFillTx/>
                <a:latin typeface="Times New Roman" panose="02020603050405020304" pitchFamily="18" charset="0"/>
                <a:ea typeface="隶书" panose="02010509060101010101" pitchFamily="49" charset="-122"/>
                <a:cs typeface="+mn-cs"/>
              </a:rPr>
              <a:t>幅频响应</a:t>
            </a:r>
          </a:p>
        </p:txBody>
      </p:sp>
      <p:sp>
        <p:nvSpPr>
          <p:cNvPr id="212010" name="Rectangle 42"/>
          <p:cNvSpPr>
            <a:spLocks noChangeArrowheads="1"/>
          </p:cNvSpPr>
          <p:nvPr/>
        </p:nvSpPr>
        <p:spPr bwMode="auto">
          <a:xfrm>
            <a:off x="2916238" y="4437435"/>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noFill/>
                </a:ln>
                <a:solidFill>
                  <a:srgbClr val="CC3300"/>
                </a:solidFill>
                <a:effectLst/>
                <a:uLnTx/>
                <a:uFillTx/>
                <a:latin typeface="Times New Roman" panose="02020603050405020304" pitchFamily="18" charset="0"/>
                <a:ea typeface="隶书" panose="02010509060101010101" pitchFamily="49" charset="-122"/>
                <a:cs typeface="+mn-cs"/>
              </a:rPr>
              <a:t>相频响应</a:t>
            </a:r>
          </a:p>
        </p:txBody>
      </p:sp>
      <p:grpSp>
        <p:nvGrpSpPr>
          <p:cNvPr id="212013" name="Group 45"/>
          <p:cNvGrpSpPr>
            <a:grpSpLocks/>
          </p:cNvGrpSpPr>
          <p:nvPr/>
        </p:nvGrpSpPr>
        <p:grpSpPr bwMode="auto">
          <a:xfrm>
            <a:off x="493713" y="1123950"/>
            <a:ext cx="2971800" cy="889000"/>
            <a:chOff x="311" y="889"/>
            <a:chExt cx="1872" cy="560"/>
          </a:xfrm>
        </p:grpSpPr>
        <p:graphicFrame>
          <p:nvGraphicFramePr>
            <p:cNvPr id="6166" name="Object 30"/>
            <p:cNvGraphicFramePr>
              <a:graphicFrameLocks noChangeAspect="1"/>
            </p:cNvGraphicFramePr>
            <p:nvPr/>
          </p:nvGraphicFramePr>
          <p:xfrm>
            <a:off x="311" y="889"/>
            <a:ext cx="1872" cy="560"/>
          </p:xfrm>
          <a:graphic>
            <a:graphicData uri="http://schemas.openxmlformats.org/presentationml/2006/ole">
              <mc:AlternateContent xmlns:mc="http://schemas.openxmlformats.org/markup-compatibility/2006">
                <mc:Choice xmlns:v="urn:schemas-microsoft-com:vml" Requires="v">
                  <p:oleObj name="Equation" r:id="rId10" imgW="1485255" imgH="444307" progId="Equation.DSMT4">
                    <p:embed/>
                  </p:oleObj>
                </mc:Choice>
                <mc:Fallback>
                  <p:oleObj name="Equation" r:id="rId10" imgW="1485255" imgH="444307" progId="Equation.DSMT4">
                    <p:embed/>
                    <p:pic>
                      <p:nvPicPr>
                        <p:cNvPr id="6166" name="Object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1" y="889"/>
                          <a:ext cx="1872" cy="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67" name="Rectangle 43"/>
            <p:cNvSpPr>
              <a:spLocks noChangeArrowheads="1"/>
            </p:cNvSpPr>
            <p:nvPr/>
          </p:nvSpPr>
          <p:spPr bwMode="auto">
            <a:xfrm>
              <a:off x="1020" y="981"/>
              <a:ext cx="500"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7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CC3300"/>
                  </a:solidFill>
                  <a:effectLst/>
                  <a:uLnTx/>
                  <a:uFillTx/>
                  <a:latin typeface="Times New Roman" panose="02020603050405020304" pitchFamily="18" charset="0"/>
                  <a:ea typeface="隶书" panose="02010509060101010101" pitchFamily="49" charset="-122"/>
                  <a:cs typeface="+mn-cs"/>
                </a:rPr>
                <a:t>响应</a:t>
              </a:r>
            </a:p>
            <a:p>
              <a:pPr marL="0" marR="0" lvl="0" indent="0" algn="l" defTabSz="914400" rtl="0" eaLnBrk="1" fontAlgn="base" latinLnBrk="0" hangingPunct="1">
                <a:lnSpc>
                  <a:spcPct val="7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srgbClr val="CC3300"/>
                  </a:solidFill>
                  <a:effectLst/>
                  <a:uLnTx/>
                  <a:uFillTx/>
                  <a:latin typeface="Times New Roman" panose="02020603050405020304" pitchFamily="18" charset="0"/>
                  <a:ea typeface="隶书" panose="02010509060101010101" pitchFamily="49" charset="-122"/>
                  <a:cs typeface="+mn-cs"/>
                </a:rPr>
                <a:t>激励</a:t>
              </a:r>
            </a:p>
          </p:txBody>
        </p:sp>
        <p:sp>
          <p:nvSpPr>
            <p:cNvPr id="6168" name="Line 44"/>
            <p:cNvSpPr>
              <a:spLocks noChangeShapeType="1"/>
            </p:cNvSpPr>
            <p:nvPr/>
          </p:nvSpPr>
          <p:spPr bwMode="auto">
            <a:xfrm>
              <a:off x="1065" y="1166"/>
              <a:ext cx="408" cy="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grpSp>
      <p:graphicFrame>
        <p:nvGraphicFramePr>
          <p:cNvPr id="212016" name="Object 48"/>
          <p:cNvGraphicFramePr>
            <a:graphicFrameLocks noChangeAspect="1"/>
          </p:cNvGraphicFramePr>
          <p:nvPr/>
        </p:nvGraphicFramePr>
        <p:xfrm>
          <a:off x="395288" y="5694735"/>
          <a:ext cx="1798637" cy="423862"/>
        </p:xfrm>
        <a:graphic>
          <a:graphicData uri="http://schemas.openxmlformats.org/presentationml/2006/ole">
            <mc:AlternateContent xmlns:mc="http://schemas.openxmlformats.org/markup-compatibility/2006">
              <mc:Choice xmlns:v="urn:schemas-microsoft-com:vml" Requires="v">
                <p:oleObj name="Equation" r:id="rId12" imgW="863225" imgH="203112" progId="Equation.DSMT4">
                  <p:embed/>
                </p:oleObj>
              </mc:Choice>
              <mc:Fallback>
                <p:oleObj name="Equation" r:id="rId12" imgW="863225" imgH="203112" progId="Equation.DSMT4">
                  <p:embed/>
                  <p:pic>
                    <p:nvPicPr>
                      <p:cNvPr id="212016"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288" y="5694735"/>
                        <a:ext cx="179863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2017" name="Object 49"/>
          <p:cNvGraphicFramePr>
            <a:graphicFrameLocks noChangeAspect="1"/>
          </p:cNvGraphicFramePr>
          <p:nvPr/>
        </p:nvGraphicFramePr>
        <p:xfrm>
          <a:off x="3200400" y="5694735"/>
          <a:ext cx="2379663" cy="423862"/>
        </p:xfrm>
        <a:graphic>
          <a:graphicData uri="http://schemas.openxmlformats.org/presentationml/2006/ole">
            <mc:AlternateContent xmlns:mc="http://schemas.openxmlformats.org/markup-compatibility/2006">
              <mc:Choice xmlns:v="urn:schemas-microsoft-com:vml" Requires="v">
                <p:oleObj name="Equation" r:id="rId14" imgW="1143000" imgH="203200" progId="Equation.DSMT4">
                  <p:embed/>
                </p:oleObj>
              </mc:Choice>
              <mc:Fallback>
                <p:oleObj name="Equation" r:id="rId14" imgW="1143000" imgH="203200" progId="Equation.DSMT4">
                  <p:embed/>
                  <p:pic>
                    <p:nvPicPr>
                      <p:cNvPr id="212017" name="Object 4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00400" y="5694735"/>
                        <a:ext cx="2379663"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2018" name="Object 50"/>
          <p:cNvGraphicFramePr>
            <a:graphicFrameLocks noChangeAspect="1"/>
          </p:cNvGraphicFramePr>
          <p:nvPr/>
        </p:nvGraphicFramePr>
        <p:xfrm>
          <a:off x="5724525" y="2276475"/>
          <a:ext cx="3025775" cy="2251075"/>
        </p:xfrm>
        <a:graphic>
          <a:graphicData uri="http://schemas.openxmlformats.org/presentationml/2006/ole">
            <mc:AlternateContent xmlns:mc="http://schemas.openxmlformats.org/markup-compatibility/2006">
              <mc:Choice xmlns:v="urn:schemas-microsoft-com:vml" Requires="v">
                <p:oleObj name="Visio" r:id="rId16" imgW="1858947" imgH="1377601" progId="Visio.Drawing.11">
                  <p:embed/>
                </p:oleObj>
              </mc:Choice>
              <mc:Fallback>
                <p:oleObj name="Visio" r:id="rId16" imgW="1858947" imgH="1377601" progId="Visio.Drawing.11">
                  <p:embed/>
                  <p:pic>
                    <p:nvPicPr>
                      <p:cNvPr id="212018" name="Object 5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24525" y="2276475"/>
                        <a:ext cx="3025775"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2019" name="Object 51"/>
          <p:cNvGraphicFramePr>
            <a:graphicFrameLocks noChangeAspect="1"/>
          </p:cNvGraphicFramePr>
          <p:nvPr/>
        </p:nvGraphicFramePr>
        <p:xfrm>
          <a:off x="5688013" y="4508500"/>
          <a:ext cx="3276600" cy="2436813"/>
        </p:xfrm>
        <a:graphic>
          <a:graphicData uri="http://schemas.openxmlformats.org/presentationml/2006/ole">
            <mc:AlternateContent xmlns:mc="http://schemas.openxmlformats.org/markup-compatibility/2006">
              <mc:Choice xmlns:v="urn:schemas-microsoft-com:vml" Requires="v">
                <p:oleObj name="Visio" r:id="rId18" imgW="1858947" imgH="1377601" progId="Visio.Drawing.11">
                  <p:embed/>
                </p:oleObj>
              </mc:Choice>
              <mc:Fallback>
                <p:oleObj name="Visio" r:id="rId18" imgW="1858947" imgH="1377601" progId="Visio.Drawing.11">
                  <p:embed/>
                  <p:pic>
                    <p:nvPicPr>
                      <p:cNvPr id="212019" name="Object 5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88013" y="4508500"/>
                        <a:ext cx="3276600" cy="243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2020" name="Object 52"/>
          <p:cNvGraphicFramePr>
            <a:graphicFrameLocks noChangeAspect="1"/>
          </p:cNvGraphicFramePr>
          <p:nvPr/>
        </p:nvGraphicFramePr>
        <p:xfrm>
          <a:off x="5795963" y="2611438"/>
          <a:ext cx="2879725" cy="1952625"/>
        </p:xfrm>
        <a:graphic>
          <a:graphicData uri="http://schemas.openxmlformats.org/presentationml/2006/ole">
            <mc:AlternateContent xmlns:mc="http://schemas.openxmlformats.org/markup-compatibility/2006">
              <mc:Choice xmlns:v="urn:schemas-microsoft-com:vml" Requires="v">
                <p:oleObj name="Visio" r:id="rId20" imgW="1822942" imgH="1290161" progId="Visio.Drawing.11">
                  <p:embed/>
                </p:oleObj>
              </mc:Choice>
              <mc:Fallback>
                <p:oleObj name="Visio" r:id="rId20" imgW="1822942" imgH="1290161" progId="Visio.Drawing.11">
                  <p:embed/>
                  <p:pic>
                    <p:nvPicPr>
                      <p:cNvPr id="212020" name="Object 5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95963" y="2611438"/>
                        <a:ext cx="2879725"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422616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19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199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12013"/>
                                        </p:tgtEl>
                                        <p:attrNameLst>
                                          <p:attrName>style.visibility</p:attrName>
                                        </p:attrNameLst>
                                      </p:cBhvr>
                                      <p:to>
                                        <p:strVal val="visible"/>
                                      </p:to>
                                    </p:set>
                                    <p:animEffect transition="in" filter="wipe(left)">
                                      <p:cBhvr>
                                        <p:cTn id="15" dur="1000"/>
                                        <p:tgtEl>
                                          <p:spTgt spid="21201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212002"/>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1199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1200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12009"/>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12010"/>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1200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212016"/>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21201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212018"/>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212019"/>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12020"/>
                                        </p:tgtEl>
                                        <p:attrNameLst>
                                          <p:attrName>style.visibility</p:attrName>
                                        </p:attrNameLst>
                                      </p:cBhvr>
                                      <p:to>
                                        <p:strVal val="visible"/>
                                      </p:to>
                                    </p:set>
                                    <p:animEffect transition="in" filter="wipe(left)">
                                      <p:cBhvr>
                                        <p:cTn id="60" dur="1000"/>
                                        <p:tgtEl>
                                          <p:spTgt spid="212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p:bldP spid="211992" grpId="0"/>
      <p:bldP spid="212009" grpId="0"/>
      <p:bldP spid="212010" grpId="0"/>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Text Box 2"/>
          <p:cNvSpPr txBox="1">
            <a:spLocks noChangeArrowheads="1"/>
          </p:cNvSpPr>
          <p:nvPr/>
        </p:nvSpPr>
        <p:spPr bwMode="auto">
          <a:xfrm>
            <a:off x="250825" y="1052513"/>
            <a:ext cx="3554413" cy="4572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sz="2400" b="1">
                <a:solidFill>
                  <a:srgbClr val="FF0000"/>
                </a:solidFill>
                <a:latin typeface="Times New Roman" panose="02020603050405020304" pitchFamily="18" charset="0"/>
              </a:rPr>
              <a:t>一、什么是电路的谐振？</a:t>
            </a:r>
          </a:p>
        </p:txBody>
      </p:sp>
      <p:sp>
        <p:nvSpPr>
          <p:cNvPr id="376835" name="Text Box 3"/>
          <p:cNvSpPr txBox="1">
            <a:spLocks noChangeArrowheads="1"/>
          </p:cNvSpPr>
          <p:nvPr/>
        </p:nvSpPr>
        <p:spPr bwMode="auto">
          <a:xfrm>
            <a:off x="1042988" y="4868863"/>
            <a:ext cx="7561262"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120000"/>
              </a:lnSpc>
              <a:spcBef>
                <a:spcPct val="0"/>
              </a:spcBef>
            </a:pP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当 </a:t>
            </a:r>
            <a:r>
              <a:rPr kumimoji="1" lang="en-US" altLang="zh-CN" sz="2400" b="1" i="1">
                <a:latin typeface="Times New Roman" panose="02020603050405020304" pitchFamily="18" charset="0"/>
              </a:rPr>
              <a:t>X</a:t>
            </a:r>
            <a:r>
              <a:rPr kumimoji="1" lang="en-US" altLang="zh-CN" sz="2400" b="1" i="1" baseline="-25000">
                <a:latin typeface="Times New Roman" panose="02020603050405020304" pitchFamily="18" charset="0"/>
              </a:rPr>
              <a:t>L</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X</a:t>
            </a:r>
            <a:r>
              <a:rPr kumimoji="1" lang="en-US" altLang="zh-CN" sz="2400" b="1" i="1" baseline="-25000">
                <a:latin typeface="Times New Roman" panose="02020603050405020304" pitchFamily="18" charset="0"/>
              </a:rPr>
              <a:t>C</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 </a:t>
            </a:r>
            <a:r>
              <a:rPr kumimoji="1" lang="zh-CN" altLang="en-US" sz="2400" b="1">
                <a:latin typeface="Times New Roman" panose="02020603050405020304" pitchFamily="18" charset="0"/>
              </a:rPr>
              <a:t>，</a:t>
            </a:r>
            <a:r>
              <a:rPr kumimoji="1" lang="zh-CN" altLang="en-US" sz="2400" b="1" i="1">
                <a:latin typeface="Times New Roman" panose="02020603050405020304" pitchFamily="18" charset="0"/>
                <a:sym typeface="Symbol" panose="05050102010706020507" pitchFamily="18" charset="2"/>
              </a:rPr>
              <a:t></a:t>
            </a:r>
            <a:r>
              <a:rPr kumimoji="1" lang="zh-CN" altLang="en-US" sz="2400" b="1">
                <a:latin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sym typeface="Symbol" panose="05050102010706020507" pitchFamily="18" charset="2"/>
              </a:rPr>
              <a:t>= 0</a:t>
            </a:r>
            <a:r>
              <a:rPr kumimoji="1" lang="zh-CN" altLang="en-US" sz="2400" b="1">
                <a:latin typeface="Times New Roman" panose="02020603050405020304" pitchFamily="18" charset="0"/>
                <a:sym typeface="Symbol" panose="05050102010706020507" pitchFamily="18" charset="2"/>
              </a:rPr>
              <a:t>，</a:t>
            </a:r>
            <a:r>
              <a:rPr kumimoji="1" lang="zh-CN" altLang="en-US" sz="2400" b="1">
                <a:solidFill>
                  <a:srgbClr val="FF0000"/>
                </a:solidFill>
                <a:latin typeface="Times New Roman" panose="02020603050405020304" pitchFamily="18" charset="0"/>
                <a:sym typeface="Symbol" panose="05050102010706020507" pitchFamily="18" charset="2"/>
              </a:rPr>
              <a:t>端口上</a:t>
            </a:r>
            <a:r>
              <a:rPr kumimoji="1" lang="zh-CN" altLang="en-US" sz="2400" b="1">
                <a:solidFill>
                  <a:srgbClr val="FF0000"/>
                </a:solidFill>
                <a:latin typeface="Times New Roman" panose="02020603050405020304" pitchFamily="18" charset="0"/>
              </a:rPr>
              <a:t>电压、电流同相</a:t>
            </a:r>
            <a:r>
              <a:rPr kumimoji="1" lang="zh-CN" altLang="en-US" sz="2400" b="1">
                <a:latin typeface="Times New Roman" panose="02020603050405020304" pitchFamily="18" charset="0"/>
              </a:rPr>
              <a:t>。电路的这种状态称为</a:t>
            </a:r>
            <a:r>
              <a:rPr kumimoji="1" lang="zh-CN" altLang="en-US" sz="2400" b="1">
                <a:solidFill>
                  <a:srgbClr val="0000FF"/>
                </a:solidFill>
                <a:latin typeface="Times New Roman" panose="02020603050405020304" pitchFamily="18" charset="0"/>
              </a:rPr>
              <a:t>谐振</a:t>
            </a:r>
            <a:r>
              <a:rPr kumimoji="1" lang="zh-CN" altLang="en-US" sz="2400" b="1">
                <a:latin typeface="Times New Roman" panose="02020603050405020304" pitchFamily="18" charset="0"/>
              </a:rPr>
              <a:t>。</a:t>
            </a:r>
          </a:p>
        </p:txBody>
      </p:sp>
      <p:graphicFrame>
        <p:nvGraphicFramePr>
          <p:cNvPr id="376836" name="Object 4"/>
          <p:cNvGraphicFramePr>
            <a:graphicFrameLocks noChangeAspect="1"/>
          </p:cNvGraphicFramePr>
          <p:nvPr/>
        </p:nvGraphicFramePr>
        <p:xfrm>
          <a:off x="4960938" y="1328738"/>
          <a:ext cx="2590800" cy="682625"/>
        </p:xfrm>
        <a:graphic>
          <a:graphicData uri="http://schemas.openxmlformats.org/presentationml/2006/ole">
            <mc:AlternateContent xmlns:mc="http://schemas.openxmlformats.org/markup-compatibility/2006">
              <mc:Choice xmlns:v="urn:schemas-microsoft-com:vml" Requires="v">
                <p:oleObj name="Equation" r:id="rId3" imgW="1295280" imgH="342720" progId="Equation.3">
                  <p:embed/>
                </p:oleObj>
              </mc:Choice>
              <mc:Fallback>
                <p:oleObj name="Equation" r:id="rId3" imgW="1295280" imgH="342720" progId="Equation.3">
                  <p:embed/>
                  <p:pic>
                    <p:nvPicPr>
                      <p:cNvPr id="37683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0938" y="1328738"/>
                        <a:ext cx="2590800"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6837" name="Object 5"/>
          <p:cNvGraphicFramePr>
            <a:graphicFrameLocks noChangeAspect="1"/>
          </p:cNvGraphicFramePr>
          <p:nvPr/>
        </p:nvGraphicFramePr>
        <p:xfrm>
          <a:off x="5051425" y="2047875"/>
          <a:ext cx="1282700" cy="817563"/>
        </p:xfrm>
        <a:graphic>
          <a:graphicData uri="http://schemas.openxmlformats.org/presentationml/2006/ole">
            <mc:AlternateContent xmlns:mc="http://schemas.openxmlformats.org/markup-compatibility/2006">
              <mc:Choice xmlns:v="urn:schemas-microsoft-com:vml" Requires="v">
                <p:oleObj name="Equation" r:id="rId5" imgW="634680" imgH="406080" progId="Equation.3">
                  <p:embed/>
                </p:oleObj>
              </mc:Choice>
              <mc:Fallback>
                <p:oleObj name="Equation" r:id="rId5" imgW="634680" imgH="406080" progId="Equation.3">
                  <p:embed/>
                  <p:pic>
                    <p:nvPicPr>
                      <p:cNvPr id="37683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51425" y="2047875"/>
                        <a:ext cx="1282700" cy="81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76838" name="Group 6"/>
          <p:cNvGrpSpPr>
            <a:grpSpLocks/>
          </p:cNvGrpSpPr>
          <p:nvPr/>
        </p:nvGrpSpPr>
        <p:grpSpPr bwMode="auto">
          <a:xfrm>
            <a:off x="1168400" y="1403350"/>
            <a:ext cx="2708275" cy="2541588"/>
            <a:chOff x="364" y="1831"/>
            <a:chExt cx="1706" cy="1601"/>
          </a:xfrm>
        </p:grpSpPr>
        <p:grpSp>
          <p:nvGrpSpPr>
            <p:cNvPr id="376839" name="Group 7"/>
            <p:cNvGrpSpPr>
              <a:grpSpLocks/>
            </p:cNvGrpSpPr>
            <p:nvPr/>
          </p:nvGrpSpPr>
          <p:grpSpPr bwMode="auto">
            <a:xfrm>
              <a:off x="1356" y="3126"/>
              <a:ext cx="258" cy="91"/>
              <a:chOff x="1351" y="3976"/>
              <a:chExt cx="174" cy="93"/>
            </a:xfrm>
          </p:grpSpPr>
          <p:sp>
            <p:nvSpPr>
              <p:cNvPr id="376840" name="Line 8"/>
              <p:cNvSpPr>
                <a:spLocks noChangeShapeType="1"/>
              </p:cNvSpPr>
              <p:nvPr/>
            </p:nvSpPr>
            <p:spPr bwMode="auto">
              <a:xfrm>
                <a:off x="1351" y="3976"/>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6841" name="Line 9"/>
              <p:cNvSpPr>
                <a:spLocks noChangeShapeType="1"/>
              </p:cNvSpPr>
              <p:nvPr/>
            </p:nvSpPr>
            <p:spPr bwMode="auto">
              <a:xfrm>
                <a:off x="1351" y="4068"/>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6842" name="Line 10"/>
            <p:cNvSpPr>
              <a:spLocks noChangeShapeType="1"/>
            </p:cNvSpPr>
            <p:nvPr/>
          </p:nvSpPr>
          <p:spPr bwMode="auto">
            <a:xfrm>
              <a:off x="1487" y="2928"/>
              <a:ext cx="1" cy="2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43" name="Line 11"/>
            <p:cNvSpPr>
              <a:spLocks noChangeShapeType="1"/>
            </p:cNvSpPr>
            <p:nvPr/>
          </p:nvSpPr>
          <p:spPr bwMode="auto">
            <a:xfrm>
              <a:off x="1488" y="3216"/>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44" name="Line 12"/>
            <p:cNvSpPr>
              <a:spLocks noChangeShapeType="1"/>
            </p:cNvSpPr>
            <p:nvPr/>
          </p:nvSpPr>
          <p:spPr bwMode="auto">
            <a:xfrm>
              <a:off x="516" y="3402"/>
              <a:ext cx="97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45" name="Line 13"/>
            <p:cNvSpPr>
              <a:spLocks noChangeShapeType="1"/>
            </p:cNvSpPr>
            <p:nvPr/>
          </p:nvSpPr>
          <p:spPr bwMode="auto">
            <a:xfrm>
              <a:off x="516" y="2358"/>
              <a:ext cx="3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46" name="Line 14"/>
            <p:cNvSpPr>
              <a:spLocks noChangeShapeType="1"/>
            </p:cNvSpPr>
            <p:nvPr/>
          </p:nvSpPr>
          <p:spPr bwMode="auto">
            <a:xfrm flipV="1">
              <a:off x="1488" y="2352"/>
              <a:ext cx="0" cy="1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6847" name="Object 15"/>
            <p:cNvGraphicFramePr>
              <a:graphicFrameLocks noChangeAspect="1"/>
            </p:cNvGraphicFramePr>
            <p:nvPr/>
          </p:nvGraphicFramePr>
          <p:xfrm>
            <a:off x="516" y="1831"/>
            <a:ext cx="159" cy="419"/>
          </p:xfrm>
          <a:graphic>
            <a:graphicData uri="http://schemas.openxmlformats.org/presentationml/2006/ole">
              <mc:AlternateContent xmlns:mc="http://schemas.openxmlformats.org/markup-compatibility/2006">
                <mc:Choice xmlns:v="urn:schemas-microsoft-com:vml" Requires="v">
                  <p:oleObj name="公式" r:id="rId7" imgW="126720" imgH="330120" progId="Equation.3">
                    <p:embed/>
                  </p:oleObj>
                </mc:Choice>
                <mc:Fallback>
                  <p:oleObj name="公式" r:id="rId7" imgW="126720" imgH="330120" progId="Equation.3">
                    <p:embed/>
                    <p:pic>
                      <p:nvPicPr>
                        <p:cNvPr id="376847"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6" y="1831"/>
                          <a:ext cx="159" cy="4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6848" name="Text Box 16"/>
            <p:cNvSpPr txBox="1">
              <a:spLocks noChangeArrowheads="1"/>
            </p:cNvSpPr>
            <p:nvPr/>
          </p:nvSpPr>
          <p:spPr bwMode="auto">
            <a:xfrm>
              <a:off x="888" y="2022"/>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rPr>
                <a:t>R</a:t>
              </a:r>
            </a:p>
          </p:txBody>
        </p:sp>
        <p:sp>
          <p:nvSpPr>
            <p:cNvPr id="376849" name="Text Box 17"/>
            <p:cNvSpPr txBox="1">
              <a:spLocks noChangeArrowheads="1"/>
            </p:cNvSpPr>
            <p:nvPr/>
          </p:nvSpPr>
          <p:spPr bwMode="auto">
            <a:xfrm>
              <a:off x="1584" y="2550"/>
              <a:ext cx="4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L</a:t>
              </a:r>
            </a:p>
          </p:txBody>
        </p:sp>
        <p:sp>
          <p:nvSpPr>
            <p:cNvPr id="376850" name="Line 18"/>
            <p:cNvSpPr>
              <a:spLocks noChangeShapeType="1"/>
            </p:cNvSpPr>
            <p:nvPr/>
          </p:nvSpPr>
          <p:spPr bwMode="auto">
            <a:xfrm>
              <a:off x="1152" y="2352"/>
              <a:ext cx="336"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51" name="Line 19"/>
            <p:cNvSpPr>
              <a:spLocks noChangeShapeType="1"/>
            </p:cNvSpPr>
            <p:nvPr/>
          </p:nvSpPr>
          <p:spPr bwMode="auto">
            <a:xfrm>
              <a:off x="480" y="2264"/>
              <a:ext cx="288" cy="0"/>
            </a:xfrm>
            <a:prstGeom prst="line">
              <a:avLst/>
            </a:prstGeom>
            <a:noFill/>
            <a:ln w="19050">
              <a:solidFill>
                <a:srgbClr val="FF33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52" name="Text Box 20"/>
            <p:cNvSpPr txBox="1">
              <a:spLocks noChangeArrowheads="1"/>
            </p:cNvSpPr>
            <p:nvPr/>
          </p:nvSpPr>
          <p:spPr bwMode="auto">
            <a:xfrm>
              <a:off x="374" y="2376"/>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a:latin typeface="Times New Roman" panose="02020603050405020304" pitchFamily="18" charset="0"/>
                </a:rPr>
                <a:t>+</a:t>
              </a:r>
            </a:p>
          </p:txBody>
        </p:sp>
        <p:sp>
          <p:nvSpPr>
            <p:cNvPr id="376853" name="Text Box 21"/>
            <p:cNvSpPr txBox="1">
              <a:spLocks noChangeArrowheads="1"/>
            </p:cNvSpPr>
            <p:nvPr/>
          </p:nvSpPr>
          <p:spPr bwMode="auto">
            <a:xfrm>
              <a:off x="364" y="299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a:latin typeface="Times New Roman" panose="02020603050405020304" pitchFamily="18" charset="0"/>
                </a:rPr>
                <a:t>_</a:t>
              </a:r>
            </a:p>
          </p:txBody>
        </p:sp>
        <p:grpSp>
          <p:nvGrpSpPr>
            <p:cNvPr id="376854" name="Group 22"/>
            <p:cNvGrpSpPr>
              <a:grpSpLocks/>
            </p:cNvGrpSpPr>
            <p:nvPr/>
          </p:nvGrpSpPr>
          <p:grpSpPr bwMode="auto">
            <a:xfrm rot="5400000">
              <a:off x="1327" y="2711"/>
              <a:ext cx="379" cy="57"/>
              <a:chOff x="1200" y="1584"/>
              <a:chExt cx="379" cy="45"/>
            </a:xfrm>
          </p:grpSpPr>
          <p:sp>
            <p:nvSpPr>
              <p:cNvPr id="376855" name="Arc 23"/>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56" name="Arc 24"/>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57" name="Arc 25"/>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58" name="Arc 26"/>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6859" name="Oval 27"/>
            <p:cNvSpPr>
              <a:spLocks noChangeArrowheads="1"/>
            </p:cNvSpPr>
            <p:nvPr/>
          </p:nvSpPr>
          <p:spPr bwMode="auto">
            <a:xfrm>
              <a:off x="468" y="337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60" name="Oval 28"/>
            <p:cNvSpPr>
              <a:spLocks noChangeArrowheads="1"/>
            </p:cNvSpPr>
            <p:nvPr/>
          </p:nvSpPr>
          <p:spPr bwMode="auto">
            <a:xfrm>
              <a:off x="468" y="232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6861" name="Rectangle 29"/>
            <p:cNvSpPr>
              <a:spLocks noChangeArrowheads="1"/>
            </p:cNvSpPr>
            <p:nvPr/>
          </p:nvSpPr>
          <p:spPr bwMode="auto">
            <a:xfrm>
              <a:off x="864" y="2306"/>
              <a:ext cx="295" cy="113"/>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6862" name="Object 30"/>
            <p:cNvGraphicFramePr>
              <a:graphicFrameLocks noChangeAspect="1"/>
            </p:cNvGraphicFramePr>
            <p:nvPr/>
          </p:nvGraphicFramePr>
          <p:xfrm>
            <a:off x="1622" y="2908"/>
            <a:ext cx="448" cy="524"/>
          </p:xfrm>
          <a:graphic>
            <a:graphicData uri="http://schemas.openxmlformats.org/presentationml/2006/ole">
              <mc:AlternateContent xmlns:mc="http://schemas.openxmlformats.org/markup-compatibility/2006">
                <mc:Choice xmlns:v="urn:schemas-microsoft-com:vml" Requires="v">
                  <p:oleObj name="公式" r:id="rId9" imgW="368280" imgH="431640" progId="Equation.3">
                    <p:embed/>
                  </p:oleObj>
                </mc:Choice>
                <mc:Fallback>
                  <p:oleObj name="公式" r:id="rId9" imgW="368280" imgH="431640" progId="Equation.3">
                    <p:embed/>
                    <p:pic>
                      <p:nvPicPr>
                        <p:cNvPr id="376862"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2" y="2908"/>
                          <a:ext cx="448" cy="5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6863" name="Object 31"/>
            <p:cNvGraphicFramePr>
              <a:graphicFrameLocks noChangeAspect="1"/>
            </p:cNvGraphicFramePr>
            <p:nvPr/>
          </p:nvGraphicFramePr>
          <p:xfrm>
            <a:off x="380" y="2610"/>
            <a:ext cx="207" cy="433"/>
          </p:xfrm>
          <a:graphic>
            <a:graphicData uri="http://schemas.openxmlformats.org/presentationml/2006/ole">
              <mc:AlternateContent xmlns:mc="http://schemas.openxmlformats.org/markup-compatibility/2006">
                <mc:Choice xmlns:v="urn:schemas-microsoft-com:vml" Requires="v">
                  <p:oleObj name="公式" r:id="rId11" imgW="164880" imgH="342720" progId="Equation.3">
                    <p:embed/>
                  </p:oleObj>
                </mc:Choice>
                <mc:Fallback>
                  <p:oleObj name="公式" r:id="rId11" imgW="164880" imgH="342720" progId="Equation.3">
                    <p:embed/>
                    <p:pic>
                      <p:nvPicPr>
                        <p:cNvPr id="376863"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0" y="2610"/>
                          <a:ext cx="207" cy="4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76864" name="Object 32"/>
          <p:cNvGraphicFramePr>
            <a:graphicFrameLocks noChangeAspect="1"/>
          </p:cNvGraphicFramePr>
          <p:nvPr/>
        </p:nvGraphicFramePr>
        <p:xfrm>
          <a:off x="5051425" y="2947988"/>
          <a:ext cx="1282700" cy="817562"/>
        </p:xfrm>
        <a:graphic>
          <a:graphicData uri="http://schemas.openxmlformats.org/presentationml/2006/ole">
            <mc:AlternateContent xmlns:mc="http://schemas.openxmlformats.org/markup-compatibility/2006">
              <mc:Choice xmlns:v="urn:schemas-microsoft-com:vml" Requires="v">
                <p:oleObj name="Equation" r:id="rId13" imgW="634680" imgH="406080" progId="Equation.3">
                  <p:embed/>
                </p:oleObj>
              </mc:Choice>
              <mc:Fallback>
                <p:oleObj name="Equation" r:id="rId13" imgW="634680" imgH="406080" progId="Equation.3">
                  <p:embed/>
                  <p:pic>
                    <p:nvPicPr>
                      <p:cNvPr id="376864"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51425" y="2947988"/>
                        <a:ext cx="1282700" cy="81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6865" name="Text Box 33"/>
          <p:cNvSpPr txBox="1">
            <a:spLocks noChangeArrowheads="1"/>
          </p:cNvSpPr>
          <p:nvPr/>
        </p:nvSpPr>
        <p:spPr bwMode="auto">
          <a:xfrm>
            <a:off x="6516688" y="2205038"/>
            <a:ext cx="1190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latin typeface="Times New Roman" panose="02020603050405020304" pitchFamily="18" charset="0"/>
              </a:rPr>
              <a:t>感性</a:t>
            </a:r>
          </a:p>
        </p:txBody>
      </p:sp>
      <p:sp>
        <p:nvSpPr>
          <p:cNvPr id="376866" name="Text Box 34"/>
          <p:cNvSpPr txBox="1">
            <a:spLocks noChangeArrowheads="1"/>
          </p:cNvSpPr>
          <p:nvPr/>
        </p:nvSpPr>
        <p:spPr bwMode="auto">
          <a:xfrm>
            <a:off x="6551613" y="3105150"/>
            <a:ext cx="1343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latin typeface="Times New Roman" panose="02020603050405020304" pitchFamily="18" charset="0"/>
              </a:rPr>
              <a:t>容性</a:t>
            </a:r>
          </a:p>
        </p:txBody>
      </p:sp>
      <p:sp>
        <p:nvSpPr>
          <p:cNvPr id="376867" name="Text Box 35"/>
          <p:cNvSpPr txBox="1">
            <a:spLocks noChangeArrowheads="1"/>
          </p:cNvSpPr>
          <p:nvPr/>
        </p:nvSpPr>
        <p:spPr bwMode="auto">
          <a:xfrm>
            <a:off x="1584325" y="413385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800" b="1">
                <a:solidFill>
                  <a:srgbClr val="0000FF"/>
                </a:solidFill>
                <a:latin typeface="Times New Roman" panose="02020603050405020304" pitchFamily="18" charset="0"/>
              </a:rPr>
              <a:t>串联谐振</a:t>
            </a:r>
          </a:p>
        </p:txBody>
      </p:sp>
      <p:graphicFrame>
        <p:nvGraphicFramePr>
          <p:cNvPr id="376868" name="Object 36"/>
          <p:cNvGraphicFramePr>
            <a:graphicFrameLocks noChangeAspect="1"/>
          </p:cNvGraphicFramePr>
          <p:nvPr/>
        </p:nvGraphicFramePr>
        <p:xfrm>
          <a:off x="5051425" y="3848100"/>
          <a:ext cx="1282700" cy="817563"/>
        </p:xfrm>
        <a:graphic>
          <a:graphicData uri="http://schemas.openxmlformats.org/presentationml/2006/ole">
            <mc:AlternateContent xmlns:mc="http://schemas.openxmlformats.org/markup-compatibility/2006">
              <mc:Choice xmlns:v="urn:schemas-microsoft-com:vml" Requires="v">
                <p:oleObj name="Equation" r:id="rId15" imgW="634680" imgH="406080" progId="Equation.3">
                  <p:embed/>
                </p:oleObj>
              </mc:Choice>
              <mc:Fallback>
                <p:oleObj name="Equation" r:id="rId15" imgW="634680" imgH="406080" progId="Equation.3">
                  <p:embed/>
                  <p:pic>
                    <p:nvPicPr>
                      <p:cNvPr id="376868" name="Object 3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51425" y="3848100"/>
                        <a:ext cx="1282700" cy="81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6869" name="Text Box 37"/>
          <p:cNvSpPr txBox="1">
            <a:spLocks noChangeArrowheads="1"/>
          </p:cNvSpPr>
          <p:nvPr/>
        </p:nvSpPr>
        <p:spPr bwMode="auto">
          <a:xfrm>
            <a:off x="6516688" y="4076700"/>
            <a:ext cx="1190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solidFill>
                  <a:srgbClr val="FF0000"/>
                </a:solidFill>
                <a:latin typeface="Times New Roman" panose="02020603050405020304" pitchFamily="18" charset="0"/>
              </a:rPr>
              <a:t>阻性</a:t>
            </a:r>
          </a:p>
        </p:txBody>
      </p:sp>
      <p:sp>
        <p:nvSpPr>
          <p:cNvPr id="376872" name="Text Box 40"/>
          <p:cNvSpPr txBox="1">
            <a:spLocks noChangeArrowheads="1"/>
          </p:cNvSpPr>
          <p:nvPr/>
        </p:nvSpPr>
        <p:spPr bwMode="auto">
          <a:xfrm>
            <a:off x="2916238" y="5913438"/>
            <a:ext cx="3735387" cy="457200"/>
          </a:xfrm>
          <a:prstGeom prst="rect">
            <a:avLst/>
          </a:prstGeom>
          <a:solidFill>
            <a:srgbClr val="0000FF"/>
          </a:solidFill>
          <a:ln>
            <a:noFill/>
          </a:ln>
          <a:effectLst/>
          <a:extLs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anose="02020603050405020304" pitchFamily="18" charset="0"/>
              </a:rPr>
              <a:t>谐振时入端阻抗为纯电阻。</a:t>
            </a:r>
          </a:p>
        </p:txBody>
      </p:sp>
      <p:sp>
        <p:nvSpPr>
          <p:cNvPr id="44" name="Rectangle 31"/>
          <p:cNvSpPr>
            <a:spLocks noChangeArrowheads="1"/>
          </p:cNvSpPr>
          <p:nvPr/>
        </p:nvSpPr>
        <p:spPr bwMode="auto">
          <a:xfrm>
            <a:off x="395288" y="260350"/>
            <a:ext cx="845820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pPr>
            <a:r>
              <a:rPr lang="en-US" altLang="zh-CN" sz="3200">
                <a:solidFill>
                  <a:schemeClr val="tx2"/>
                </a:solidFill>
                <a:ea typeface="隶书" panose="02010509060101010101" pitchFamily="49" charset="-122"/>
              </a:rPr>
              <a:t>14.2 </a:t>
            </a:r>
            <a:r>
              <a:rPr lang="zh-CN" altLang="en-US" sz="3200">
                <a:solidFill>
                  <a:schemeClr val="tx2"/>
                </a:solidFill>
                <a:ea typeface="隶书" panose="02010509060101010101" pitchFamily="49" charset="-122"/>
              </a:rPr>
              <a:t>谐振电路的频率响应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6834"/>
                                        </p:tgtEl>
                                        <p:attrNameLst>
                                          <p:attrName>style.visibility</p:attrName>
                                        </p:attrNameLst>
                                      </p:cBhvr>
                                      <p:to>
                                        <p:strVal val="visible"/>
                                      </p:to>
                                    </p:set>
                                    <p:animEffect transition="in" filter="wipe(left)">
                                      <p:cBhvr>
                                        <p:cTn id="7" dur="500"/>
                                        <p:tgtEl>
                                          <p:spTgt spid="37683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76838"/>
                                        </p:tgtEl>
                                        <p:attrNameLst>
                                          <p:attrName>style.visibility</p:attrName>
                                        </p:attrNameLst>
                                      </p:cBhvr>
                                      <p:to>
                                        <p:strVal val="visible"/>
                                      </p:to>
                                    </p:set>
                                    <p:animEffect transition="in" filter="wipe(left)">
                                      <p:cBhvr>
                                        <p:cTn id="11" dur="500"/>
                                        <p:tgtEl>
                                          <p:spTgt spid="37683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76836"/>
                                        </p:tgtEl>
                                        <p:attrNameLst>
                                          <p:attrName>style.visibility</p:attrName>
                                        </p:attrNameLst>
                                      </p:cBhvr>
                                      <p:to>
                                        <p:strVal val="visible"/>
                                      </p:to>
                                    </p:set>
                                    <p:animEffect transition="in" filter="wipe(left)">
                                      <p:cBhvr>
                                        <p:cTn id="16" dur="500"/>
                                        <p:tgtEl>
                                          <p:spTgt spid="37683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76837"/>
                                        </p:tgtEl>
                                        <p:attrNameLst>
                                          <p:attrName>style.visibility</p:attrName>
                                        </p:attrNameLst>
                                      </p:cBhvr>
                                      <p:to>
                                        <p:strVal val="visible"/>
                                      </p:to>
                                    </p:set>
                                    <p:animEffect transition="in" filter="wipe(left)">
                                      <p:cBhvr>
                                        <p:cTn id="21" dur="500"/>
                                        <p:tgtEl>
                                          <p:spTgt spid="37683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376865"/>
                                        </p:tgtEl>
                                        <p:attrNameLst>
                                          <p:attrName>style.visibility</p:attrName>
                                        </p:attrNameLst>
                                      </p:cBhvr>
                                      <p:to>
                                        <p:strVal val="visible"/>
                                      </p:to>
                                    </p:set>
                                    <p:anim calcmode="lin" valueType="num">
                                      <p:cBhvr additive="base">
                                        <p:cTn id="26" dur="500" fill="hold"/>
                                        <p:tgtEl>
                                          <p:spTgt spid="376865"/>
                                        </p:tgtEl>
                                        <p:attrNameLst>
                                          <p:attrName>ppt_x</p:attrName>
                                        </p:attrNameLst>
                                      </p:cBhvr>
                                      <p:tavLst>
                                        <p:tav tm="0">
                                          <p:val>
                                            <p:strVal val="1+#ppt_w/2"/>
                                          </p:val>
                                        </p:tav>
                                        <p:tav tm="100000">
                                          <p:val>
                                            <p:strVal val="#ppt_x"/>
                                          </p:val>
                                        </p:tav>
                                      </p:tavLst>
                                    </p:anim>
                                    <p:anim calcmode="lin" valueType="num">
                                      <p:cBhvr additive="base">
                                        <p:cTn id="27" dur="500" fill="hold"/>
                                        <p:tgtEl>
                                          <p:spTgt spid="376865"/>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76864"/>
                                        </p:tgtEl>
                                        <p:attrNameLst>
                                          <p:attrName>style.visibility</p:attrName>
                                        </p:attrNameLst>
                                      </p:cBhvr>
                                      <p:to>
                                        <p:strVal val="visible"/>
                                      </p:to>
                                    </p:set>
                                    <p:animEffect transition="in" filter="wipe(left)">
                                      <p:cBhvr>
                                        <p:cTn id="32" dur="500"/>
                                        <p:tgtEl>
                                          <p:spTgt spid="3768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76866"/>
                                        </p:tgtEl>
                                        <p:attrNameLst>
                                          <p:attrName>style.visibility</p:attrName>
                                        </p:attrNameLst>
                                      </p:cBhvr>
                                      <p:to>
                                        <p:strVal val="visible"/>
                                      </p:to>
                                    </p:set>
                                    <p:anim calcmode="lin" valueType="num">
                                      <p:cBhvr additive="base">
                                        <p:cTn id="37" dur="500" fill="hold"/>
                                        <p:tgtEl>
                                          <p:spTgt spid="376866"/>
                                        </p:tgtEl>
                                        <p:attrNameLst>
                                          <p:attrName>ppt_x</p:attrName>
                                        </p:attrNameLst>
                                      </p:cBhvr>
                                      <p:tavLst>
                                        <p:tav tm="0">
                                          <p:val>
                                            <p:strVal val="1+#ppt_w/2"/>
                                          </p:val>
                                        </p:tav>
                                        <p:tav tm="100000">
                                          <p:val>
                                            <p:strVal val="#ppt_x"/>
                                          </p:val>
                                        </p:tav>
                                      </p:tavLst>
                                    </p:anim>
                                    <p:anim calcmode="lin" valueType="num">
                                      <p:cBhvr additive="base">
                                        <p:cTn id="38" dur="500" fill="hold"/>
                                        <p:tgtEl>
                                          <p:spTgt spid="376866"/>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376868"/>
                                        </p:tgtEl>
                                        <p:attrNameLst>
                                          <p:attrName>style.visibility</p:attrName>
                                        </p:attrNameLst>
                                      </p:cBhvr>
                                      <p:to>
                                        <p:strVal val="visible"/>
                                      </p:to>
                                    </p:set>
                                    <p:animEffect transition="in" filter="wipe(left)">
                                      <p:cBhvr>
                                        <p:cTn id="43" dur="500"/>
                                        <p:tgtEl>
                                          <p:spTgt spid="37686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376869"/>
                                        </p:tgtEl>
                                        <p:attrNameLst>
                                          <p:attrName>style.visibility</p:attrName>
                                        </p:attrNameLst>
                                      </p:cBhvr>
                                      <p:to>
                                        <p:strVal val="visible"/>
                                      </p:to>
                                    </p:set>
                                    <p:anim calcmode="lin" valueType="num">
                                      <p:cBhvr additive="base">
                                        <p:cTn id="48" dur="500" fill="hold"/>
                                        <p:tgtEl>
                                          <p:spTgt spid="376869"/>
                                        </p:tgtEl>
                                        <p:attrNameLst>
                                          <p:attrName>ppt_x</p:attrName>
                                        </p:attrNameLst>
                                      </p:cBhvr>
                                      <p:tavLst>
                                        <p:tav tm="0">
                                          <p:val>
                                            <p:strVal val="1+#ppt_w/2"/>
                                          </p:val>
                                        </p:tav>
                                        <p:tav tm="100000">
                                          <p:val>
                                            <p:strVal val="#ppt_x"/>
                                          </p:val>
                                        </p:tav>
                                      </p:tavLst>
                                    </p:anim>
                                    <p:anim calcmode="lin" valueType="num">
                                      <p:cBhvr additive="base">
                                        <p:cTn id="49" dur="500" fill="hold"/>
                                        <p:tgtEl>
                                          <p:spTgt spid="376869"/>
                                        </p:tgtEl>
                                        <p:attrNameLst>
                                          <p:attrName>ppt_y</p:attrName>
                                        </p:attrNameLst>
                                      </p:cBhvr>
                                      <p:tavLst>
                                        <p:tav tm="0">
                                          <p:val>
                                            <p:strVal val="#ppt_y"/>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76835">
                                            <p:txEl>
                                              <p:pRg st="0" end="0"/>
                                            </p:txEl>
                                          </p:spTgt>
                                        </p:tgtEl>
                                        <p:attrNameLst>
                                          <p:attrName>style.visibility</p:attrName>
                                        </p:attrNameLst>
                                      </p:cBhvr>
                                      <p:to>
                                        <p:strVal val="visible"/>
                                      </p:to>
                                    </p:set>
                                    <p:animEffect transition="in" filter="wipe(left)">
                                      <p:cBhvr>
                                        <p:cTn id="54" dur="500"/>
                                        <p:tgtEl>
                                          <p:spTgt spid="376835">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376867"/>
                                        </p:tgtEl>
                                        <p:attrNameLst>
                                          <p:attrName>style.visibility</p:attrName>
                                        </p:attrNameLst>
                                      </p:cBhvr>
                                      <p:to>
                                        <p:strVal val="visible"/>
                                      </p:to>
                                    </p:set>
                                    <p:anim calcmode="lin" valueType="num">
                                      <p:cBhvr additive="base">
                                        <p:cTn id="59" dur="500" fill="hold"/>
                                        <p:tgtEl>
                                          <p:spTgt spid="376867"/>
                                        </p:tgtEl>
                                        <p:attrNameLst>
                                          <p:attrName>ppt_x</p:attrName>
                                        </p:attrNameLst>
                                      </p:cBhvr>
                                      <p:tavLst>
                                        <p:tav tm="0">
                                          <p:val>
                                            <p:strVal val="0-#ppt_w/2"/>
                                          </p:val>
                                        </p:tav>
                                        <p:tav tm="100000">
                                          <p:val>
                                            <p:strVal val="#ppt_x"/>
                                          </p:val>
                                        </p:tav>
                                      </p:tavLst>
                                    </p:anim>
                                    <p:anim calcmode="lin" valueType="num">
                                      <p:cBhvr additive="base">
                                        <p:cTn id="60" dur="500" fill="hold"/>
                                        <p:tgtEl>
                                          <p:spTgt spid="376867"/>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76872"/>
                                        </p:tgtEl>
                                        <p:attrNameLst>
                                          <p:attrName>style.visibility</p:attrName>
                                        </p:attrNameLst>
                                      </p:cBhvr>
                                      <p:to>
                                        <p:strVal val="visible"/>
                                      </p:to>
                                    </p:set>
                                    <p:anim calcmode="lin" valueType="num">
                                      <p:cBhvr additive="base">
                                        <p:cTn id="65" dur="500" fill="hold"/>
                                        <p:tgtEl>
                                          <p:spTgt spid="376872"/>
                                        </p:tgtEl>
                                        <p:attrNameLst>
                                          <p:attrName>ppt_x</p:attrName>
                                        </p:attrNameLst>
                                      </p:cBhvr>
                                      <p:tavLst>
                                        <p:tav tm="0">
                                          <p:val>
                                            <p:strVal val="#ppt_x"/>
                                          </p:val>
                                        </p:tav>
                                        <p:tav tm="100000">
                                          <p:val>
                                            <p:strVal val="#ppt_x"/>
                                          </p:val>
                                        </p:tav>
                                      </p:tavLst>
                                    </p:anim>
                                    <p:anim calcmode="lin" valueType="num">
                                      <p:cBhvr additive="base">
                                        <p:cTn id="66" dur="500" fill="hold"/>
                                        <p:tgtEl>
                                          <p:spTgt spid="3768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4" grpId="0"/>
      <p:bldP spid="376835" grpId="0" build="p" autoUpdateAnimBg="0"/>
      <p:bldP spid="376865" grpId="0" autoUpdateAnimBg="0"/>
      <p:bldP spid="376866" grpId="0" autoUpdateAnimBg="0"/>
      <p:bldP spid="376867" grpId="0" autoUpdateAnimBg="0"/>
      <p:bldP spid="376869" grpId="0" autoUpdateAnimBg="0"/>
      <p:bldP spid="376872" grpId="0" animBg="1"/>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882" name="Group 2"/>
          <p:cNvGrpSpPr>
            <a:grpSpLocks/>
          </p:cNvGrpSpPr>
          <p:nvPr/>
        </p:nvGrpSpPr>
        <p:grpSpPr bwMode="auto">
          <a:xfrm>
            <a:off x="2413000" y="360363"/>
            <a:ext cx="3513138" cy="1447800"/>
            <a:chOff x="1608" y="1380"/>
            <a:chExt cx="2213" cy="912"/>
          </a:xfrm>
        </p:grpSpPr>
        <p:sp>
          <p:nvSpPr>
            <p:cNvPr id="378883" name="Text Box 3"/>
            <p:cNvSpPr txBox="1">
              <a:spLocks noChangeArrowheads="1"/>
            </p:cNvSpPr>
            <p:nvPr/>
          </p:nvSpPr>
          <p:spPr bwMode="auto">
            <a:xfrm>
              <a:off x="2304" y="1380"/>
              <a:ext cx="225"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378884" name="Text Box 4"/>
            <p:cNvSpPr txBox="1">
              <a:spLocks noChangeArrowheads="1"/>
            </p:cNvSpPr>
            <p:nvPr/>
          </p:nvSpPr>
          <p:spPr bwMode="auto">
            <a:xfrm>
              <a:off x="2310" y="1872"/>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_</a:t>
              </a:r>
            </a:p>
          </p:txBody>
        </p:sp>
        <p:grpSp>
          <p:nvGrpSpPr>
            <p:cNvPr id="378885" name="Group 5"/>
            <p:cNvGrpSpPr>
              <a:grpSpLocks/>
            </p:cNvGrpSpPr>
            <p:nvPr/>
          </p:nvGrpSpPr>
          <p:grpSpPr bwMode="auto">
            <a:xfrm>
              <a:off x="2916" y="1770"/>
              <a:ext cx="258" cy="93"/>
              <a:chOff x="1351" y="3976"/>
              <a:chExt cx="174" cy="93"/>
            </a:xfrm>
          </p:grpSpPr>
          <p:sp>
            <p:nvSpPr>
              <p:cNvPr id="378886" name="Line 6"/>
              <p:cNvSpPr>
                <a:spLocks noChangeShapeType="1"/>
              </p:cNvSpPr>
              <p:nvPr/>
            </p:nvSpPr>
            <p:spPr bwMode="auto">
              <a:xfrm>
                <a:off x="1351" y="3976"/>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887" name="Line 7"/>
              <p:cNvSpPr>
                <a:spLocks noChangeShapeType="1"/>
              </p:cNvSpPr>
              <p:nvPr/>
            </p:nvSpPr>
            <p:spPr bwMode="auto">
              <a:xfrm>
                <a:off x="1351" y="4068"/>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8888" name="Line 8"/>
            <p:cNvSpPr>
              <a:spLocks noChangeShapeType="1"/>
            </p:cNvSpPr>
            <p:nvPr/>
          </p:nvSpPr>
          <p:spPr bwMode="auto">
            <a:xfrm flipV="1">
              <a:off x="3504" y="1380"/>
              <a:ext cx="0" cy="25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889" name="Line 9"/>
            <p:cNvSpPr>
              <a:spLocks noChangeShapeType="1"/>
            </p:cNvSpPr>
            <p:nvPr/>
          </p:nvSpPr>
          <p:spPr bwMode="auto">
            <a:xfrm>
              <a:off x="3504" y="2011"/>
              <a:ext cx="0" cy="28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890" name="Line 10"/>
            <p:cNvSpPr>
              <a:spLocks noChangeShapeType="1"/>
            </p:cNvSpPr>
            <p:nvPr/>
          </p:nvSpPr>
          <p:spPr bwMode="auto">
            <a:xfrm flipH="1">
              <a:off x="2016" y="2292"/>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891" name="Line 11"/>
            <p:cNvSpPr>
              <a:spLocks noChangeShapeType="1"/>
            </p:cNvSpPr>
            <p:nvPr/>
          </p:nvSpPr>
          <p:spPr bwMode="auto">
            <a:xfrm flipH="1">
              <a:off x="2016" y="1380"/>
              <a:ext cx="14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892" name="Line 12"/>
            <p:cNvSpPr>
              <a:spLocks noChangeShapeType="1"/>
            </p:cNvSpPr>
            <p:nvPr/>
          </p:nvSpPr>
          <p:spPr bwMode="auto">
            <a:xfrm>
              <a:off x="3048" y="1862"/>
              <a:ext cx="0" cy="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893" name="Line 13"/>
            <p:cNvSpPr>
              <a:spLocks noChangeShapeType="1"/>
            </p:cNvSpPr>
            <p:nvPr/>
          </p:nvSpPr>
          <p:spPr bwMode="auto">
            <a:xfrm flipV="1">
              <a:off x="3048" y="1380"/>
              <a:ext cx="0" cy="3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894" name="Line 14"/>
            <p:cNvSpPr>
              <a:spLocks noChangeShapeType="1"/>
            </p:cNvSpPr>
            <p:nvPr/>
          </p:nvSpPr>
          <p:spPr bwMode="auto">
            <a:xfrm>
              <a:off x="2580" y="1380"/>
              <a:ext cx="0" cy="9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895" name="Line 15"/>
            <p:cNvSpPr>
              <a:spLocks noChangeShapeType="1"/>
            </p:cNvSpPr>
            <p:nvPr/>
          </p:nvSpPr>
          <p:spPr bwMode="auto">
            <a:xfrm>
              <a:off x="2016" y="1380"/>
              <a:ext cx="0" cy="9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896" name="Oval 16"/>
            <p:cNvSpPr>
              <a:spLocks noChangeArrowheads="1"/>
            </p:cNvSpPr>
            <p:nvPr/>
          </p:nvSpPr>
          <p:spPr bwMode="auto">
            <a:xfrm>
              <a:off x="1872" y="1698"/>
              <a:ext cx="288" cy="288"/>
            </a:xfrm>
            <a:prstGeom prst="ellipse">
              <a:avLst/>
            </a:prstGeom>
            <a:solidFill>
              <a:schemeClr val="accent1"/>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78897" name="Line 17"/>
            <p:cNvSpPr>
              <a:spLocks noChangeShapeType="1"/>
            </p:cNvSpPr>
            <p:nvPr/>
          </p:nvSpPr>
          <p:spPr bwMode="auto">
            <a:xfrm>
              <a:off x="1872" y="1842"/>
              <a:ext cx="2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8898" name="Object 18"/>
            <p:cNvGraphicFramePr>
              <a:graphicFrameLocks noChangeAspect="1"/>
            </p:cNvGraphicFramePr>
            <p:nvPr/>
          </p:nvGraphicFramePr>
          <p:xfrm>
            <a:off x="1608" y="1604"/>
            <a:ext cx="205" cy="352"/>
          </p:xfrm>
          <a:graphic>
            <a:graphicData uri="http://schemas.openxmlformats.org/presentationml/2006/ole">
              <mc:AlternateContent xmlns:mc="http://schemas.openxmlformats.org/markup-compatibility/2006">
                <mc:Choice xmlns:v="urn:schemas-microsoft-com:vml" Requires="v">
                  <p:oleObj name="公式" r:id="rId3" imgW="177480" imgH="304560" progId="Equation.3">
                    <p:embed/>
                  </p:oleObj>
                </mc:Choice>
                <mc:Fallback>
                  <p:oleObj name="公式" r:id="rId3" imgW="177480" imgH="304560" progId="Equation.3">
                    <p:embed/>
                    <p:pic>
                      <p:nvPicPr>
                        <p:cNvPr id="378898"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8" y="1604"/>
                          <a:ext cx="205"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899" name="Line 19"/>
            <p:cNvSpPr>
              <a:spLocks noChangeShapeType="1"/>
            </p:cNvSpPr>
            <p:nvPr/>
          </p:nvSpPr>
          <p:spPr bwMode="auto">
            <a:xfrm flipV="1">
              <a:off x="1818" y="1682"/>
              <a:ext cx="0" cy="280"/>
            </a:xfrm>
            <a:prstGeom prst="line">
              <a:avLst/>
            </a:prstGeom>
            <a:noFill/>
            <a:ln w="12700">
              <a:solidFill>
                <a:srgbClr val="FF33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00" name="Text Box 20"/>
            <p:cNvSpPr txBox="1">
              <a:spLocks noChangeArrowheads="1"/>
            </p:cNvSpPr>
            <p:nvPr/>
          </p:nvSpPr>
          <p:spPr bwMode="auto">
            <a:xfrm>
              <a:off x="2618" y="1694"/>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rPr>
                <a:t>G</a:t>
              </a:r>
            </a:p>
          </p:txBody>
        </p:sp>
        <p:sp>
          <p:nvSpPr>
            <p:cNvPr id="378901" name="Text Box 21"/>
            <p:cNvSpPr txBox="1">
              <a:spLocks noChangeArrowheads="1"/>
            </p:cNvSpPr>
            <p:nvPr/>
          </p:nvSpPr>
          <p:spPr bwMode="auto">
            <a:xfrm>
              <a:off x="3138" y="167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rPr>
                <a:t>C</a:t>
              </a:r>
            </a:p>
          </p:txBody>
        </p:sp>
        <p:sp>
          <p:nvSpPr>
            <p:cNvPr id="378902" name="Text Box 22"/>
            <p:cNvSpPr txBox="1">
              <a:spLocks noChangeArrowheads="1"/>
            </p:cNvSpPr>
            <p:nvPr/>
          </p:nvSpPr>
          <p:spPr bwMode="auto">
            <a:xfrm>
              <a:off x="3588" y="1638"/>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rPr>
                <a:t>L</a:t>
              </a:r>
            </a:p>
          </p:txBody>
        </p:sp>
        <p:grpSp>
          <p:nvGrpSpPr>
            <p:cNvPr id="378903" name="Group 23"/>
            <p:cNvGrpSpPr>
              <a:grpSpLocks/>
            </p:cNvGrpSpPr>
            <p:nvPr/>
          </p:nvGrpSpPr>
          <p:grpSpPr bwMode="auto">
            <a:xfrm rot="5400000">
              <a:off x="3343" y="1793"/>
              <a:ext cx="379" cy="57"/>
              <a:chOff x="1200" y="1584"/>
              <a:chExt cx="379" cy="45"/>
            </a:xfrm>
          </p:grpSpPr>
          <p:sp>
            <p:nvSpPr>
              <p:cNvPr id="378904" name="Arc 24"/>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05" name="Arc 25"/>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06" name="Arc 26"/>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07" name="Arc 27"/>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8908" name="Rectangle 28"/>
            <p:cNvSpPr>
              <a:spLocks noChangeArrowheads="1"/>
            </p:cNvSpPr>
            <p:nvPr/>
          </p:nvSpPr>
          <p:spPr bwMode="auto">
            <a:xfrm>
              <a:off x="2529" y="1710"/>
              <a:ext cx="101" cy="292"/>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378909" name="Object 29"/>
            <p:cNvGraphicFramePr>
              <a:graphicFrameLocks noChangeAspect="1"/>
            </p:cNvGraphicFramePr>
            <p:nvPr/>
          </p:nvGraphicFramePr>
          <p:xfrm>
            <a:off x="2311" y="1635"/>
            <a:ext cx="190" cy="325"/>
          </p:xfrm>
          <a:graphic>
            <a:graphicData uri="http://schemas.openxmlformats.org/presentationml/2006/ole">
              <mc:AlternateContent xmlns:mc="http://schemas.openxmlformats.org/markup-compatibility/2006">
                <mc:Choice xmlns:v="urn:schemas-microsoft-com:vml" Requires="v">
                  <p:oleObj name="公式" r:id="rId5" imgW="164880" imgH="279360" progId="Equation.3">
                    <p:embed/>
                  </p:oleObj>
                </mc:Choice>
                <mc:Fallback>
                  <p:oleObj name="公式" r:id="rId5" imgW="164880" imgH="279360" progId="Equation.3">
                    <p:embed/>
                    <p:pic>
                      <p:nvPicPr>
                        <p:cNvPr id="378909"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1" y="1635"/>
                          <a:ext cx="190"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78910" name="Object 30"/>
          <p:cNvGraphicFramePr>
            <a:graphicFrameLocks noChangeAspect="1"/>
          </p:cNvGraphicFramePr>
          <p:nvPr/>
        </p:nvGraphicFramePr>
        <p:xfrm>
          <a:off x="2108200" y="2265363"/>
          <a:ext cx="2590800" cy="682625"/>
        </p:xfrm>
        <a:graphic>
          <a:graphicData uri="http://schemas.openxmlformats.org/presentationml/2006/ole">
            <mc:AlternateContent xmlns:mc="http://schemas.openxmlformats.org/markup-compatibility/2006">
              <mc:Choice xmlns:v="urn:schemas-microsoft-com:vml" Requires="v">
                <p:oleObj name="Equation" r:id="rId7" imgW="1295280" imgH="342720" progId="Equation.3">
                  <p:embed/>
                </p:oleObj>
              </mc:Choice>
              <mc:Fallback>
                <p:oleObj name="Equation" r:id="rId7" imgW="1295280" imgH="342720" progId="Equation.3">
                  <p:embed/>
                  <p:pic>
                    <p:nvPicPr>
                      <p:cNvPr id="37891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8200" y="2265363"/>
                        <a:ext cx="2590800"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11" name="Object 31"/>
          <p:cNvGraphicFramePr>
            <a:graphicFrameLocks noChangeAspect="1"/>
          </p:cNvGraphicFramePr>
          <p:nvPr/>
        </p:nvGraphicFramePr>
        <p:xfrm>
          <a:off x="2098675" y="3103563"/>
          <a:ext cx="1284288" cy="819150"/>
        </p:xfrm>
        <a:graphic>
          <a:graphicData uri="http://schemas.openxmlformats.org/presentationml/2006/ole">
            <mc:AlternateContent xmlns:mc="http://schemas.openxmlformats.org/markup-compatibility/2006">
              <mc:Choice xmlns:v="urn:schemas-microsoft-com:vml" Requires="v">
                <p:oleObj name="Equation" r:id="rId9" imgW="634680" imgH="406080" progId="Equation.3">
                  <p:embed/>
                </p:oleObj>
              </mc:Choice>
              <mc:Fallback>
                <p:oleObj name="Equation" r:id="rId9" imgW="634680" imgH="406080" progId="Equation.3">
                  <p:embed/>
                  <p:pic>
                    <p:nvPicPr>
                      <p:cNvPr id="378911"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98675" y="3103563"/>
                        <a:ext cx="1284288"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12" name="Object 32"/>
          <p:cNvGraphicFramePr>
            <a:graphicFrameLocks noChangeAspect="1"/>
          </p:cNvGraphicFramePr>
          <p:nvPr/>
        </p:nvGraphicFramePr>
        <p:xfrm>
          <a:off x="2098675" y="4003675"/>
          <a:ext cx="1284288" cy="817563"/>
        </p:xfrm>
        <a:graphic>
          <a:graphicData uri="http://schemas.openxmlformats.org/presentationml/2006/ole">
            <mc:AlternateContent xmlns:mc="http://schemas.openxmlformats.org/markup-compatibility/2006">
              <mc:Choice xmlns:v="urn:schemas-microsoft-com:vml" Requires="v">
                <p:oleObj name="Equation" r:id="rId11" imgW="634680" imgH="406080" progId="Equation.3">
                  <p:embed/>
                </p:oleObj>
              </mc:Choice>
              <mc:Fallback>
                <p:oleObj name="Equation" r:id="rId11" imgW="634680" imgH="406080" progId="Equation.3">
                  <p:embed/>
                  <p:pic>
                    <p:nvPicPr>
                      <p:cNvPr id="378912"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98675" y="4003675"/>
                        <a:ext cx="1284288" cy="81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13" name="Text Box 33"/>
          <p:cNvSpPr txBox="1">
            <a:spLocks noChangeArrowheads="1"/>
          </p:cNvSpPr>
          <p:nvPr/>
        </p:nvSpPr>
        <p:spPr bwMode="auto">
          <a:xfrm>
            <a:off x="3708400" y="418465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sz="2400" b="1">
                <a:latin typeface="Times New Roman" panose="02020603050405020304" pitchFamily="18" charset="0"/>
              </a:rPr>
              <a:t>感性</a:t>
            </a:r>
          </a:p>
        </p:txBody>
      </p:sp>
      <p:sp>
        <p:nvSpPr>
          <p:cNvPr id="378914" name="Text Box 34"/>
          <p:cNvSpPr txBox="1">
            <a:spLocks noChangeArrowheads="1"/>
          </p:cNvSpPr>
          <p:nvPr/>
        </p:nvSpPr>
        <p:spPr bwMode="auto">
          <a:xfrm>
            <a:off x="3708400" y="3284538"/>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sz="2400" b="1">
                <a:latin typeface="Times New Roman" panose="02020603050405020304" pitchFamily="18" charset="0"/>
              </a:rPr>
              <a:t>容性</a:t>
            </a:r>
          </a:p>
        </p:txBody>
      </p:sp>
      <p:sp>
        <p:nvSpPr>
          <p:cNvPr id="378915" name="Text Box 35"/>
          <p:cNvSpPr txBox="1">
            <a:spLocks noChangeArrowheads="1"/>
          </p:cNvSpPr>
          <p:nvPr/>
        </p:nvSpPr>
        <p:spPr bwMode="auto">
          <a:xfrm>
            <a:off x="5080000" y="5008563"/>
            <a:ext cx="180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sz="3200" b="1">
                <a:solidFill>
                  <a:srgbClr val="FF0000"/>
                </a:solidFill>
                <a:latin typeface="Times New Roman" panose="02020603050405020304" pitchFamily="18" charset="0"/>
              </a:rPr>
              <a:t>并联谐振</a:t>
            </a:r>
          </a:p>
        </p:txBody>
      </p:sp>
      <p:graphicFrame>
        <p:nvGraphicFramePr>
          <p:cNvPr id="378916" name="Object 36"/>
          <p:cNvGraphicFramePr>
            <a:graphicFrameLocks noChangeAspect="1"/>
          </p:cNvGraphicFramePr>
          <p:nvPr/>
        </p:nvGraphicFramePr>
        <p:xfrm>
          <a:off x="2082800" y="4919663"/>
          <a:ext cx="1282700" cy="817562"/>
        </p:xfrm>
        <a:graphic>
          <a:graphicData uri="http://schemas.openxmlformats.org/presentationml/2006/ole">
            <mc:AlternateContent xmlns:mc="http://schemas.openxmlformats.org/markup-compatibility/2006">
              <mc:Choice xmlns:v="urn:schemas-microsoft-com:vml" Requires="v">
                <p:oleObj name="Equation" r:id="rId13" imgW="634680" imgH="406080" progId="Equation.3">
                  <p:embed/>
                </p:oleObj>
              </mc:Choice>
              <mc:Fallback>
                <p:oleObj name="Equation" r:id="rId13" imgW="634680" imgH="406080" progId="Equation.3">
                  <p:embed/>
                  <p:pic>
                    <p:nvPicPr>
                      <p:cNvPr id="378916" name="Object 3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82800" y="4919663"/>
                        <a:ext cx="1282700" cy="81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17" name="Text Box 37"/>
          <p:cNvSpPr txBox="1">
            <a:spLocks noChangeArrowheads="1"/>
          </p:cNvSpPr>
          <p:nvPr/>
        </p:nvSpPr>
        <p:spPr bwMode="auto">
          <a:xfrm>
            <a:off x="3708400" y="5084763"/>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sz="2400" b="1">
                <a:solidFill>
                  <a:srgbClr val="FF0000"/>
                </a:solidFill>
                <a:latin typeface="Times New Roman" panose="02020603050405020304" pitchFamily="18" charset="0"/>
              </a:rPr>
              <a:t>阻性</a:t>
            </a:r>
          </a:p>
        </p:txBody>
      </p:sp>
      <p:graphicFrame>
        <p:nvGraphicFramePr>
          <p:cNvPr id="378918" name="Object 38"/>
          <p:cNvGraphicFramePr>
            <a:graphicFrameLocks noChangeAspect="1"/>
          </p:cNvGraphicFramePr>
          <p:nvPr/>
        </p:nvGraphicFramePr>
        <p:xfrm>
          <a:off x="5308600" y="1965325"/>
          <a:ext cx="2819400" cy="1290638"/>
        </p:xfrm>
        <a:graphic>
          <a:graphicData uri="http://schemas.openxmlformats.org/presentationml/2006/ole">
            <mc:AlternateContent xmlns:mc="http://schemas.openxmlformats.org/markup-compatibility/2006">
              <mc:Choice xmlns:v="urn:schemas-microsoft-com:vml" Requires="v">
                <p:oleObj name="Equation" r:id="rId15" imgW="1409400" imgH="647640" progId="Equation.3">
                  <p:embed/>
                </p:oleObj>
              </mc:Choice>
              <mc:Fallback>
                <p:oleObj name="Equation" r:id="rId15" imgW="1409400" imgH="647640" progId="Equation.3">
                  <p:embed/>
                  <p:pic>
                    <p:nvPicPr>
                      <p:cNvPr id="378918" name="Object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08600" y="1965325"/>
                        <a:ext cx="2819400" cy="1290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78910"/>
                                        </p:tgtEl>
                                        <p:attrNameLst>
                                          <p:attrName>style.visibility</p:attrName>
                                        </p:attrNameLst>
                                      </p:cBhvr>
                                      <p:to>
                                        <p:strVal val="visible"/>
                                      </p:to>
                                    </p:set>
                                    <p:animEffect transition="in" filter="wipe(left)">
                                      <p:cBhvr>
                                        <p:cTn id="7" dur="500"/>
                                        <p:tgtEl>
                                          <p:spTgt spid="3789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78918"/>
                                        </p:tgtEl>
                                        <p:attrNameLst>
                                          <p:attrName>style.visibility</p:attrName>
                                        </p:attrNameLst>
                                      </p:cBhvr>
                                      <p:to>
                                        <p:strVal val="visible"/>
                                      </p:to>
                                    </p:set>
                                    <p:animEffect transition="in" filter="wipe(left)">
                                      <p:cBhvr>
                                        <p:cTn id="12" dur="500"/>
                                        <p:tgtEl>
                                          <p:spTgt spid="3789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78911"/>
                                        </p:tgtEl>
                                        <p:attrNameLst>
                                          <p:attrName>style.visibility</p:attrName>
                                        </p:attrNameLst>
                                      </p:cBhvr>
                                      <p:to>
                                        <p:strVal val="visible"/>
                                      </p:to>
                                    </p:set>
                                    <p:animEffect transition="in" filter="wipe(left)">
                                      <p:cBhvr>
                                        <p:cTn id="17" dur="500"/>
                                        <p:tgtEl>
                                          <p:spTgt spid="3789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78914"/>
                                        </p:tgtEl>
                                        <p:attrNameLst>
                                          <p:attrName>style.visibility</p:attrName>
                                        </p:attrNameLst>
                                      </p:cBhvr>
                                      <p:to>
                                        <p:strVal val="visible"/>
                                      </p:to>
                                    </p:set>
                                    <p:animEffect transition="in" filter="randombar(horizontal)">
                                      <p:cBhvr>
                                        <p:cTn id="22" dur="500"/>
                                        <p:tgtEl>
                                          <p:spTgt spid="3789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78912"/>
                                        </p:tgtEl>
                                        <p:attrNameLst>
                                          <p:attrName>style.visibility</p:attrName>
                                        </p:attrNameLst>
                                      </p:cBhvr>
                                      <p:to>
                                        <p:strVal val="visible"/>
                                      </p:to>
                                    </p:set>
                                    <p:animEffect transition="in" filter="wipe(left)">
                                      <p:cBhvr>
                                        <p:cTn id="27" dur="500"/>
                                        <p:tgtEl>
                                          <p:spTgt spid="3789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78913"/>
                                        </p:tgtEl>
                                        <p:attrNameLst>
                                          <p:attrName>style.visibility</p:attrName>
                                        </p:attrNameLst>
                                      </p:cBhvr>
                                      <p:to>
                                        <p:strVal val="visible"/>
                                      </p:to>
                                    </p:set>
                                    <p:animEffect transition="in" filter="randombar(horizontal)">
                                      <p:cBhvr>
                                        <p:cTn id="32" dur="500"/>
                                        <p:tgtEl>
                                          <p:spTgt spid="3789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78916"/>
                                        </p:tgtEl>
                                        <p:attrNameLst>
                                          <p:attrName>style.visibility</p:attrName>
                                        </p:attrNameLst>
                                      </p:cBhvr>
                                      <p:to>
                                        <p:strVal val="visible"/>
                                      </p:to>
                                    </p:set>
                                    <p:animEffect transition="in" filter="wipe(left)">
                                      <p:cBhvr>
                                        <p:cTn id="37" dur="500"/>
                                        <p:tgtEl>
                                          <p:spTgt spid="3789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378917"/>
                                        </p:tgtEl>
                                        <p:attrNameLst>
                                          <p:attrName>style.visibility</p:attrName>
                                        </p:attrNameLst>
                                      </p:cBhvr>
                                      <p:to>
                                        <p:strVal val="visible"/>
                                      </p:to>
                                    </p:set>
                                    <p:animEffect transition="in" filter="randombar(horizontal)">
                                      <p:cBhvr>
                                        <p:cTn id="42" dur="500"/>
                                        <p:tgtEl>
                                          <p:spTgt spid="3789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378915"/>
                                        </p:tgtEl>
                                        <p:attrNameLst>
                                          <p:attrName>style.visibility</p:attrName>
                                        </p:attrNameLst>
                                      </p:cBhvr>
                                      <p:to>
                                        <p:strVal val="visible"/>
                                      </p:to>
                                    </p:set>
                                    <p:anim calcmode="lin" valueType="num">
                                      <p:cBhvr additive="base">
                                        <p:cTn id="47" dur="500" fill="hold"/>
                                        <p:tgtEl>
                                          <p:spTgt spid="378915"/>
                                        </p:tgtEl>
                                        <p:attrNameLst>
                                          <p:attrName>ppt_x</p:attrName>
                                        </p:attrNameLst>
                                      </p:cBhvr>
                                      <p:tavLst>
                                        <p:tav tm="0">
                                          <p:val>
                                            <p:strVal val="1+#ppt_w/2"/>
                                          </p:val>
                                        </p:tav>
                                        <p:tav tm="100000">
                                          <p:val>
                                            <p:strVal val="#ppt_x"/>
                                          </p:val>
                                        </p:tav>
                                      </p:tavLst>
                                    </p:anim>
                                    <p:anim calcmode="lin" valueType="num">
                                      <p:cBhvr additive="base">
                                        <p:cTn id="48" dur="500" fill="hold"/>
                                        <p:tgtEl>
                                          <p:spTgt spid="3789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3" grpId="0" autoUpdateAnimBg="0"/>
      <p:bldP spid="378914" grpId="0" autoUpdateAnimBg="0"/>
      <p:bldP spid="378915" grpId="0" autoUpdateAnimBg="0"/>
      <p:bldP spid="378917" grpId="0" autoUpdateAnimBg="0"/>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11"/>
          <p:cNvGraphicFramePr>
            <a:graphicFrameLocks noChangeAspect="1"/>
          </p:cNvGraphicFramePr>
          <p:nvPr/>
        </p:nvGraphicFramePr>
        <p:xfrm>
          <a:off x="1947705" y="3079224"/>
          <a:ext cx="3070225" cy="800100"/>
        </p:xfrm>
        <a:graphic>
          <a:graphicData uri="http://schemas.openxmlformats.org/presentationml/2006/ole">
            <mc:AlternateContent xmlns:mc="http://schemas.openxmlformats.org/markup-compatibility/2006">
              <mc:Choice xmlns:v="urn:schemas-microsoft-com:vml" Requires="v">
                <p:oleObj name="Equation" r:id="rId2" imgW="36271200" imgH="9448800" progId="Equation.DSMT4">
                  <p:embed/>
                </p:oleObj>
              </mc:Choice>
              <mc:Fallback>
                <p:oleObj name="Equation" r:id="rId2" imgW="36271200" imgH="9448800" progId="Equation.DSMT4">
                  <p:embed/>
                  <p:pic>
                    <p:nvPicPr>
                      <p:cNvPr id="0" name="Object 11"/>
                      <p:cNvPicPr>
                        <a:picLocks noChangeAspect="1" noChangeArrowheads="1"/>
                      </p:cNvPicPr>
                      <p:nvPr/>
                    </p:nvPicPr>
                    <p:blipFill>
                      <a:blip r:embed="rId3"/>
                      <a:srcRect/>
                      <a:stretch>
                        <a:fillRect/>
                      </a:stretch>
                    </p:blipFill>
                    <p:spPr bwMode="auto">
                      <a:xfrm>
                        <a:off x="1947705" y="3079224"/>
                        <a:ext cx="3070225"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对象 9"/>
          <p:cNvGraphicFramePr>
            <a:graphicFrameLocks noChangeAspect="1"/>
          </p:cNvGraphicFramePr>
          <p:nvPr/>
        </p:nvGraphicFramePr>
        <p:xfrm>
          <a:off x="2010598" y="2316974"/>
          <a:ext cx="2438400" cy="850900"/>
        </p:xfrm>
        <a:graphic>
          <a:graphicData uri="http://schemas.openxmlformats.org/presentationml/2006/ole">
            <mc:AlternateContent xmlns:mc="http://schemas.openxmlformats.org/markup-compatibility/2006">
              <mc:Choice xmlns:v="urn:schemas-microsoft-com:vml" Requires="v">
                <p:oleObj name="Equation" r:id="rId4" imgW="58521600" imgH="20421600" progId="Equation.DSMT4">
                  <p:embed/>
                </p:oleObj>
              </mc:Choice>
              <mc:Fallback>
                <p:oleObj name="Equation" r:id="rId4" imgW="58521600" imgH="20421600" progId="Equation.DSMT4">
                  <p:embed/>
                  <p:pic>
                    <p:nvPicPr>
                      <p:cNvPr id="0" name="对象 9"/>
                      <p:cNvPicPr/>
                      <p:nvPr/>
                    </p:nvPicPr>
                    <p:blipFill>
                      <a:blip r:embed="rId5"/>
                      <a:stretch>
                        <a:fillRect/>
                      </a:stretch>
                    </p:blipFill>
                    <p:spPr>
                      <a:xfrm>
                        <a:off x="2010598" y="2316974"/>
                        <a:ext cx="2438400" cy="8509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5442166" y="1509222"/>
          <a:ext cx="3060700" cy="876300"/>
        </p:xfrm>
        <a:graphic>
          <a:graphicData uri="http://schemas.openxmlformats.org/presentationml/2006/ole">
            <mc:AlternateContent xmlns:mc="http://schemas.openxmlformats.org/markup-compatibility/2006">
              <mc:Choice xmlns:v="urn:schemas-microsoft-com:vml" Requires="v">
                <p:oleObj name="Equation" r:id="rId6" imgW="73456800" imgH="21031200" progId="Equation.DSMT4">
                  <p:embed/>
                </p:oleObj>
              </mc:Choice>
              <mc:Fallback>
                <p:oleObj name="Equation" r:id="rId6" imgW="73456800" imgH="21031200" progId="Equation.DSMT4">
                  <p:embed/>
                  <p:pic>
                    <p:nvPicPr>
                      <p:cNvPr id="0" name="对象 12"/>
                      <p:cNvPicPr/>
                      <p:nvPr/>
                    </p:nvPicPr>
                    <p:blipFill>
                      <a:blip r:embed="rId7"/>
                      <a:stretch>
                        <a:fillRect/>
                      </a:stretch>
                    </p:blipFill>
                    <p:spPr>
                      <a:xfrm>
                        <a:off x="5442166" y="1509222"/>
                        <a:ext cx="3060700" cy="8763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020730" y="1522454"/>
          <a:ext cx="2997200" cy="876300"/>
        </p:xfrm>
        <a:graphic>
          <a:graphicData uri="http://schemas.openxmlformats.org/presentationml/2006/ole">
            <mc:AlternateContent xmlns:mc="http://schemas.openxmlformats.org/markup-compatibility/2006">
              <mc:Choice xmlns:v="urn:schemas-microsoft-com:vml" Requires="v">
                <p:oleObj name="Equation" r:id="rId8" imgW="71932800" imgH="21031200" progId="Equation.DSMT4">
                  <p:embed/>
                </p:oleObj>
              </mc:Choice>
              <mc:Fallback>
                <p:oleObj name="Equation" r:id="rId8" imgW="71932800" imgH="21031200" progId="Equation.DSMT4">
                  <p:embed/>
                  <p:pic>
                    <p:nvPicPr>
                      <p:cNvPr id="0" name="对象 13"/>
                      <p:cNvPicPr/>
                      <p:nvPr/>
                    </p:nvPicPr>
                    <p:blipFill>
                      <a:blip r:embed="rId9"/>
                      <a:stretch>
                        <a:fillRect/>
                      </a:stretch>
                    </p:blipFill>
                    <p:spPr>
                      <a:xfrm>
                        <a:off x="2020730" y="1522454"/>
                        <a:ext cx="2997200" cy="876300"/>
                      </a:xfrm>
                      <a:prstGeom prst="rect">
                        <a:avLst/>
                      </a:prstGeom>
                    </p:spPr>
                  </p:pic>
                </p:oleObj>
              </mc:Fallback>
            </mc:AlternateContent>
          </a:graphicData>
        </a:graphic>
      </p:graphicFrame>
      <p:sp>
        <p:nvSpPr>
          <p:cNvPr id="16" name="文本框 15"/>
          <p:cNvSpPr txBox="1"/>
          <p:nvPr/>
        </p:nvSpPr>
        <p:spPr>
          <a:xfrm>
            <a:off x="122080" y="840735"/>
            <a:ext cx="189865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rPr>
              <a:t>谐振频率</a:t>
            </a:r>
            <a:r>
              <a:rPr lang="zh-CN" altLang="en-US" sz="2800" b="1" dirty="0">
                <a:solidFill>
                  <a:srgbClr val="0000FF"/>
                </a:solidFill>
                <a:latin typeface="Times New Roman" panose="02020603050405020304" pitchFamily="18" charset="0"/>
                <a:ea typeface="楷体" panose="02010609060101010101" charset="-122"/>
              </a:rPr>
              <a:t>：</a:t>
            </a:r>
            <a:endPar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endParaRPr>
          </a:p>
        </p:txBody>
      </p:sp>
      <p:graphicFrame>
        <p:nvGraphicFramePr>
          <p:cNvPr id="18" name="对象 17"/>
          <p:cNvGraphicFramePr>
            <a:graphicFrameLocks noChangeAspect="1"/>
          </p:cNvGraphicFramePr>
          <p:nvPr/>
        </p:nvGraphicFramePr>
        <p:xfrm>
          <a:off x="2020730" y="679026"/>
          <a:ext cx="1435100" cy="838200"/>
        </p:xfrm>
        <a:graphic>
          <a:graphicData uri="http://schemas.openxmlformats.org/presentationml/2006/ole">
            <mc:AlternateContent xmlns:mc="http://schemas.openxmlformats.org/markup-compatibility/2006">
              <mc:Choice xmlns:v="urn:schemas-microsoft-com:vml" Requires="v">
                <p:oleObj name="Equation" r:id="rId10" imgW="34442400" imgH="20116800" progId="Equation.DSMT4">
                  <p:embed/>
                </p:oleObj>
              </mc:Choice>
              <mc:Fallback>
                <p:oleObj name="Equation" r:id="rId10" imgW="34442400" imgH="20116800" progId="Equation.DSMT4">
                  <p:embed/>
                  <p:pic>
                    <p:nvPicPr>
                      <p:cNvPr id="0" name="对象 17"/>
                      <p:cNvPicPr/>
                      <p:nvPr/>
                    </p:nvPicPr>
                    <p:blipFill>
                      <a:blip r:embed="rId11"/>
                      <a:stretch>
                        <a:fillRect/>
                      </a:stretch>
                    </p:blipFill>
                    <p:spPr>
                      <a:xfrm>
                        <a:off x="2020730" y="679026"/>
                        <a:ext cx="1435100" cy="838200"/>
                      </a:xfrm>
                      <a:prstGeom prst="rect">
                        <a:avLst/>
                      </a:prstGeom>
                    </p:spPr>
                  </p:pic>
                </p:oleObj>
              </mc:Fallback>
            </mc:AlternateContent>
          </a:graphicData>
        </a:graphic>
      </p:graphicFrame>
      <p:sp>
        <p:nvSpPr>
          <p:cNvPr id="19" name="文本框 18"/>
          <p:cNvSpPr txBox="1"/>
          <p:nvPr/>
        </p:nvSpPr>
        <p:spPr>
          <a:xfrm>
            <a:off x="122080" y="1698994"/>
            <a:ext cx="189865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rPr>
              <a:t>品质因数：</a:t>
            </a:r>
          </a:p>
        </p:txBody>
      </p:sp>
      <p:sp>
        <p:nvSpPr>
          <p:cNvPr id="21" name="文本框 20"/>
          <p:cNvSpPr txBox="1"/>
          <p:nvPr/>
        </p:nvSpPr>
        <p:spPr>
          <a:xfrm>
            <a:off x="122080" y="2421663"/>
            <a:ext cx="189865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0000FF"/>
                </a:solidFill>
                <a:latin typeface="Times New Roman" panose="02020603050405020304" pitchFamily="18" charset="0"/>
                <a:ea typeface="楷体" panose="02010609060101010101" charset="-122"/>
              </a:rPr>
              <a:t>截止频率：</a:t>
            </a:r>
            <a:endPar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endParaRPr>
          </a:p>
        </p:txBody>
      </p:sp>
      <p:sp>
        <p:nvSpPr>
          <p:cNvPr id="22" name="文本框 21"/>
          <p:cNvSpPr txBox="1"/>
          <p:nvPr/>
        </p:nvSpPr>
        <p:spPr>
          <a:xfrm>
            <a:off x="826930" y="3217664"/>
            <a:ext cx="1193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rPr>
              <a:t>带宽：</a:t>
            </a:r>
          </a:p>
        </p:txBody>
      </p:sp>
      <p:sp>
        <p:nvSpPr>
          <p:cNvPr id="25" name="文本框 24"/>
          <p:cNvSpPr txBox="1"/>
          <p:nvPr/>
        </p:nvSpPr>
        <p:spPr>
          <a:xfrm>
            <a:off x="264428" y="4155189"/>
            <a:ext cx="4547545" cy="954107"/>
          </a:xfrm>
          <a:prstGeom prst="rect">
            <a:avLst/>
          </a:prstGeom>
          <a:noFill/>
        </p:spPr>
        <p:txBody>
          <a:bodyPr wrap="square">
            <a:spAutoFit/>
          </a:bodyPr>
          <a:lstStyle>
            <a:defPPr>
              <a:defRPr lang="en-US"/>
            </a:defPPr>
            <a:lvl1pPr>
              <a:defRPr sz="2800" b="1">
                <a:solidFill>
                  <a:srgbClr val="FF0000"/>
                </a:solidFill>
                <a:ea typeface="楷体" panose="02010609060101010101" charset="-122"/>
              </a:defRPr>
            </a:lvl1pPr>
          </a:lstStyle>
          <a:p>
            <a:r>
              <a:rPr lang="en-US" altLang="zh-CN" i="1" dirty="0">
                <a:latin typeface="Times New Roman" panose="02020603050405020304" pitchFamily="18" charset="0"/>
                <a:cs typeface="Times New Roman" panose="02020603050405020304" pitchFamily="18" charset="0"/>
              </a:rPr>
              <a:t>RLC</a:t>
            </a:r>
            <a:r>
              <a:rPr lang="zh-CN" altLang="en-US" dirty="0"/>
              <a:t>串联谐振</a:t>
            </a:r>
            <a:endParaRPr lang="en-US" altLang="zh-CN" dirty="0"/>
          </a:p>
          <a:p>
            <a:r>
              <a:rPr lang="en-US" altLang="zh-CN" dirty="0">
                <a:sym typeface="Wingdings" panose="05000000000000000000" pitchFamily="2" charset="2"/>
              </a:rPr>
              <a:t>         </a:t>
            </a:r>
            <a:r>
              <a:rPr lang="zh-CN" altLang="en-US" dirty="0"/>
              <a:t>对外相当于短路</a:t>
            </a:r>
          </a:p>
        </p:txBody>
      </p:sp>
      <p:sp>
        <p:nvSpPr>
          <p:cNvPr id="26" name="文本框 25"/>
          <p:cNvSpPr txBox="1"/>
          <p:nvPr/>
        </p:nvSpPr>
        <p:spPr>
          <a:xfrm>
            <a:off x="264428" y="5365495"/>
            <a:ext cx="4547545" cy="954107"/>
          </a:xfrm>
          <a:prstGeom prst="rect">
            <a:avLst/>
          </a:prstGeom>
          <a:noFill/>
        </p:spPr>
        <p:txBody>
          <a:bodyPr wrap="square">
            <a:spAutoFit/>
          </a:bodyPr>
          <a:lstStyle>
            <a:defPPr>
              <a:defRPr lang="en-US"/>
            </a:defPPr>
            <a:lvl1pPr>
              <a:defRPr sz="2800" b="1">
                <a:solidFill>
                  <a:srgbClr val="FF0000"/>
                </a:solidFill>
                <a:ea typeface="楷体" panose="02010609060101010101" charset="-122"/>
              </a:defRPr>
            </a:lvl1pPr>
          </a:lstStyle>
          <a:p>
            <a:r>
              <a:rPr lang="en-US" altLang="zh-CN" i="1" dirty="0">
                <a:latin typeface="Times New Roman" panose="02020603050405020304" pitchFamily="18" charset="0"/>
                <a:cs typeface="Times New Roman" panose="02020603050405020304" pitchFamily="18" charset="0"/>
              </a:rPr>
              <a:t>RLC</a:t>
            </a:r>
            <a:r>
              <a:rPr lang="zh-CN" altLang="en-US" dirty="0"/>
              <a:t>并联谐振</a:t>
            </a:r>
            <a:endParaRPr lang="en-US" altLang="zh-CN" dirty="0"/>
          </a:p>
          <a:p>
            <a:r>
              <a:rPr lang="en-US" altLang="zh-CN" dirty="0">
                <a:sym typeface="Wingdings" panose="05000000000000000000" pitchFamily="2" charset="2"/>
              </a:rPr>
              <a:t>         </a:t>
            </a:r>
            <a:r>
              <a:rPr lang="zh-CN" altLang="en-US" dirty="0"/>
              <a:t>对外相当于开路</a:t>
            </a:r>
          </a:p>
        </p:txBody>
      </p:sp>
      <p:sp>
        <p:nvSpPr>
          <p:cNvPr id="29" name="文本框 28"/>
          <p:cNvSpPr txBox="1"/>
          <p:nvPr/>
        </p:nvSpPr>
        <p:spPr>
          <a:xfrm>
            <a:off x="159506" y="129717"/>
            <a:ext cx="4572000" cy="523220"/>
          </a:xfrm>
          <a:prstGeom prst="rect">
            <a:avLst/>
          </a:prstGeom>
          <a:noFill/>
        </p:spPr>
        <p:txBody>
          <a:bodyPr wrap="square">
            <a:spAutoFit/>
          </a:bodyPr>
          <a:lstStyle>
            <a:defPPr>
              <a:defRPr lang="en-US"/>
            </a:defPPr>
            <a:lvl1pPr>
              <a:defRPr sz="2800" b="1">
                <a:solidFill>
                  <a:srgbClr val="FF0000"/>
                </a:solidFill>
                <a:ea typeface="楷体" panose="02010609060101010101" charset="-122"/>
              </a:defRPr>
            </a:lvl1pPr>
          </a:lstStyle>
          <a:p>
            <a:r>
              <a:rPr lang="zh-CN" altLang="en-US" dirty="0">
                <a:solidFill>
                  <a:schemeClr val="tx1"/>
                </a:solidFill>
              </a:rPr>
              <a:t>正弦稳态电路的频率响应</a:t>
            </a:r>
          </a:p>
        </p:txBody>
      </p:sp>
      <p:graphicFrame>
        <p:nvGraphicFramePr>
          <p:cNvPr id="15" name="对象 14"/>
          <p:cNvGraphicFramePr>
            <a:graphicFrameLocks noChangeAspect="1"/>
          </p:cNvGraphicFramePr>
          <p:nvPr/>
        </p:nvGraphicFramePr>
        <p:xfrm>
          <a:off x="5018088" y="3968750"/>
          <a:ext cx="1828800" cy="444500"/>
        </p:xfrm>
        <a:graphic>
          <a:graphicData uri="http://schemas.openxmlformats.org/presentationml/2006/ole">
            <mc:AlternateContent xmlns:mc="http://schemas.openxmlformats.org/markup-compatibility/2006">
              <mc:Choice xmlns:v="urn:schemas-microsoft-com:vml" Requires="v">
                <p:oleObj name="Equation" r:id="rId12" imgW="43891200" imgH="10668000" progId="Equation.DSMT4">
                  <p:embed/>
                </p:oleObj>
              </mc:Choice>
              <mc:Fallback>
                <p:oleObj name="Equation" r:id="rId12" imgW="43891200" imgH="10668000" progId="Equation.DSMT4">
                  <p:embed/>
                  <p:pic>
                    <p:nvPicPr>
                      <p:cNvPr id="0" name="对象 18"/>
                      <p:cNvPicPr/>
                      <p:nvPr/>
                    </p:nvPicPr>
                    <p:blipFill>
                      <a:blip r:embed="rId13"/>
                      <a:stretch>
                        <a:fillRect/>
                      </a:stretch>
                    </p:blipFill>
                    <p:spPr>
                      <a:xfrm>
                        <a:off x="5018088" y="3968750"/>
                        <a:ext cx="1828800" cy="4445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5017930" y="4632452"/>
          <a:ext cx="2794000" cy="393700"/>
        </p:xfrm>
        <a:graphic>
          <a:graphicData uri="http://schemas.openxmlformats.org/presentationml/2006/ole">
            <mc:AlternateContent xmlns:mc="http://schemas.openxmlformats.org/markup-compatibility/2006">
              <mc:Choice xmlns:v="urn:schemas-microsoft-com:vml" Requires="v">
                <p:oleObj name="Equation" r:id="rId14" imgW="67056000" imgH="9448800" progId="Equation.DSMT4">
                  <p:embed/>
                </p:oleObj>
              </mc:Choice>
              <mc:Fallback>
                <p:oleObj name="Equation" r:id="rId14" imgW="67056000" imgH="9448800" progId="Equation.DSMT4">
                  <p:embed/>
                  <p:pic>
                    <p:nvPicPr>
                      <p:cNvPr id="0" name="对象 14"/>
                      <p:cNvPicPr/>
                      <p:nvPr/>
                    </p:nvPicPr>
                    <p:blipFill>
                      <a:blip r:embed="rId15"/>
                      <a:stretch>
                        <a:fillRect/>
                      </a:stretch>
                    </p:blipFill>
                    <p:spPr>
                      <a:xfrm>
                        <a:off x="5017930" y="4632452"/>
                        <a:ext cx="2794000" cy="39370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5016716" y="5245354"/>
          <a:ext cx="1638300" cy="444500"/>
        </p:xfrm>
        <a:graphic>
          <a:graphicData uri="http://schemas.openxmlformats.org/presentationml/2006/ole">
            <mc:AlternateContent xmlns:mc="http://schemas.openxmlformats.org/markup-compatibility/2006">
              <mc:Choice xmlns:v="urn:schemas-microsoft-com:vml" Requires="v">
                <p:oleObj name="Equation" r:id="rId16" imgW="39319200" imgH="10668000" progId="Equation.DSMT4">
                  <p:embed/>
                </p:oleObj>
              </mc:Choice>
              <mc:Fallback>
                <p:oleObj name="Equation" r:id="rId16" imgW="39319200" imgH="10668000" progId="Equation.DSMT4">
                  <p:embed/>
                  <p:pic>
                    <p:nvPicPr>
                      <p:cNvPr id="0" name="对象 17"/>
                      <p:cNvPicPr/>
                      <p:nvPr/>
                    </p:nvPicPr>
                    <p:blipFill>
                      <a:blip r:embed="rId17"/>
                      <a:stretch>
                        <a:fillRect/>
                      </a:stretch>
                    </p:blipFill>
                    <p:spPr>
                      <a:xfrm>
                        <a:off x="5016716" y="5245354"/>
                        <a:ext cx="1638300" cy="444500"/>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5016716" y="5858256"/>
          <a:ext cx="2476500" cy="393700"/>
        </p:xfrm>
        <a:graphic>
          <a:graphicData uri="http://schemas.openxmlformats.org/presentationml/2006/ole">
            <mc:AlternateContent xmlns:mc="http://schemas.openxmlformats.org/markup-compatibility/2006">
              <mc:Choice xmlns:v="urn:schemas-microsoft-com:vml" Requires="v">
                <p:oleObj name="Equation" r:id="rId18" imgW="59436000" imgH="9448800" progId="Equation.DSMT4">
                  <p:embed/>
                </p:oleObj>
              </mc:Choice>
              <mc:Fallback>
                <p:oleObj name="Equation" r:id="rId18" imgW="59436000" imgH="9448800" progId="Equation.DSMT4">
                  <p:embed/>
                  <p:pic>
                    <p:nvPicPr>
                      <p:cNvPr id="0" name="对象 19"/>
                      <p:cNvPicPr/>
                      <p:nvPr/>
                    </p:nvPicPr>
                    <p:blipFill>
                      <a:blip r:embed="rId19"/>
                      <a:stretch>
                        <a:fillRect/>
                      </a:stretch>
                    </p:blipFill>
                    <p:spPr>
                      <a:xfrm>
                        <a:off x="5016716" y="5858256"/>
                        <a:ext cx="2476500" cy="3937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1000"/>
                                        <p:tgtEl>
                                          <p:spTgt spid="25"/>
                                        </p:tgtEl>
                                      </p:cBhvr>
                                    </p:animEffect>
                                    <p:anim calcmode="lin" valueType="num">
                                      <p:cBhvr>
                                        <p:cTn id="42" dur="1000" fill="hold"/>
                                        <p:tgtEl>
                                          <p:spTgt spid="25"/>
                                        </p:tgtEl>
                                        <p:attrNameLst>
                                          <p:attrName>ppt_x</p:attrName>
                                        </p:attrNameLst>
                                      </p:cBhvr>
                                      <p:tavLst>
                                        <p:tav tm="0">
                                          <p:val>
                                            <p:strVal val="#ppt_x"/>
                                          </p:val>
                                        </p:tav>
                                        <p:tav tm="100000">
                                          <p:val>
                                            <p:strVal val="#ppt_x"/>
                                          </p:val>
                                        </p:tav>
                                      </p:tavLst>
                                    </p:anim>
                                    <p:anim calcmode="lin" valueType="num">
                                      <p:cBhvr>
                                        <p:cTn id="43" dur="1000" fill="hold"/>
                                        <p:tgtEl>
                                          <p:spTgt spid="25"/>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1000"/>
                                        <p:tgtEl>
                                          <p:spTgt spid="26"/>
                                        </p:tgtEl>
                                      </p:cBhvr>
                                    </p:animEffect>
                                    <p:anim calcmode="lin" valueType="num">
                                      <p:cBhvr>
                                        <p:cTn id="47" dur="1000" fill="hold"/>
                                        <p:tgtEl>
                                          <p:spTgt spid="26"/>
                                        </p:tgtEl>
                                        <p:attrNameLst>
                                          <p:attrName>ppt_x</p:attrName>
                                        </p:attrNameLst>
                                      </p:cBhvr>
                                      <p:tavLst>
                                        <p:tav tm="0">
                                          <p:val>
                                            <p:strVal val="#ppt_x"/>
                                          </p:val>
                                        </p:tav>
                                        <p:tav tm="100000">
                                          <p:val>
                                            <p:strVal val="#ppt_x"/>
                                          </p:val>
                                        </p:tav>
                                      </p:tavLst>
                                    </p:anim>
                                    <p:anim calcmode="lin" valueType="num">
                                      <p:cBhvr>
                                        <p:cTn id="4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left)">
                                      <p:cBhvr>
                                        <p:cTn id="6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1" grpId="0"/>
      <p:bldP spid="22" grpId="0"/>
      <p:bldP spid="25" grpId="0"/>
      <p:bldP spid="26" grpId="0"/>
      <p:bldP spid="29" grpId="0"/>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499745" y="0"/>
            <a:ext cx="8143875" cy="4991100"/>
          </a:xfrm>
          <a:prstGeom prst="rect">
            <a:avLst/>
          </a:prstGeom>
        </p:spPr>
      </p:pic>
      <p:pic>
        <p:nvPicPr>
          <p:cNvPr id="3" name="图片 2"/>
          <p:cNvPicPr>
            <a:picLocks noChangeAspect="1"/>
          </p:cNvPicPr>
          <p:nvPr>
            <p:custDataLst>
              <p:tags r:id="rId2"/>
            </p:custDataLst>
          </p:nvPr>
        </p:nvPicPr>
        <p:blipFill>
          <a:blip r:embed="rId5"/>
          <a:srcRect t="28167" r="2844"/>
          <a:stretch>
            <a:fillRect/>
          </a:stretch>
        </p:blipFill>
        <p:spPr>
          <a:xfrm>
            <a:off x="4764405" y="4991100"/>
            <a:ext cx="3578860" cy="1644650"/>
          </a:xfrm>
          <a:prstGeom prst="rect">
            <a:avLst/>
          </a:prstGeom>
        </p:spPr>
      </p:pic>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28320" y="1047750"/>
            <a:ext cx="8086725" cy="4762500"/>
          </a:xfrm>
          <a:prstGeom prst="rect">
            <a:avLst/>
          </a:prstGeom>
        </p:spPr>
      </p:pic>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99745" y="847725"/>
            <a:ext cx="8143875" cy="5162550"/>
          </a:xfrm>
          <a:prstGeom prst="rect">
            <a:avLst/>
          </a:prstGeom>
        </p:spPr>
      </p:pic>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Text Box 2"/>
          <p:cNvSpPr txBox="1">
            <a:spLocks noChangeArrowheads="1"/>
          </p:cNvSpPr>
          <p:nvPr/>
        </p:nvSpPr>
        <p:spPr bwMode="auto">
          <a:xfrm>
            <a:off x="503238" y="225425"/>
            <a:ext cx="3935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solidFill>
                  <a:srgbClr val="0000FF"/>
                </a:solidFill>
                <a:latin typeface="Times New Roman" panose="02020603050405020304" pitchFamily="18" charset="0"/>
              </a:rPr>
              <a:t>2.  </a:t>
            </a:r>
            <a:r>
              <a:rPr kumimoji="1" lang="zh-CN" altLang="en-US" sz="2400" b="1">
                <a:solidFill>
                  <a:srgbClr val="0000FF"/>
                </a:solidFill>
                <a:latin typeface="Times New Roman" panose="02020603050405020304" pitchFamily="18" charset="0"/>
              </a:rPr>
              <a:t>电感线圈与电容并联谐振</a:t>
            </a:r>
          </a:p>
        </p:txBody>
      </p:sp>
      <p:graphicFrame>
        <p:nvGraphicFramePr>
          <p:cNvPr id="427011" name="Object 3"/>
          <p:cNvGraphicFramePr>
            <a:graphicFrameLocks noChangeAspect="1"/>
          </p:cNvGraphicFramePr>
          <p:nvPr/>
        </p:nvGraphicFramePr>
        <p:xfrm>
          <a:off x="3651250" y="2387600"/>
          <a:ext cx="1292225" cy="436563"/>
        </p:xfrm>
        <a:graphic>
          <a:graphicData uri="http://schemas.openxmlformats.org/presentationml/2006/ole">
            <mc:AlternateContent xmlns:mc="http://schemas.openxmlformats.org/markup-compatibility/2006">
              <mc:Choice xmlns:v="urn:schemas-microsoft-com:vml" Requires="v">
                <p:oleObj name="公式" r:id="rId3" imgW="596880" imgH="203040" progId="Equation.3">
                  <p:embed/>
                </p:oleObj>
              </mc:Choice>
              <mc:Fallback>
                <p:oleObj name="公式" r:id="rId3" imgW="596880" imgH="203040" progId="Equation.3">
                  <p:embed/>
                  <p:pic>
                    <p:nvPicPr>
                      <p:cNvPr id="4270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1250" y="2387600"/>
                        <a:ext cx="1292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7012" name="Object 4"/>
          <p:cNvGraphicFramePr>
            <a:graphicFrameLocks noChangeAspect="1"/>
          </p:cNvGraphicFramePr>
          <p:nvPr/>
        </p:nvGraphicFramePr>
        <p:xfrm>
          <a:off x="3379788" y="714375"/>
          <a:ext cx="2811462" cy="828675"/>
        </p:xfrm>
        <a:graphic>
          <a:graphicData uri="http://schemas.openxmlformats.org/presentationml/2006/ole">
            <mc:AlternateContent xmlns:mc="http://schemas.openxmlformats.org/markup-compatibility/2006">
              <mc:Choice xmlns:v="urn:schemas-microsoft-com:vml" Requires="v">
                <p:oleObj name="公式" r:id="rId5" imgW="1295280" imgH="380880" progId="Equation.3">
                  <p:embed/>
                </p:oleObj>
              </mc:Choice>
              <mc:Fallback>
                <p:oleObj name="公式" r:id="rId5" imgW="1295280" imgH="380880" progId="Equation.3">
                  <p:embed/>
                  <p:pic>
                    <p:nvPicPr>
                      <p:cNvPr id="42701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9788" y="714375"/>
                        <a:ext cx="2811462"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7013" name="Object 5"/>
          <p:cNvGraphicFramePr>
            <a:graphicFrameLocks noChangeAspect="1"/>
          </p:cNvGraphicFramePr>
          <p:nvPr/>
        </p:nvGraphicFramePr>
        <p:xfrm>
          <a:off x="3725863" y="1462088"/>
          <a:ext cx="4621212" cy="804862"/>
        </p:xfrm>
        <a:graphic>
          <a:graphicData uri="http://schemas.openxmlformats.org/presentationml/2006/ole">
            <mc:AlternateContent xmlns:mc="http://schemas.openxmlformats.org/markup-compatibility/2006">
              <mc:Choice xmlns:v="urn:schemas-microsoft-com:vml" Requires="v">
                <p:oleObj name="公式" r:id="rId7" imgW="2247840" imgH="393480" progId="Equation.3">
                  <p:embed/>
                </p:oleObj>
              </mc:Choice>
              <mc:Fallback>
                <p:oleObj name="公式" r:id="rId7" imgW="2247840" imgH="393480" progId="Equation.3">
                  <p:embed/>
                  <p:pic>
                    <p:nvPicPr>
                      <p:cNvPr id="427013"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5863" y="1462088"/>
                        <a:ext cx="4621212"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7014" name="Text Box 6"/>
          <p:cNvSpPr txBox="1">
            <a:spLocks noChangeArrowheads="1"/>
          </p:cNvSpPr>
          <p:nvPr/>
        </p:nvSpPr>
        <p:spPr bwMode="auto">
          <a:xfrm>
            <a:off x="1431925" y="3206750"/>
            <a:ext cx="2312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latin typeface="Times New Roman" panose="02020603050405020304" pitchFamily="18" charset="0"/>
              </a:rPr>
              <a:t>谐振时 </a:t>
            </a:r>
            <a:r>
              <a:rPr kumimoji="1" lang="en-US" altLang="zh-CN" sz="2400" b="1" i="1">
                <a:latin typeface="Times New Roman" panose="02020603050405020304" pitchFamily="18" charset="0"/>
              </a:rPr>
              <a:t>B</a:t>
            </a:r>
            <a:r>
              <a:rPr kumimoji="1" lang="en-US" altLang="zh-CN" sz="2400" b="1">
                <a:latin typeface="Times New Roman" panose="02020603050405020304" pitchFamily="18" charset="0"/>
              </a:rPr>
              <a:t>=0</a:t>
            </a:r>
            <a:r>
              <a:rPr kumimoji="1" lang="zh-CN" altLang="en-US" sz="2400" b="1">
                <a:latin typeface="Times New Roman" panose="02020603050405020304" pitchFamily="18" charset="0"/>
              </a:rPr>
              <a:t>，即</a:t>
            </a:r>
          </a:p>
        </p:txBody>
      </p:sp>
      <p:graphicFrame>
        <p:nvGraphicFramePr>
          <p:cNvPr id="427015" name="Object 7"/>
          <p:cNvGraphicFramePr>
            <a:graphicFrameLocks noChangeAspect="1"/>
          </p:cNvGraphicFramePr>
          <p:nvPr/>
        </p:nvGraphicFramePr>
        <p:xfrm>
          <a:off x="3924300" y="2962275"/>
          <a:ext cx="2965450" cy="892175"/>
        </p:xfrm>
        <a:graphic>
          <a:graphicData uri="http://schemas.openxmlformats.org/presentationml/2006/ole">
            <mc:AlternateContent xmlns:mc="http://schemas.openxmlformats.org/markup-compatibility/2006">
              <mc:Choice xmlns:v="urn:schemas-microsoft-com:vml" Requires="v">
                <p:oleObj name="公式" r:id="rId9" imgW="1473120" imgH="444240" progId="Equation.3">
                  <p:embed/>
                </p:oleObj>
              </mc:Choice>
              <mc:Fallback>
                <p:oleObj name="公式" r:id="rId9" imgW="1473120" imgH="444240" progId="Equation.3">
                  <p:embed/>
                  <p:pic>
                    <p:nvPicPr>
                      <p:cNvPr id="427015"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4300" y="2962275"/>
                        <a:ext cx="2965450"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7016" name="Rectangle 8"/>
          <p:cNvSpPr>
            <a:spLocks noChangeArrowheads="1"/>
          </p:cNvSpPr>
          <p:nvPr/>
        </p:nvSpPr>
        <p:spPr bwMode="auto">
          <a:xfrm>
            <a:off x="4005263" y="4149725"/>
            <a:ext cx="262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latin typeface="Times New Roman" panose="02020603050405020304" pitchFamily="18" charset="0"/>
              </a:rPr>
              <a:t>由电路参数决定。</a:t>
            </a:r>
          </a:p>
        </p:txBody>
      </p:sp>
      <p:graphicFrame>
        <p:nvGraphicFramePr>
          <p:cNvPr id="427017" name="Object 9"/>
          <p:cNvGraphicFramePr>
            <a:graphicFrameLocks noChangeAspect="1"/>
          </p:cNvGraphicFramePr>
          <p:nvPr/>
        </p:nvGraphicFramePr>
        <p:xfrm>
          <a:off x="1620838" y="3968750"/>
          <a:ext cx="2228850" cy="733425"/>
        </p:xfrm>
        <a:graphic>
          <a:graphicData uri="http://schemas.openxmlformats.org/presentationml/2006/ole">
            <mc:AlternateContent xmlns:mc="http://schemas.openxmlformats.org/markup-compatibility/2006">
              <mc:Choice xmlns:v="urn:schemas-microsoft-com:vml" Requires="v">
                <p:oleObj name="公式" r:id="rId11" imgW="1155600" imgH="380880" progId="Equation.3">
                  <p:embed/>
                </p:oleObj>
              </mc:Choice>
              <mc:Fallback>
                <p:oleObj name="公式" r:id="rId11" imgW="1155600" imgH="380880" progId="Equation.3">
                  <p:embed/>
                  <p:pic>
                    <p:nvPicPr>
                      <p:cNvPr id="427017"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20838" y="3968750"/>
                        <a:ext cx="2228850" cy="733425"/>
                      </a:xfrm>
                      <a:prstGeom prst="rect">
                        <a:avLst/>
                      </a:prstGeom>
                      <a:solidFill>
                        <a:srgbClr val="00FFCC"/>
                      </a:solidFill>
                      <a:ln>
                        <a:noFill/>
                      </a:ln>
                      <a:effectLst>
                        <a:prstShdw prst="shdw17" dist="17961" dir="2700000">
                          <a:srgbClr val="00FFCC">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27018" name="Group 10"/>
          <p:cNvGrpSpPr>
            <a:grpSpLocks/>
          </p:cNvGrpSpPr>
          <p:nvPr/>
        </p:nvGrpSpPr>
        <p:grpSpPr bwMode="auto">
          <a:xfrm>
            <a:off x="900113" y="908050"/>
            <a:ext cx="2682875" cy="1928813"/>
            <a:chOff x="408" y="1594"/>
            <a:chExt cx="1690" cy="1215"/>
          </a:xfrm>
        </p:grpSpPr>
        <p:sp>
          <p:nvSpPr>
            <p:cNvPr id="427019" name="Line 11"/>
            <p:cNvSpPr>
              <a:spLocks noChangeShapeType="1"/>
            </p:cNvSpPr>
            <p:nvPr/>
          </p:nvSpPr>
          <p:spPr bwMode="auto">
            <a:xfrm>
              <a:off x="1104" y="1632"/>
              <a:ext cx="0" cy="6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020" name="Line 12"/>
            <p:cNvSpPr>
              <a:spLocks noChangeShapeType="1"/>
            </p:cNvSpPr>
            <p:nvPr/>
          </p:nvSpPr>
          <p:spPr bwMode="auto">
            <a:xfrm>
              <a:off x="1104" y="2622"/>
              <a:ext cx="0" cy="1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021" name="Rectangle 13"/>
            <p:cNvSpPr>
              <a:spLocks noChangeArrowheads="1"/>
            </p:cNvSpPr>
            <p:nvPr/>
          </p:nvSpPr>
          <p:spPr bwMode="auto">
            <a:xfrm>
              <a:off x="1044" y="1788"/>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22" name="Line 14"/>
            <p:cNvSpPr>
              <a:spLocks noChangeShapeType="1"/>
            </p:cNvSpPr>
            <p:nvPr/>
          </p:nvSpPr>
          <p:spPr bwMode="auto">
            <a:xfrm>
              <a:off x="480" y="1632"/>
              <a:ext cx="12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023" name="Line 15"/>
            <p:cNvSpPr>
              <a:spLocks noChangeShapeType="1"/>
            </p:cNvSpPr>
            <p:nvPr/>
          </p:nvSpPr>
          <p:spPr bwMode="auto">
            <a:xfrm>
              <a:off x="1728" y="1632"/>
              <a:ext cx="0" cy="5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024" name="Line 16"/>
            <p:cNvSpPr>
              <a:spLocks noChangeShapeType="1"/>
            </p:cNvSpPr>
            <p:nvPr/>
          </p:nvSpPr>
          <p:spPr bwMode="auto">
            <a:xfrm>
              <a:off x="1728" y="2256"/>
              <a:ext cx="0" cy="5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025" name="Line 17"/>
            <p:cNvSpPr>
              <a:spLocks noChangeShapeType="1"/>
            </p:cNvSpPr>
            <p:nvPr/>
          </p:nvSpPr>
          <p:spPr bwMode="auto">
            <a:xfrm flipH="1">
              <a:off x="480" y="2784"/>
              <a:ext cx="12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27026" name="Group 18"/>
            <p:cNvGrpSpPr>
              <a:grpSpLocks/>
            </p:cNvGrpSpPr>
            <p:nvPr/>
          </p:nvGrpSpPr>
          <p:grpSpPr bwMode="auto">
            <a:xfrm>
              <a:off x="1596" y="2163"/>
              <a:ext cx="258" cy="93"/>
              <a:chOff x="1351" y="3976"/>
              <a:chExt cx="174" cy="93"/>
            </a:xfrm>
          </p:grpSpPr>
          <p:sp>
            <p:nvSpPr>
              <p:cNvPr id="427027" name="Line 19"/>
              <p:cNvSpPr>
                <a:spLocks noChangeShapeType="1"/>
              </p:cNvSpPr>
              <p:nvPr/>
            </p:nvSpPr>
            <p:spPr bwMode="auto">
              <a:xfrm>
                <a:off x="1351" y="3976"/>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7028" name="Line 20"/>
              <p:cNvSpPr>
                <a:spLocks noChangeShapeType="1"/>
              </p:cNvSpPr>
              <p:nvPr/>
            </p:nvSpPr>
            <p:spPr bwMode="auto">
              <a:xfrm>
                <a:off x="1351" y="4068"/>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27029" name="Text Box 21"/>
            <p:cNvSpPr txBox="1">
              <a:spLocks noChangeArrowheads="1"/>
            </p:cNvSpPr>
            <p:nvPr/>
          </p:nvSpPr>
          <p:spPr bwMode="auto">
            <a:xfrm>
              <a:off x="1854" y="206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C</a:t>
              </a:r>
            </a:p>
          </p:txBody>
        </p:sp>
        <p:sp>
          <p:nvSpPr>
            <p:cNvPr id="427030" name="Text Box 22"/>
            <p:cNvSpPr txBox="1">
              <a:spLocks noChangeArrowheads="1"/>
            </p:cNvSpPr>
            <p:nvPr/>
          </p:nvSpPr>
          <p:spPr bwMode="auto">
            <a:xfrm>
              <a:off x="1179" y="2274"/>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L</a:t>
              </a:r>
            </a:p>
          </p:txBody>
        </p:sp>
        <p:grpSp>
          <p:nvGrpSpPr>
            <p:cNvPr id="427031" name="Group 23"/>
            <p:cNvGrpSpPr>
              <a:grpSpLocks/>
            </p:cNvGrpSpPr>
            <p:nvPr/>
          </p:nvGrpSpPr>
          <p:grpSpPr bwMode="auto">
            <a:xfrm rot="5400000">
              <a:off x="940" y="2405"/>
              <a:ext cx="379" cy="57"/>
              <a:chOff x="1200" y="1584"/>
              <a:chExt cx="379" cy="45"/>
            </a:xfrm>
          </p:grpSpPr>
          <p:sp>
            <p:nvSpPr>
              <p:cNvPr id="427032" name="Arc 24"/>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033" name="Arc 25"/>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034" name="Arc 26"/>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035" name="Arc 27"/>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7036" name="Text Box 28"/>
            <p:cNvSpPr txBox="1">
              <a:spLocks noChangeArrowheads="1"/>
            </p:cNvSpPr>
            <p:nvPr/>
          </p:nvSpPr>
          <p:spPr bwMode="auto">
            <a:xfrm>
              <a:off x="1180" y="179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427037" name="Oval 29"/>
            <p:cNvSpPr>
              <a:spLocks noChangeArrowheads="1"/>
            </p:cNvSpPr>
            <p:nvPr/>
          </p:nvSpPr>
          <p:spPr bwMode="auto">
            <a:xfrm>
              <a:off x="420" y="2741"/>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7038" name="Oval 30"/>
            <p:cNvSpPr>
              <a:spLocks noChangeArrowheads="1"/>
            </p:cNvSpPr>
            <p:nvPr/>
          </p:nvSpPr>
          <p:spPr bwMode="auto">
            <a:xfrm>
              <a:off x="408" y="159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aphicFrame>
        <p:nvGraphicFramePr>
          <p:cNvPr id="427039" name="Object 31"/>
          <p:cNvGraphicFramePr>
            <a:graphicFrameLocks noChangeAspect="1"/>
          </p:cNvGraphicFramePr>
          <p:nvPr/>
        </p:nvGraphicFramePr>
        <p:xfrm>
          <a:off x="1485900" y="4914900"/>
          <a:ext cx="4335463" cy="823913"/>
        </p:xfrm>
        <a:graphic>
          <a:graphicData uri="http://schemas.openxmlformats.org/presentationml/2006/ole">
            <mc:AlternateContent xmlns:mc="http://schemas.openxmlformats.org/markup-compatibility/2006">
              <mc:Choice xmlns:v="urn:schemas-microsoft-com:vml" Requires="v">
                <p:oleObj name="公式" r:id="rId13" imgW="2133360" imgH="406080" progId="Equation.3">
                  <p:embed/>
                </p:oleObj>
              </mc:Choice>
              <mc:Fallback>
                <p:oleObj name="公式" r:id="rId13" imgW="2133360" imgH="406080" progId="Equation.3">
                  <p:embed/>
                  <p:pic>
                    <p:nvPicPr>
                      <p:cNvPr id="427039"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85900" y="4914900"/>
                        <a:ext cx="4335463" cy="823913"/>
                      </a:xfrm>
                      <a:prstGeom prst="rect">
                        <a:avLst/>
                      </a:prstGeom>
                      <a:solidFill>
                        <a:srgbClr val="00FFCC"/>
                      </a:solidFill>
                      <a:ln>
                        <a:noFill/>
                      </a:ln>
                      <a:effectLst>
                        <a:prstShdw prst="shdw17" dist="17961" dir="2700000">
                          <a:srgbClr val="00FFCC">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27040" name="Group 32"/>
          <p:cNvGrpSpPr>
            <a:grpSpLocks/>
          </p:cNvGrpSpPr>
          <p:nvPr/>
        </p:nvGrpSpPr>
        <p:grpSpPr bwMode="auto">
          <a:xfrm>
            <a:off x="5940425" y="4689475"/>
            <a:ext cx="2441575" cy="1906588"/>
            <a:chOff x="1037" y="2982"/>
            <a:chExt cx="1538" cy="1201"/>
          </a:xfrm>
        </p:grpSpPr>
        <p:sp>
          <p:nvSpPr>
            <p:cNvPr id="427041" name="Line 33"/>
            <p:cNvSpPr>
              <a:spLocks noChangeShapeType="1"/>
            </p:cNvSpPr>
            <p:nvPr/>
          </p:nvSpPr>
          <p:spPr bwMode="auto">
            <a:xfrm>
              <a:off x="1292" y="3521"/>
              <a:ext cx="1089"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42" name="Line 34"/>
            <p:cNvSpPr>
              <a:spLocks noChangeShapeType="1"/>
            </p:cNvSpPr>
            <p:nvPr/>
          </p:nvSpPr>
          <p:spPr bwMode="auto">
            <a:xfrm flipV="1">
              <a:off x="1292" y="3067"/>
              <a:ext cx="0" cy="40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43" name="Line 35"/>
            <p:cNvSpPr>
              <a:spLocks noChangeShapeType="1"/>
            </p:cNvSpPr>
            <p:nvPr/>
          </p:nvSpPr>
          <p:spPr bwMode="auto">
            <a:xfrm>
              <a:off x="1292" y="3067"/>
              <a:ext cx="635" cy="40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44" name="Line 36"/>
            <p:cNvSpPr>
              <a:spLocks noChangeShapeType="1"/>
            </p:cNvSpPr>
            <p:nvPr/>
          </p:nvSpPr>
          <p:spPr bwMode="auto">
            <a:xfrm>
              <a:off x="1292" y="3492"/>
              <a:ext cx="635"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45" name="Line 37"/>
            <p:cNvSpPr>
              <a:spLocks noChangeShapeType="1"/>
            </p:cNvSpPr>
            <p:nvPr/>
          </p:nvSpPr>
          <p:spPr bwMode="auto">
            <a:xfrm>
              <a:off x="1295" y="3533"/>
              <a:ext cx="794" cy="459"/>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7046" name="Line 38"/>
            <p:cNvSpPr>
              <a:spLocks noChangeShapeType="1"/>
            </p:cNvSpPr>
            <p:nvPr/>
          </p:nvSpPr>
          <p:spPr bwMode="auto">
            <a:xfrm rot="-5400000">
              <a:off x="1993" y="3626"/>
              <a:ext cx="478" cy="276"/>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27047" name="Object 39"/>
            <p:cNvGraphicFramePr>
              <a:graphicFrameLocks noChangeAspect="1"/>
            </p:cNvGraphicFramePr>
            <p:nvPr/>
          </p:nvGraphicFramePr>
          <p:xfrm>
            <a:off x="1774" y="3521"/>
            <a:ext cx="159" cy="239"/>
          </p:xfrm>
          <a:graphic>
            <a:graphicData uri="http://schemas.openxmlformats.org/presentationml/2006/ole">
              <mc:AlternateContent xmlns:mc="http://schemas.openxmlformats.org/markup-compatibility/2006">
                <mc:Choice xmlns:v="urn:schemas-microsoft-com:vml" Requires="v">
                  <p:oleObj name="公式" r:id="rId15" imgW="126720" imgH="190440" progId="Equation.3">
                    <p:embed/>
                  </p:oleObj>
                </mc:Choice>
                <mc:Fallback>
                  <p:oleObj name="公式" r:id="rId15" imgW="126720" imgH="190440" progId="Equation.3">
                    <p:embed/>
                    <p:pic>
                      <p:nvPicPr>
                        <p:cNvPr id="427047" name="Object 3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74" y="3521"/>
                          <a:ext cx="159"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7048" name="Object 40"/>
            <p:cNvGraphicFramePr>
              <a:graphicFrameLocks noChangeAspect="1"/>
            </p:cNvGraphicFramePr>
            <p:nvPr/>
          </p:nvGraphicFramePr>
          <p:xfrm>
            <a:off x="1859" y="3096"/>
            <a:ext cx="175" cy="287"/>
          </p:xfrm>
          <a:graphic>
            <a:graphicData uri="http://schemas.openxmlformats.org/presentationml/2006/ole">
              <mc:AlternateContent xmlns:mc="http://schemas.openxmlformats.org/markup-compatibility/2006">
                <mc:Choice xmlns:v="urn:schemas-microsoft-com:vml" Requires="v">
                  <p:oleObj name="公式" r:id="rId17" imgW="139680" imgH="228600" progId="Equation.3">
                    <p:embed/>
                  </p:oleObj>
                </mc:Choice>
                <mc:Fallback>
                  <p:oleObj name="公式" r:id="rId17" imgW="139680" imgH="228600" progId="Equation.3">
                    <p:embed/>
                    <p:pic>
                      <p:nvPicPr>
                        <p:cNvPr id="427048" name="Object 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59" y="3096"/>
                          <a:ext cx="175"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7049" name="Object 41"/>
            <p:cNvGraphicFramePr>
              <a:graphicFrameLocks noChangeAspect="1"/>
            </p:cNvGraphicFramePr>
            <p:nvPr/>
          </p:nvGraphicFramePr>
          <p:xfrm>
            <a:off x="1037" y="2982"/>
            <a:ext cx="207" cy="287"/>
          </p:xfrm>
          <a:graphic>
            <a:graphicData uri="http://schemas.openxmlformats.org/presentationml/2006/ole">
              <mc:AlternateContent xmlns:mc="http://schemas.openxmlformats.org/markup-compatibility/2006">
                <mc:Choice xmlns:v="urn:schemas-microsoft-com:vml" Requires="v">
                  <p:oleObj name="公式" r:id="rId19" imgW="164880" imgH="228600" progId="Equation.3">
                    <p:embed/>
                  </p:oleObj>
                </mc:Choice>
                <mc:Fallback>
                  <p:oleObj name="公式" r:id="rId19" imgW="164880" imgH="228600" progId="Equation.3">
                    <p:embed/>
                    <p:pic>
                      <p:nvPicPr>
                        <p:cNvPr id="427049" name="Object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37" y="2982"/>
                          <a:ext cx="207"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7050" name="Object 42"/>
            <p:cNvGraphicFramePr>
              <a:graphicFrameLocks noChangeAspect="1"/>
            </p:cNvGraphicFramePr>
            <p:nvPr/>
          </p:nvGraphicFramePr>
          <p:xfrm>
            <a:off x="1774" y="3918"/>
            <a:ext cx="219" cy="265"/>
          </p:xfrm>
          <a:graphic>
            <a:graphicData uri="http://schemas.openxmlformats.org/presentationml/2006/ole">
              <mc:AlternateContent xmlns:mc="http://schemas.openxmlformats.org/markup-compatibility/2006">
                <mc:Choice xmlns:v="urn:schemas-microsoft-com:vml" Requires="v">
                  <p:oleObj name="公式" r:id="rId21" imgW="190440" imgH="228600" progId="Equation.3">
                    <p:embed/>
                  </p:oleObj>
                </mc:Choice>
                <mc:Fallback>
                  <p:oleObj name="公式" r:id="rId21" imgW="190440" imgH="228600" progId="Equation.3">
                    <p:embed/>
                    <p:pic>
                      <p:nvPicPr>
                        <p:cNvPr id="427050" name="Object 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74" y="3918"/>
                          <a:ext cx="219"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7051" name="Object 43"/>
            <p:cNvGraphicFramePr>
              <a:graphicFrameLocks noChangeAspect="1"/>
            </p:cNvGraphicFramePr>
            <p:nvPr/>
          </p:nvGraphicFramePr>
          <p:xfrm>
            <a:off x="2341" y="3634"/>
            <a:ext cx="234" cy="265"/>
          </p:xfrm>
          <a:graphic>
            <a:graphicData uri="http://schemas.openxmlformats.org/presentationml/2006/ole">
              <mc:AlternateContent xmlns:mc="http://schemas.openxmlformats.org/markup-compatibility/2006">
                <mc:Choice xmlns:v="urn:schemas-microsoft-com:vml" Requires="v">
                  <p:oleObj name="公式" r:id="rId23" imgW="203040" imgH="228600" progId="Equation.3">
                    <p:embed/>
                  </p:oleObj>
                </mc:Choice>
                <mc:Fallback>
                  <p:oleObj name="公式" r:id="rId23" imgW="203040" imgH="228600" progId="Equation.3">
                    <p:embed/>
                    <p:pic>
                      <p:nvPicPr>
                        <p:cNvPr id="427051" name="Object 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41" y="3634"/>
                          <a:ext cx="234"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7052" name="Object 44"/>
            <p:cNvGraphicFramePr>
              <a:graphicFrameLocks noChangeAspect="1"/>
            </p:cNvGraphicFramePr>
            <p:nvPr/>
          </p:nvGraphicFramePr>
          <p:xfrm>
            <a:off x="2256" y="3181"/>
            <a:ext cx="190" cy="236"/>
          </p:xfrm>
          <a:graphic>
            <a:graphicData uri="http://schemas.openxmlformats.org/presentationml/2006/ole">
              <mc:AlternateContent xmlns:mc="http://schemas.openxmlformats.org/markup-compatibility/2006">
                <mc:Choice xmlns:v="urn:schemas-microsoft-com:vml" Requires="v">
                  <p:oleObj name="公式" r:id="rId25" imgW="164880" imgH="203040" progId="Equation.3">
                    <p:embed/>
                  </p:oleObj>
                </mc:Choice>
                <mc:Fallback>
                  <p:oleObj name="公式" r:id="rId25" imgW="164880" imgH="203040" progId="Equation.3">
                    <p:embed/>
                    <p:pic>
                      <p:nvPicPr>
                        <p:cNvPr id="427052" name="Object 4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56" y="3181"/>
                          <a:ext cx="190"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27010"/>
                                        </p:tgtEl>
                                        <p:attrNameLst>
                                          <p:attrName>style.visibility</p:attrName>
                                        </p:attrNameLst>
                                      </p:cBhvr>
                                      <p:to>
                                        <p:strVal val="visible"/>
                                      </p:to>
                                    </p:set>
                                    <p:anim calcmode="lin" valueType="num">
                                      <p:cBhvr additive="base">
                                        <p:cTn id="7" dur="500" fill="hold"/>
                                        <p:tgtEl>
                                          <p:spTgt spid="427010"/>
                                        </p:tgtEl>
                                        <p:attrNameLst>
                                          <p:attrName>ppt_x</p:attrName>
                                        </p:attrNameLst>
                                      </p:cBhvr>
                                      <p:tavLst>
                                        <p:tav tm="0">
                                          <p:val>
                                            <p:strVal val="0-#ppt_w/2"/>
                                          </p:val>
                                        </p:tav>
                                        <p:tav tm="100000">
                                          <p:val>
                                            <p:strVal val="#ppt_x"/>
                                          </p:val>
                                        </p:tav>
                                      </p:tavLst>
                                    </p:anim>
                                    <p:anim calcmode="lin" valueType="num">
                                      <p:cBhvr additive="base">
                                        <p:cTn id="8" dur="500" fill="hold"/>
                                        <p:tgtEl>
                                          <p:spTgt spid="42701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88" fill="hold" nodeType="clickEffect">
                                  <p:stCondLst>
                                    <p:cond delay="0"/>
                                  </p:stCondLst>
                                  <p:childTnLst>
                                    <p:set>
                                      <p:cBhvr>
                                        <p:cTn id="12" dur="1" fill="hold">
                                          <p:stCondLst>
                                            <p:cond delay="0"/>
                                          </p:stCondLst>
                                        </p:cTn>
                                        <p:tgtEl>
                                          <p:spTgt spid="427018"/>
                                        </p:tgtEl>
                                        <p:attrNameLst>
                                          <p:attrName>style.visibility</p:attrName>
                                        </p:attrNameLst>
                                      </p:cBhvr>
                                      <p:to>
                                        <p:strVal val="visible"/>
                                      </p:to>
                                    </p:set>
                                    <p:anim calcmode="lin" valueType="num">
                                      <p:cBhvr>
                                        <p:cTn id="13" dur="500" fill="hold"/>
                                        <p:tgtEl>
                                          <p:spTgt spid="427018"/>
                                        </p:tgtEl>
                                        <p:attrNameLst>
                                          <p:attrName>ppt_w</p:attrName>
                                        </p:attrNameLst>
                                      </p:cBhvr>
                                      <p:tavLst>
                                        <p:tav tm="0">
                                          <p:val>
                                            <p:strVal val="4/3*#ppt_w"/>
                                          </p:val>
                                        </p:tav>
                                        <p:tav tm="100000">
                                          <p:val>
                                            <p:strVal val="#ppt_w"/>
                                          </p:val>
                                        </p:tav>
                                      </p:tavLst>
                                    </p:anim>
                                    <p:anim calcmode="lin" valueType="num">
                                      <p:cBhvr>
                                        <p:cTn id="14" dur="500" fill="hold"/>
                                        <p:tgtEl>
                                          <p:spTgt spid="427018"/>
                                        </p:tgtEl>
                                        <p:attrNameLst>
                                          <p:attrName>ppt_h</p:attrName>
                                        </p:attrNameLst>
                                      </p:cBhvr>
                                      <p:tavLst>
                                        <p:tav tm="0">
                                          <p:val>
                                            <p:strVal val="4/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1" fill="hold" nodeType="clickEffect">
                                  <p:stCondLst>
                                    <p:cond delay="0"/>
                                  </p:stCondLst>
                                  <p:childTnLst>
                                    <p:set>
                                      <p:cBhvr>
                                        <p:cTn id="18" dur="1" fill="hold">
                                          <p:stCondLst>
                                            <p:cond delay="0"/>
                                          </p:stCondLst>
                                        </p:cTn>
                                        <p:tgtEl>
                                          <p:spTgt spid="427012"/>
                                        </p:tgtEl>
                                        <p:attrNameLst>
                                          <p:attrName>style.visibility</p:attrName>
                                        </p:attrNameLst>
                                      </p:cBhvr>
                                      <p:to>
                                        <p:strVal val="visible"/>
                                      </p:to>
                                    </p:set>
                                    <p:animEffect transition="in" filter="slide(fromTop)">
                                      <p:cBhvr>
                                        <p:cTn id="19" dur="500"/>
                                        <p:tgtEl>
                                          <p:spTgt spid="42701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1" fill="hold" nodeType="clickEffect">
                                  <p:stCondLst>
                                    <p:cond delay="0"/>
                                  </p:stCondLst>
                                  <p:childTnLst>
                                    <p:set>
                                      <p:cBhvr>
                                        <p:cTn id="23" dur="1" fill="hold">
                                          <p:stCondLst>
                                            <p:cond delay="0"/>
                                          </p:stCondLst>
                                        </p:cTn>
                                        <p:tgtEl>
                                          <p:spTgt spid="427013"/>
                                        </p:tgtEl>
                                        <p:attrNameLst>
                                          <p:attrName>style.visibility</p:attrName>
                                        </p:attrNameLst>
                                      </p:cBhvr>
                                      <p:to>
                                        <p:strVal val="visible"/>
                                      </p:to>
                                    </p:set>
                                    <p:animEffect transition="in" filter="slide(fromTop)">
                                      <p:cBhvr>
                                        <p:cTn id="24" dur="500"/>
                                        <p:tgtEl>
                                          <p:spTgt spid="42701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1" fill="hold" nodeType="clickEffect">
                                  <p:stCondLst>
                                    <p:cond delay="0"/>
                                  </p:stCondLst>
                                  <p:childTnLst>
                                    <p:set>
                                      <p:cBhvr>
                                        <p:cTn id="28" dur="1" fill="hold">
                                          <p:stCondLst>
                                            <p:cond delay="0"/>
                                          </p:stCondLst>
                                        </p:cTn>
                                        <p:tgtEl>
                                          <p:spTgt spid="427011"/>
                                        </p:tgtEl>
                                        <p:attrNameLst>
                                          <p:attrName>style.visibility</p:attrName>
                                        </p:attrNameLst>
                                      </p:cBhvr>
                                      <p:to>
                                        <p:strVal val="visible"/>
                                      </p:to>
                                    </p:set>
                                    <p:animEffect transition="in" filter="slide(fromTop)">
                                      <p:cBhvr>
                                        <p:cTn id="29" dur="500"/>
                                        <p:tgtEl>
                                          <p:spTgt spid="42701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427014"/>
                                        </p:tgtEl>
                                        <p:attrNameLst>
                                          <p:attrName>style.visibility</p:attrName>
                                        </p:attrNameLst>
                                      </p:cBhvr>
                                      <p:to>
                                        <p:strVal val="visible"/>
                                      </p:to>
                                    </p:set>
                                    <p:animEffect transition="in" filter="strips(downRight)">
                                      <p:cBhvr>
                                        <p:cTn id="34" dur="500"/>
                                        <p:tgtEl>
                                          <p:spTgt spid="42701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6" fill="hold" nodeType="clickEffect">
                                  <p:stCondLst>
                                    <p:cond delay="0"/>
                                  </p:stCondLst>
                                  <p:childTnLst>
                                    <p:set>
                                      <p:cBhvr>
                                        <p:cTn id="38" dur="1" fill="hold">
                                          <p:stCondLst>
                                            <p:cond delay="0"/>
                                          </p:stCondLst>
                                        </p:cTn>
                                        <p:tgtEl>
                                          <p:spTgt spid="427015"/>
                                        </p:tgtEl>
                                        <p:attrNameLst>
                                          <p:attrName>style.visibility</p:attrName>
                                        </p:attrNameLst>
                                      </p:cBhvr>
                                      <p:to>
                                        <p:strVal val="visible"/>
                                      </p:to>
                                    </p:set>
                                    <p:animEffect transition="in" filter="strips(downRight)">
                                      <p:cBhvr>
                                        <p:cTn id="39" dur="500"/>
                                        <p:tgtEl>
                                          <p:spTgt spid="42701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427017"/>
                                        </p:tgtEl>
                                        <p:attrNameLst>
                                          <p:attrName>style.visibility</p:attrName>
                                        </p:attrNameLst>
                                      </p:cBhvr>
                                      <p:to>
                                        <p:strVal val="visible"/>
                                      </p:to>
                                    </p:set>
                                    <p:animEffect transition="in" filter="dissolve">
                                      <p:cBhvr>
                                        <p:cTn id="44" dur="500"/>
                                        <p:tgtEl>
                                          <p:spTgt spid="42701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427016"/>
                                        </p:tgtEl>
                                        <p:attrNameLst>
                                          <p:attrName>style.visibility</p:attrName>
                                        </p:attrNameLst>
                                      </p:cBhvr>
                                      <p:to>
                                        <p:strVal val="visible"/>
                                      </p:to>
                                    </p:set>
                                    <p:anim calcmode="lin" valueType="num">
                                      <p:cBhvr additive="base">
                                        <p:cTn id="49" dur="500" fill="hold"/>
                                        <p:tgtEl>
                                          <p:spTgt spid="427016"/>
                                        </p:tgtEl>
                                        <p:attrNameLst>
                                          <p:attrName>ppt_x</p:attrName>
                                        </p:attrNameLst>
                                      </p:cBhvr>
                                      <p:tavLst>
                                        <p:tav tm="0">
                                          <p:val>
                                            <p:strVal val="1+#ppt_w/2"/>
                                          </p:val>
                                        </p:tav>
                                        <p:tav tm="100000">
                                          <p:val>
                                            <p:strVal val="#ppt_x"/>
                                          </p:val>
                                        </p:tav>
                                      </p:tavLst>
                                    </p:anim>
                                    <p:anim calcmode="lin" valueType="num">
                                      <p:cBhvr additive="base">
                                        <p:cTn id="50" dur="500" fill="hold"/>
                                        <p:tgtEl>
                                          <p:spTgt spid="427016"/>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427039"/>
                                        </p:tgtEl>
                                        <p:attrNameLst>
                                          <p:attrName>style.visibility</p:attrName>
                                        </p:attrNameLst>
                                      </p:cBhvr>
                                      <p:to>
                                        <p:strVal val="visible"/>
                                      </p:to>
                                    </p:set>
                                    <p:animEffect transition="in" filter="dissolve">
                                      <p:cBhvr>
                                        <p:cTn id="55" dur="500"/>
                                        <p:tgtEl>
                                          <p:spTgt spid="42703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nodeType="clickEffect">
                                  <p:stCondLst>
                                    <p:cond delay="0"/>
                                  </p:stCondLst>
                                  <p:childTnLst>
                                    <p:set>
                                      <p:cBhvr>
                                        <p:cTn id="59" dur="1" fill="hold">
                                          <p:stCondLst>
                                            <p:cond delay="0"/>
                                          </p:stCondLst>
                                        </p:cTn>
                                        <p:tgtEl>
                                          <p:spTgt spid="427040"/>
                                        </p:tgtEl>
                                        <p:attrNameLst>
                                          <p:attrName>style.visibility</p:attrName>
                                        </p:attrNameLst>
                                      </p:cBhvr>
                                      <p:to>
                                        <p:strVal val="visible"/>
                                      </p:to>
                                    </p:set>
                                    <p:animEffect transition="in" filter="box(in)">
                                      <p:cBhvr>
                                        <p:cTn id="60" dur="500"/>
                                        <p:tgtEl>
                                          <p:spTgt spid="427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0" grpId="0" autoUpdateAnimBg="0"/>
      <p:bldP spid="427014" grpId="0" autoUpdateAnimBg="0"/>
      <p:bldP spid="427016" grpId="0" autoUpdateAnimBg="0"/>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3154" name="Group 2"/>
          <p:cNvGrpSpPr>
            <a:grpSpLocks/>
          </p:cNvGrpSpPr>
          <p:nvPr/>
        </p:nvGrpSpPr>
        <p:grpSpPr bwMode="auto">
          <a:xfrm>
            <a:off x="1547813" y="476250"/>
            <a:ext cx="2578100" cy="1917700"/>
            <a:chOff x="3100" y="1056"/>
            <a:chExt cx="1624" cy="1208"/>
          </a:xfrm>
        </p:grpSpPr>
        <p:sp>
          <p:nvSpPr>
            <p:cNvPr id="433155" name="Line 3"/>
            <p:cNvSpPr>
              <a:spLocks noChangeShapeType="1"/>
            </p:cNvSpPr>
            <p:nvPr/>
          </p:nvSpPr>
          <p:spPr bwMode="auto">
            <a:xfrm>
              <a:off x="3840" y="2039"/>
              <a:ext cx="0" cy="2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56" name="Line 4"/>
            <p:cNvSpPr>
              <a:spLocks noChangeShapeType="1"/>
            </p:cNvSpPr>
            <p:nvPr/>
          </p:nvSpPr>
          <p:spPr bwMode="auto">
            <a:xfrm flipV="1">
              <a:off x="3839" y="1464"/>
              <a:ext cx="1" cy="19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57" name="Line 5"/>
            <p:cNvSpPr>
              <a:spLocks noChangeShapeType="1"/>
            </p:cNvSpPr>
            <p:nvPr/>
          </p:nvSpPr>
          <p:spPr bwMode="auto">
            <a:xfrm>
              <a:off x="3552" y="1464"/>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58" name="Line 6"/>
            <p:cNvSpPr>
              <a:spLocks noChangeShapeType="1"/>
            </p:cNvSpPr>
            <p:nvPr/>
          </p:nvSpPr>
          <p:spPr bwMode="auto">
            <a:xfrm flipH="1">
              <a:off x="3168" y="1464"/>
              <a:ext cx="2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59" name="Line 7"/>
            <p:cNvSpPr>
              <a:spLocks noChangeShapeType="1"/>
            </p:cNvSpPr>
            <p:nvPr/>
          </p:nvSpPr>
          <p:spPr bwMode="auto">
            <a:xfrm>
              <a:off x="4320" y="1464"/>
              <a:ext cx="0" cy="3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60" name="Line 8"/>
            <p:cNvSpPr>
              <a:spLocks noChangeShapeType="1"/>
            </p:cNvSpPr>
            <p:nvPr/>
          </p:nvSpPr>
          <p:spPr bwMode="auto">
            <a:xfrm>
              <a:off x="4320" y="1896"/>
              <a:ext cx="0"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61" name="Line 9"/>
            <p:cNvSpPr>
              <a:spLocks noChangeShapeType="1"/>
            </p:cNvSpPr>
            <p:nvPr/>
          </p:nvSpPr>
          <p:spPr bwMode="auto">
            <a:xfrm flipH="1">
              <a:off x="3168" y="2232"/>
              <a:ext cx="115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62" name="Text Box 10"/>
            <p:cNvSpPr txBox="1">
              <a:spLocks noChangeArrowheads="1"/>
            </p:cNvSpPr>
            <p:nvPr/>
          </p:nvSpPr>
          <p:spPr bwMode="auto">
            <a:xfrm>
              <a:off x="3552" y="1704"/>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433163" name="Text Box 11"/>
            <p:cNvSpPr txBox="1">
              <a:spLocks noChangeArrowheads="1"/>
            </p:cNvSpPr>
            <p:nvPr/>
          </p:nvSpPr>
          <p:spPr bwMode="auto">
            <a:xfrm>
              <a:off x="4416" y="170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C</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433164" name="Text Box 12"/>
            <p:cNvSpPr txBox="1">
              <a:spLocks noChangeArrowheads="1"/>
            </p:cNvSpPr>
            <p:nvPr/>
          </p:nvSpPr>
          <p:spPr bwMode="auto">
            <a:xfrm>
              <a:off x="3336" y="105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C</a:t>
              </a:r>
              <a:r>
                <a:rPr kumimoji="1" lang="en-US" altLang="zh-CN" sz="2400" b="1" baseline="-25000">
                  <a:latin typeface="Times New Roman" panose="02020603050405020304" pitchFamily="18" charset="0"/>
                </a:rPr>
                <a:t>3</a:t>
              </a:r>
              <a:endParaRPr kumimoji="1" lang="en-US" altLang="zh-CN" sz="2400" b="1">
                <a:latin typeface="Times New Roman" panose="02020603050405020304" pitchFamily="18" charset="0"/>
              </a:endParaRPr>
            </a:p>
          </p:txBody>
        </p:sp>
        <p:grpSp>
          <p:nvGrpSpPr>
            <p:cNvPr id="433165" name="Group 13"/>
            <p:cNvGrpSpPr>
              <a:grpSpLocks/>
            </p:cNvGrpSpPr>
            <p:nvPr/>
          </p:nvGrpSpPr>
          <p:grpSpPr bwMode="auto">
            <a:xfrm rot="5400000">
              <a:off x="3685" y="1822"/>
              <a:ext cx="379" cy="57"/>
              <a:chOff x="1200" y="1584"/>
              <a:chExt cx="379" cy="45"/>
            </a:xfrm>
          </p:grpSpPr>
          <p:sp>
            <p:nvSpPr>
              <p:cNvPr id="433166" name="Arc 14"/>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67" name="Arc 15"/>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68" name="Arc 16"/>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169" name="Arc 17"/>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3170" name="Oval 18"/>
            <p:cNvSpPr>
              <a:spLocks noChangeArrowheads="1"/>
            </p:cNvSpPr>
            <p:nvPr/>
          </p:nvSpPr>
          <p:spPr bwMode="auto">
            <a:xfrm>
              <a:off x="3100" y="142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3171" name="Oval 19"/>
            <p:cNvSpPr>
              <a:spLocks noChangeArrowheads="1"/>
            </p:cNvSpPr>
            <p:nvPr/>
          </p:nvSpPr>
          <p:spPr bwMode="auto">
            <a:xfrm>
              <a:off x="3100" y="219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433172" name="Group 20"/>
            <p:cNvGrpSpPr>
              <a:grpSpLocks/>
            </p:cNvGrpSpPr>
            <p:nvPr/>
          </p:nvGrpSpPr>
          <p:grpSpPr bwMode="auto">
            <a:xfrm>
              <a:off x="4194" y="1799"/>
              <a:ext cx="258" cy="93"/>
              <a:chOff x="1351" y="3976"/>
              <a:chExt cx="174" cy="93"/>
            </a:xfrm>
          </p:grpSpPr>
          <p:sp>
            <p:nvSpPr>
              <p:cNvPr id="433173" name="Line 21"/>
              <p:cNvSpPr>
                <a:spLocks noChangeShapeType="1"/>
              </p:cNvSpPr>
              <p:nvPr/>
            </p:nvSpPr>
            <p:spPr bwMode="auto">
              <a:xfrm>
                <a:off x="1351" y="3976"/>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174" name="Line 22"/>
              <p:cNvSpPr>
                <a:spLocks noChangeShapeType="1"/>
              </p:cNvSpPr>
              <p:nvPr/>
            </p:nvSpPr>
            <p:spPr bwMode="auto">
              <a:xfrm>
                <a:off x="1351" y="4068"/>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33175" name="Group 23"/>
            <p:cNvGrpSpPr>
              <a:grpSpLocks/>
            </p:cNvGrpSpPr>
            <p:nvPr/>
          </p:nvGrpSpPr>
          <p:grpSpPr bwMode="auto">
            <a:xfrm rot="5400000">
              <a:off x="3380" y="1414"/>
              <a:ext cx="258" cy="93"/>
              <a:chOff x="1351" y="3976"/>
              <a:chExt cx="174" cy="93"/>
            </a:xfrm>
          </p:grpSpPr>
          <p:sp>
            <p:nvSpPr>
              <p:cNvPr id="433176" name="Line 24"/>
              <p:cNvSpPr>
                <a:spLocks noChangeShapeType="1"/>
              </p:cNvSpPr>
              <p:nvPr/>
            </p:nvSpPr>
            <p:spPr bwMode="auto">
              <a:xfrm>
                <a:off x="1351" y="3976"/>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177" name="Line 25"/>
              <p:cNvSpPr>
                <a:spLocks noChangeShapeType="1"/>
              </p:cNvSpPr>
              <p:nvPr/>
            </p:nvSpPr>
            <p:spPr bwMode="auto">
              <a:xfrm>
                <a:off x="1351" y="4068"/>
                <a:ext cx="174"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33179" name="Group 27"/>
          <p:cNvGrpSpPr>
            <a:grpSpLocks/>
          </p:cNvGrpSpPr>
          <p:nvPr/>
        </p:nvGrpSpPr>
        <p:grpSpPr bwMode="auto">
          <a:xfrm>
            <a:off x="4156075" y="250825"/>
            <a:ext cx="4044950" cy="2528888"/>
            <a:chOff x="3016" y="177"/>
            <a:chExt cx="2548" cy="1593"/>
          </a:xfrm>
        </p:grpSpPr>
        <p:sp>
          <p:nvSpPr>
            <p:cNvPr id="433180" name="Line 28"/>
            <p:cNvSpPr>
              <a:spLocks noChangeShapeType="1"/>
            </p:cNvSpPr>
            <p:nvPr/>
          </p:nvSpPr>
          <p:spPr bwMode="auto">
            <a:xfrm>
              <a:off x="3044" y="1068"/>
              <a:ext cx="2352"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33181" name="Line 29"/>
            <p:cNvSpPr>
              <a:spLocks noChangeShapeType="1"/>
            </p:cNvSpPr>
            <p:nvPr/>
          </p:nvSpPr>
          <p:spPr bwMode="auto">
            <a:xfrm flipV="1">
              <a:off x="3372" y="321"/>
              <a:ext cx="0" cy="1449"/>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33182" name="Text Box 30"/>
            <p:cNvSpPr txBox="1">
              <a:spLocks noChangeArrowheads="1"/>
            </p:cNvSpPr>
            <p:nvPr/>
          </p:nvSpPr>
          <p:spPr bwMode="auto">
            <a:xfrm>
              <a:off x="3016" y="177"/>
              <a:ext cx="3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i="1">
                  <a:latin typeface="Times New Roman" panose="02020603050405020304" pitchFamily="18" charset="0"/>
                </a:rPr>
                <a:t>X</a:t>
              </a:r>
            </a:p>
          </p:txBody>
        </p:sp>
        <p:sp>
          <p:nvSpPr>
            <p:cNvPr id="433183" name="Text Box 31"/>
            <p:cNvSpPr txBox="1">
              <a:spLocks noChangeArrowheads="1"/>
            </p:cNvSpPr>
            <p:nvPr/>
          </p:nvSpPr>
          <p:spPr bwMode="auto">
            <a:xfrm>
              <a:off x="5168" y="1010"/>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i="1">
                  <a:latin typeface="Times New Roman" panose="02020603050405020304" pitchFamily="18" charset="0"/>
                  <a:sym typeface="Symbol" panose="05050102010706020507" pitchFamily="18" charset="2"/>
                </a:rPr>
                <a:t></a:t>
              </a:r>
              <a:endParaRPr kumimoji="1" lang="en-US" altLang="zh-CN" sz="2400" b="1" i="1">
                <a:latin typeface="Times New Roman" panose="02020603050405020304" pitchFamily="18" charset="0"/>
              </a:endParaRPr>
            </a:p>
          </p:txBody>
        </p:sp>
      </p:grpSp>
      <p:sp>
        <p:nvSpPr>
          <p:cNvPr id="433185" name="Text Box 33"/>
          <p:cNvSpPr txBox="1">
            <a:spLocks noChangeArrowheads="1"/>
          </p:cNvSpPr>
          <p:nvPr/>
        </p:nvSpPr>
        <p:spPr bwMode="auto">
          <a:xfrm>
            <a:off x="395288" y="260350"/>
            <a:ext cx="1403350" cy="457200"/>
          </a:xfrm>
          <a:prstGeom prst="rect">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sz="2400" b="1">
                <a:solidFill>
                  <a:schemeClr val="bg1"/>
                </a:solidFill>
                <a:latin typeface="Times New Roman" panose="02020603050405020304" pitchFamily="18" charset="0"/>
              </a:rPr>
              <a:t>混联谐振</a:t>
            </a:r>
          </a:p>
        </p:txBody>
      </p:sp>
      <p:grpSp>
        <p:nvGrpSpPr>
          <p:cNvPr id="433186" name="Group 34"/>
          <p:cNvGrpSpPr>
            <a:grpSpLocks/>
          </p:cNvGrpSpPr>
          <p:nvPr/>
        </p:nvGrpSpPr>
        <p:grpSpPr bwMode="auto">
          <a:xfrm>
            <a:off x="4932363" y="476250"/>
            <a:ext cx="1189037" cy="1993900"/>
            <a:chOff x="3505" y="319"/>
            <a:chExt cx="749" cy="1256"/>
          </a:xfrm>
        </p:grpSpPr>
        <p:sp>
          <p:nvSpPr>
            <p:cNvPr id="433187" name="Freeform 35"/>
            <p:cNvSpPr>
              <a:spLocks/>
            </p:cNvSpPr>
            <p:nvPr/>
          </p:nvSpPr>
          <p:spPr bwMode="auto">
            <a:xfrm>
              <a:off x="3505" y="319"/>
              <a:ext cx="749" cy="1256"/>
            </a:xfrm>
            <a:custGeom>
              <a:avLst/>
              <a:gdLst>
                <a:gd name="T0" fmla="*/ 749 w 749"/>
                <a:gd name="T1" fmla="*/ 0 h 1256"/>
                <a:gd name="T2" fmla="*/ 721 w 749"/>
                <a:gd name="T3" fmla="*/ 236 h 1256"/>
                <a:gd name="T4" fmla="*/ 680 w 749"/>
                <a:gd name="T5" fmla="*/ 403 h 1256"/>
                <a:gd name="T6" fmla="*/ 576 w 749"/>
                <a:gd name="T7" fmla="*/ 562 h 1256"/>
                <a:gd name="T8" fmla="*/ 354 w 749"/>
                <a:gd name="T9" fmla="*/ 708 h 1256"/>
                <a:gd name="T10" fmla="*/ 138 w 749"/>
                <a:gd name="T11" fmla="*/ 916 h 1256"/>
                <a:gd name="T12" fmla="*/ 0 w 749"/>
                <a:gd name="T13" fmla="*/ 1256 h 1256"/>
              </a:gdLst>
              <a:ahLst/>
              <a:cxnLst>
                <a:cxn ang="0">
                  <a:pos x="T0" y="T1"/>
                </a:cxn>
                <a:cxn ang="0">
                  <a:pos x="T2" y="T3"/>
                </a:cxn>
                <a:cxn ang="0">
                  <a:pos x="T4" y="T5"/>
                </a:cxn>
                <a:cxn ang="0">
                  <a:pos x="T6" y="T7"/>
                </a:cxn>
                <a:cxn ang="0">
                  <a:pos x="T8" y="T9"/>
                </a:cxn>
                <a:cxn ang="0">
                  <a:pos x="T10" y="T11"/>
                </a:cxn>
                <a:cxn ang="0">
                  <a:pos x="T12" y="T13"/>
                </a:cxn>
              </a:cxnLst>
              <a:rect l="0" t="0" r="r" b="b"/>
              <a:pathLst>
                <a:path w="749" h="1256">
                  <a:moveTo>
                    <a:pt x="749" y="0"/>
                  </a:moveTo>
                  <a:cubicBezTo>
                    <a:pt x="744" y="38"/>
                    <a:pt x="732" y="169"/>
                    <a:pt x="721" y="236"/>
                  </a:cubicBezTo>
                  <a:cubicBezTo>
                    <a:pt x="710" y="303"/>
                    <a:pt x="704" y="349"/>
                    <a:pt x="680" y="403"/>
                  </a:cubicBezTo>
                  <a:cubicBezTo>
                    <a:pt x="656" y="457"/>
                    <a:pt x="630" y="511"/>
                    <a:pt x="576" y="562"/>
                  </a:cubicBezTo>
                  <a:cubicBezTo>
                    <a:pt x="522" y="613"/>
                    <a:pt x="427" y="649"/>
                    <a:pt x="354" y="708"/>
                  </a:cubicBezTo>
                  <a:cubicBezTo>
                    <a:pt x="281" y="767"/>
                    <a:pt x="197" y="825"/>
                    <a:pt x="138" y="916"/>
                  </a:cubicBezTo>
                  <a:cubicBezTo>
                    <a:pt x="79" y="1007"/>
                    <a:pt x="29" y="1185"/>
                    <a:pt x="0" y="1256"/>
                  </a:cubicBezTo>
                </a:path>
              </a:pathLst>
            </a:custGeom>
            <a:noFill/>
            <a:ln w="28575" cap="flat" cmpd="sng">
              <a:solidFill>
                <a:srgbClr val="FF0000"/>
              </a:solidFill>
              <a:prstDash val="solid"/>
              <a:round/>
              <a:headEnd type="none" w="med" len="med"/>
              <a:tailEnd type="non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33188" name="Text Box 36"/>
            <p:cNvSpPr txBox="1">
              <a:spLocks noChangeArrowheads="1"/>
            </p:cNvSpPr>
            <p:nvPr/>
          </p:nvSpPr>
          <p:spPr bwMode="auto">
            <a:xfrm>
              <a:off x="3645" y="998"/>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i="1">
                  <a:solidFill>
                    <a:srgbClr val="FF0000"/>
                  </a:solidFill>
                  <a:latin typeface="Times New Roman" panose="02020603050405020304" pitchFamily="18" charset="0"/>
                  <a:sym typeface="Symbol" panose="05050102010706020507" pitchFamily="18" charset="2"/>
                </a:rPr>
                <a:t></a:t>
              </a:r>
              <a:r>
                <a:rPr kumimoji="1" lang="en-US" altLang="zh-CN" sz="2400" b="1" baseline="-25000">
                  <a:solidFill>
                    <a:srgbClr val="FF0000"/>
                  </a:solidFill>
                  <a:latin typeface="Times New Roman" panose="02020603050405020304" pitchFamily="18" charset="0"/>
                  <a:sym typeface="Symbol" panose="05050102010706020507" pitchFamily="18" charset="2"/>
                </a:rPr>
                <a:t>s</a:t>
              </a:r>
              <a:endParaRPr kumimoji="1" lang="en-US" altLang="zh-CN" sz="2400" b="1">
                <a:solidFill>
                  <a:srgbClr val="FF0000"/>
                </a:solidFill>
                <a:latin typeface="Times New Roman" panose="02020603050405020304" pitchFamily="18" charset="0"/>
              </a:endParaRPr>
            </a:p>
          </p:txBody>
        </p:sp>
      </p:grpSp>
      <p:grpSp>
        <p:nvGrpSpPr>
          <p:cNvPr id="433189" name="Group 37"/>
          <p:cNvGrpSpPr>
            <a:grpSpLocks/>
          </p:cNvGrpSpPr>
          <p:nvPr/>
        </p:nvGrpSpPr>
        <p:grpSpPr bwMode="auto">
          <a:xfrm>
            <a:off x="5616575" y="479425"/>
            <a:ext cx="1733550" cy="2300288"/>
            <a:chOff x="3936" y="321"/>
            <a:chExt cx="1092" cy="1449"/>
          </a:xfrm>
        </p:grpSpPr>
        <p:sp>
          <p:nvSpPr>
            <p:cNvPr id="433190" name="Text Box 38"/>
            <p:cNvSpPr txBox="1">
              <a:spLocks noChangeArrowheads="1"/>
            </p:cNvSpPr>
            <p:nvPr/>
          </p:nvSpPr>
          <p:spPr bwMode="auto">
            <a:xfrm>
              <a:off x="4149" y="1042"/>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i="1">
                  <a:solidFill>
                    <a:srgbClr val="0000FF"/>
                  </a:solidFill>
                  <a:latin typeface="Times New Roman" panose="02020603050405020304" pitchFamily="18" charset="0"/>
                  <a:sym typeface="Symbol" panose="05050102010706020507" pitchFamily="18" charset="2"/>
                </a:rPr>
                <a:t></a:t>
              </a:r>
              <a:r>
                <a:rPr kumimoji="1" lang="en-US" altLang="zh-CN" sz="2400" b="1" baseline="-25000">
                  <a:solidFill>
                    <a:srgbClr val="0000FF"/>
                  </a:solidFill>
                  <a:latin typeface="Times New Roman" panose="02020603050405020304" pitchFamily="18" charset="0"/>
                  <a:sym typeface="Symbol" panose="05050102010706020507" pitchFamily="18" charset="2"/>
                </a:rPr>
                <a:t>p</a:t>
              </a:r>
              <a:endParaRPr kumimoji="1" lang="en-US" altLang="zh-CN" sz="2400" b="1">
                <a:solidFill>
                  <a:srgbClr val="0000FF"/>
                </a:solidFill>
                <a:latin typeface="Times New Roman" panose="02020603050405020304" pitchFamily="18" charset="0"/>
              </a:endParaRPr>
            </a:p>
          </p:txBody>
        </p:sp>
        <p:grpSp>
          <p:nvGrpSpPr>
            <p:cNvPr id="433191" name="Group 39"/>
            <p:cNvGrpSpPr>
              <a:grpSpLocks/>
            </p:cNvGrpSpPr>
            <p:nvPr/>
          </p:nvGrpSpPr>
          <p:grpSpPr bwMode="auto">
            <a:xfrm>
              <a:off x="3936" y="321"/>
              <a:ext cx="1092" cy="1449"/>
              <a:chOff x="3936" y="321"/>
              <a:chExt cx="1092" cy="1449"/>
            </a:xfrm>
          </p:grpSpPr>
          <p:sp>
            <p:nvSpPr>
              <p:cNvPr id="433192" name="Line 40"/>
              <p:cNvSpPr>
                <a:spLocks noChangeShapeType="1"/>
              </p:cNvSpPr>
              <p:nvPr/>
            </p:nvSpPr>
            <p:spPr bwMode="auto">
              <a:xfrm>
                <a:off x="4320" y="321"/>
                <a:ext cx="0" cy="1449"/>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33193" name="Freeform 41"/>
              <p:cNvSpPr>
                <a:spLocks/>
              </p:cNvSpPr>
              <p:nvPr/>
            </p:nvSpPr>
            <p:spPr bwMode="auto">
              <a:xfrm rot="16200000" flipV="1">
                <a:off x="4400" y="1104"/>
                <a:ext cx="600" cy="656"/>
              </a:xfrm>
              <a:custGeom>
                <a:avLst/>
                <a:gdLst>
                  <a:gd name="T0" fmla="*/ 600 w 600"/>
                  <a:gd name="T1" fmla="*/ 0 h 608"/>
                  <a:gd name="T2" fmla="*/ 576 w 600"/>
                  <a:gd name="T3" fmla="*/ 200 h 608"/>
                  <a:gd name="T4" fmla="*/ 520 w 600"/>
                  <a:gd name="T5" fmla="*/ 336 h 608"/>
                  <a:gd name="T6" fmla="*/ 408 w 600"/>
                  <a:gd name="T7" fmla="*/ 456 h 608"/>
                  <a:gd name="T8" fmla="*/ 272 w 600"/>
                  <a:gd name="T9" fmla="*/ 552 h 608"/>
                  <a:gd name="T10" fmla="*/ 136 w 600"/>
                  <a:gd name="T11" fmla="*/ 592 h 608"/>
                  <a:gd name="T12" fmla="*/ 0 w 600"/>
                  <a:gd name="T13" fmla="*/ 608 h 608"/>
                </a:gdLst>
                <a:ahLst/>
                <a:cxnLst>
                  <a:cxn ang="0">
                    <a:pos x="T0" y="T1"/>
                  </a:cxn>
                  <a:cxn ang="0">
                    <a:pos x="T2" y="T3"/>
                  </a:cxn>
                  <a:cxn ang="0">
                    <a:pos x="T4" y="T5"/>
                  </a:cxn>
                  <a:cxn ang="0">
                    <a:pos x="T6" y="T7"/>
                  </a:cxn>
                  <a:cxn ang="0">
                    <a:pos x="T8" y="T9"/>
                  </a:cxn>
                  <a:cxn ang="0">
                    <a:pos x="T10" y="T11"/>
                  </a:cxn>
                  <a:cxn ang="0">
                    <a:pos x="T12" y="T13"/>
                  </a:cxn>
                </a:cxnLst>
                <a:rect l="0" t="0" r="r" b="b"/>
                <a:pathLst>
                  <a:path w="600" h="608">
                    <a:moveTo>
                      <a:pt x="600" y="0"/>
                    </a:moveTo>
                    <a:cubicBezTo>
                      <a:pt x="594" y="72"/>
                      <a:pt x="589" y="144"/>
                      <a:pt x="576" y="200"/>
                    </a:cubicBezTo>
                    <a:cubicBezTo>
                      <a:pt x="563" y="256"/>
                      <a:pt x="548" y="293"/>
                      <a:pt x="520" y="336"/>
                    </a:cubicBezTo>
                    <a:cubicBezTo>
                      <a:pt x="492" y="379"/>
                      <a:pt x="449" y="420"/>
                      <a:pt x="408" y="456"/>
                    </a:cubicBezTo>
                    <a:cubicBezTo>
                      <a:pt x="367" y="492"/>
                      <a:pt x="317" y="529"/>
                      <a:pt x="272" y="552"/>
                    </a:cubicBezTo>
                    <a:cubicBezTo>
                      <a:pt x="227" y="575"/>
                      <a:pt x="181" y="583"/>
                      <a:pt x="136" y="592"/>
                    </a:cubicBezTo>
                    <a:cubicBezTo>
                      <a:pt x="91" y="601"/>
                      <a:pt x="45" y="604"/>
                      <a:pt x="0" y="608"/>
                    </a:cubicBezTo>
                  </a:path>
                </a:pathLst>
              </a:custGeom>
              <a:noFill/>
              <a:ln w="28575" cap="flat" cmpd="sng">
                <a:solidFill>
                  <a:srgbClr val="0000FF"/>
                </a:solidFill>
                <a:prstDash val="solid"/>
                <a:round/>
                <a:headEnd type="none" w="med" len="med"/>
                <a:tailEnd type="non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33194" name="Freeform 42"/>
              <p:cNvSpPr>
                <a:spLocks/>
              </p:cNvSpPr>
              <p:nvPr/>
            </p:nvSpPr>
            <p:spPr bwMode="auto">
              <a:xfrm>
                <a:off x="3936" y="324"/>
                <a:ext cx="310" cy="654"/>
              </a:xfrm>
              <a:custGeom>
                <a:avLst/>
                <a:gdLst>
                  <a:gd name="T0" fmla="*/ 310 w 310"/>
                  <a:gd name="T1" fmla="*/ 0 h 654"/>
                  <a:gd name="T2" fmla="*/ 282 w 310"/>
                  <a:gd name="T3" fmla="*/ 236 h 654"/>
                  <a:gd name="T4" fmla="*/ 241 w 310"/>
                  <a:gd name="T5" fmla="*/ 403 h 654"/>
                  <a:gd name="T6" fmla="*/ 137 w 310"/>
                  <a:gd name="T7" fmla="*/ 562 h 654"/>
                  <a:gd name="T8" fmla="*/ 0 w 310"/>
                  <a:gd name="T9" fmla="*/ 654 h 654"/>
                </a:gdLst>
                <a:ahLst/>
                <a:cxnLst>
                  <a:cxn ang="0">
                    <a:pos x="T0" y="T1"/>
                  </a:cxn>
                  <a:cxn ang="0">
                    <a:pos x="T2" y="T3"/>
                  </a:cxn>
                  <a:cxn ang="0">
                    <a:pos x="T4" y="T5"/>
                  </a:cxn>
                  <a:cxn ang="0">
                    <a:pos x="T6" y="T7"/>
                  </a:cxn>
                  <a:cxn ang="0">
                    <a:pos x="T8" y="T9"/>
                  </a:cxn>
                </a:cxnLst>
                <a:rect l="0" t="0" r="r" b="b"/>
                <a:pathLst>
                  <a:path w="310" h="654">
                    <a:moveTo>
                      <a:pt x="310" y="0"/>
                    </a:moveTo>
                    <a:cubicBezTo>
                      <a:pt x="305" y="38"/>
                      <a:pt x="293" y="169"/>
                      <a:pt x="282" y="236"/>
                    </a:cubicBezTo>
                    <a:cubicBezTo>
                      <a:pt x="271" y="303"/>
                      <a:pt x="265" y="349"/>
                      <a:pt x="241" y="403"/>
                    </a:cubicBezTo>
                    <a:cubicBezTo>
                      <a:pt x="217" y="457"/>
                      <a:pt x="177" y="520"/>
                      <a:pt x="137" y="562"/>
                    </a:cubicBezTo>
                    <a:cubicBezTo>
                      <a:pt x="97" y="604"/>
                      <a:pt x="23" y="639"/>
                      <a:pt x="0" y="654"/>
                    </a:cubicBezTo>
                  </a:path>
                </a:pathLst>
              </a:custGeom>
              <a:noFill/>
              <a:ln w="28575" cap="flat" cmpd="sng">
                <a:solidFill>
                  <a:srgbClr val="0000FF"/>
                </a:solidFill>
                <a:prstDash val="solid"/>
                <a:round/>
                <a:headEnd type="none" w="med" len="med"/>
                <a:tailEnd type="non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graphicFrame>
        <p:nvGraphicFramePr>
          <p:cNvPr id="433195" name="Object 43"/>
          <p:cNvGraphicFramePr>
            <a:graphicFrameLocks noChangeAspect="1"/>
          </p:cNvGraphicFramePr>
          <p:nvPr/>
        </p:nvGraphicFramePr>
        <p:xfrm>
          <a:off x="1187450" y="2565400"/>
          <a:ext cx="5641975" cy="2081213"/>
        </p:xfrm>
        <a:graphic>
          <a:graphicData uri="http://schemas.openxmlformats.org/presentationml/2006/ole">
            <mc:AlternateContent xmlns:mc="http://schemas.openxmlformats.org/markup-compatibility/2006">
              <mc:Choice xmlns:v="urn:schemas-microsoft-com:vml" Requires="v">
                <p:oleObj name="公式" r:id="rId3" imgW="3238200" imgH="1193760" progId="Equation.3">
                  <p:embed/>
                </p:oleObj>
              </mc:Choice>
              <mc:Fallback>
                <p:oleObj name="公式" r:id="rId3" imgW="3238200" imgH="1193760" progId="Equation.3">
                  <p:embed/>
                  <p:pic>
                    <p:nvPicPr>
                      <p:cNvPr id="433195"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565400"/>
                        <a:ext cx="5641975" cy="208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3196" name="Text Box 44"/>
          <p:cNvSpPr txBox="1">
            <a:spLocks noChangeArrowheads="1"/>
          </p:cNvSpPr>
          <p:nvPr/>
        </p:nvSpPr>
        <p:spPr bwMode="auto">
          <a:xfrm>
            <a:off x="684213" y="4652963"/>
            <a:ext cx="445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zh-CN" altLang="en-US" sz="2400" b="1">
                <a:latin typeface="Times New Roman" panose="02020603050405020304" pitchFamily="18" charset="0"/>
              </a:rPr>
              <a:t>分别令分子、分母为零，可得：</a:t>
            </a:r>
          </a:p>
        </p:txBody>
      </p:sp>
      <p:sp>
        <p:nvSpPr>
          <p:cNvPr id="433197" name="Rectangle 45"/>
          <p:cNvSpPr>
            <a:spLocks noChangeArrowheads="1"/>
          </p:cNvSpPr>
          <p:nvPr/>
        </p:nvSpPr>
        <p:spPr bwMode="auto">
          <a:xfrm>
            <a:off x="4510088" y="526415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zh-CN" altLang="en-US" sz="2400" b="1">
                <a:solidFill>
                  <a:srgbClr val="FF0000"/>
                </a:solidFill>
                <a:latin typeface="Times New Roman" panose="02020603050405020304" pitchFamily="18" charset="0"/>
              </a:rPr>
              <a:t>串联谐振</a:t>
            </a:r>
          </a:p>
        </p:txBody>
      </p:sp>
      <p:graphicFrame>
        <p:nvGraphicFramePr>
          <p:cNvPr id="433198" name="Object 46"/>
          <p:cNvGraphicFramePr>
            <a:graphicFrameLocks noChangeAspect="1"/>
          </p:cNvGraphicFramePr>
          <p:nvPr/>
        </p:nvGraphicFramePr>
        <p:xfrm>
          <a:off x="1528763" y="5084763"/>
          <a:ext cx="2611437" cy="892175"/>
        </p:xfrm>
        <a:graphic>
          <a:graphicData uri="http://schemas.openxmlformats.org/presentationml/2006/ole">
            <mc:AlternateContent xmlns:mc="http://schemas.openxmlformats.org/markup-compatibility/2006">
              <mc:Choice xmlns:v="urn:schemas-microsoft-com:vml" Requires="v">
                <p:oleObj name="Equation" r:id="rId5" imgW="1218960" imgH="431640" progId="Equation.DSMT4">
                  <p:embed/>
                </p:oleObj>
              </mc:Choice>
              <mc:Fallback>
                <p:oleObj name="Equation" r:id="rId5" imgW="1218960" imgH="431640" progId="Equation.DSMT4">
                  <p:embed/>
                  <p:pic>
                    <p:nvPicPr>
                      <p:cNvPr id="433198"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8763" y="5084763"/>
                        <a:ext cx="2611437" cy="892175"/>
                      </a:xfrm>
                      <a:prstGeom prst="rect">
                        <a:avLst/>
                      </a:prstGeom>
                      <a:solidFill>
                        <a:srgbClr val="CCFFFF"/>
                      </a:solidFill>
                      <a:ln>
                        <a:noFill/>
                      </a:ln>
                      <a:effectLst>
                        <a:prstShdw prst="shdw17" dist="17961" dir="2700000">
                          <a:srgbClr val="CC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33199" name="Rectangle 47"/>
          <p:cNvSpPr>
            <a:spLocks noChangeArrowheads="1"/>
          </p:cNvSpPr>
          <p:nvPr/>
        </p:nvSpPr>
        <p:spPr bwMode="auto">
          <a:xfrm>
            <a:off x="4583113" y="6272213"/>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zh-CN" altLang="en-US" sz="2400" b="1">
                <a:solidFill>
                  <a:srgbClr val="FF0000"/>
                </a:solidFill>
                <a:latin typeface="Times New Roman" panose="02020603050405020304" pitchFamily="18" charset="0"/>
              </a:rPr>
              <a:t>并联谐振</a:t>
            </a:r>
          </a:p>
        </p:txBody>
      </p:sp>
      <p:graphicFrame>
        <p:nvGraphicFramePr>
          <p:cNvPr id="433200" name="Object 48"/>
          <p:cNvGraphicFramePr>
            <a:graphicFrameLocks noChangeAspect="1"/>
          </p:cNvGraphicFramePr>
          <p:nvPr/>
        </p:nvGraphicFramePr>
        <p:xfrm>
          <a:off x="1547813" y="5935663"/>
          <a:ext cx="1771650" cy="922337"/>
        </p:xfrm>
        <a:graphic>
          <a:graphicData uri="http://schemas.openxmlformats.org/presentationml/2006/ole">
            <mc:AlternateContent xmlns:mc="http://schemas.openxmlformats.org/markup-compatibility/2006">
              <mc:Choice xmlns:v="urn:schemas-microsoft-com:vml" Requires="v">
                <p:oleObj name="公式" r:id="rId7" imgW="825480" imgH="431640" progId="Equation.3">
                  <p:embed/>
                </p:oleObj>
              </mc:Choice>
              <mc:Fallback>
                <p:oleObj name="公式" r:id="rId7" imgW="825480" imgH="431640" progId="Equation.3">
                  <p:embed/>
                  <p:pic>
                    <p:nvPicPr>
                      <p:cNvPr id="433200" name="Object 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5935663"/>
                        <a:ext cx="1771650" cy="922337"/>
                      </a:xfrm>
                      <a:prstGeom prst="rect">
                        <a:avLst/>
                      </a:prstGeom>
                      <a:solidFill>
                        <a:srgbClr val="CCFFFF"/>
                      </a:solidFill>
                      <a:ln>
                        <a:noFill/>
                      </a:ln>
                      <a:effectLst>
                        <a:prstShdw prst="shdw17" dist="17961" dir="2700000">
                          <a:srgbClr val="CCFFFF">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3201" name="Object 49"/>
          <p:cNvGraphicFramePr>
            <a:graphicFrameLocks noChangeAspect="1"/>
          </p:cNvGraphicFramePr>
          <p:nvPr/>
        </p:nvGraphicFramePr>
        <p:xfrm>
          <a:off x="6156325" y="5335588"/>
          <a:ext cx="830263" cy="423862"/>
        </p:xfrm>
        <a:graphic>
          <a:graphicData uri="http://schemas.openxmlformats.org/presentationml/2006/ole">
            <mc:AlternateContent xmlns:mc="http://schemas.openxmlformats.org/markup-compatibility/2006">
              <mc:Choice xmlns:v="urn:schemas-microsoft-com:vml" Requires="v">
                <p:oleObj name="Equation" r:id="rId9" imgW="444240" imgH="228600" progId="Equation.3">
                  <p:embed/>
                </p:oleObj>
              </mc:Choice>
              <mc:Fallback>
                <p:oleObj name="Equation" r:id="rId9" imgW="444240" imgH="228600" progId="Equation.3">
                  <p:embed/>
                  <p:pic>
                    <p:nvPicPr>
                      <p:cNvPr id="433201" name="Object 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56325" y="5335588"/>
                        <a:ext cx="830263" cy="423862"/>
                      </a:xfrm>
                      <a:prstGeom prst="rect">
                        <a:avLst/>
                      </a:prstGeom>
                      <a:solidFill>
                        <a:srgbClr val="FFFF00"/>
                      </a:solidFill>
                      <a:ln>
                        <a:noFill/>
                      </a:ln>
                      <a:effectLst>
                        <a:prstShdw prst="shdw17" dist="17961" dir="2700000">
                          <a:srgbClr val="FFFF00">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33202" name="Object 50"/>
          <p:cNvGraphicFramePr>
            <a:graphicFrameLocks noChangeAspect="1"/>
          </p:cNvGraphicFramePr>
          <p:nvPr/>
        </p:nvGraphicFramePr>
        <p:xfrm>
          <a:off x="6156325" y="6272213"/>
          <a:ext cx="901700" cy="423862"/>
        </p:xfrm>
        <a:graphic>
          <a:graphicData uri="http://schemas.openxmlformats.org/presentationml/2006/ole">
            <mc:AlternateContent xmlns:mc="http://schemas.openxmlformats.org/markup-compatibility/2006">
              <mc:Choice xmlns:v="urn:schemas-microsoft-com:vml" Requires="v">
                <p:oleObj name="Equation" r:id="rId11" imgW="482400" imgH="228600" progId="Equation.3">
                  <p:embed/>
                </p:oleObj>
              </mc:Choice>
              <mc:Fallback>
                <p:oleObj name="Equation" r:id="rId11" imgW="482400" imgH="228600" progId="Equation.3">
                  <p:embed/>
                  <p:pic>
                    <p:nvPicPr>
                      <p:cNvPr id="433202" name="Object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56325" y="6272213"/>
                        <a:ext cx="901700" cy="423862"/>
                      </a:xfrm>
                      <a:prstGeom prst="rect">
                        <a:avLst/>
                      </a:prstGeom>
                      <a:solidFill>
                        <a:srgbClr val="FFFF00"/>
                      </a:solidFill>
                      <a:ln>
                        <a:noFill/>
                      </a:ln>
                      <a:effectLst>
                        <a:prstShdw prst="shdw17" dist="17961" dir="2700000">
                          <a:srgbClr val="FFFF00">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433154"/>
                                        </p:tgtEl>
                                        <p:attrNameLst>
                                          <p:attrName>style.visibility</p:attrName>
                                        </p:attrNameLst>
                                      </p:cBhvr>
                                      <p:to>
                                        <p:strVal val="visible"/>
                                      </p:to>
                                    </p:set>
                                    <p:animEffect transition="in" filter="slide(fromTop)">
                                      <p:cBhvr>
                                        <p:cTn id="7" dur="500"/>
                                        <p:tgtEl>
                                          <p:spTgt spid="4331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433179"/>
                                        </p:tgtEl>
                                        <p:attrNameLst>
                                          <p:attrName>style.visibility</p:attrName>
                                        </p:attrNameLst>
                                      </p:cBhvr>
                                      <p:to>
                                        <p:strVal val="visible"/>
                                      </p:to>
                                    </p:set>
                                    <p:animEffect transition="in" filter="strips(downRight)">
                                      <p:cBhvr>
                                        <p:cTn id="12" dur="500"/>
                                        <p:tgtEl>
                                          <p:spTgt spid="4331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33189"/>
                                        </p:tgtEl>
                                        <p:attrNameLst>
                                          <p:attrName>style.visibility</p:attrName>
                                        </p:attrNameLst>
                                      </p:cBhvr>
                                      <p:to>
                                        <p:strVal val="visible"/>
                                      </p:to>
                                    </p:set>
                                    <p:animEffect transition="in" filter="wipe(up)">
                                      <p:cBhvr>
                                        <p:cTn id="17" dur="500"/>
                                        <p:tgtEl>
                                          <p:spTgt spid="4331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nodeType="clickEffect">
                                  <p:stCondLst>
                                    <p:cond delay="0"/>
                                  </p:stCondLst>
                                  <p:childTnLst>
                                    <p:set>
                                      <p:cBhvr>
                                        <p:cTn id="21" dur="1" fill="hold">
                                          <p:stCondLst>
                                            <p:cond delay="0"/>
                                          </p:stCondLst>
                                        </p:cTn>
                                        <p:tgtEl>
                                          <p:spTgt spid="433186"/>
                                        </p:tgtEl>
                                        <p:attrNameLst>
                                          <p:attrName>style.visibility</p:attrName>
                                        </p:attrNameLst>
                                      </p:cBhvr>
                                      <p:to>
                                        <p:strVal val="visible"/>
                                      </p:to>
                                    </p:set>
                                    <p:animEffect transition="in" filter="strips(downLeft)">
                                      <p:cBhvr>
                                        <p:cTn id="22" dur="500"/>
                                        <p:tgtEl>
                                          <p:spTgt spid="4331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433195"/>
                                        </p:tgtEl>
                                        <p:attrNameLst>
                                          <p:attrName>style.visibility</p:attrName>
                                        </p:attrNameLst>
                                      </p:cBhvr>
                                      <p:to>
                                        <p:strVal val="visible"/>
                                      </p:to>
                                    </p:set>
                                    <p:animEffect transition="in" filter="strips(downRight)">
                                      <p:cBhvr>
                                        <p:cTn id="27" dur="500"/>
                                        <p:tgtEl>
                                          <p:spTgt spid="4331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433196"/>
                                        </p:tgtEl>
                                        <p:attrNameLst>
                                          <p:attrName>style.visibility</p:attrName>
                                        </p:attrNameLst>
                                      </p:cBhvr>
                                      <p:to>
                                        <p:strVal val="visible"/>
                                      </p:to>
                                    </p:set>
                                    <p:anim calcmode="lin" valueType="num">
                                      <p:cBhvr additive="base">
                                        <p:cTn id="32" dur="500" fill="hold"/>
                                        <p:tgtEl>
                                          <p:spTgt spid="433196"/>
                                        </p:tgtEl>
                                        <p:attrNameLst>
                                          <p:attrName>ppt_x</p:attrName>
                                        </p:attrNameLst>
                                      </p:cBhvr>
                                      <p:tavLst>
                                        <p:tav tm="0">
                                          <p:val>
                                            <p:strVal val="0-#ppt_w/2"/>
                                          </p:val>
                                        </p:tav>
                                        <p:tav tm="100000">
                                          <p:val>
                                            <p:strVal val="#ppt_x"/>
                                          </p:val>
                                        </p:tav>
                                      </p:tavLst>
                                    </p:anim>
                                    <p:anim calcmode="lin" valueType="num">
                                      <p:cBhvr additive="base">
                                        <p:cTn id="33" dur="500" fill="hold"/>
                                        <p:tgtEl>
                                          <p:spTgt spid="433196"/>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433198"/>
                                        </p:tgtEl>
                                        <p:attrNameLst>
                                          <p:attrName>style.visibility</p:attrName>
                                        </p:attrNameLst>
                                      </p:cBhvr>
                                      <p:to>
                                        <p:strVal val="visible"/>
                                      </p:to>
                                    </p:set>
                                    <p:animEffect transition="in" filter="dissolve">
                                      <p:cBhvr>
                                        <p:cTn id="38" dur="500"/>
                                        <p:tgtEl>
                                          <p:spTgt spid="43319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433197"/>
                                        </p:tgtEl>
                                        <p:attrNameLst>
                                          <p:attrName>style.visibility</p:attrName>
                                        </p:attrNameLst>
                                      </p:cBhvr>
                                      <p:to>
                                        <p:strVal val="visible"/>
                                      </p:to>
                                    </p:set>
                                    <p:anim calcmode="lin" valueType="num">
                                      <p:cBhvr additive="base">
                                        <p:cTn id="43" dur="500" fill="hold"/>
                                        <p:tgtEl>
                                          <p:spTgt spid="433197"/>
                                        </p:tgtEl>
                                        <p:attrNameLst>
                                          <p:attrName>ppt_x</p:attrName>
                                        </p:attrNameLst>
                                      </p:cBhvr>
                                      <p:tavLst>
                                        <p:tav tm="0">
                                          <p:val>
                                            <p:strVal val="1+#ppt_w/2"/>
                                          </p:val>
                                        </p:tav>
                                        <p:tav tm="100000">
                                          <p:val>
                                            <p:strVal val="#ppt_x"/>
                                          </p:val>
                                        </p:tav>
                                      </p:tavLst>
                                    </p:anim>
                                    <p:anim calcmode="lin" valueType="num">
                                      <p:cBhvr additive="base">
                                        <p:cTn id="44" dur="500" fill="hold"/>
                                        <p:tgtEl>
                                          <p:spTgt spid="43319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33201"/>
                                        </p:tgtEl>
                                        <p:attrNameLst>
                                          <p:attrName>style.visibility</p:attrName>
                                        </p:attrNameLst>
                                      </p:cBhvr>
                                      <p:to>
                                        <p:strVal val="visible"/>
                                      </p:to>
                                    </p:set>
                                    <p:animEffect transition="in" filter="wipe(left)">
                                      <p:cBhvr>
                                        <p:cTn id="49" dur="500"/>
                                        <p:tgtEl>
                                          <p:spTgt spid="43320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433200"/>
                                        </p:tgtEl>
                                        <p:attrNameLst>
                                          <p:attrName>style.visibility</p:attrName>
                                        </p:attrNameLst>
                                      </p:cBhvr>
                                      <p:to>
                                        <p:strVal val="visible"/>
                                      </p:to>
                                    </p:set>
                                    <p:animEffect transition="in" filter="dissolve">
                                      <p:cBhvr>
                                        <p:cTn id="54" dur="500"/>
                                        <p:tgtEl>
                                          <p:spTgt spid="43320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433199"/>
                                        </p:tgtEl>
                                        <p:attrNameLst>
                                          <p:attrName>style.visibility</p:attrName>
                                        </p:attrNameLst>
                                      </p:cBhvr>
                                      <p:to>
                                        <p:strVal val="visible"/>
                                      </p:to>
                                    </p:set>
                                    <p:anim calcmode="lin" valueType="num">
                                      <p:cBhvr additive="base">
                                        <p:cTn id="59" dur="500" fill="hold"/>
                                        <p:tgtEl>
                                          <p:spTgt spid="433199"/>
                                        </p:tgtEl>
                                        <p:attrNameLst>
                                          <p:attrName>ppt_x</p:attrName>
                                        </p:attrNameLst>
                                      </p:cBhvr>
                                      <p:tavLst>
                                        <p:tav tm="0">
                                          <p:val>
                                            <p:strVal val="1+#ppt_w/2"/>
                                          </p:val>
                                        </p:tav>
                                        <p:tav tm="100000">
                                          <p:val>
                                            <p:strVal val="#ppt_x"/>
                                          </p:val>
                                        </p:tav>
                                      </p:tavLst>
                                    </p:anim>
                                    <p:anim calcmode="lin" valueType="num">
                                      <p:cBhvr additive="base">
                                        <p:cTn id="60" dur="500" fill="hold"/>
                                        <p:tgtEl>
                                          <p:spTgt spid="433199"/>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433202"/>
                                        </p:tgtEl>
                                        <p:attrNameLst>
                                          <p:attrName>style.visibility</p:attrName>
                                        </p:attrNameLst>
                                      </p:cBhvr>
                                      <p:to>
                                        <p:strVal val="visible"/>
                                      </p:to>
                                    </p:set>
                                    <p:animEffect transition="in" filter="wipe(left)">
                                      <p:cBhvr>
                                        <p:cTn id="65" dur="500"/>
                                        <p:tgtEl>
                                          <p:spTgt spid="433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96" grpId="0" autoUpdateAnimBg="0"/>
      <p:bldP spid="433197" grpId="0" autoUpdateAnimBg="0"/>
      <p:bldP spid="433199" grpId="0" autoUpdateAnimBg="0"/>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04825" y="871220"/>
            <a:ext cx="8134350" cy="5114925"/>
          </a:xfrm>
          <a:prstGeom prst="rect">
            <a:avLst/>
          </a:prstGeom>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23545" y="876300"/>
            <a:ext cx="8296275" cy="5105400"/>
          </a:xfrm>
          <a:prstGeom prst="rect">
            <a:avLst/>
          </a:prstGeom>
        </p:spPr>
      </p:pic>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12473" y="141952"/>
            <a:ext cx="7941720" cy="1076961"/>
          </a:xfrm>
          <a:prstGeom prst="rect">
            <a:avLst/>
          </a:prstGeom>
          <a:noFill/>
        </p:spPr>
        <p:txBody>
          <a:bodyPr wrap="square" rtlCol="0">
            <a:spAutoFit/>
          </a:bodyPr>
          <a:lstStyle/>
          <a:p>
            <a:pPr marL="0" marR="0" lvl="0" indent="0" algn="l" defTabSz="914400" rtl="0" eaLnBrk="1" fontAlgn="base" latinLnBrk="0" hangingPunct="1">
              <a:lnSpc>
                <a:spcPct val="120000"/>
              </a:lnSpc>
              <a:spcBef>
                <a:spcPts val="0"/>
              </a:spcBef>
              <a:spcAft>
                <a:spcPct val="0"/>
              </a:spcAft>
              <a:buClrTx/>
              <a:buSzTx/>
              <a:buFontTx/>
              <a:buNone/>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R</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1</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R</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2</a:t>
            </a:r>
            <a:r>
              <a:rPr kumimoji="0" lang="en-US" altLang="zh-CN"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R</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I</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1</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I</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2</a:t>
            </a:r>
            <a:r>
              <a:rPr kumimoji="0" lang="en-US" altLang="zh-CN"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I</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3</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U</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=40V</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，电路吸收的功率为</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60W</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，且电路并联部分处于谐振状态。求</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X</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L2</a:t>
            </a:r>
            <a:r>
              <a:rPr kumimoji="0" lang="zh-CN" altLang="en-US"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rPr>
              <a:t>、</a:t>
            </a:r>
            <a:r>
              <a:rPr lang="en-US" altLang="zh-CN" sz="2800" b="1" i="1" dirty="0">
                <a:solidFill>
                  <a:srgbClr val="000000"/>
                </a:solidFill>
                <a:latin typeface="Times New Roman" panose="02020603050405020304" pitchFamily="18" charset="0"/>
                <a:ea typeface="楷体" panose="02010609060101010101" charset="-122"/>
              </a:rPr>
              <a:t>X</a:t>
            </a:r>
            <a:r>
              <a:rPr lang="en-US" altLang="zh-CN" sz="2800" b="1" baseline="-25000" dirty="0">
                <a:solidFill>
                  <a:srgbClr val="000000"/>
                </a:solidFill>
                <a:latin typeface="Times New Roman" panose="02020603050405020304" pitchFamily="18" charset="0"/>
                <a:ea typeface="楷体" panose="02010609060101010101" charset="-122"/>
              </a:rPr>
              <a:t>M</a:t>
            </a:r>
            <a:endParaRPr kumimoji="0" lang="zh-CN" altLang="en-US"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endParaRPr>
          </a:p>
        </p:txBody>
      </p:sp>
      <p:sp>
        <p:nvSpPr>
          <p:cNvPr id="3" name="文本框 2"/>
          <p:cNvSpPr txBox="1"/>
          <p:nvPr/>
        </p:nvSpPr>
        <p:spPr>
          <a:xfrm>
            <a:off x="210683" y="177732"/>
            <a:ext cx="901790" cy="523220"/>
          </a:xfrm>
          <a:prstGeom prst="rect">
            <a:avLst/>
          </a:prstGeom>
          <a:solidFill>
            <a:schemeClr val="bg1">
              <a:lumMod val="85000"/>
            </a:schemeClr>
          </a:solidFill>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rPr>
              <a:t>例</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rPr>
              <a:t>10</a:t>
            </a:r>
            <a:endPar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210683" y="1309688"/>
            <a:ext cx="504056" cy="523220"/>
          </a:xfrm>
          <a:prstGeom prst="rect">
            <a:avLst/>
          </a:prstGeom>
          <a:solidFill>
            <a:srgbClr val="FFFFFF">
              <a:lumMod val="85000"/>
            </a:srgbClr>
          </a:solidFill>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zh-CN" altLang="en-US" sz="2800" b="1" i="0" u="none" strike="noStrike" kern="0" cap="none" spc="0" normalizeH="0" baseline="0" noProof="0" dirty="0">
                <a:ln>
                  <a:noFill/>
                </a:ln>
                <a:solidFill>
                  <a:srgbClr val="0000FF"/>
                </a:solidFill>
                <a:effectLst/>
                <a:uLnTx/>
                <a:uFillTx/>
                <a:latin typeface="Times New Roman" panose="02020603050405020304" pitchFamily="18" charset="0"/>
                <a:ea typeface="楷体" panose="02010609060101010101" charset="-122"/>
              </a:rPr>
              <a:t>解</a:t>
            </a:r>
            <a:endParaRPr kumimoji="0" lang="zh-CN" altLang="en-US" sz="2800" b="1" i="0" u="none" strike="noStrike" kern="0" cap="none" spc="0" normalizeH="0" baseline="0" noProof="0" dirty="0">
              <a:ln>
                <a:noFill/>
              </a:ln>
              <a:solidFill>
                <a:srgbClr val="0000FF"/>
              </a:solidFill>
              <a:effectLst/>
              <a:uLnTx/>
              <a:uFillTx/>
              <a:latin typeface="Arial" panose="020B0604020202020204" pitchFamily="34" charset="0"/>
              <a:ea typeface="宋体" panose="02010600030101010101" pitchFamily="2" charset="-122"/>
            </a:endParaRPr>
          </a:p>
        </p:txBody>
      </p:sp>
      <p:sp>
        <p:nvSpPr>
          <p:cNvPr id="7" name="文本框 6"/>
          <p:cNvSpPr txBox="1"/>
          <p:nvPr/>
        </p:nvSpPr>
        <p:spPr>
          <a:xfrm>
            <a:off x="714740" y="1337017"/>
            <a:ext cx="1450340" cy="461665"/>
          </a:xfrm>
          <a:prstGeom prst="rect">
            <a:avLst/>
          </a:prstGeom>
          <a:noFill/>
        </p:spPr>
        <p:txBody>
          <a:bodyPr wrap="square">
            <a:spAutoFit/>
          </a:bodyPr>
          <a:lstStyle/>
          <a:p>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并联谐振</a:t>
            </a:r>
            <a:endParaRPr lang="zh-CN" altLang="en-US" sz="1600" dirty="0"/>
          </a:p>
        </p:txBody>
      </p:sp>
      <p:sp>
        <p:nvSpPr>
          <p:cNvPr id="8" name="文本框 7"/>
          <p:cNvSpPr txBox="1"/>
          <p:nvPr/>
        </p:nvSpPr>
        <p:spPr>
          <a:xfrm>
            <a:off x="1943781" y="1337017"/>
            <a:ext cx="2628219" cy="461665"/>
          </a:xfrm>
          <a:prstGeom prst="rect">
            <a:avLst/>
          </a:prstGeom>
          <a:noFill/>
        </p:spPr>
        <p:txBody>
          <a:bodyPr wrap="square">
            <a:spAutoFit/>
          </a:bodyPr>
          <a:lstStyle/>
          <a:p>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sym typeface="Wingdings" panose="05000000000000000000" pitchFamily="2" charset="2"/>
              </a:rPr>
              <a:t></a:t>
            </a:r>
            <a:r>
              <a:rPr lang="zh-CN" altLang="en-US" sz="2400" b="1" dirty="0">
                <a:solidFill>
                  <a:srgbClr val="000000"/>
                </a:solidFill>
                <a:latin typeface="Times New Roman" panose="02020603050405020304" pitchFamily="18" charset="0"/>
                <a:ea typeface="楷体" panose="02010609060101010101" charset="-122"/>
                <a:sym typeface="Wingdings" panose="05000000000000000000" pitchFamily="2" charset="2"/>
              </a:rPr>
              <a:t>对外相当于开路</a:t>
            </a:r>
            <a:endParaRPr lang="zh-CN" altLang="en-US" sz="1600" dirty="0"/>
          </a:p>
        </p:txBody>
      </p:sp>
      <p:graphicFrame>
        <p:nvGraphicFramePr>
          <p:cNvPr id="11" name="对象 10"/>
          <p:cNvGraphicFramePr>
            <a:graphicFrameLocks noChangeAspect="1"/>
          </p:cNvGraphicFramePr>
          <p:nvPr/>
        </p:nvGraphicFramePr>
        <p:xfrm>
          <a:off x="800781" y="1854978"/>
          <a:ext cx="1143000" cy="444500"/>
        </p:xfrm>
        <a:graphic>
          <a:graphicData uri="http://schemas.openxmlformats.org/presentationml/2006/ole">
            <mc:AlternateContent xmlns:mc="http://schemas.openxmlformats.org/markup-compatibility/2006">
              <mc:Choice xmlns:v="urn:schemas-microsoft-com:vml" Requires="v">
                <p:oleObj r:id="rId2" imgW="27432000" imgH="10668000" progId="">
                  <p:embed/>
                </p:oleObj>
              </mc:Choice>
              <mc:Fallback>
                <p:oleObj r:id="rId2" imgW="27432000" imgH="10668000" progId="">
                  <p:embed/>
                  <p:pic>
                    <p:nvPicPr>
                      <p:cNvPr id="0" name="图片 265652"/>
                      <p:cNvPicPr/>
                      <p:nvPr/>
                    </p:nvPicPr>
                    <p:blipFill>
                      <a:blip r:embed="rId3"/>
                      <a:stretch>
                        <a:fillRect/>
                      </a:stretch>
                    </p:blipFill>
                    <p:spPr>
                      <a:xfrm>
                        <a:off x="800781" y="1854978"/>
                        <a:ext cx="1143000" cy="4445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2165079" y="1854978"/>
          <a:ext cx="1574800" cy="444500"/>
        </p:xfrm>
        <a:graphic>
          <a:graphicData uri="http://schemas.openxmlformats.org/presentationml/2006/ole">
            <mc:AlternateContent xmlns:mc="http://schemas.openxmlformats.org/markup-compatibility/2006">
              <mc:Choice xmlns:v="urn:schemas-microsoft-com:vml" Requires="v">
                <p:oleObj r:id="rId4" imgW="37795200" imgH="10668000" progId="">
                  <p:embed/>
                </p:oleObj>
              </mc:Choice>
              <mc:Fallback>
                <p:oleObj r:id="rId4" imgW="37795200" imgH="10668000" progId="">
                  <p:embed/>
                  <p:pic>
                    <p:nvPicPr>
                      <p:cNvPr id="0" name="对象 12"/>
                      <p:cNvPicPr/>
                      <p:nvPr/>
                    </p:nvPicPr>
                    <p:blipFill>
                      <a:blip r:embed="rId5"/>
                      <a:stretch>
                        <a:fillRect/>
                      </a:stretch>
                    </p:blipFill>
                    <p:spPr>
                      <a:xfrm>
                        <a:off x="2165079" y="1854978"/>
                        <a:ext cx="1574800" cy="444500"/>
                      </a:xfrm>
                      <a:prstGeom prst="rect">
                        <a:avLst/>
                      </a:prstGeom>
                    </p:spPr>
                  </p:pic>
                </p:oleObj>
              </mc:Fallback>
            </mc:AlternateContent>
          </a:graphicData>
        </a:graphic>
      </p:graphicFrame>
      <p:sp>
        <p:nvSpPr>
          <p:cNvPr id="17" name="文本框 16"/>
          <p:cNvSpPr txBox="1"/>
          <p:nvPr/>
        </p:nvSpPr>
        <p:spPr>
          <a:xfrm>
            <a:off x="714739" y="2367128"/>
            <a:ext cx="3355589" cy="461665"/>
          </a:xfrm>
          <a:prstGeom prst="rect">
            <a:avLst/>
          </a:prstGeom>
          <a:noFill/>
        </p:spPr>
        <p:txBody>
          <a:bodyPr wrap="square">
            <a:spAutoFit/>
          </a:bodyPr>
          <a:lstStyle/>
          <a:p>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sym typeface="Wingdings" panose="05000000000000000000" pitchFamily="2" charset="2"/>
              </a:rPr>
              <a:t></a:t>
            </a:r>
            <a:r>
              <a:rPr lang="zh-CN" altLang="en-US" sz="2400" b="1" dirty="0">
                <a:solidFill>
                  <a:srgbClr val="000000"/>
                </a:solidFill>
                <a:latin typeface="Times New Roman" panose="02020603050405020304" pitchFamily="18" charset="0"/>
                <a:ea typeface="楷体" panose="02010609060101010101" charset="-122"/>
                <a:sym typeface="Wingdings" panose="05000000000000000000" pitchFamily="2" charset="2"/>
              </a:rPr>
              <a:t>与已知条件矛盾！</a:t>
            </a:r>
            <a:endParaRPr lang="zh-CN" altLang="en-US" sz="1600" dirty="0"/>
          </a:p>
        </p:txBody>
      </p:sp>
      <p:graphicFrame>
        <p:nvGraphicFramePr>
          <p:cNvPr id="19" name="对象 18"/>
          <p:cNvGraphicFramePr>
            <a:graphicFrameLocks noChangeAspect="1"/>
          </p:cNvGraphicFramePr>
          <p:nvPr/>
        </p:nvGraphicFramePr>
        <p:xfrm>
          <a:off x="452772" y="4222854"/>
          <a:ext cx="3567755" cy="1735186"/>
        </p:xfrm>
        <a:graphic>
          <a:graphicData uri="http://schemas.openxmlformats.org/presentationml/2006/ole">
            <mc:AlternateContent xmlns:mc="http://schemas.openxmlformats.org/markup-compatibility/2006">
              <mc:Choice xmlns:v="urn:schemas-microsoft-com:vml" Requires="v">
                <p:oleObj name="Visio" r:id="rId6" imgW="1527175" imgH="758825" progId="Visio.Drawing.11">
                  <p:embed/>
                </p:oleObj>
              </mc:Choice>
              <mc:Fallback>
                <p:oleObj name="Visio" r:id="rId6" imgW="1527175" imgH="758825" progId="Visio.Drawing.11">
                  <p:embed/>
                  <p:pic>
                    <p:nvPicPr>
                      <p:cNvPr id="0" name="对象 6"/>
                      <p:cNvPicPr>
                        <a:picLocks noChangeAspect="1" noChangeArrowheads="1"/>
                      </p:cNvPicPr>
                      <p:nvPr/>
                    </p:nvPicPr>
                    <p:blipFill>
                      <a:blip r:embed="rId7"/>
                      <a:srcRect/>
                      <a:stretch>
                        <a:fillRect/>
                      </a:stretch>
                    </p:blipFill>
                    <p:spPr bwMode="auto">
                      <a:xfrm>
                        <a:off x="452772" y="4222854"/>
                        <a:ext cx="3567755" cy="1735186"/>
                      </a:xfrm>
                      <a:prstGeom prst="rect">
                        <a:avLst/>
                      </a:prstGeom>
                      <a:noFill/>
                      <a:ln>
                        <a:noFill/>
                      </a:ln>
                    </p:spPr>
                  </p:pic>
                </p:oleObj>
              </mc:Fallback>
            </mc:AlternateContent>
          </a:graphicData>
        </a:graphic>
      </p:graphicFrame>
      <p:sp>
        <p:nvSpPr>
          <p:cNvPr id="20" name="文本框 19"/>
          <p:cNvSpPr txBox="1"/>
          <p:nvPr/>
        </p:nvSpPr>
        <p:spPr>
          <a:xfrm>
            <a:off x="210683" y="2861513"/>
            <a:ext cx="4597537" cy="1200329"/>
          </a:xfrm>
          <a:prstGeom prst="rect">
            <a:avLst/>
          </a:prstGeom>
          <a:noFill/>
        </p:spPr>
        <p:txBody>
          <a:bodyPr wrap="square">
            <a:spAutoFit/>
          </a:bodyPr>
          <a:lstStyle/>
          <a:p>
            <a:pPr algn="just"/>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sym typeface="Wingdings" panose="05000000000000000000" pitchFamily="2" charset="2"/>
              </a:rPr>
              <a:t>教材</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sym typeface="Wingdings" panose="05000000000000000000" pitchFamily="2" charset="2"/>
              </a:rPr>
              <a:t>P16</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sym typeface="Wingdings" panose="05000000000000000000" pitchFamily="2" charset="2"/>
              </a:rPr>
              <a:t>：</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sym typeface="Wingdings" panose="05000000000000000000" pitchFamily="2" charset="2"/>
              </a:rPr>
              <a:t>RLC</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sym typeface="Wingdings" panose="05000000000000000000" pitchFamily="2" charset="2"/>
              </a:rPr>
              <a:t>并联电路，谐振时电感与电容并联后的总电流为零，电感和电容并联等效于开路</a:t>
            </a:r>
            <a:endParaRPr lang="zh-CN" altLang="en-US" sz="1600" dirty="0">
              <a:solidFill>
                <a:srgbClr val="FF0000"/>
              </a:solidFill>
            </a:endParaRPr>
          </a:p>
        </p:txBody>
      </p:sp>
      <p:graphicFrame>
        <p:nvGraphicFramePr>
          <p:cNvPr id="28" name="对象 27"/>
          <p:cNvGraphicFramePr>
            <a:graphicFrameLocks noChangeAspect="1"/>
          </p:cNvGraphicFramePr>
          <p:nvPr/>
        </p:nvGraphicFramePr>
        <p:xfrm>
          <a:off x="4445953" y="4312572"/>
          <a:ext cx="3711575" cy="1555750"/>
        </p:xfrm>
        <a:graphic>
          <a:graphicData uri="http://schemas.openxmlformats.org/presentationml/2006/ole">
            <mc:AlternateContent xmlns:mc="http://schemas.openxmlformats.org/markup-compatibility/2006">
              <mc:Choice xmlns:v="urn:schemas-microsoft-com:vml" Requires="v">
                <p:oleObj r:id="rId8" imgW="3803650" imgH="1595120" progId="">
                  <p:embed/>
                </p:oleObj>
              </mc:Choice>
              <mc:Fallback>
                <p:oleObj r:id="rId8" imgW="3803650" imgH="1595120" progId="">
                  <p:embed/>
                  <p:pic>
                    <p:nvPicPr>
                      <p:cNvPr id="0" name="图片 265655"/>
                      <p:cNvPicPr/>
                      <p:nvPr/>
                    </p:nvPicPr>
                    <p:blipFill>
                      <a:blip r:embed="rId9"/>
                      <a:stretch>
                        <a:fillRect/>
                      </a:stretch>
                    </p:blipFill>
                    <p:spPr>
                      <a:xfrm>
                        <a:off x="4445953" y="4312572"/>
                        <a:ext cx="3711575" cy="1555750"/>
                      </a:xfrm>
                      <a:prstGeom prst="rect">
                        <a:avLst/>
                      </a:prstGeom>
                    </p:spPr>
                  </p:pic>
                </p:oleObj>
              </mc:Fallback>
            </mc:AlternateContent>
          </a:graphicData>
        </a:graphic>
      </p:graphicFrame>
      <p:graphicFrame>
        <p:nvGraphicFramePr>
          <p:cNvPr id="30" name="对象 29"/>
          <p:cNvGraphicFramePr>
            <a:graphicFrameLocks noChangeAspect="1"/>
          </p:cNvGraphicFramePr>
          <p:nvPr/>
        </p:nvGraphicFramePr>
        <p:xfrm>
          <a:off x="4867228" y="1309688"/>
          <a:ext cx="4223385" cy="2786380"/>
        </p:xfrm>
        <a:graphic>
          <a:graphicData uri="http://schemas.openxmlformats.org/presentationml/2006/ole">
            <mc:AlternateContent xmlns:mc="http://schemas.openxmlformats.org/markup-compatibility/2006">
              <mc:Choice xmlns:v="urn:schemas-microsoft-com:vml" Requires="v">
                <p:oleObj name="Visio" r:id="rId10" imgW="2499995" imgH="1652270" progId="Visio.Drawing.15">
                  <p:embed/>
                </p:oleObj>
              </mc:Choice>
              <mc:Fallback>
                <p:oleObj name="Visio" r:id="rId10" imgW="2499995" imgH="1652270" progId="Visio.Drawing.15">
                  <p:embed/>
                  <p:pic>
                    <p:nvPicPr>
                      <p:cNvPr id="0" name="对象 21"/>
                      <p:cNvPicPr/>
                      <p:nvPr/>
                    </p:nvPicPr>
                    <p:blipFill>
                      <a:blip r:embed="rId11"/>
                      <a:stretch>
                        <a:fillRect/>
                      </a:stretch>
                    </p:blipFill>
                    <p:spPr>
                      <a:xfrm>
                        <a:off x="4867228" y="1309688"/>
                        <a:ext cx="4223385" cy="278638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anim calcmode="lin" valueType="num">
                                      <p:cBhvr>
                                        <p:cTn id="43" dur="1000" fill="hold"/>
                                        <p:tgtEl>
                                          <p:spTgt spid="19"/>
                                        </p:tgtEl>
                                        <p:attrNameLst>
                                          <p:attrName>ppt_x</p:attrName>
                                        </p:attrNameLst>
                                      </p:cBhvr>
                                      <p:tavLst>
                                        <p:tav tm="0">
                                          <p:val>
                                            <p:strVal val="#ppt_x"/>
                                          </p:val>
                                        </p:tav>
                                        <p:tav tm="100000">
                                          <p:val>
                                            <p:strVal val="#ppt_x"/>
                                          </p:val>
                                        </p:tav>
                                      </p:tavLst>
                                    </p:anim>
                                    <p:anim calcmode="lin" valueType="num">
                                      <p:cBhvr>
                                        <p:cTn id="44" dur="1000" fill="hold"/>
                                        <p:tgtEl>
                                          <p:spTgt spid="1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1000"/>
                                        <p:tgtEl>
                                          <p:spTgt spid="28"/>
                                        </p:tgtEl>
                                      </p:cBhvr>
                                    </p:animEffect>
                                    <p:anim calcmode="lin" valueType="num">
                                      <p:cBhvr>
                                        <p:cTn id="48" dur="1000" fill="hold"/>
                                        <p:tgtEl>
                                          <p:spTgt spid="28"/>
                                        </p:tgtEl>
                                        <p:attrNameLst>
                                          <p:attrName>ppt_x</p:attrName>
                                        </p:attrNameLst>
                                      </p:cBhvr>
                                      <p:tavLst>
                                        <p:tav tm="0">
                                          <p:val>
                                            <p:strVal val="#ppt_x"/>
                                          </p:val>
                                        </p:tav>
                                        <p:tav tm="100000">
                                          <p:val>
                                            <p:strVal val="#ppt_x"/>
                                          </p:val>
                                        </p:tav>
                                      </p:tavLst>
                                    </p:anim>
                                    <p:anim calcmode="lin" valueType="num">
                                      <p:cBhvr>
                                        <p:cTn id="4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17" grpId="0"/>
      <p:bldP spid="20" grpId="0"/>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6141870" y="4186843"/>
            <a:ext cx="2543162" cy="2205317"/>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112473" y="141952"/>
            <a:ext cx="7941720" cy="1076961"/>
          </a:xfrm>
          <a:prstGeom prst="rect">
            <a:avLst/>
          </a:prstGeom>
          <a:noFill/>
        </p:spPr>
        <p:txBody>
          <a:bodyPr wrap="square" rtlCol="0">
            <a:spAutoFit/>
          </a:bodyPr>
          <a:lstStyle/>
          <a:p>
            <a:pPr marL="0" marR="0" lvl="0" indent="0" algn="l" defTabSz="914400" rtl="0" eaLnBrk="1" fontAlgn="base" latinLnBrk="0" hangingPunct="1">
              <a:lnSpc>
                <a:spcPct val="120000"/>
              </a:lnSpc>
              <a:spcBef>
                <a:spcPts val="0"/>
              </a:spcBef>
              <a:spcAft>
                <a:spcPct val="0"/>
              </a:spcAft>
              <a:buClrTx/>
              <a:buSzTx/>
              <a:buFontTx/>
              <a:buNone/>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R</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1</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=2</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R</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2</a:t>
            </a:r>
            <a:r>
              <a:rPr kumimoji="0" lang="en-US" altLang="zh-CN"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R</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I</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1</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I</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2</a:t>
            </a:r>
            <a:r>
              <a:rPr kumimoji="0" lang="en-US" altLang="zh-CN"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I</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3</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U</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=40V</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，电路吸收的功率为</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60W</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，且电路并联部分处于谐振状态。求</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X</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L2</a:t>
            </a:r>
            <a:r>
              <a:rPr kumimoji="0" lang="zh-CN" altLang="en-US"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rPr>
              <a:t>、</a:t>
            </a:r>
            <a:r>
              <a:rPr lang="en-US" altLang="zh-CN" sz="2800" b="1" i="1" dirty="0">
                <a:solidFill>
                  <a:srgbClr val="000000"/>
                </a:solidFill>
                <a:latin typeface="Times New Roman" panose="02020603050405020304" pitchFamily="18" charset="0"/>
                <a:ea typeface="楷体" panose="02010609060101010101" charset="-122"/>
              </a:rPr>
              <a:t>X</a:t>
            </a:r>
            <a:r>
              <a:rPr lang="en-US" altLang="zh-CN" sz="2800" b="1" baseline="-25000" dirty="0">
                <a:solidFill>
                  <a:srgbClr val="000000"/>
                </a:solidFill>
                <a:latin typeface="Times New Roman" panose="02020603050405020304" pitchFamily="18" charset="0"/>
                <a:ea typeface="楷体" panose="02010609060101010101" charset="-122"/>
              </a:rPr>
              <a:t>M</a:t>
            </a:r>
            <a:endParaRPr kumimoji="0" lang="zh-CN" altLang="en-US"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endParaRPr>
          </a:p>
        </p:txBody>
      </p:sp>
      <p:sp>
        <p:nvSpPr>
          <p:cNvPr id="3" name="文本框 2"/>
          <p:cNvSpPr txBox="1"/>
          <p:nvPr/>
        </p:nvSpPr>
        <p:spPr>
          <a:xfrm>
            <a:off x="210683" y="177732"/>
            <a:ext cx="901790" cy="523220"/>
          </a:xfrm>
          <a:prstGeom prst="rect">
            <a:avLst/>
          </a:prstGeom>
          <a:solidFill>
            <a:schemeClr val="bg1">
              <a:lumMod val="85000"/>
            </a:schemeClr>
          </a:solidFill>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rPr>
              <a:t>例</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rPr>
              <a:t>10</a:t>
            </a:r>
            <a:endPar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p:graphicFrame>
        <p:nvGraphicFramePr>
          <p:cNvPr id="22" name="对象 21"/>
          <p:cNvGraphicFramePr>
            <a:graphicFrameLocks noChangeAspect="1"/>
          </p:cNvGraphicFramePr>
          <p:nvPr/>
        </p:nvGraphicFramePr>
        <p:xfrm>
          <a:off x="4867228" y="1309688"/>
          <a:ext cx="4223385" cy="2786380"/>
        </p:xfrm>
        <a:graphic>
          <a:graphicData uri="http://schemas.openxmlformats.org/presentationml/2006/ole">
            <mc:AlternateContent xmlns:mc="http://schemas.openxmlformats.org/markup-compatibility/2006">
              <mc:Choice xmlns:v="urn:schemas-microsoft-com:vml" Requires="v">
                <p:oleObj name="Visio" r:id="rId2" imgW="2499995" imgH="1652270" progId="Visio.Drawing.15">
                  <p:embed/>
                </p:oleObj>
              </mc:Choice>
              <mc:Fallback>
                <p:oleObj name="Visio" r:id="rId2" imgW="2499995" imgH="1652270" progId="Visio.Drawing.15">
                  <p:embed/>
                  <p:pic>
                    <p:nvPicPr>
                      <p:cNvPr id="0" name="对象 21"/>
                      <p:cNvPicPr/>
                      <p:nvPr/>
                    </p:nvPicPr>
                    <p:blipFill>
                      <a:blip r:embed="rId3"/>
                      <a:stretch>
                        <a:fillRect/>
                      </a:stretch>
                    </p:blipFill>
                    <p:spPr>
                      <a:xfrm>
                        <a:off x="4867228" y="1309688"/>
                        <a:ext cx="4223385" cy="2786380"/>
                      </a:xfrm>
                      <a:prstGeom prst="rect">
                        <a:avLst/>
                      </a:prstGeom>
                    </p:spPr>
                  </p:pic>
                </p:oleObj>
              </mc:Fallback>
            </mc:AlternateContent>
          </a:graphicData>
        </a:graphic>
      </p:graphicFrame>
      <p:sp>
        <p:nvSpPr>
          <p:cNvPr id="5" name="文本框 4"/>
          <p:cNvSpPr txBox="1"/>
          <p:nvPr/>
        </p:nvSpPr>
        <p:spPr>
          <a:xfrm>
            <a:off x="210683" y="1309688"/>
            <a:ext cx="504056" cy="523220"/>
          </a:xfrm>
          <a:prstGeom prst="rect">
            <a:avLst/>
          </a:prstGeom>
          <a:solidFill>
            <a:srgbClr val="FFFFFF">
              <a:lumMod val="85000"/>
            </a:srgbClr>
          </a:solidFill>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zh-CN" altLang="en-US" sz="2800" b="1" i="0" u="none" strike="noStrike" kern="0" cap="none" spc="0" normalizeH="0" baseline="0" noProof="0" dirty="0">
                <a:ln>
                  <a:noFill/>
                </a:ln>
                <a:solidFill>
                  <a:srgbClr val="0000FF"/>
                </a:solidFill>
                <a:effectLst/>
                <a:uLnTx/>
                <a:uFillTx/>
                <a:latin typeface="Times New Roman" panose="02020603050405020304" pitchFamily="18" charset="0"/>
                <a:ea typeface="楷体" panose="02010609060101010101" charset="-122"/>
              </a:rPr>
              <a:t>解</a:t>
            </a:r>
            <a:endParaRPr kumimoji="0" lang="zh-CN" altLang="en-US" sz="2800" b="1" i="0" u="none" strike="noStrike" kern="0" cap="none" spc="0" normalizeH="0" baseline="0" noProof="0" dirty="0">
              <a:ln>
                <a:noFill/>
              </a:ln>
              <a:solidFill>
                <a:srgbClr val="0000FF"/>
              </a:solidFill>
              <a:effectLst/>
              <a:uLnTx/>
              <a:uFillTx/>
              <a:latin typeface="Arial" panose="020B0604020202020204" pitchFamily="34" charset="0"/>
              <a:ea typeface="宋体" panose="02010600030101010101" pitchFamily="2" charset="-122"/>
            </a:endParaRPr>
          </a:p>
        </p:txBody>
      </p:sp>
      <p:sp>
        <p:nvSpPr>
          <p:cNvPr id="14" name="文本框 13"/>
          <p:cNvSpPr txBox="1"/>
          <p:nvPr/>
        </p:nvSpPr>
        <p:spPr>
          <a:xfrm>
            <a:off x="714740" y="1337017"/>
            <a:ext cx="1450340" cy="461665"/>
          </a:xfrm>
          <a:prstGeom prst="rect">
            <a:avLst/>
          </a:prstGeom>
          <a:noFill/>
        </p:spPr>
        <p:txBody>
          <a:bodyPr wrap="square">
            <a:spAutoFit/>
          </a:bodyPr>
          <a:lstStyle/>
          <a:p>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rPr>
              <a:t>并联谐振</a:t>
            </a:r>
            <a:endParaRPr lang="zh-CN" altLang="en-US" sz="1600" dirty="0">
              <a:solidFill>
                <a:srgbClr val="0000FF"/>
              </a:solidFill>
            </a:endParaRPr>
          </a:p>
        </p:txBody>
      </p:sp>
      <p:sp>
        <p:nvSpPr>
          <p:cNvPr id="15" name="文本框 14"/>
          <p:cNvSpPr txBox="1"/>
          <p:nvPr/>
        </p:nvSpPr>
        <p:spPr>
          <a:xfrm>
            <a:off x="1943781" y="1337017"/>
            <a:ext cx="2993979" cy="461665"/>
          </a:xfrm>
          <a:prstGeom prst="rect">
            <a:avLst/>
          </a:prstGeom>
          <a:noFill/>
        </p:spPr>
        <p:txBody>
          <a:bodyPr wrap="square">
            <a:spAutoFit/>
          </a:bodyPr>
          <a:lstStyle/>
          <a:p>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sym typeface="Wingdings" panose="05000000000000000000" pitchFamily="2" charset="2"/>
              </a:rPr>
              <a:t></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sym typeface="Wingdings" panose="05000000000000000000" pitchFamily="2" charset="2"/>
              </a:rPr>
              <a:t>电抗为零，呈阻性</a:t>
            </a:r>
            <a:endParaRPr lang="zh-CN" altLang="en-US" sz="1600" dirty="0">
              <a:solidFill>
                <a:srgbClr val="0000FF"/>
              </a:solidFill>
            </a:endParaRPr>
          </a:p>
        </p:txBody>
      </p:sp>
      <p:grpSp>
        <p:nvGrpSpPr>
          <p:cNvPr id="6" name="组合 5"/>
          <p:cNvGrpSpPr/>
          <p:nvPr/>
        </p:nvGrpSpPr>
        <p:grpSpPr>
          <a:xfrm>
            <a:off x="762000" y="1830725"/>
            <a:ext cx="2316480" cy="467975"/>
            <a:chOff x="762000" y="1830725"/>
            <a:chExt cx="2316480" cy="467975"/>
          </a:xfrm>
        </p:grpSpPr>
        <p:graphicFrame>
          <p:nvGraphicFramePr>
            <p:cNvPr id="11" name="对象 10"/>
            <p:cNvGraphicFramePr>
              <a:graphicFrameLocks noChangeAspect="1"/>
            </p:cNvGraphicFramePr>
            <p:nvPr/>
          </p:nvGraphicFramePr>
          <p:xfrm>
            <a:off x="762000" y="1854200"/>
            <a:ext cx="1219200" cy="444500"/>
          </p:xfrm>
          <a:graphic>
            <a:graphicData uri="http://schemas.openxmlformats.org/presentationml/2006/ole">
              <mc:AlternateContent xmlns:mc="http://schemas.openxmlformats.org/markup-compatibility/2006">
                <mc:Choice xmlns:v="urn:schemas-microsoft-com:vml" Requires="v">
                  <p:oleObj r:id="rId4" imgW="29260800" imgH="10668000" progId="">
                    <p:embed/>
                  </p:oleObj>
                </mc:Choice>
                <mc:Fallback>
                  <p:oleObj r:id="rId4" imgW="29260800" imgH="10668000" progId="">
                    <p:embed/>
                    <p:pic>
                      <p:nvPicPr>
                        <p:cNvPr id="0" name="对象 10"/>
                        <p:cNvPicPr/>
                        <p:nvPr/>
                      </p:nvPicPr>
                      <p:blipFill>
                        <a:blip r:embed="rId5"/>
                        <a:stretch>
                          <a:fillRect/>
                        </a:stretch>
                      </p:blipFill>
                      <p:spPr>
                        <a:xfrm>
                          <a:off x="762000" y="1854200"/>
                          <a:ext cx="1219200" cy="444500"/>
                        </a:xfrm>
                        <a:prstGeom prst="rect">
                          <a:avLst/>
                        </a:prstGeom>
                      </p:spPr>
                    </p:pic>
                  </p:oleObj>
                </mc:Fallback>
              </mc:AlternateContent>
            </a:graphicData>
          </a:graphic>
        </p:graphicFrame>
        <p:sp>
          <p:nvSpPr>
            <p:cNvPr id="18" name="文本框 17"/>
            <p:cNvSpPr txBox="1"/>
            <p:nvPr/>
          </p:nvSpPr>
          <p:spPr>
            <a:xfrm>
              <a:off x="1943781" y="1830725"/>
              <a:ext cx="1134699" cy="461665"/>
            </a:xfrm>
            <a:prstGeom prst="rect">
              <a:avLst/>
            </a:prstGeom>
            <a:noFill/>
          </p:spPr>
          <p:txBody>
            <a:bodyPr wrap="square">
              <a:spAutoFit/>
            </a:bodyPr>
            <a:lstStyle/>
            <a:p>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sym typeface="Wingdings" panose="05000000000000000000" pitchFamily="2" charset="2"/>
                </a:rPr>
                <a:t>同相位</a:t>
              </a:r>
              <a:endParaRPr lang="zh-CN" altLang="en-US" dirty="0"/>
            </a:p>
          </p:txBody>
        </p:sp>
      </p:grpSp>
      <p:cxnSp>
        <p:nvCxnSpPr>
          <p:cNvPr id="10" name="直接箭头连接符 9"/>
          <p:cNvCxnSpPr/>
          <p:nvPr/>
        </p:nvCxnSpPr>
        <p:spPr>
          <a:xfrm>
            <a:off x="6312170" y="5289501"/>
            <a:ext cx="183642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aphicFrame>
        <p:nvGraphicFramePr>
          <p:cNvPr id="23" name="对象 22"/>
          <p:cNvGraphicFramePr>
            <a:graphicFrameLocks noChangeAspect="1"/>
          </p:cNvGraphicFramePr>
          <p:nvPr/>
        </p:nvGraphicFramePr>
        <p:xfrm>
          <a:off x="8270761" y="5180012"/>
          <a:ext cx="292100" cy="368300"/>
        </p:xfrm>
        <a:graphic>
          <a:graphicData uri="http://schemas.openxmlformats.org/presentationml/2006/ole">
            <mc:AlternateContent xmlns:mc="http://schemas.openxmlformats.org/markup-compatibility/2006">
              <mc:Choice xmlns:v="urn:schemas-microsoft-com:vml" Requires="v">
                <p:oleObj r:id="rId6" imgW="7010400" imgH="8839200" progId="">
                  <p:embed/>
                </p:oleObj>
              </mc:Choice>
              <mc:Fallback>
                <p:oleObj r:id="rId6" imgW="7010400" imgH="8839200" progId="">
                  <p:embed/>
                  <p:pic>
                    <p:nvPicPr>
                      <p:cNvPr id="0" name="对象 10"/>
                      <p:cNvPicPr/>
                      <p:nvPr/>
                    </p:nvPicPr>
                    <p:blipFill>
                      <a:blip r:embed="rId7"/>
                      <a:stretch>
                        <a:fillRect/>
                      </a:stretch>
                    </p:blipFill>
                    <p:spPr>
                      <a:xfrm>
                        <a:off x="8270761" y="5180012"/>
                        <a:ext cx="292100" cy="368300"/>
                      </a:xfrm>
                      <a:prstGeom prst="rect">
                        <a:avLst/>
                      </a:prstGeom>
                    </p:spPr>
                  </p:pic>
                </p:oleObj>
              </mc:Fallback>
            </mc:AlternateContent>
          </a:graphicData>
        </a:graphic>
      </p:graphicFrame>
      <p:cxnSp>
        <p:nvCxnSpPr>
          <p:cNvPr id="27" name="直接箭头连接符 26"/>
          <p:cNvCxnSpPr/>
          <p:nvPr/>
        </p:nvCxnSpPr>
        <p:spPr>
          <a:xfrm flipV="1">
            <a:off x="6312171" y="5289500"/>
            <a:ext cx="1162280" cy="1"/>
          </a:xfrm>
          <a:prstGeom prst="straightConnector1">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rot="3600000" flipV="1">
            <a:off x="6021598" y="5792781"/>
            <a:ext cx="1162280" cy="1"/>
          </a:xfrm>
          <a:prstGeom prst="straightConnector1">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rot="18000000" flipV="1">
            <a:off x="6021597" y="4786216"/>
            <a:ext cx="1162280" cy="1"/>
          </a:xfrm>
          <a:prstGeom prst="straightConnector1">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graphicFrame>
        <p:nvGraphicFramePr>
          <p:cNvPr id="32" name="对象 31"/>
          <p:cNvGraphicFramePr>
            <a:graphicFrameLocks noChangeAspect="1"/>
          </p:cNvGraphicFramePr>
          <p:nvPr/>
        </p:nvGraphicFramePr>
        <p:xfrm>
          <a:off x="7315835" y="5364163"/>
          <a:ext cx="241300" cy="444500"/>
        </p:xfrm>
        <a:graphic>
          <a:graphicData uri="http://schemas.openxmlformats.org/presentationml/2006/ole">
            <mc:AlternateContent xmlns:mc="http://schemas.openxmlformats.org/markup-compatibility/2006">
              <mc:Choice xmlns:v="urn:schemas-microsoft-com:vml" Requires="v">
                <p:oleObj r:id="rId8" imgW="5791200" imgH="10668000" progId="">
                  <p:embed/>
                </p:oleObj>
              </mc:Choice>
              <mc:Fallback>
                <p:oleObj r:id="rId8" imgW="5791200" imgH="10668000" progId="">
                  <p:embed/>
                  <p:pic>
                    <p:nvPicPr>
                      <p:cNvPr id="0" name="对象 22"/>
                      <p:cNvPicPr/>
                      <p:nvPr/>
                    </p:nvPicPr>
                    <p:blipFill>
                      <a:blip r:embed="rId9"/>
                      <a:stretch>
                        <a:fillRect/>
                      </a:stretch>
                    </p:blipFill>
                    <p:spPr>
                      <a:xfrm>
                        <a:off x="7315835" y="5364163"/>
                        <a:ext cx="241300" cy="44450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6930073" y="4186238"/>
          <a:ext cx="266700" cy="444500"/>
        </p:xfrm>
        <a:graphic>
          <a:graphicData uri="http://schemas.openxmlformats.org/presentationml/2006/ole">
            <mc:AlternateContent xmlns:mc="http://schemas.openxmlformats.org/markup-compatibility/2006">
              <mc:Choice xmlns:v="urn:schemas-microsoft-com:vml" Requires="v">
                <p:oleObj r:id="rId10" imgW="6400800" imgH="10668000" progId="">
                  <p:embed/>
                </p:oleObj>
              </mc:Choice>
              <mc:Fallback>
                <p:oleObj r:id="rId10" imgW="6400800" imgH="10668000" progId="">
                  <p:embed/>
                  <p:pic>
                    <p:nvPicPr>
                      <p:cNvPr id="0" name="对象 31"/>
                      <p:cNvPicPr/>
                      <p:nvPr/>
                    </p:nvPicPr>
                    <p:blipFill>
                      <a:blip r:embed="rId11"/>
                      <a:stretch>
                        <a:fillRect/>
                      </a:stretch>
                    </p:blipFill>
                    <p:spPr>
                      <a:xfrm>
                        <a:off x="6930073" y="4186238"/>
                        <a:ext cx="266700" cy="44450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6957060" y="5948363"/>
          <a:ext cx="279400" cy="444500"/>
        </p:xfrm>
        <a:graphic>
          <a:graphicData uri="http://schemas.openxmlformats.org/presentationml/2006/ole">
            <mc:AlternateContent xmlns:mc="http://schemas.openxmlformats.org/markup-compatibility/2006">
              <mc:Choice xmlns:v="urn:schemas-microsoft-com:vml" Requires="v">
                <p:oleObj r:id="rId12" imgW="6705600" imgH="10668000" progId="">
                  <p:embed/>
                </p:oleObj>
              </mc:Choice>
              <mc:Fallback>
                <p:oleObj r:id="rId12" imgW="6705600" imgH="10668000" progId="">
                  <p:embed/>
                  <p:pic>
                    <p:nvPicPr>
                      <p:cNvPr id="0" name="对象 18"/>
                      <p:cNvPicPr/>
                      <p:nvPr/>
                    </p:nvPicPr>
                    <p:blipFill>
                      <a:blip r:embed="rId13"/>
                      <a:stretch>
                        <a:fillRect/>
                      </a:stretch>
                    </p:blipFill>
                    <p:spPr>
                      <a:xfrm>
                        <a:off x="6957060" y="5948363"/>
                        <a:ext cx="279400" cy="444500"/>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307293" y="2842122"/>
          <a:ext cx="1625600" cy="1003300"/>
        </p:xfrm>
        <a:graphic>
          <a:graphicData uri="http://schemas.openxmlformats.org/presentationml/2006/ole">
            <mc:AlternateContent xmlns:mc="http://schemas.openxmlformats.org/markup-compatibility/2006">
              <mc:Choice xmlns:v="urn:schemas-microsoft-com:vml" Requires="v">
                <p:oleObj r:id="rId14" imgW="39014400" imgH="24079200" progId="">
                  <p:embed/>
                </p:oleObj>
              </mc:Choice>
              <mc:Fallback>
                <p:oleObj r:id="rId14" imgW="39014400" imgH="24079200" progId="">
                  <p:embed/>
                  <p:pic>
                    <p:nvPicPr>
                      <p:cNvPr id="0" name="对象 31"/>
                      <p:cNvPicPr/>
                      <p:nvPr/>
                    </p:nvPicPr>
                    <p:blipFill>
                      <a:blip r:embed="rId15"/>
                      <a:stretch>
                        <a:fillRect/>
                      </a:stretch>
                    </p:blipFill>
                    <p:spPr>
                      <a:xfrm>
                        <a:off x="307293" y="2842122"/>
                        <a:ext cx="1625600" cy="1003300"/>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2083753" y="2816722"/>
          <a:ext cx="2400300" cy="1054100"/>
        </p:xfrm>
        <a:graphic>
          <a:graphicData uri="http://schemas.openxmlformats.org/presentationml/2006/ole">
            <mc:AlternateContent xmlns:mc="http://schemas.openxmlformats.org/markup-compatibility/2006">
              <mc:Choice xmlns:v="urn:schemas-microsoft-com:vml" Requires="v">
                <p:oleObj r:id="rId16" imgW="57607200" imgH="25298400" progId="">
                  <p:embed/>
                </p:oleObj>
              </mc:Choice>
              <mc:Fallback>
                <p:oleObj r:id="rId16" imgW="57607200" imgH="25298400" progId="">
                  <p:embed/>
                  <p:pic>
                    <p:nvPicPr>
                      <p:cNvPr id="0" name="对象 23"/>
                      <p:cNvPicPr/>
                      <p:nvPr/>
                    </p:nvPicPr>
                    <p:blipFill>
                      <a:blip r:embed="rId17"/>
                      <a:stretch>
                        <a:fillRect/>
                      </a:stretch>
                    </p:blipFill>
                    <p:spPr>
                      <a:xfrm>
                        <a:off x="2083753" y="2816722"/>
                        <a:ext cx="2400300" cy="1054100"/>
                      </a:xfrm>
                      <a:prstGeom prst="rect">
                        <a:avLst/>
                      </a:prstGeom>
                    </p:spPr>
                  </p:pic>
                </p:oleObj>
              </mc:Fallback>
            </mc:AlternateContent>
          </a:graphicData>
        </a:graphic>
      </p:graphicFrame>
      <p:grpSp>
        <p:nvGrpSpPr>
          <p:cNvPr id="16" name="组合 15"/>
          <p:cNvGrpSpPr/>
          <p:nvPr/>
        </p:nvGrpSpPr>
        <p:grpSpPr>
          <a:xfrm>
            <a:off x="435067" y="2332971"/>
            <a:ext cx="2211137" cy="461665"/>
            <a:chOff x="435067" y="2332971"/>
            <a:chExt cx="2211137" cy="461665"/>
          </a:xfrm>
        </p:grpSpPr>
        <p:graphicFrame>
          <p:nvGraphicFramePr>
            <p:cNvPr id="28" name="对象 27"/>
            <p:cNvGraphicFramePr>
              <a:graphicFrameLocks noChangeAspect="1"/>
            </p:cNvGraphicFramePr>
            <p:nvPr/>
          </p:nvGraphicFramePr>
          <p:xfrm>
            <a:off x="906304" y="2355057"/>
            <a:ext cx="1739900" cy="368300"/>
          </p:xfrm>
          <a:graphic>
            <a:graphicData uri="http://schemas.openxmlformats.org/presentationml/2006/ole">
              <mc:AlternateContent xmlns:mc="http://schemas.openxmlformats.org/markup-compatibility/2006">
                <mc:Choice xmlns:v="urn:schemas-microsoft-com:vml" Requires="v">
                  <p:oleObj r:id="rId18" imgW="41757600" imgH="8839200" progId="">
                    <p:embed/>
                  </p:oleObj>
                </mc:Choice>
                <mc:Fallback>
                  <p:oleObj r:id="rId18" imgW="41757600" imgH="8839200" progId="">
                    <p:embed/>
                    <p:pic>
                      <p:nvPicPr>
                        <p:cNvPr id="0" name="对象 10"/>
                        <p:cNvPicPr/>
                        <p:nvPr/>
                      </p:nvPicPr>
                      <p:blipFill>
                        <a:blip r:embed="rId19"/>
                        <a:stretch>
                          <a:fillRect/>
                        </a:stretch>
                      </p:blipFill>
                      <p:spPr>
                        <a:xfrm>
                          <a:off x="906304" y="2355057"/>
                          <a:ext cx="1739900" cy="368300"/>
                        </a:xfrm>
                        <a:prstGeom prst="rect">
                          <a:avLst/>
                        </a:prstGeom>
                      </p:spPr>
                    </p:pic>
                  </p:oleObj>
                </mc:Fallback>
              </mc:AlternateContent>
            </a:graphicData>
          </a:graphic>
        </p:graphicFrame>
        <p:sp>
          <p:nvSpPr>
            <p:cNvPr id="31" name="文本框 30"/>
            <p:cNvSpPr txBox="1"/>
            <p:nvPr/>
          </p:nvSpPr>
          <p:spPr>
            <a:xfrm>
              <a:off x="435067" y="2332971"/>
              <a:ext cx="502875" cy="461665"/>
            </a:xfrm>
            <a:prstGeom prst="rect">
              <a:avLst/>
            </a:prstGeom>
            <a:noFill/>
          </p:spPr>
          <p:txBody>
            <a:bodyPr wrap="square">
              <a:spAutoFit/>
            </a:bodyPr>
            <a:lstStyle/>
            <a:p>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sym typeface="Wingdings" panose="05000000000000000000" pitchFamily="2" charset="2"/>
                </a:rPr>
                <a:t>设</a:t>
              </a:r>
              <a:endParaRPr lang="zh-CN" altLang="en-US" dirty="0"/>
            </a:p>
          </p:txBody>
        </p:sp>
      </p:grpSp>
      <p:sp>
        <p:nvSpPr>
          <p:cNvPr id="17" name="弧形 16"/>
          <p:cNvSpPr/>
          <p:nvPr/>
        </p:nvSpPr>
        <p:spPr>
          <a:xfrm rot="5758168">
            <a:off x="6054236" y="5051393"/>
            <a:ext cx="517354" cy="458133"/>
          </a:xfrm>
          <a:prstGeom prst="arc">
            <a:avLst>
              <a:gd name="adj1" fmla="val 16200000"/>
              <a:gd name="adj2" fmla="val 1945731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33" name="对象 32"/>
          <p:cNvGraphicFramePr>
            <a:graphicFrameLocks noChangeAspect="1"/>
          </p:cNvGraphicFramePr>
          <p:nvPr/>
        </p:nvGraphicFramePr>
        <p:xfrm>
          <a:off x="6561560" y="5326829"/>
          <a:ext cx="495300" cy="292100"/>
        </p:xfrm>
        <a:graphic>
          <a:graphicData uri="http://schemas.openxmlformats.org/presentationml/2006/ole">
            <mc:AlternateContent xmlns:mc="http://schemas.openxmlformats.org/markup-compatibility/2006">
              <mc:Choice xmlns:v="urn:schemas-microsoft-com:vml" Requires="v">
                <p:oleObj r:id="rId20" imgW="11887200" imgH="7010400" progId="">
                  <p:embed/>
                </p:oleObj>
              </mc:Choice>
              <mc:Fallback>
                <p:oleObj r:id="rId20" imgW="11887200" imgH="7010400" progId="">
                  <p:embed/>
                  <p:pic>
                    <p:nvPicPr>
                      <p:cNvPr id="0" name="对象 20"/>
                      <p:cNvPicPr/>
                      <p:nvPr/>
                    </p:nvPicPr>
                    <p:blipFill>
                      <a:blip r:embed="rId21"/>
                      <a:stretch>
                        <a:fillRect/>
                      </a:stretch>
                    </p:blipFill>
                    <p:spPr>
                      <a:xfrm>
                        <a:off x="6561560" y="5326829"/>
                        <a:ext cx="495300" cy="292100"/>
                      </a:xfrm>
                      <a:prstGeom prst="rect">
                        <a:avLst/>
                      </a:prstGeom>
                    </p:spPr>
                  </p:pic>
                </p:oleObj>
              </mc:Fallback>
            </mc:AlternateContent>
          </a:graphicData>
        </a:graphic>
      </p:graphicFrame>
      <p:sp>
        <p:nvSpPr>
          <p:cNvPr id="34" name="弧形 33"/>
          <p:cNvSpPr/>
          <p:nvPr/>
        </p:nvSpPr>
        <p:spPr>
          <a:xfrm rot="2751514">
            <a:off x="6038484" y="5001363"/>
            <a:ext cx="517354" cy="458133"/>
          </a:xfrm>
          <a:prstGeom prst="arc">
            <a:avLst>
              <a:gd name="adj1" fmla="val 16200000"/>
              <a:gd name="adj2" fmla="val 1945731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35" name="对象 34"/>
          <p:cNvGraphicFramePr>
            <a:graphicFrameLocks noChangeAspect="1"/>
          </p:cNvGraphicFramePr>
          <p:nvPr/>
        </p:nvGraphicFramePr>
        <p:xfrm>
          <a:off x="6561560" y="4954062"/>
          <a:ext cx="495300" cy="292100"/>
        </p:xfrm>
        <a:graphic>
          <a:graphicData uri="http://schemas.openxmlformats.org/presentationml/2006/ole">
            <mc:AlternateContent xmlns:mc="http://schemas.openxmlformats.org/markup-compatibility/2006">
              <mc:Choice xmlns:v="urn:schemas-microsoft-com:vml" Requires="v">
                <p:oleObj r:id="rId22" imgW="11887200" imgH="7010400" progId="">
                  <p:embed/>
                </p:oleObj>
              </mc:Choice>
              <mc:Fallback>
                <p:oleObj r:id="rId22" imgW="11887200" imgH="7010400" progId="">
                  <p:embed/>
                  <p:pic>
                    <p:nvPicPr>
                      <p:cNvPr id="0" name="对象 32"/>
                      <p:cNvPicPr/>
                      <p:nvPr/>
                    </p:nvPicPr>
                    <p:blipFill>
                      <a:blip r:embed="rId21"/>
                      <a:stretch>
                        <a:fillRect/>
                      </a:stretch>
                    </p:blipFill>
                    <p:spPr>
                      <a:xfrm>
                        <a:off x="6561560" y="4954062"/>
                        <a:ext cx="495300" cy="292100"/>
                      </a:xfrm>
                      <a:prstGeom prst="rect">
                        <a:avLst/>
                      </a:prstGeom>
                    </p:spPr>
                  </p:pic>
                </p:oleObj>
              </mc:Fallback>
            </mc:AlternateContent>
          </a:graphicData>
        </a:graphic>
      </p:graphicFrame>
      <p:graphicFrame>
        <p:nvGraphicFramePr>
          <p:cNvPr id="39" name="对象 38"/>
          <p:cNvGraphicFramePr>
            <a:graphicFrameLocks noChangeAspect="1"/>
          </p:cNvGraphicFramePr>
          <p:nvPr/>
        </p:nvGraphicFramePr>
        <p:xfrm>
          <a:off x="361393" y="3892908"/>
          <a:ext cx="2616200" cy="863600"/>
        </p:xfrm>
        <a:graphic>
          <a:graphicData uri="http://schemas.openxmlformats.org/presentationml/2006/ole">
            <mc:AlternateContent xmlns:mc="http://schemas.openxmlformats.org/markup-compatibility/2006">
              <mc:Choice xmlns:v="urn:schemas-microsoft-com:vml" Requires="v">
                <p:oleObj r:id="rId23" imgW="62788800" imgH="20726400" progId="">
                  <p:embed/>
                </p:oleObj>
              </mc:Choice>
              <mc:Fallback>
                <p:oleObj r:id="rId23" imgW="62788800" imgH="20726400" progId="">
                  <p:embed/>
                  <p:pic>
                    <p:nvPicPr>
                      <p:cNvPr id="0" name="对象 27"/>
                      <p:cNvPicPr/>
                      <p:nvPr/>
                    </p:nvPicPr>
                    <p:blipFill>
                      <a:blip r:embed="rId24"/>
                      <a:stretch>
                        <a:fillRect/>
                      </a:stretch>
                    </p:blipFill>
                    <p:spPr>
                      <a:xfrm>
                        <a:off x="361393" y="3892908"/>
                        <a:ext cx="2616200" cy="863600"/>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361393" y="4700062"/>
          <a:ext cx="2882900" cy="546100"/>
        </p:xfrm>
        <a:graphic>
          <a:graphicData uri="http://schemas.openxmlformats.org/presentationml/2006/ole">
            <mc:AlternateContent xmlns:mc="http://schemas.openxmlformats.org/markup-compatibility/2006">
              <mc:Choice xmlns:v="urn:schemas-microsoft-com:vml" Requires="v">
                <p:oleObj r:id="rId25" imgW="69189600" imgH="13106400" progId="">
                  <p:embed/>
                </p:oleObj>
              </mc:Choice>
              <mc:Fallback>
                <p:oleObj r:id="rId25" imgW="69189600" imgH="13106400" progId="">
                  <p:embed/>
                  <p:pic>
                    <p:nvPicPr>
                      <p:cNvPr id="0" name="对象 38"/>
                      <p:cNvPicPr/>
                      <p:nvPr/>
                    </p:nvPicPr>
                    <p:blipFill>
                      <a:blip r:embed="rId26"/>
                      <a:stretch>
                        <a:fillRect/>
                      </a:stretch>
                    </p:blipFill>
                    <p:spPr>
                      <a:xfrm>
                        <a:off x="361393" y="4700062"/>
                        <a:ext cx="2882900" cy="546100"/>
                      </a:xfrm>
                      <a:prstGeom prst="rect">
                        <a:avLst/>
                      </a:prstGeom>
                    </p:spPr>
                  </p:pic>
                </p:oleObj>
              </mc:Fallback>
            </mc:AlternateContent>
          </a:graphicData>
        </a:graphic>
      </p:graphicFrame>
      <p:graphicFrame>
        <p:nvGraphicFramePr>
          <p:cNvPr id="43" name="对象 42"/>
          <p:cNvGraphicFramePr>
            <a:graphicFrameLocks noChangeAspect="1"/>
          </p:cNvGraphicFramePr>
          <p:nvPr/>
        </p:nvGraphicFramePr>
        <p:xfrm>
          <a:off x="341360" y="5328410"/>
          <a:ext cx="2197100" cy="444500"/>
        </p:xfrm>
        <a:graphic>
          <a:graphicData uri="http://schemas.openxmlformats.org/presentationml/2006/ole">
            <mc:AlternateContent xmlns:mc="http://schemas.openxmlformats.org/markup-compatibility/2006">
              <mc:Choice xmlns:v="urn:schemas-microsoft-com:vml" Requires="v">
                <p:oleObj r:id="rId27" imgW="52730400" imgH="10668000" progId="">
                  <p:embed/>
                </p:oleObj>
              </mc:Choice>
              <mc:Fallback>
                <p:oleObj r:id="rId27" imgW="52730400" imgH="10668000" progId="">
                  <p:embed/>
                  <p:pic>
                    <p:nvPicPr>
                      <p:cNvPr id="0" name="对象 40"/>
                      <p:cNvPicPr/>
                      <p:nvPr/>
                    </p:nvPicPr>
                    <p:blipFill>
                      <a:blip r:embed="rId28"/>
                      <a:stretch>
                        <a:fillRect/>
                      </a:stretch>
                    </p:blipFill>
                    <p:spPr>
                      <a:xfrm>
                        <a:off x="341360" y="5328410"/>
                        <a:ext cx="2197100" cy="444500"/>
                      </a:xfrm>
                      <a:prstGeom prst="rect">
                        <a:avLst/>
                      </a:prstGeom>
                    </p:spPr>
                  </p:pic>
                </p:oleObj>
              </mc:Fallback>
            </mc:AlternateContent>
          </a:graphicData>
        </a:graphic>
      </p:graphicFrame>
      <p:graphicFrame>
        <p:nvGraphicFramePr>
          <p:cNvPr id="45" name="对象 44"/>
          <p:cNvGraphicFramePr>
            <a:graphicFrameLocks noChangeAspect="1"/>
          </p:cNvGraphicFramePr>
          <p:nvPr/>
        </p:nvGraphicFramePr>
        <p:xfrm>
          <a:off x="1439910" y="5902364"/>
          <a:ext cx="1130300" cy="393700"/>
        </p:xfrm>
        <a:graphic>
          <a:graphicData uri="http://schemas.openxmlformats.org/presentationml/2006/ole">
            <mc:AlternateContent xmlns:mc="http://schemas.openxmlformats.org/markup-compatibility/2006">
              <mc:Choice xmlns:v="urn:schemas-microsoft-com:vml" Requires="v">
                <p:oleObj r:id="rId29" imgW="27127200" imgH="9448800" progId="">
                  <p:embed/>
                </p:oleObj>
              </mc:Choice>
              <mc:Fallback>
                <p:oleObj r:id="rId29" imgW="27127200" imgH="9448800" progId="">
                  <p:embed/>
                  <p:pic>
                    <p:nvPicPr>
                      <p:cNvPr id="0" name="对象 42"/>
                      <p:cNvPicPr/>
                      <p:nvPr/>
                    </p:nvPicPr>
                    <p:blipFill>
                      <a:blip r:embed="rId30"/>
                      <a:stretch>
                        <a:fillRect/>
                      </a:stretch>
                    </p:blipFill>
                    <p:spPr>
                      <a:xfrm>
                        <a:off x="1439910" y="5902364"/>
                        <a:ext cx="1130300" cy="393700"/>
                      </a:xfrm>
                      <a:prstGeom prst="rect">
                        <a:avLst/>
                      </a:prstGeom>
                    </p:spPr>
                  </p:pic>
                </p:oleObj>
              </mc:Fallback>
            </mc:AlternateContent>
          </a:graphicData>
        </a:graphic>
      </p:graphicFrame>
      <p:graphicFrame>
        <p:nvGraphicFramePr>
          <p:cNvPr id="47" name="对象 46"/>
          <p:cNvGraphicFramePr>
            <a:graphicFrameLocks noChangeAspect="1"/>
          </p:cNvGraphicFramePr>
          <p:nvPr/>
        </p:nvGraphicFramePr>
        <p:xfrm>
          <a:off x="315191" y="5902364"/>
          <a:ext cx="863600" cy="393700"/>
        </p:xfrm>
        <a:graphic>
          <a:graphicData uri="http://schemas.openxmlformats.org/presentationml/2006/ole">
            <mc:AlternateContent xmlns:mc="http://schemas.openxmlformats.org/markup-compatibility/2006">
              <mc:Choice xmlns:v="urn:schemas-microsoft-com:vml" Requires="v">
                <p:oleObj r:id="rId31" imgW="20726400" imgH="9448800" progId="">
                  <p:embed/>
                </p:oleObj>
              </mc:Choice>
              <mc:Fallback>
                <p:oleObj r:id="rId31" imgW="20726400" imgH="9448800" progId="">
                  <p:embed/>
                  <p:pic>
                    <p:nvPicPr>
                      <p:cNvPr id="0" name="图片 269571"/>
                      <p:cNvPicPr/>
                      <p:nvPr/>
                    </p:nvPicPr>
                    <p:blipFill>
                      <a:blip r:embed="rId32"/>
                      <a:stretch>
                        <a:fillRect/>
                      </a:stretch>
                    </p:blipFill>
                    <p:spPr>
                      <a:xfrm>
                        <a:off x="315191" y="5902364"/>
                        <a:ext cx="863600" cy="393700"/>
                      </a:xfrm>
                      <a:prstGeom prst="rect">
                        <a:avLst/>
                      </a:prstGeom>
                    </p:spPr>
                  </p:pic>
                </p:oleObj>
              </mc:Fallback>
            </mc:AlternateContent>
          </a:graphicData>
        </a:graphic>
      </p:graphicFrame>
      <p:graphicFrame>
        <p:nvGraphicFramePr>
          <p:cNvPr id="49" name="对象 48"/>
          <p:cNvGraphicFramePr>
            <a:graphicFrameLocks noChangeAspect="1"/>
          </p:cNvGraphicFramePr>
          <p:nvPr/>
        </p:nvGraphicFramePr>
        <p:xfrm>
          <a:off x="3797883" y="4525579"/>
          <a:ext cx="1206500" cy="1409700"/>
        </p:xfrm>
        <a:graphic>
          <a:graphicData uri="http://schemas.openxmlformats.org/presentationml/2006/ole">
            <mc:AlternateContent xmlns:mc="http://schemas.openxmlformats.org/markup-compatibility/2006">
              <mc:Choice xmlns:v="urn:schemas-microsoft-com:vml" Requires="v">
                <p:oleObj r:id="rId33" imgW="28956000" imgH="33832800" progId="">
                  <p:embed/>
                </p:oleObj>
              </mc:Choice>
              <mc:Fallback>
                <p:oleObj r:id="rId33" imgW="28956000" imgH="33832800" progId="">
                  <p:embed/>
                  <p:pic>
                    <p:nvPicPr>
                      <p:cNvPr id="0" name="对象 38"/>
                      <p:cNvPicPr/>
                      <p:nvPr/>
                    </p:nvPicPr>
                    <p:blipFill>
                      <a:blip r:embed="rId34"/>
                      <a:stretch>
                        <a:fillRect/>
                      </a:stretch>
                    </p:blipFill>
                    <p:spPr>
                      <a:xfrm>
                        <a:off x="3797883" y="4525579"/>
                        <a:ext cx="1206500" cy="1409700"/>
                      </a:xfrm>
                      <a:prstGeom prst="rect">
                        <a:avLst/>
                      </a:prstGeom>
                    </p:spPr>
                  </p:pic>
                </p:oleObj>
              </mc:Fallback>
            </mc:AlternateContent>
          </a:graphicData>
        </a:graphic>
      </p:graphicFrame>
      <p:sp>
        <p:nvSpPr>
          <p:cNvPr id="50" name="右大括号 49"/>
          <p:cNvSpPr/>
          <p:nvPr/>
        </p:nvSpPr>
        <p:spPr>
          <a:xfrm>
            <a:off x="3284550" y="4289760"/>
            <a:ext cx="263754" cy="1882439"/>
          </a:xfrm>
          <a:prstGeom prst="rightBrace">
            <a:avLst>
              <a:gd name="adj1" fmla="val 45891"/>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500"/>
                                        <p:tgtEl>
                                          <p:spTgt spid="27"/>
                                        </p:tgtEl>
                                      </p:cBhvr>
                                    </p:animEffect>
                                  </p:childTnLst>
                                </p:cTn>
                              </p:par>
                            </p:childTnLst>
                          </p:cTn>
                        </p:par>
                        <p:par>
                          <p:cTn id="41" fill="hold">
                            <p:stCondLst>
                              <p:cond delay="1000"/>
                            </p:stCondLst>
                            <p:childTnLst>
                              <p:par>
                                <p:cTn id="42" presetID="22" presetClass="entr" presetSubtype="8" fill="hold" nodeType="after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wipe(left)">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up)">
                                      <p:cBhvr>
                                        <p:cTn id="49" dur="500"/>
                                        <p:tgtEl>
                                          <p:spTgt spid="29"/>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left)">
                                      <p:cBhvr>
                                        <p:cTn id="53" dur="5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wipe(down)">
                                      <p:cBhvr>
                                        <p:cTn id="58" dur="500"/>
                                        <p:tgtEl>
                                          <p:spTgt spid="30"/>
                                        </p:tgtEl>
                                      </p:cBhvr>
                                    </p:animEffect>
                                  </p:childTnLst>
                                </p:cTn>
                              </p:par>
                              <p:par>
                                <p:cTn id="59" presetID="22" presetClass="entr" presetSubtype="8"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wipe(left)">
                                      <p:cBhvr>
                                        <p:cTn id="66" dur="500"/>
                                        <p:tgtEl>
                                          <p:spTgt spid="2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childTnLst>
                                </p:cTn>
                              </p:par>
                              <p:par>
                                <p:cTn id="72" presetID="10" presetClass="entr" presetSubtype="0" fill="hold"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500"/>
                                        <p:tgtEl>
                                          <p:spTgt spid="3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00"/>
                                        <p:tgtEl>
                                          <p:spTgt spid="34"/>
                                        </p:tgtEl>
                                      </p:cBhvr>
                                    </p:animEffect>
                                  </p:childTnLst>
                                </p:cTn>
                              </p:par>
                              <p:par>
                                <p:cTn id="78" presetID="10" presetClass="entr" presetSubtype="0" fill="hold"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500"/>
                                        <p:tgtEl>
                                          <p:spTgt spid="3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wipe(left)">
                                      <p:cBhvr>
                                        <p:cTn id="85"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wipe(left)">
                                      <p:cBhvr>
                                        <p:cTn id="90" dur="500"/>
                                        <p:tgtEl>
                                          <p:spTgt spid="39"/>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wipe(left)">
                                      <p:cBhvr>
                                        <p:cTn id="95" dur="500"/>
                                        <p:tgtEl>
                                          <p:spTgt spid="4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43"/>
                                        </p:tgtEl>
                                        <p:attrNameLst>
                                          <p:attrName>style.visibility</p:attrName>
                                        </p:attrNameLst>
                                      </p:cBhvr>
                                      <p:to>
                                        <p:strVal val="visible"/>
                                      </p:to>
                                    </p:set>
                                    <p:animEffect transition="in" filter="wipe(left)">
                                      <p:cBhvr>
                                        <p:cTn id="100" dur="500"/>
                                        <p:tgtEl>
                                          <p:spTgt spid="43"/>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47"/>
                                        </p:tgtEl>
                                        <p:attrNameLst>
                                          <p:attrName>style.visibility</p:attrName>
                                        </p:attrNameLst>
                                      </p:cBhvr>
                                      <p:to>
                                        <p:strVal val="visible"/>
                                      </p:to>
                                    </p:set>
                                    <p:animEffect transition="in" filter="wipe(left)">
                                      <p:cBhvr>
                                        <p:cTn id="105" dur="500"/>
                                        <p:tgtEl>
                                          <p:spTgt spid="47"/>
                                        </p:tgtEl>
                                      </p:cBhvr>
                                    </p:animEffect>
                                  </p:childTnLst>
                                </p:cTn>
                              </p:par>
                              <p:par>
                                <p:cTn id="106" presetID="22" presetClass="entr" presetSubtype="8" fill="hold" nodeType="withEffect">
                                  <p:stCondLst>
                                    <p:cond delay="0"/>
                                  </p:stCondLst>
                                  <p:childTnLst>
                                    <p:set>
                                      <p:cBhvr>
                                        <p:cTn id="107" dur="1" fill="hold">
                                          <p:stCondLst>
                                            <p:cond delay="0"/>
                                          </p:stCondLst>
                                        </p:cTn>
                                        <p:tgtEl>
                                          <p:spTgt spid="45"/>
                                        </p:tgtEl>
                                        <p:attrNameLst>
                                          <p:attrName>style.visibility</p:attrName>
                                        </p:attrNameLst>
                                      </p:cBhvr>
                                      <p:to>
                                        <p:strVal val="visible"/>
                                      </p:to>
                                    </p:set>
                                    <p:animEffect transition="in" filter="wipe(left)">
                                      <p:cBhvr>
                                        <p:cTn id="108" dur="500"/>
                                        <p:tgtEl>
                                          <p:spTgt spid="45"/>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wipe(left)">
                                      <p:cBhvr>
                                        <p:cTn id="113" dur="500"/>
                                        <p:tgtEl>
                                          <p:spTgt spid="50"/>
                                        </p:tgtEl>
                                      </p:cBhvr>
                                    </p:animEffect>
                                  </p:childTnLst>
                                </p:cTn>
                              </p:par>
                            </p:childTnLst>
                          </p:cTn>
                        </p:par>
                        <p:par>
                          <p:cTn id="114" fill="hold">
                            <p:stCondLst>
                              <p:cond delay="500"/>
                            </p:stCondLst>
                            <p:childTnLst>
                              <p:par>
                                <p:cTn id="115" presetID="22" presetClass="entr" presetSubtype="8" fill="hold" nodeType="after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wipe(left)">
                                      <p:cBhvr>
                                        <p:cTn id="11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7" grpId="0" animBg="1"/>
      <p:bldP spid="34" grpId="0" animBg="1"/>
      <p:bldP spid="50" grpId="0" animBg="1"/>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12473" y="141952"/>
            <a:ext cx="7941720" cy="1076961"/>
          </a:xfrm>
          <a:prstGeom prst="rect">
            <a:avLst/>
          </a:prstGeom>
          <a:noFill/>
        </p:spPr>
        <p:txBody>
          <a:bodyPr wrap="square" rtlCol="0">
            <a:spAutoFit/>
          </a:bodyPr>
          <a:lstStyle/>
          <a:p>
            <a:pPr marL="0" marR="0" lvl="0" indent="0" algn="l" defTabSz="914400" rtl="0" eaLnBrk="1" fontAlgn="base" latinLnBrk="0" hangingPunct="1">
              <a:lnSpc>
                <a:spcPct val="120000"/>
              </a:lnSpc>
              <a:spcBef>
                <a:spcPts val="0"/>
              </a:spcBef>
              <a:spcAft>
                <a:spcPct val="0"/>
              </a:spcAft>
              <a:buClrTx/>
              <a:buSzTx/>
              <a:buFontTx/>
              <a:buNone/>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R</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1</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=2</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R</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2</a:t>
            </a:r>
            <a:r>
              <a:rPr kumimoji="0" lang="en-US" altLang="zh-CN"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R</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I</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1</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I</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2</a:t>
            </a:r>
            <a:r>
              <a:rPr kumimoji="0" lang="en-US" altLang="zh-CN"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I</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3</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U</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=40V</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，电路吸收的功率为</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60W</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，且电路并联部分处于谐振状态。求</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rPr>
              <a:t>X</a:t>
            </a:r>
            <a:r>
              <a:rPr kumimoji="0"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楷体" panose="02010609060101010101" charset="-122"/>
                <a:cs typeface="+mn-cs"/>
              </a:rPr>
              <a:t>L2</a:t>
            </a:r>
            <a:r>
              <a:rPr kumimoji="0" lang="zh-CN" altLang="en-US"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rPr>
              <a:t>、</a:t>
            </a:r>
            <a:r>
              <a:rPr lang="en-US" altLang="zh-CN" sz="2800" b="1" i="1" dirty="0">
                <a:solidFill>
                  <a:srgbClr val="000000"/>
                </a:solidFill>
                <a:latin typeface="Times New Roman" panose="02020603050405020304" pitchFamily="18" charset="0"/>
                <a:ea typeface="楷体" panose="02010609060101010101" charset="-122"/>
              </a:rPr>
              <a:t>X</a:t>
            </a:r>
            <a:r>
              <a:rPr lang="en-US" altLang="zh-CN" sz="2800" b="1" baseline="-25000" dirty="0">
                <a:solidFill>
                  <a:srgbClr val="000000"/>
                </a:solidFill>
                <a:latin typeface="Times New Roman" panose="02020603050405020304" pitchFamily="18" charset="0"/>
                <a:ea typeface="楷体" panose="02010609060101010101" charset="-122"/>
              </a:rPr>
              <a:t>M</a:t>
            </a:r>
            <a:endParaRPr kumimoji="0" lang="zh-CN" altLang="en-US" sz="2800" b="1" i="0" u="none" strike="noStrike" kern="1200" cap="none" spc="0" normalizeH="0" noProof="0" dirty="0">
              <a:ln>
                <a:noFill/>
              </a:ln>
              <a:solidFill>
                <a:srgbClr val="000000"/>
              </a:solidFill>
              <a:effectLst/>
              <a:uLnTx/>
              <a:uFillTx/>
              <a:latin typeface="Times New Roman" panose="02020603050405020304" pitchFamily="18" charset="0"/>
              <a:ea typeface="楷体" panose="02010609060101010101" charset="-122"/>
              <a:cs typeface="+mn-cs"/>
            </a:endParaRPr>
          </a:p>
        </p:txBody>
      </p:sp>
      <p:sp>
        <p:nvSpPr>
          <p:cNvPr id="3" name="文本框 2"/>
          <p:cNvSpPr txBox="1"/>
          <p:nvPr/>
        </p:nvSpPr>
        <p:spPr>
          <a:xfrm>
            <a:off x="210683" y="177732"/>
            <a:ext cx="901790" cy="523220"/>
          </a:xfrm>
          <a:prstGeom prst="rect">
            <a:avLst/>
          </a:prstGeom>
          <a:solidFill>
            <a:schemeClr val="bg1">
              <a:lumMod val="85000"/>
            </a:schemeClr>
          </a:solidFill>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rPr>
              <a:t>例</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rPr>
              <a:t>10</a:t>
            </a:r>
            <a:endPar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p:graphicFrame>
        <p:nvGraphicFramePr>
          <p:cNvPr id="4" name="对象 3"/>
          <p:cNvGraphicFramePr>
            <a:graphicFrameLocks noChangeAspect="1"/>
          </p:cNvGraphicFramePr>
          <p:nvPr/>
        </p:nvGraphicFramePr>
        <p:xfrm>
          <a:off x="4867228" y="1309688"/>
          <a:ext cx="4223385" cy="2786380"/>
        </p:xfrm>
        <a:graphic>
          <a:graphicData uri="http://schemas.openxmlformats.org/presentationml/2006/ole">
            <mc:AlternateContent xmlns:mc="http://schemas.openxmlformats.org/markup-compatibility/2006">
              <mc:Choice xmlns:v="urn:schemas-microsoft-com:vml" Requires="v">
                <p:oleObj name="Visio" r:id="rId2" imgW="2499995" imgH="1652270" progId="Visio.Drawing.15">
                  <p:embed/>
                </p:oleObj>
              </mc:Choice>
              <mc:Fallback>
                <p:oleObj name="Visio" r:id="rId2" imgW="2499995" imgH="1652270" progId="Visio.Drawing.15">
                  <p:embed/>
                  <p:pic>
                    <p:nvPicPr>
                      <p:cNvPr id="0" name="对象 21"/>
                      <p:cNvPicPr/>
                      <p:nvPr/>
                    </p:nvPicPr>
                    <p:blipFill>
                      <a:blip r:embed="rId3"/>
                      <a:stretch>
                        <a:fillRect/>
                      </a:stretch>
                    </p:blipFill>
                    <p:spPr>
                      <a:xfrm>
                        <a:off x="4867228" y="1309688"/>
                        <a:ext cx="4223385" cy="2786380"/>
                      </a:xfrm>
                      <a:prstGeom prst="rect">
                        <a:avLst/>
                      </a:prstGeom>
                    </p:spPr>
                  </p:pic>
                </p:oleObj>
              </mc:Fallback>
            </mc:AlternateContent>
          </a:graphicData>
        </a:graphic>
      </p:graphicFrame>
      <p:sp>
        <p:nvSpPr>
          <p:cNvPr id="5" name="文本框 4"/>
          <p:cNvSpPr txBox="1"/>
          <p:nvPr/>
        </p:nvSpPr>
        <p:spPr>
          <a:xfrm>
            <a:off x="210683" y="1309688"/>
            <a:ext cx="504056" cy="523220"/>
          </a:xfrm>
          <a:prstGeom prst="rect">
            <a:avLst/>
          </a:prstGeom>
          <a:solidFill>
            <a:srgbClr val="FFFFFF">
              <a:lumMod val="85000"/>
            </a:srgbClr>
          </a:solidFill>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defRPr/>
            </a:pPr>
            <a:r>
              <a:rPr kumimoji="0" lang="zh-CN" altLang="en-US" sz="2800" b="1" i="0" u="none" strike="noStrike" kern="0" cap="none" spc="0" normalizeH="0" baseline="0" noProof="0" dirty="0">
                <a:ln>
                  <a:noFill/>
                </a:ln>
                <a:solidFill>
                  <a:srgbClr val="0000FF"/>
                </a:solidFill>
                <a:effectLst/>
                <a:uLnTx/>
                <a:uFillTx/>
                <a:latin typeface="Times New Roman" panose="02020603050405020304" pitchFamily="18" charset="0"/>
                <a:ea typeface="楷体" panose="02010609060101010101" charset="-122"/>
              </a:rPr>
              <a:t>解</a:t>
            </a:r>
            <a:endParaRPr kumimoji="0" lang="zh-CN" altLang="en-US" sz="2800" b="1" i="0" u="none" strike="noStrike" kern="0" cap="none" spc="0" normalizeH="0" baseline="0" noProof="0" dirty="0">
              <a:ln>
                <a:noFill/>
              </a:ln>
              <a:solidFill>
                <a:srgbClr val="0000FF"/>
              </a:solidFill>
              <a:effectLst/>
              <a:uLnTx/>
              <a:uFillTx/>
              <a:latin typeface="Arial" panose="020B0604020202020204" pitchFamily="34" charset="0"/>
              <a:ea typeface="宋体" panose="02010600030101010101" pitchFamily="2" charset="-122"/>
            </a:endParaRPr>
          </a:p>
        </p:txBody>
      </p:sp>
      <p:sp>
        <p:nvSpPr>
          <p:cNvPr id="6" name="文本框 5"/>
          <p:cNvSpPr txBox="1"/>
          <p:nvPr/>
        </p:nvSpPr>
        <p:spPr>
          <a:xfrm>
            <a:off x="714740" y="1337017"/>
            <a:ext cx="1450340" cy="461665"/>
          </a:xfrm>
          <a:prstGeom prst="rect">
            <a:avLst/>
          </a:prstGeom>
          <a:noFill/>
        </p:spPr>
        <p:txBody>
          <a:bodyPr wrap="square">
            <a:spAutoFit/>
          </a:bodyPr>
          <a:lstStyle/>
          <a:p>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rPr>
              <a:t>并联谐振</a:t>
            </a:r>
            <a:endParaRPr lang="zh-CN" altLang="en-US" sz="1600" dirty="0">
              <a:solidFill>
                <a:srgbClr val="0000FF"/>
              </a:solidFill>
            </a:endParaRPr>
          </a:p>
        </p:txBody>
      </p:sp>
      <p:sp>
        <p:nvSpPr>
          <p:cNvPr id="7" name="文本框 6"/>
          <p:cNvSpPr txBox="1"/>
          <p:nvPr/>
        </p:nvSpPr>
        <p:spPr>
          <a:xfrm>
            <a:off x="1943781" y="1337017"/>
            <a:ext cx="2993979" cy="461665"/>
          </a:xfrm>
          <a:prstGeom prst="rect">
            <a:avLst/>
          </a:prstGeom>
          <a:noFill/>
        </p:spPr>
        <p:txBody>
          <a:bodyPr wrap="square">
            <a:spAutoFit/>
          </a:bodyPr>
          <a:lstStyle/>
          <a:p>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sym typeface="Wingdings" panose="05000000000000000000" pitchFamily="2" charset="2"/>
              </a:rPr>
              <a:t></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楷体" panose="02010609060101010101" charset="-122"/>
                <a:cs typeface="+mn-cs"/>
                <a:sym typeface="Wingdings" panose="05000000000000000000" pitchFamily="2" charset="2"/>
              </a:rPr>
              <a:t>电抗为零，呈阻性</a:t>
            </a:r>
            <a:endParaRPr lang="zh-CN" altLang="en-US" sz="1600" dirty="0">
              <a:solidFill>
                <a:srgbClr val="0000FF"/>
              </a:solidFill>
            </a:endParaRPr>
          </a:p>
        </p:txBody>
      </p:sp>
      <p:grpSp>
        <p:nvGrpSpPr>
          <p:cNvPr id="8" name="组合 7"/>
          <p:cNvGrpSpPr/>
          <p:nvPr/>
        </p:nvGrpSpPr>
        <p:grpSpPr>
          <a:xfrm>
            <a:off x="762000" y="1830725"/>
            <a:ext cx="2316480" cy="467975"/>
            <a:chOff x="762000" y="1830725"/>
            <a:chExt cx="2316480" cy="467975"/>
          </a:xfrm>
        </p:grpSpPr>
        <p:graphicFrame>
          <p:nvGraphicFramePr>
            <p:cNvPr id="9" name="对象 8"/>
            <p:cNvGraphicFramePr>
              <a:graphicFrameLocks noChangeAspect="1"/>
            </p:cNvGraphicFramePr>
            <p:nvPr/>
          </p:nvGraphicFramePr>
          <p:xfrm>
            <a:off x="762000" y="1854200"/>
            <a:ext cx="1219200" cy="444500"/>
          </p:xfrm>
          <a:graphic>
            <a:graphicData uri="http://schemas.openxmlformats.org/presentationml/2006/ole">
              <mc:AlternateContent xmlns:mc="http://schemas.openxmlformats.org/markup-compatibility/2006">
                <mc:Choice xmlns:v="urn:schemas-microsoft-com:vml" Requires="v">
                  <p:oleObj r:id="rId4" imgW="29260800" imgH="10668000" progId="">
                    <p:embed/>
                  </p:oleObj>
                </mc:Choice>
                <mc:Fallback>
                  <p:oleObj r:id="rId4" imgW="29260800" imgH="10668000" progId="">
                    <p:embed/>
                    <p:pic>
                      <p:nvPicPr>
                        <p:cNvPr id="0" name="对象 10"/>
                        <p:cNvPicPr/>
                        <p:nvPr/>
                      </p:nvPicPr>
                      <p:blipFill>
                        <a:blip r:embed="rId5"/>
                        <a:stretch>
                          <a:fillRect/>
                        </a:stretch>
                      </p:blipFill>
                      <p:spPr>
                        <a:xfrm>
                          <a:off x="762000" y="1854200"/>
                          <a:ext cx="1219200" cy="444500"/>
                        </a:xfrm>
                        <a:prstGeom prst="rect">
                          <a:avLst/>
                        </a:prstGeom>
                      </p:spPr>
                    </p:pic>
                  </p:oleObj>
                </mc:Fallback>
              </mc:AlternateContent>
            </a:graphicData>
          </a:graphic>
        </p:graphicFrame>
        <p:sp>
          <p:nvSpPr>
            <p:cNvPr id="10" name="文本框 9"/>
            <p:cNvSpPr txBox="1"/>
            <p:nvPr/>
          </p:nvSpPr>
          <p:spPr>
            <a:xfrm>
              <a:off x="1943781" y="1830725"/>
              <a:ext cx="1134699" cy="461665"/>
            </a:xfrm>
            <a:prstGeom prst="rect">
              <a:avLst/>
            </a:prstGeom>
            <a:noFill/>
          </p:spPr>
          <p:txBody>
            <a:bodyPr wrap="square">
              <a:spAutoFit/>
            </a:bodyPr>
            <a:lstStyle/>
            <a:p>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sym typeface="Wingdings" panose="05000000000000000000" pitchFamily="2" charset="2"/>
                </a:rPr>
                <a:t>同相位</a:t>
              </a:r>
              <a:endParaRPr lang="zh-CN" altLang="en-US" dirty="0"/>
            </a:p>
          </p:txBody>
        </p:sp>
      </p:grpSp>
      <p:grpSp>
        <p:nvGrpSpPr>
          <p:cNvPr id="11" name="组合 10"/>
          <p:cNvGrpSpPr/>
          <p:nvPr/>
        </p:nvGrpSpPr>
        <p:grpSpPr>
          <a:xfrm>
            <a:off x="435067" y="2332971"/>
            <a:ext cx="2211137" cy="461665"/>
            <a:chOff x="435067" y="2332971"/>
            <a:chExt cx="2211137" cy="461665"/>
          </a:xfrm>
        </p:grpSpPr>
        <p:graphicFrame>
          <p:nvGraphicFramePr>
            <p:cNvPr id="12" name="对象 11"/>
            <p:cNvGraphicFramePr>
              <a:graphicFrameLocks noChangeAspect="1"/>
            </p:cNvGraphicFramePr>
            <p:nvPr/>
          </p:nvGraphicFramePr>
          <p:xfrm>
            <a:off x="906304" y="2355057"/>
            <a:ext cx="1739900" cy="368300"/>
          </p:xfrm>
          <a:graphic>
            <a:graphicData uri="http://schemas.openxmlformats.org/presentationml/2006/ole">
              <mc:AlternateContent xmlns:mc="http://schemas.openxmlformats.org/markup-compatibility/2006">
                <mc:Choice xmlns:v="urn:schemas-microsoft-com:vml" Requires="v">
                  <p:oleObj r:id="rId6" imgW="41757600" imgH="8839200" progId="">
                    <p:embed/>
                  </p:oleObj>
                </mc:Choice>
                <mc:Fallback>
                  <p:oleObj r:id="rId6" imgW="41757600" imgH="8839200" progId="">
                    <p:embed/>
                    <p:pic>
                      <p:nvPicPr>
                        <p:cNvPr id="0" name="对象 27"/>
                        <p:cNvPicPr/>
                        <p:nvPr/>
                      </p:nvPicPr>
                      <p:blipFill>
                        <a:blip r:embed="rId7"/>
                        <a:stretch>
                          <a:fillRect/>
                        </a:stretch>
                      </p:blipFill>
                      <p:spPr>
                        <a:xfrm>
                          <a:off x="906304" y="2355057"/>
                          <a:ext cx="1739900" cy="368300"/>
                        </a:xfrm>
                        <a:prstGeom prst="rect">
                          <a:avLst/>
                        </a:prstGeom>
                      </p:spPr>
                    </p:pic>
                  </p:oleObj>
                </mc:Fallback>
              </mc:AlternateContent>
            </a:graphicData>
          </a:graphic>
        </p:graphicFrame>
        <p:sp>
          <p:nvSpPr>
            <p:cNvPr id="13" name="文本框 12"/>
            <p:cNvSpPr txBox="1"/>
            <p:nvPr/>
          </p:nvSpPr>
          <p:spPr>
            <a:xfrm>
              <a:off x="435067" y="2332971"/>
              <a:ext cx="502875" cy="461665"/>
            </a:xfrm>
            <a:prstGeom prst="rect">
              <a:avLst/>
            </a:prstGeom>
            <a:noFill/>
          </p:spPr>
          <p:txBody>
            <a:bodyPr wrap="square">
              <a:spAutoFit/>
            </a:bodyPr>
            <a:lstStyle/>
            <a:p>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charset="-122"/>
                  <a:cs typeface="+mn-cs"/>
                  <a:sym typeface="Wingdings" panose="05000000000000000000" pitchFamily="2" charset="2"/>
                </a:rPr>
                <a:t>设</a:t>
              </a:r>
              <a:endParaRPr lang="zh-CN" altLang="en-US" dirty="0"/>
            </a:p>
          </p:txBody>
        </p:sp>
      </p:grpSp>
      <p:graphicFrame>
        <p:nvGraphicFramePr>
          <p:cNvPr id="14" name="对象 13"/>
          <p:cNvGraphicFramePr>
            <a:graphicFrameLocks noChangeAspect="1"/>
          </p:cNvGraphicFramePr>
          <p:nvPr/>
        </p:nvGraphicFramePr>
        <p:xfrm>
          <a:off x="879428" y="3320253"/>
          <a:ext cx="3987800" cy="444500"/>
        </p:xfrm>
        <a:graphic>
          <a:graphicData uri="http://schemas.openxmlformats.org/presentationml/2006/ole">
            <mc:AlternateContent xmlns:mc="http://schemas.openxmlformats.org/markup-compatibility/2006">
              <mc:Choice xmlns:v="urn:schemas-microsoft-com:vml" Requires="v">
                <p:oleObj r:id="rId8" imgW="95707200" imgH="10668000" progId="">
                  <p:embed/>
                </p:oleObj>
              </mc:Choice>
              <mc:Fallback>
                <p:oleObj r:id="rId8" imgW="95707200" imgH="10668000" progId="">
                  <p:embed/>
                  <p:pic>
                    <p:nvPicPr>
                      <p:cNvPr id="0" name="对象 51"/>
                      <p:cNvPicPr/>
                      <p:nvPr/>
                    </p:nvPicPr>
                    <p:blipFill>
                      <a:blip r:embed="rId9"/>
                      <a:stretch>
                        <a:fillRect/>
                      </a:stretch>
                    </p:blipFill>
                    <p:spPr>
                      <a:xfrm>
                        <a:off x="879428" y="3320253"/>
                        <a:ext cx="3987800" cy="4445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2946980" y="2359661"/>
          <a:ext cx="1531937" cy="434975"/>
        </p:xfrm>
        <a:graphic>
          <a:graphicData uri="http://schemas.openxmlformats.org/presentationml/2006/ole">
            <mc:AlternateContent xmlns:mc="http://schemas.openxmlformats.org/markup-compatibility/2006">
              <mc:Choice xmlns:v="urn:schemas-microsoft-com:vml" Requires="v">
                <p:oleObj r:id="rId10" imgW="1576070" imgH="457200" progId="">
                  <p:embed/>
                </p:oleObj>
              </mc:Choice>
              <mc:Fallback>
                <p:oleObj r:id="rId10" imgW="1576070" imgH="457200" progId="">
                  <p:embed/>
                  <p:pic>
                    <p:nvPicPr>
                      <p:cNvPr id="0" name="图片 270507"/>
                      <p:cNvPicPr/>
                      <p:nvPr/>
                    </p:nvPicPr>
                    <p:blipFill>
                      <a:blip r:embed="rId11"/>
                      <a:stretch>
                        <a:fillRect/>
                      </a:stretch>
                    </p:blipFill>
                    <p:spPr>
                      <a:xfrm>
                        <a:off x="2946980" y="2359661"/>
                        <a:ext cx="1531937" cy="434975"/>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863330" y="2857303"/>
          <a:ext cx="2603500" cy="393700"/>
        </p:xfrm>
        <a:graphic>
          <a:graphicData uri="http://schemas.openxmlformats.org/presentationml/2006/ole">
            <mc:AlternateContent xmlns:mc="http://schemas.openxmlformats.org/markup-compatibility/2006">
              <mc:Choice xmlns:v="urn:schemas-microsoft-com:vml" Requires="v">
                <p:oleObj r:id="rId12" imgW="62484000" imgH="9448800" progId="">
                  <p:embed/>
                </p:oleObj>
              </mc:Choice>
              <mc:Fallback>
                <p:oleObj r:id="rId12" imgW="62484000" imgH="9448800" progId="">
                  <p:embed/>
                  <p:pic>
                    <p:nvPicPr>
                      <p:cNvPr id="0" name="图片 270508"/>
                      <p:cNvPicPr/>
                      <p:nvPr/>
                    </p:nvPicPr>
                    <p:blipFill>
                      <a:blip r:embed="rId13"/>
                      <a:stretch>
                        <a:fillRect/>
                      </a:stretch>
                    </p:blipFill>
                    <p:spPr>
                      <a:xfrm>
                        <a:off x="863330" y="2857303"/>
                        <a:ext cx="2603500" cy="39370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277654" y="3972907"/>
          <a:ext cx="4737100" cy="482600"/>
        </p:xfrm>
        <a:graphic>
          <a:graphicData uri="http://schemas.openxmlformats.org/presentationml/2006/ole">
            <mc:AlternateContent xmlns:mc="http://schemas.openxmlformats.org/markup-compatibility/2006">
              <mc:Choice xmlns:v="urn:schemas-microsoft-com:vml" Requires="v">
                <p:oleObj r:id="rId14" imgW="113690400" imgH="11582400" progId="">
                  <p:embed/>
                </p:oleObj>
              </mc:Choice>
              <mc:Fallback>
                <p:oleObj r:id="rId14" imgW="113690400" imgH="11582400" progId="">
                  <p:embed/>
                  <p:pic>
                    <p:nvPicPr>
                      <p:cNvPr id="0" name="对象 11"/>
                      <p:cNvPicPr/>
                      <p:nvPr/>
                    </p:nvPicPr>
                    <p:blipFill>
                      <a:blip r:embed="rId15"/>
                      <a:stretch>
                        <a:fillRect/>
                      </a:stretch>
                    </p:blipFill>
                    <p:spPr>
                      <a:xfrm>
                        <a:off x="277654" y="3972907"/>
                        <a:ext cx="4737100" cy="48260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143616" y="4852035"/>
          <a:ext cx="3416300" cy="1104900"/>
        </p:xfrm>
        <a:graphic>
          <a:graphicData uri="http://schemas.openxmlformats.org/presentationml/2006/ole">
            <mc:AlternateContent xmlns:mc="http://schemas.openxmlformats.org/markup-compatibility/2006">
              <mc:Choice xmlns:v="urn:schemas-microsoft-com:vml" Requires="v">
                <p:oleObj r:id="rId16" imgW="81991200" imgH="26517600" progId="">
                  <p:embed/>
                </p:oleObj>
              </mc:Choice>
              <mc:Fallback>
                <p:oleObj r:id="rId16" imgW="81991200" imgH="26517600" progId="">
                  <p:embed/>
                  <p:pic>
                    <p:nvPicPr>
                      <p:cNvPr id="0" name="对象 18"/>
                      <p:cNvPicPr/>
                      <p:nvPr/>
                    </p:nvPicPr>
                    <p:blipFill>
                      <a:blip r:embed="rId17"/>
                      <a:stretch>
                        <a:fillRect/>
                      </a:stretch>
                    </p:blipFill>
                    <p:spPr>
                      <a:xfrm>
                        <a:off x="143616" y="4852035"/>
                        <a:ext cx="3416300" cy="1104900"/>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3278154" y="4772574"/>
          <a:ext cx="2667000" cy="1104900"/>
        </p:xfrm>
        <a:graphic>
          <a:graphicData uri="http://schemas.openxmlformats.org/presentationml/2006/ole">
            <mc:AlternateContent xmlns:mc="http://schemas.openxmlformats.org/markup-compatibility/2006">
              <mc:Choice xmlns:v="urn:schemas-microsoft-com:vml" Requires="v">
                <p:oleObj r:id="rId18" imgW="64008000" imgH="26517600" progId="">
                  <p:embed/>
                </p:oleObj>
              </mc:Choice>
              <mc:Fallback>
                <p:oleObj r:id="rId18" imgW="64008000" imgH="26517600" progId="">
                  <p:embed/>
                  <p:pic>
                    <p:nvPicPr>
                      <p:cNvPr id="0" name="对象 20"/>
                      <p:cNvPicPr/>
                      <p:nvPr/>
                    </p:nvPicPr>
                    <p:blipFill>
                      <a:blip r:embed="rId19"/>
                      <a:stretch>
                        <a:fillRect/>
                      </a:stretch>
                    </p:blipFill>
                    <p:spPr>
                      <a:xfrm>
                        <a:off x="3278154" y="4772574"/>
                        <a:ext cx="2667000" cy="1104900"/>
                      </a:xfrm>
                      <a:prstGeom prst="rect">
                        <a:avLst/>
                      </a:prstGeom>
                    </p:spPr>
                  </p:pic>
                </p:oleObj>
              </mc:Fallback>
            </mc:AlternateContent>
          </a:graphicData>
        </a:graphic>
      </p:graphicFrame>
      <p:sp>
        <p:nvSpPr>
          <p:cNvPr id="24" name="矩形 23"/>
          <p:cNvSpPr/>
          <p:nvPr/>
        </p:nvSpPr>
        <p:spPr>
          <a:xfrm>
            <a:off x="6141870" y="4186843"/>
            <a:ext cx="2543162" cy="2205317"/>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a:off x="6312170" y="5289501"/>
            <a:ext cx="1836420"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aphicFrame>
        <p:nvGraphicFramePr>
          <p:cNvPr id="26" name="对象 25"/>
          <p:cNvGraphicFramePr>
            <a:graphicFrameLocks noChangeAspect="1"/>
          </p:cNvGraphicFramePr>
          <p:nvPr/>
        </p:nvGraphicFramePr>
        <p:xfrm>
          <a:off x="8270761" y="5180012"/>
          <a:ext cx="292100" cy="368300"/>
        </p:xfrm>
        <a:graphic>
          <a:graphicData uri="http://schemas.openxmlformats.org/presentationml/2006/ole">
            <mc:AlternateContent xmlns:mc="http://schemas.openxmlformats.org/markup-compatibility/2006">
              <mc:Choice xmlns:v="urn:schemas-microsoft-com:vml" Requires="v">
                <p:oleObj r:id="rId20" imgW="7010400" imgH="8839200" progId="">
                  <p:embed/>
                </p:oleObj>
              </mc:Choice>
              <mc:Fallback>
                <p:oleObj r:id="rId20" imgW="7010400" imgH="8839200" progId="">
                  <p:embed/>
                  <p:pic>
                    <p:nvPicPr>
                      <p:cNvPr id="0" name="对象 22"/>
                      <p:cNvPicPr/>
                      <p:nvPr/>
                    </p:nvPicPr>
                    <p:blipFill>
                      <a:blip r:embed="rId21"/>
                      <a:stretch>
                        <a:fillRect/>
                      </a:stretch>
                    </p:blipFill>
                    <p:spPr>
                      <a:xfrm>
                        <a:off x="8270761" y="5180012"/>
                        <a:ext cx="292100" cy="368300"/>
                      </a:xfrm>
                      <a:prstGeom prst="rect">
                        <a:avLst/>
                      </a:prstGeom>
                    </p:spPr>
                  </p:pic>
                </p:oleObj>
              </mc:Fallback>
            </mc:AlternateContent>
          </a:graphicData>
        </a:graphic>
      </p:graphicFrame>
      <p:cxnSp>
        <p:nvCxnSpPr>
          <p:cNvPr id="27" name="直接箭头连接符 26"/>
          <p:cNvCxnSpPr/>
          <p:nvPr/>
        </p:nvCxnSpPr>
        <p:spPr>
          <a:xfrm flipV="1">
            <a:off x="6312171" y="5289500"/>
            <a:ext cx="1162280" cy="1"/>
          </a:xfrm>
          <a:prstGeom prst="straightConnector1">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rot="3600000" flipV="1">
            <a:off x="6021598" y="5792781"/>
            <a:ext cx="1162280" cy="1"/>
          </a:xfrm>
          <a:prstGeom prst="straightConnector1">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rot="18000000" flipV="1">
            <a:off x="6021597" y="4786216"/>
            <a:ext cx="1162280" cy="1"/>
          </a:xfrm>
          <a:prstGeom prst="straightConnector1">
            <a:avLst/>
          </a:prstGeom>
          <a:ln w="28575">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graphicFrame>
        <p:nvGraphicFramePr>
          <p:cNvPr id="30" name="对象 29"/>
          <p:cNvGraphicFramePr>
            <a:graphicFrameLocks noChangeAspect="1"/>
          </p:cNvGraphicFramePr>
          <p:nvPr/>
        </p:nvGraphicFramePr>
        <p:xfrm>
          <a:off x="7315835" y="5364163"/>
          <a:ext cx="241300" cy="444500"/>
        </p:xfrm>
        <a:graphic>
          <a:graphicData uri="http://schemas.openxmlformats.org/presentationml/2006/ole">
            <mc:AlternateContent xmlns:mc="http://schemas.openxmlformats.org/markup-compatibility/2006">
              <mc:Choice xmlns:v="urn:schemas-microsoft-com:vml" Requires="v">
                <p:oleObj r:id="rId22" imgW="5791200" imgH="10668000" progId="">
                  <p:embed/>
                </p:oleObj>
              </mc:Choice>
              <mc:Fallback>
                <p:oleObj r:id="rId22" imgW="5791200" imgH="10668000" progId="">
                  <p:embed/>
                  <p:pic>
                    <p:nvPicPr>
                      <p:cNvPr id="0" name="对象 31"/>
                      <p:cNvPicPr/>
                      <p:nvPr/>
                    </p:nvPicPr>
                    <p:blipFill>
                      <a:blip r:embed="rId23"/>
                      <a:stretch>
                        <a:fillRect/>
                      </a:stretch>
                    </p:blipFill>
                    <p:spPr>
                      <a:xfrm>
                        <a:off x="7315835" y="5364163"/>
                        <a:ext cx="241300" cy="444500"/>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6930073" y="4186238"/>
          <a:ext cx="266700" cy="444500"/>
        </p:xfrm>
        <a:graphic>
          <a:graphicData uri="http://schemas.openxmlformats.org/presentationml/2006/ole">
            <mc:AlternateContent xmlns:mc="http://schemas.openxmlformats.org/markup-compatibility/2006">
              <mc:Choice xmlns:v="urn:schemas-microsoft-com:vml" Requires="v">
                <p:oleObj r:id="rId24" imgW="6400800" imgH="10668000" progId="">
                  <p:embed/>
                </p:oleObj>
              </mc:Choice>
              <mc:Fallback>
                <p:oleObj r:id="rId24" imgW="6400800" imgH="10668000" progId="">
                  <p:embed/>
                  <p:pic>
                    <p:nvPicPr>
                      <p:cNvPr id="0" name="对象 18"/>
                      <p:cNvPicPr/>
                      <p:nvPr/>
                    </p:nvPicPr>
                    <p:blipFill>
                      <a:blip r:embed="rId25"/>
                      <a:stretch>
                        <a:fillRect/>
                      </a:stretch>
                    </p:blipFill>
                    <p:spPr>
                      <a:xfrm>
                        <a:off x="6930073" y="4186238"/>
                        <a:ext cx="266700" cy="444500"/>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6957060" y="5948363"/>
          <a:ext cx="279400" cy="444500"/>
        </p:xfrm>
        <a:graphic>
          <a:graphicData uri="http://schemas.openxmlformats.org/presentationml/2006/ole">
            <mc:AlternateContent xmlns:mc="http://schemas.openxmlformats.org/markup-compatibility/2006">
              <mc:Choice xmlns:v="urn:schemas-microsoft-com:vml" Requires="v">
                <p:oleObj r:id="rId26" imgW="6705600" imgH="10668000" progId="">
                  <p:embed/>
                </p:oleObj>
              </mc:Choice>
              <mc:Fallback>
                <p:oleObj r:id="rId26" imgW="6705600" imgH="10668000" progId="">
                  <p:embed/>
                  <p:pic>
                    <p:nvPicPr>
                      <p:cNvPr id="0" name="对象 20"/>
                      <p:cNvPicPr/>
                      <p:nvPr/>
                    </p:nvPicPr>
                    <p:blipFill>
                      <a:blip r:embed="rId27"/>
                      <a:stretch>
                        <a:fillRect/>
                      </a:stretch>
                    </p:blipFill>
                    <p:spPr>
                      <a:xfrm>
                        <a:off x="6957060" y="5948363"/>
                        <a:ext cx="279400" cy="444500"/>
                      </a:xfrm>
                      <a:prstGeom prst="rect">
                        <a:avLst/>
                      </a:prstGeom>
                    </p:spPr>
                  </p:pic>
                </p:oleObj>
              </mc:Fallback>
            </mc:AlternateContent>
          </a:graphicData>
        </a:graphic>
      </p:graphicFrame>
      <p:sp>
        <p:nvSpPr>
          <p:cNvPr id="33" name="弧形 32"/>
          <p:cNvSpPr/>
          <p:nvPr/>
        </p:nvSpPr>
        <p:spPr>
          <a:xfrm rot="5758168">
            <a:off x="6054236" y="5051393"/>
            <a:ext cx="517354" cy="458133"/>
          </a:xfrm>
          <a:prstGeom prst="arc">
            <a:avLst>
              <a:gd name="adj1" fmla="val 16200000"/>
              <a:gd name="adj2" fmla="val 1945731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34" name="对象 33"/>
          <p:cNvGraphicFramePr>
            <a:graphicFrameLocks noChangeAspect="1"/>
          </p:cNvGraphicFramePr>
          <p:nvPr/>
        </p:nvGraphicFramePr>
        <p:xfrm>
          <a:off x="6561560" y="5326829"/>
          <a:ext cx="495300" cy="292100"/>
        </p:xfrm>
        <a:graphic>
          <a:graphicData uri="http://schemas.openxmlformats.org/presentationml/2006/ole">
            <mc:AlternateContent xmlns:mc="http://schemas.openxmlformats.org/markup-compatibility/2006">
              <mc:Choice xmlns:v="urn:schemas-microsoft-com:vml" Requires="v">
                <p:oleObj r:id="rId28" imgW="11887200" imgH="7010400" progId="">
                  <p:embed/>
                </p:oleObj>
              </mc:Choice>
              <mc:Fallback>
                <p:oleObj r:id="rId28" imgW="11887200" imgH="7010400" progId="">
                  <p:embed/>
                  <p:pic>
                    <p:nvPicPr>
                      <p:cNvPr id="0" name="对象 32"/>
                      <p:cNvPicPr/>
                      <p:nvPr/>
                    </p:nvPicPr>
                    <p:blipFill>
                      <a:blip r:embed="rId29"/>
                      <a:stretch>
                        <a:fillRect/>
                      </a:stretch>
                    </p:blipFill>
                    <p:spPr>
                      <a:xfrm>
                        <a:off x="6561560" y="5326829"/>
                        <a:ext cx="495300" cy="292100"/>
                      </a:xfrm>
                      <a:prstGeom prst="rect">
                        <a:avLst/>
                      </a:prstGeom>
                    </p:spPr>
                  </p:pic>
                </p:oleObj>
              </mc:Fallback>
            </mc:AlternateContent>
          </a:graphicData>
        </a:graphic>
      </p:graphicFrame>
      <p:sp>
        <p:nvSpPr>
          <p:cNvPr id="35" name="弧形 34"/>
          <p:cNvSpPr/>
          <p:nvPr/>
        </p:nvSpPr>
        <p:spPr>
          <a:xfrm rot="2751514">
            <a:off x="6038484" y="5001363"/>
            <a:ext cx="517354" cy="458133"/>
          </a:xfrm>
          <a:prstGeom prst="arc">
            <a:avLst>
              <a:gd name="adj1" fmla="val 16200000"/>
              <a:gd name="adj2" fmla="val 1945731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36" name="对象 35"/>
          <p:cNvGraphicFramePr>
            <a:graphicFrameLocks noChangeAspect="1"/>
          </p:cNvGraphicFramePr>
          <p:nvPr/>
        </p:nvGraphicFramePr>
        <p:xfrm>
          <a:off x="6561560" y="4954062"/>
          <a:ext cx="495300" cy="292100"/>
        </p:xfrm>
        <a:graphic>
          <a:graphicData uri="http://schemas.openxmlformats.org/presentationml/2006/ole">
            <mc:AlternateContent xmlns:mc="http://schemas.openxmlformats.org/markup-compatibility/2006">
              <mc:Choice xmlns:v="urn:schemas-microsoft-com:vml" Requires="v">
                <p:oleObj r:id="rId30" imgW="11887200" imgH="7010400" progId="">
                  <p:embed/>
                </p:oleObj>
              </mc:Choice>
              <mc:Fallback>
                <p:oleObj r:id="rId30" imgW="11887200" imgH="7010400" progId="">
                  <p:embed/>
                  <p:pic>
                    <p:nvPicPr>
                      <p:cNvPr id="0" name="对象 34"/>
                      <p:cNvPicPr/>
                      <p:nvPr/>
                    </p:nvPicPr>
                    <p:blipFill>
                      <a:blip r:embed="rId29"/>
                      <a:stretch>
                        <a:fillRect/>
                      </a:stretch>
                    </p:blipFill>
                    <p:spPr>
                      <a:xfrm>
                        <a:off x="6561560" y="4954062"/>
                        <a:ext cx="495300" cy="2921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1"/>
          <p:cNvSpPr>
            <a:spLocks noGrp="1"/>
          </p:cNvSpPr>
          <p:nvPr>
            <p:ph type="dt" sz="quarter" idx="10"/>
          </p:nvPr>
        </p:nvSpPr>
        <p:spPr bwMode="auto">
          <a:xfrm>
            <a:off x="381000" y="664368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sz="1000" b="0" kern="1200">
                <a:solidFill>
                  <a:schemeClr val="hlink"/>
                </a:solidFill>
                <a:latin typeface="+mn-lt"/>
                <a:ea typeface="宋体" pitchFamily="2" charset="-122"/>
                <a:cs typeface="+mn-cs"/>
              </a:defRPr>
            </a:lvl1pPr>
            <a:lvl2pPr marL="4572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9436889D-F1CC-4E0E-A489-BEE7BC06B30E}" type="datetime1">
              <a:rPr kumimoji="1" lang="zh-CN" altLang="en-US" smtClean="0">
                <a:solidFill>
                  <a:srgbClr val="FF3300"/>
                </a:solidFill>
                <a:latin typeface="Times New Roman"/>
              </a:rPr>
              <a:pPr marL="0" marR="0" lvl="0" indent="0" algn="l" defTabSz="914400" rtl="0" eaLnBrk="1" fontAlgn="base" latinLnBrk="0" hangingPunct="1">
                <a:lnSpc>
                  <a:spcPct val="100000"/>
                </a:lnSpc>
                <a:spcBef>
                  <a:spcPct val="0"/>
                </a:spcBef>
                <a:spcAft>
                  <a:spcPct val="0"/>
                </a:spcAft>
                <a:buClrTx/>
                <a:buSzTx/>
                <a:buFontTx/>
                <a:buNone/>
                <a:tabLst/>
                <a:defRPr/>
              </a:pPr>
              <a:t>2024/8/17</a:t>
            </a:fld>
            <a:endParaRPr kumimoji="1" lang="en-US" altLang="zh-CN" sz="1000" b="0" i="0" u="none" strike="noStrike" kern="1200" cap="none" spc="0" normalizeH="0" baseline="0" noProof="0">
              <a:ln>
                <a:noFill/>
              </a:ln>
              <a:solidFill>
                <a:srgbClr val="FF3300"/>
              </a:solidFill>
              <a:effectLst/>
              <a:uLnTx/>
              <a:uFillTx/>
              <a:latin typeface="Times New Roman"/>
              <a:ea typeface="宋体" pitchFamily="2" charset="-122"/>
              <a:cs typeface="+mn-cs"/>
            </a:endParaRPr>
          </a:p>
        </p:txBody>
      </p:sp>
      <p:sp>
        <p:nvSpPr>
          <p:cNvPr id="16" name="页脚占位符 2"/>
          <p:cNvSpPr>
            <a:spLocks noGrp="1"/>
          </p:cNvSpPr>
          <p:nvPr>
            <p:ph type="ftr" sz="quarter" idx="11"/>
          </p:nvPr>
        </p:nvSpPr>
        <p:spPr bwMode="auto">
          <a:xfrm>
            <a:off x="3124200" y="664368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sz="1000" b="0" kern="1200">
                <a:solidFill>
                  <a:schemeClr val="hlink"/>
                </a:solidFill>
                <a:latin typeface="+mn-lt"/>
                <a:ea typeface="宋体" pitchFamily="2" charset="-122"/>
                <a:cs typeface="+mn-cs"/>
              </a:defRPr>
            </a:lvl1pPr>
            <a:lvl2pPr marL="4572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a:solidFill>
                  <a:srgbClr val="FF3300"/>
                </a:solidFill>
                <a:latin typeface="Times New Roman"/>
              </a:rPr>
              <a:t>电路理论</a:t>
            </a:r>
            <a:endParaRPr kumimoji="1" lang="en-US" altLang="zh-CN" sz="1000" b="0" i="0" u="none" strike="noStrike" kern="1200" cap="none" spc="0" normalizeH="0" baseline="0" noProof="0" dirty="0">
              <a:ln>
                <a:noFill/>
              </a:ln>
              <a:solidFill>
                <a:srgbClr val="FF3300"/>
              </a:solidFill>
              <a:effectLst/>
              <a:uLnTx/>
              <a:uFillTx/>
              <a:latin typeface="Times New Roman"/>
              <a:ea typeface="宋体" pitchFamily="2" charset="-122"/>
              <a:cs typeface="+mn-cs"/>
            </a:endParaRPr>
          </a:p>
        </p:txBody>
      </p:sp>
      <p:sp>
        <p:nvSpPr>
          <p:cNvPr id="4100" name="灯片编号占位符 3"/>
          <p:cNvSpPr>
            <a:spLocks noGrp="1"/>
          </p:cNvSpPr>
          <p:nvPr>
            <p:ph type="sldNum" sz="quarter" idx="12"/>
          </p:nvPr>
        </p:nvSpPr>
        <p:spPr bwMode="auto">
          <a:xfrm>
            <a:off x="6858000" y="664368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b="0" kern="1200">
                <a:solidFill>
                  <a:schemeClr val="hlink"/>
                </a:solidFill>
                <a:latin typeface="Times New Roman" panose="02020603050405020304" pitchFamily="18" charset="0"/>
                <a:ea typeface="宋体" panose="02010600030101010101" pitchFamily="2" charset="-122"/>
                <a:cs typeface="+mn-cs"/>
              </a:defRPr>
            </a:lvl1pPr>
            <a:lvl2pPr marL="4572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5000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5DA5B83-2F92-4C6D-9A72-CF1705BD8DAB}" type="slidenum">
              <a:rPr kumimoji="1" lang="en-US" altLang="zh-CN" smtClean="0">
                <a:solidFill>
                  <a:srgbClr val="FF3300"/>
                </a:solidFill>
              </a:rPr>
              <a:pPr marL="0" marR="0" lvl="0" indent="0" algn="r" defTabSz="914400" rtl="0" eaLnBrk="1" fontAlgn="base" latinLnBrk="0" hangingPunct="1">
                <a:lnSpc>
                  <a:spcPct val="100000"/>
                </a:lnSpc>
                <a:spcBef>
                  <a:spcPct val="0"/>
                </a:spcBef>
                <a:spcAft>
                  <a:spcPct val="0"/>
                </a:spcAft>
                <a:buClrTx/>
                <a:buSzTx/>
                <a:buFontTx/>
                <a:buNone/>
                <a:tabLst/>
                <a:defRPr/>
              </a:pPr>
              <a:t>243</a:t>
            </a:fld>
            <a:endParaRPr kumimoji="1" lang="en-US" altLang="zh-CN" sz="1000" b="0"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endParaRPr>
          </a:p>
        </p:txBody>
      </p:sp>
      <p:grpSp>
        <p:nvGrpSpPr>
          <p:cNvPr id="4101" name="Group 2"/>
          <p:cNvGrpSpPr>
            <a:grpSpLocks/>
          </p:cNvGrpSpPr>
          <p:nvPr/>
        </p:nvGrpSpPr>
        <p:grpSpPr bwMode="auto">
          <a:xfrm>
            <a:off x="0" y="0"/>
            <a:ext cx="9144000" cy="6858000"/>
            <a:chOff x="0" y="0"/>
            <a:chExt cx="5970" cy="4956"/>
          </a:xfrm>
        </p:grpSpPr>
        <p:pic>
          <p:nvPicPr>
            <p:cNvPr id="4110" name="Picture 3"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4"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5"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3" name="Picture 6"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9"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4" name="Text Box 17"/>
          <p:cNvSpPr txBox="1">
            <a:spLocks noChangeArrowheads="1"/>
          </p:cNvSpPr>
          <p:nvPr/>
        </p:nvSpPr>
        <p:spPr bwMode="auto">
          <a:xfrm>
            <a:off x="969963" y="2303463"/>
            <a:ext cx="461761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15.2 </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平均功率和有效值</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Average Power and </a:t>
            </a:r>
            <a:r>
              <a:rPr kumimoji="1"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rms</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Values</a:t>
            </a:r>
          </a:p>
        </p:txBody>
      </p:sp>
      <p:sp>
        <p:nvSpPr>
          <p:cNvPr id="4105" name="Text Box 19"/>
          <p:cNvSpPr txBox="1">
            <a:spLocks noChangeArrowheads="1"/>
          </p:cNvSpPr>
          <p:nvPr/>
        </p:nvSpPr>
        <p:spPr bwMode="auto">
          <a:xfrm>
            <a:off x="969963" y="1511300"/>
            <a:ext cx="436972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15.1 </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周期性函数的傅里叶级数</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Trigonometric Fourier Series</a:t>
            </a:r>
          </a:p>
        </p:txBody>
      </p:sp>
      <p:sp>
        <p:nvSpPr>
          <p:cNvPr id="4106" name="Text Box 21"/>
          <p:cNvSpPr txBox="1">
            <a:spLocks noChangeArrowheads="1"/>
          </p:cNvSpPr>
          <p:nvPr/>
        </p:nvSpPr>
        <p:spPr bwMode="auto">
          <a:xfrm>
            <a:off x="920750" y="3168650"/>
            <a:ext cx="80803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15.3 </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周期性非正弦电源激励下的稳态响应</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Steady-state Response under </a:t>
            </a:r>
            <a:r>
              <a:rPr kumimoji="1"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隶书" panose="02010509060101010101" pitchFamily="49" charset="-122"/>
                <a:cs typeface="+mn-cs"/>
              </a:rPr>
              <a:t>Nonsinasoidal</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 Input</a:t>
            </a:r>
          </a:p>
        </p:txBody>
      </p:sp>
      <p:sp>
        <p:nvSpPr>
          <p:cNvPr id="304150" name="Text Box 22"/>
          <p:cNvSpPr txBox="1">
            <a:spLocks noChangeArrowheads="1"/>
          </p:cNvSpPr>
          <p:nvPr/>
        </p:nvSpPr>
        <p:spPr bwMode="auto">
          <a:xfrm>
            <a:off x="298450" y="0"/>
            <a:ext cx="884555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rPr>
              <a:t>Chapter 15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4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周期性非正弦稳态电路</a:t>
            </a:r>
          </a:p>
        </p:txBody>
      </p:sp>
    </p:spTree>
    <p:extLst>
      <p:ext uri="{BB962C8B-B14F-4D97-AF65-F5344CB8AC3E}">
        <p14:creationId xmlns:p14="http://schemas.microsoft.com/office/powerpoint/2010/main" val="198366258"/>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8738" name="Object 2">
            <a:extLst>
              <a:ext uri="{FF2B5EF4-FFF2-40B4-BE49-F238E27FC236}">
                <a16:creationId xmlns:a16="http://schemas.microsoft.com/office/drawing/2014/main" id="{CD33D2E7-1F41-46C8-A3D2-7D8FFF5D7B12}"/>
              </a:ext>
            </a:extLst>
          </p:cNvPr>
          <p:cNvGraphicFramePr>
            <a:graphicFrameLocks noChangeAspect="1"/>
          </p:cNvGraphicFramePr>
          <p:nvPr/>
        </p:nvGraphicFramePr>
        <p:xfrm>
          <a:off x="4103688" y="1160463"/>
          <a:ext cx="1968500" cy="1090612"/>
        </p:xfrm>
        <a:graphic>
          <a:graphicData uri="http://schemas.openxmlformats.org/presentationml/2006/ole">
            <mc:AlternateContent xmlns:mc="http://schemas.openxmlformats.org/markup-compatibility/2006">
              <mc:Choice xmlns:v="urn:schemas-microsoft-com:vml" Requires="v">
                <p:oleObj name="Equation" r:id="rId3" imgW="876240" imgH="457200" progId="Equation.3">
                  <p:embed/>
                </p:oleObj>
              </mc:Choice>
              <mc:Fallback>
                <p:oleObj name="Equation" r:id="rId3" imgW="876240" imgH="457200" progId="Equation.3">
                  <p:embed/>
                  <p:pic>
                    <p:nvPicPr>
                      <p:cNvPr id="628738" name="Object 2">
                        <a:extLst>
                          <a:ext uri="{FF2B5EF4-FFF2-40B4-BE49-F238E27FC236}">
                            <a16:creationId xmlns:a16="http://schemas.microsoft.com/office/drawing/2014/main" id="{CD33D2E7-1F41-46C8-A3D2-7D8FFF5D7B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3688" y="1160463"/>
                        <a:ext cx="1968500" cy="109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8739" name="Text Box 3">
            <a:extLst>
              <a:ext uri="{FF2B5EF4-FFF2-40B4-BE49-F238E27FC236}">
                <a16:creationId xmlns:a16="http://schemas.microsoft.com/office/drawing/2014/main" id="{6B1F33C7-7179-4619-A113-1440F68BB0A3}"/>
              </a:ext>
            </a:extLst>
          </p:cNvPr>
          <p:cNvSpPr txBox="1">
            <a:spLocks noChangeArrowheads="1"/>
          </p:cNvSpPr>
          <p:nvPr/>
        </p:nvSpPr>
        <p:spPr bwMode="auto">
          <a:xfrm>
            <a:off x="3373438" y="1465263"/>
            <a:ext cx="838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或</a:t>
            </a:r>
            <a:endParaRPr kumimoji="1" lang="zh-CN" altLang="en-US" sz="2400">
              <a:latin typeface="Times New Roman" panose="02020603050405020304" pitchFamily="18" charset="0"/>
            </a:endParaRPr>
          </a:p>
        </p:txBody>
      </p:sp>
      <p:sp>
        <p:nvSpPr>
          <p:cNvPr id="628740" name="Text Box 4">
            <a:extLst>
              <a:ext uri="{FF2B5EF4-FFF2-40B4-BE49-F238E27FC236}">
                <a16:creationId xmlns:a16="http://schemas.microsoft.com/office/drawing/2014/main" id="{3E108B70-00BE-4D25-9DB0-995FD252F4CB}"/>
              </a:ext>
            </a:extLst>
          </p:cNvPr>
          <p:cNvSpPr txBox="1">
            <a:spLocks noChangeArrowheads="1"/>
          </p:cNvSpPr>
          <p:nvPr/>
        </p:nvSpPr>
        <p:spPr bwMode="auto">
          <a:xfrm>
            <a:off x="5270500" y="3860800"/>
            <a:ext cx="3619500" cy="457200"/>
          </a:xfrm>
          <a:prstGeom prst="rect">
            <a:avLst/>
          </a:prstGeom>
          <a:noFill/>
          <a:ln>
            <a:noFill/>
          </a:ln>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即</a:t>
            </a:r>
            <a:r>
              <a:rPr kumimoji="1" lang="en-US" altLang="zh-CN" sz="2400" b="1" i="1">
                <a:latin typeface="Times New Roman" panose="02020603050405020304" pitchFamily="18" charset="0"/>
              </a:rPr>
              <a:t>f</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在一周期内平均值</a:t>
            </a:r>
            <a:endParaRPr kumimoji="1" lang="zh-CN" altLang="en-US" sz="2400">
              <a:latin typeface="Times New Roman" panose="02020603050405020304" pitchFamily="18" charset="0"/>
            </a:endParaRPr>
          </a:p>
        </p:txBody>
      </p:sp>
      <p:sp>
        <p:nvSpPr>
          <p:cNvPr id="628741" name="Text Box 5">
            <a:extLst>
              <a:ext uri="{FF2B5EF4-FFF2-40B4-BE49-F238E27FC236}">
                <a16:creationId xmlns:a16="http://schemas.microsoft.com/office/drawing/2014/main" id="{67694559-3A83-4542-9F95-BEDD33EE49FB}"/>
              </a:ext>
            </a:extLst>
          </p:cNvPr>
          <p:cNvSpPr txBox="1">
            <a:spLocks noChangeArrowheads="1"/>
          </p:cNvSpPr>
          <p:nvPr/>
        </p:nvSpPr>
        <p:spPr bwMode="auto">
          <a:xfrm>
            <a:off x="266700" y="3111500"/>
            <a:ext cx="59055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求傅里叶系数</a:t>
            </a:r>
            <a:r>
              <a:rPr kumimoji="1" lang="en-US" altLang="zh-CN" sz="2400" b="1">
                <a:solidFill>
                  <a:srgbClr val="FF3300"/>
                </a:solidFill>
                <a:latin typeface="Times New Roman" panose="02020603050405020304" pitchFamily="18" charset="0"/>
              </a:rPr>
              <a:t>(Fourier coefficient)</a:t>
            </a:r>
            <a:r>
              <a:rPr kumimoji="1" lang="zh-CN" altLang="en-US" sz="2400" b="1">
                <a:solidFill>
                  <a:srgbClr val="FF3300"/>
                </a:solidFill>
                <a:latin typeface="Times New Roman" panose="02020603050405020304" pitchFamily="18" charset="0"/>
              </a:rPr>
              <a:t>的公式：</a:t>
            </a:r>
          </a:p>
        </p:txBody>
      </p:sp>
      <p:graphicFrame>
        <p:nvGraphicFramePr>
          <p:cNvPr id="628742" name="Object 6">
            <a:extLst>
              <a:ext uri="{FF2B5EF4-FFF2-40B4-BE49-F238E27FC236}">
                <a16:creationId xmlns:a16="http://schemas.microsoft.com/office/drawing/2014/main" id="{A41FBEFB-A379-4EE7-94E8-0236256EF3E1}"/>
              </a:ext>
            </a:extLst>
          </p:cNvPr>
          <p:cNvGraphicFramePr>
            <a:graphicFrameLocks noChangeAspect="1"/>
          </p:cNvGraphicFramePr>
          <p:nvPr/>
        </p:nvGraphicFramePr>
        <p:xfrm>
          <a:off x="795338" y="1273175"/>
          <a:ext cx="1985962" cy="1693863"/>
        </p:xfrm>
        <a:graphic>
          <a:graphicData uri="http://schemas.openxmlformats.org/presentationml/2006/ole">
            <mc:AlternateContent xmlns:mc="http://schemas.openxmlformats.org/markup-compatibility/2006">
              <mc:Choice xmlns:v="urn:schemas-microsoft-com:vml" Requires="v">
                <p:oleObj name="Equation" r:id="rId5" imgW="888840" imgH="736560" progId="Equation.3">
                  <p:embed/>
                </p:oleObj>
              </mc:Choice>
              <mc:Fallback>
                <p:oleObj name="Equation" r:id="rId5" imgW="888840" imgH="736560" progId="Equation.3">
                  <p:embed/>
                  <p:pic>
                    <p:nvPicPr>
                      <p:cNvPr id="628742" name="Object 6">
                        <a:extLst>
                          <a:ext uri="{FF2B5EF4-FFF2-40B4-BE49-F238E27FC236}">
                            <a16:creationId xmlns:a16="http://schemas.microsoft.com/office/drawing/2014/main" id="{A41FBEFB-A379-4EE7-94E8-0236256EF3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338" y="1273175"/>
                        <a:ext cx="1985962" cy="1693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8743" name="Text Box 7">
            <a:extLst>
              <a:ext uri="{FF2B5EF4-FFF2-40B4-BE49-F238E27FC236}">
                <a16:creationId xmlns:a16="http://schemas.microsoft.com/office/drawing/2014/main" id="{B236D477-3534-457C-98E5-87B5DCD0E396}"/>
              </a:ext>
            </a:extLst>
          </p:cNvPr>
          <p:cNvSpPr txBox="1">
            <a:spLocks noChangeArrowheads="1"/>
          </p:cNvSpPr>
          <p:nvPr/>
        </p:nvSpPr>
        <p:spPr bwMode="auto">
          <a:xfrm>
            <a:off x="422275" y="225425"/>
            <a:ext cx="416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zh-CN" altLang="en-US" sz="2400" b="1">
                <a:latin typeface="Times New Roman" panose="02020603050405020304" pitchFamily="18" charset="0"/>
              </a:rPr>
              <a:t>两种表示式中系数间的关系：</a:t>
            </a:r>
          </a:p>
        </p:txBody>
      </p:sp>
      <p:graphicFrame>
        <p:nvGraphicFramePr>
          <p:cNvPr id="628753" name="Object 17">
            <a:extLst>
              <a:ext uri="{FF2B5EF4-FFF2-40B4-BE49-F238E27FC236}">
                <a16:creationId xmlns:a16="http://schemas.microsoft.com/office/drawing/2014/main" id="{D1988AE1-89E0-4951-8411-A93FDAF0BDE9}"/>
              </a:ext>
            </a:extLst>
          </p:cNvPr>
          <p:cNvGraphicFramePr>
            <a:graphicFrameLocks noChangeAspect="1"/>
          </p:cNvGraphicFramePr>
          <p:nvPr/>
        </p:nvGraphicFramePr>
        <p:xfrm>
          <a:off x="773113" y="3602038"/>
          <a:ext cx="4129087" cy="898525"/>
        </p:xfrm>
        <a:graphic>
          <a:graphicData uri="http://schemas.openxmlformats.org/presentationml/2006/ole">
            <mc:AlternateContent xmlns:mc="http://schemas.openxmlformats.org/markup-compatibility/2006">
              <mc:Choice xmlns:v="urn:schemas-microsoft-com:vml" Requires="v">
                <p:oleObj name="Equation" r:id="rId7" imgW="1981080" imgH="469800" progId="Equation.3">
                  <p:embed/>
                </p:oleObj>
              </mc:Choice>
              <mc:Fallback>
                <p:oleObj name="Equation" r:id="rId7" imgW="1981080" imgH="469800" progId="Equation.3">
                  <p:embed/>
                  <p:pic>
                    <p:nvPicPr>
                      <p:cNvPr id="628753" name="Object 17">
                        <a:extLst>
                          <a:ext uri="{FF2B5EF4-FFF2-40B4-BE49-F238E27FC236}">
                            <a16:creationId xmlns:a16="http://schemas.microsoft.com/office/drawing/2014/main" id="{D1988AE1-89E0-4951-8411-A93FDAF0BD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3113" y="3602038"/>
                        <a:ext cx="4129087" cy="898525"/>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54" name="Object 18">
            <a:extLst>
              <a:ext uri="{FF2B5EF4-FFF2-40B4-BE49-F238E27FC236}">
                <a16:creationId xmlns:a16="http://schemas.microsoft.com/office/drawing/2014/main" id="{6BFB956C-E86A-43A7-851A-609D749A2390}"/>
              </a:ext>
            </a:extLst>
          </p:cNvPr>
          <p:cNvGraphicFramePr>
            <a:graphicFrameLocks noChangeAspect="1"/>
          </p:cNvGraphicFramePr>
          <p:nvPr/>
        </p:nvGraphicFramePr>
        <p:xfrm>
          <a:off x="763588" y="4532313"/>
          <a:ext cx="6386512" cy="869950"/>
        </p:xfrm>
        <a:graphic>
          <a:graphicData uri="http://schemas.openxmlformats.org/presentationml/2006/ole">
            <mc:AlternateContent xmlns:mc="http://schemas.openxmlformats.org/markup-compatibility/2006">
              <mc:Choice xmlns:v="urn:schemas-microsoft-com:vml" Requires="v">
                <p:oleObj name="Equation" r:id="rId9" imgW="3162240" imgH="406080" progId="Equation.3">
                  <p:embed/>
                </p:oleObj>
              </mc:Choice>
              <mc:Fallback>
                <p:oleObj name="Equation" r:id="rId9" imgW="3162240" imgH="406080" progId="Equation.3">
                  <p:embed/>
                  <p:pic>
                    <p:nvPicPr>
                      <p:cNvPr id="628754" name="Object 18">
                        <a:extLst>
                          <a:ext uri="{FF2B5EF4-FFF2-40B4-BE49-F238E27FC236}">
                            <a16:creationId xmlns:a16="http://schemas.microsoft.com/office/drawing/2014/main" id="{6BFB956C-E86A-43A7-851A-609D749A239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3588" y="4532313"/>
                        <a:ext cx="6386512" cy="8699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55" name="Object 19">
            <a:extLst>
              <a:ext uri="{FF2B5EF4-FFF2-40B4-BE49-F238E27FC236}">
                <a16:creationId xmlns:a16="http://schemas.microsoft.com/office/drawing/2014/main" id="{B30EBFB3-BC6F-400E-95CA-BAAABC6EE8DD}"/>
              </a:ext>
            </a:extLst>
          </p:cNvPr>
          <p:cNvGraphicFramePr>
            <a:graphicFrameLocks noChangeAspect="1"/>
          </p:cNvGraphicFramePr>
          <p:nvPr/>
        </p:nvGraphicFramePr>
        <p:xfrm>
          <a:off x="776288" y="5421313"/>
          <a:ext cx="6296025" cy="817562"/>
        </p:xfrm>
        <a:graphic>
          <a:graphicData uri="http://schemas.openxmlformats.org/presentationml/2006/ole">
            <mc:AlternateContent xmlns:mc="http://schemas.openxmlformats.org/markup-compatibility/2006">
              <mc:Choice xmlns:v="urn:schemas-microsoft-com:vml" Requires="v">
                <p:oleObj name="Equation" r:id="rId11" imgW="3124080" imgH="406080" progId="Equation.3">
                  <p:embed/>
                </p:oleObj>
              </mc:Choice>
              <mc:Fallback>
                <p:oleObj name="Equation" r:id="rId11" imgW="3124080" imgH="406080" progId="Equation.3">
                  <p:embed/>
                  <p:pic>
                    <p:nvPicPr>
                      <p:cNvPr id="628755" name="Object 19">
                        <a:extLst>
                          <a:ext uri="{FF2B5EF4-FFF2-40B4-BE49-F238E27FC236}">
                            <a16:creationId xmlns:a16="http://schemas.microsoft.com/office/drawing/2014/main" id="{B30EBFB3-BC6F-400E-95CA-BAAABC6EE8D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6288" y="5421313"/>
                        <a:ext cx="6296025" cy="817562"/>
                      </a:xfrm>
                      <a:prstGeom prst="rect">
                        <a:avLst/>
                      </a:prstGeom>
                      <a:noFill/>
                      <a:ln>
                        <a:noFill/>
                      </a:ln>
                      <a:effectLst/>
                      <a:extLst>
                        <a:ext uri="{909E8E84-426E-40DD-AFC4-6F175D3DCCD1}">
                          <a14:hiddenFill xmlns:a14="http://schemas.microsoft.com/office/drawing/2010/main">
                            <a:solidFill>
                              <a:srgbClr val="CCFF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56" name="Object 20">
            <a:extLst>
              <a:ext uri="{FF2B5EF4-FFF2-40B4-BE49-F238E27FC236}">
                <a16:creationId xmlns:a16="http://schemas.microsoft.com/office/drawing/2014/main" id="{8B6CB0DA-3D0F-44E4-AD16-0391C2C55B3C}"/>
              </a:ext>
            </a:extLst>
          </p:cNvPr>
          <p:cNvGraphicFramePr>
            <a:graphicFrameLocks noChangeAspect="1"/>
          </p:cNvGraphicFramePr>
          <p:nvPr/>
        </p:nvGraphicFramePr>
        <p:xfrm>
          <a:off x="771525" y="690563"/>
          <a:ext cx="1066800" cy="534987"/>
        </p:xfrm>
        <a:graphic>
          <a:graphicData uri="http://schemas.openxmlformats.org/presentationml/2006/ole">
            <mc:AlternateContent xmlns:mc="http://schemas.openxmlformats.org/markup-compatibility/2006">
              <mc:Choice xmlns:v="urn:schemas-microsoft-com:vml" Requires="v">
                <p:oleObj name="Equation" r:id="rId13" imgW="457200" imgH="228600" progId="Equation.3">
                  <p:embed/>
                </p:oleObj>
              </mc:Choice>
              <mc:Fallback>
                <p:oleObj name="Equation" r:id="rId13" imgW="457200" imgH="228600" progId="Equation.3">
                  <p:embed/>
                  <p:pic>
                    <p:nvPicPr>
                      <p:cNvPr id="628756" name="Object 20">
                        <a:extLst>
                          <a:ext uri="{FF2B5EF4-FFF2-40B4-BE49-F238E27FC236}">
                            <a16:creationId xmlns:a16="http://schemas.microsoft.com/office/drawing/2014/main" id="{8B6CB0DA-3D0F-44E4-AD16-0391C2C55B3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1525" y="690563"/>
                        <a:ext cx="1066800"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28759" name="Group 23">
            <a:extLst>
              <a:ext uri="{FF2B5EF4-FFF2-40B4-BE49-F238E27FC236}">
                <a16:creationId xmlns:a16="http://schemas.microsoft.com/office/drawing/2014/main" id="{97608D72-85A0-44CC-AB22-2F3D5623A828}"/>
              </a:ext>
            </a:extLst>
          </p:cNvPr>
          <p:cNvGrpSpPr>
            <a:grpSpLocks/>
          </p:cNvGrpSpPr>
          <p:nvPr/>
        </p:nvGrpSpPr>
        <p:grpSpPr bwMode="auto">
          <a:xfrm>
            <a:off x="6869113" y="952500"/>
            <a:ext cx="1895475" cy="1493838"/>
            <a:chOff x="4327" y="600"/>
            <a:chExt cx="1194" cy="941"/>
          </a:xfrm>
        </p:grpSpPr>
        <p:sp>
          <p:nvSpPr>
            <p:cNvPr id="628745" name="Line 9">
              <a:extLst>
                <a:ext uri="{FF2B5EF4-FFF2-40B4-BE49-F238E27FC236}">
                  <a16:creationId xmlns:a16="http://schemas.microsoft.com/office/drawing/2014/main" id="{B7FB5D41-67F9-4204-9B57-A5C1FB608066}"/>
                </a:ext>
              </a:extLst>
            </p:cNvPr>
            <p:cNvSpPr>
              <a:spLocks noChangeShapeType="1"/>
            </p:cNvSpPr>
            <p:nvPr/>
          </p:nvSpPr>
          <p:spPr bwMode="auto">
            <a:xfrm>
              <a:off x="5287" y="600"/>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8746" name="Line 10">
              <a:extLst>
                <a:ext uri="{FF2B5EF4-FFF2-40B4-BE49-F238E27FC236}">
                  <a16:creationId xmlns:a16="http://schemas.microsoft.com/office/drawing/2014/main" id="{577279F8-BE59-44EB-94D4-79248DA994CB}"/>
                </a:ext>
              </a:extLst>
            </p:cNvPr>
            <p:cNvSpPr>
              <a:spLocks noChangeShapeType="1"/>
            </p:cNvSpPr>
            <p:nvPr/>
          </p:nvSpPr>
          <p:spPr bwMode="auto">
            <a:xfrm flipH="1">
              <a:off x="4327" y="1262"/>
              <a:ext cx="9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28747" name="Object 11">
              <a:extLst>
                <a:ext uri="{FF2B5EF4-FFF2-40B4-BE49-F238E27FC236}">
                  <a16:creationId xmlns:a16="http://schemas.microsoft.com/office/drawing/2014/main" id="{248C8523-FEED-40F7-A5B1-FDFF360AFA0C}"/>
                </a:ext>
              </a:extLst>
            </p:cNvPr>
            <p:cNvGraphicFramePr>
              <a:graphicFrameLocks noChangeAspect="1"/>
            </p:cNvGraphicFramePr>
            <p:nvPr/>
          </p:nvGraphicFramePr>
          <p:xfrm>
            <a:off x="5299" y="783"/>
            <a:ext cx="222" cy="288"/>
          </p:xfrm>
          <a:graphic>
            <a:graphicData uri="http://schemas.openxmlformats.org/presentationml/2006/ole">
              <mc:AlternateContent xmlns:mc="http://schemas.openxmlformats.org/markup-compatibility/2006">
                <mc:Choice xmlns:v="urn:schemas-microsoft-com:vml" Requires="v">
                  <p:oleObj name="Equation" r:id="rId15" imgW="177480" imgH="228600" progId="Equation.3">
                    <p:embed/>
                  </p:oleObj>
                </mc:Choice>
                <mc:Fallback>
                  <p:oleObj name="Equation" r:id="rId15" imgW="177480" imgH="228600" progId="Equation.3">
                    <p:embed/>
                    <p:pic>
                      <p:nvPicPr>
                        <p:cNvPr id="628747" name="Object 11">
                          <a:extLst>
                            <a:ext uri="{FF2B5EF4-FFF2-40B4-BE49-F238E27FC236}">
                              <a16:creationId xmlns:a16="http://schemas.microsoft.com/office/drawing/2014/main" id="{248C8523-FEED-40F7-A5B1-FDFF360AFA0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99" y="783"/>
                          <a:ext cx="22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48" name="Object 12">
              <a:extLst>
                <a:ext uri="{FF2B5EF4-FFF2-40B4-BE49-F238E27FC236}">
                  <a16:creationId xmlns:a16="http://schemas.microsoft.com/office/drawing/2014/main" id="{63072959-3B57-4AB5-A902-8920FB4EFF2C}"/>
                </a:ext>
              </a:extLst>
            </p:cNvPr>
            <p:cNvGraphicFramePr>
              <a:graphicFrameLocks noChangeAspect="1"/>
            </p:cNvGraphicFramePr>
            <p:nvPr/>
          </p:nvGraphicFramePr>
          <p:xfrm>
            <a:off x="4762" y="1253"/>
            <a:ext cx="222" cy="288"/>
          </p:xfrm>
          <a:graphic>
            <a:graphicData uri="http://schemas.openxmlformats.org/presentationml/2006/ole">
              <mc:AlternateContent xmlns:mc="http://schemas.openxmlformats.org/markup-compatibility/2006">
                <mc:Choice xmlns:v="urn:schemas-microsoft-com:vml" Requires="v">
                  <p:oleObj name="Equation" r:id="rId17" imgW="177480" imgH="228600" progId="Equation.3">
                    <p:embed/>
                  </p:oleObj>
                </mc:Choice>
                <mc:Fallback>
                  <p:oleObj name="Equation" r:id="rId17" imgW="177480" imgH="228600" progId="Equation.3">
                    <p:embed/>
                    <p:pic>
                      <p:nvPicPr>
                        <p:cNvPr id="628748" name="Object 12">
                          <a:extLst>
                            <a:ext uri="{FF2B5EF4-FFF2-40B4-BE49-F238E27FC236}">
                              <a16:creationId xmlns:a16="http://schemas.microsoft.com/office/drawing/2014/main" id="{63072959-3B57-4AB5-A902-8920FB4EFF2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62" y="1253"/>
                          <a:ext cx="22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49" name="Object 13">
              <a:extLst>
                <a:ext uri="{FF2B5EF4-FFF2-40B4-BE49-F238E27FC236}">
                  <a16:creationId xmlns:a16="http://schemas.microsoft.com/office/drawing/2014/main" id="{3A8851BC-3BED-454C-B1DD-A02796DE7772}"/>
                </a:ext>
              </a:extLst>
            </p:cNvPr>
            <p:cNvGraphicFramePr>
              <a:graphicFrameLocks noChangeAspect="1"/>
            </p:cNvGraphicFramePr>
            <p:nvPr/>
          </p:nvGraphicFramePr>
          <p:xfrm>
            <a:off x="4670" y="999"/>
            <a:ext cx="210" cy="273"/>
          </p:xfrm>
          <a:graphic>
            <a:graphicData uri="http://schemas.openxmlformats.org/presentationml/2006/ole">
              <mc:AlternateContent xmlns:mc="http://schemas.openxmlformats.org/markup-compatibility/2006">
                <mc:Choice xmlns:v="urn:schemas-microsoft-com:vml" Requires="v">
                  <p:oleObj name="Equation" r:id="rId19" imgW="177480" imgH="228600" progId="Equation.3">
                    <p:embed/>
                  </p:oleObj>
                </mc:Choice>
                <mc:Fallback>
                  <p:oleObj name="Equation" r:id="rId19" imgW="177480" imgH="228600" progId="Equation.3">
                    <p:embed/>
                    <p:pic>
                      <p:nvPicPr>
                        <p:cNvPr id="628749" name="Object 13">
                          <a:extLst>
                            <a:ext uri="{FF2B5EF4-FFF2-40B4-BE49-F238E27FC236}">
                              <a16:creationId xmlns:a16="http://schemas.microsoft.com/office/drawing/2014/main" id="{3A8851BC-3BED-454C-B1DD-A02796DE777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70" y="999"/>
                          <a:ext cx="210"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8750" name="Object 14">
              <a:extLst>
                <a:ext uri="{FF2B5EF4-FFF2-40B4-BE49-F238E27FC236}">
                  <a16:creationId xmlns:a16="http://schemas.microsoft.com/office/drawing/2014/main" id="{138A0F28-29B0-434D-9416-35018374C761}"/>
                </a:ext>
              </a:extLst>
            </p:cNvPr>
            <p:cNvGraphicFramePr>
              <a:graphicFrameLocks noChangeAspect="1"/>
            </p:cNvGraphicFramePr>
            <p:nvPr/>
          </p:nvGraphicFramePr>
          <p:xfrm>
            <a:off x="4604" y="663"/>
            <a:ext cx="198" cy="273"/>
          </p:xfrm>
          <a:graphic>
            <a:graphicData uri="http://schemas.openxmlformats.org/presentationml/2006/ole">
              <mc:AlternateContent xmlns:mc="http://schemas.openxmlformats.org/markup-compatibility/2006">
                <mc:Choice xmlns:v="urn:schemas-microsoft-com:vml" Requires="v">
                  <p:oleObj name="Equation" r:id="rId21" imgW="164880" imgH="228600" progId="Equation.3">
                    <p:embed/>
                  </p:oleObj>
                </mc:Choice>
                <mc:Fallback>
                  <p:oleObj name="Equation" r:id="rId21" imgW="164880" imgH="228600" progId="Equation.3">
                    <p:embed/>
                    <p:pic>
                      <p:nvPicPr>
                        <p:cNvPr id="628750" name="Object 14">
                          <a:extLst>
                            <a:ext uri="{FF2B5EF4-FFF2-40B4-BE49-F238E27FC236}">
                              <a16:creationId xmlns:a16="http://schemas.microsoft.com/office/drawing/2014/main" id="{138A0F28-29B0-434D-9416-35018374C761}"/>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04" y="663"/>
                          <a:ext cx="198"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8751" name="Line 15">
              <a:extLst>
                <a:ext uri="{FF2B5EF4-FFF2-40B4-BE49-F238E27FC236}">
                  <a16:creationId xmlns:a16="http://schemas.microsoft.com/office/drawing/2014/main" id="{5980BA03-FA0F-4662-9E97-BEC30F9D163F}"/>
                </a:ext>
              </a:extLst>
            </p:cNvPr>
            <p:cNvSpPr>
              <a:spLocks noChangeShapeType="1"/>
            </p:cNvSpPr>
            <p:nvPr/>
          </p:nvSpPr>
          <p:spPr bwMode="auto">
            <a:xfrm flipV="1">
              <a:off x="4327" y="600"/>
              <a:ext cx="960" cy="6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8752" name="Arc 16">
              <a:extLst>
                <a:ext uri="{FF2B5EF4-FFF2-40B4-BE49-F238E27FC236}">
                  <a16:creationId xmlns:a16="http://schemas.microsoft.com/office/drawing/2014/main" id="{A9D4D7AF-5132-4A23-A77B-00D3AB8199A8}"/>
                </a:ext>
              </a:extLst>
            </p:cNvPr>
            <p:cNvSpPr>
              <a:spLocks/>
            </p:cNvSpPr>
            <p:nvPr/>
          </p:nvSpPr>
          <p:spPr bwMode="auto">
            <a:xfrm>
              <a:off x="4567" y="1119"/>
              <a:ext cx="81" cy="14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28758" name="Freeform 22">
              <a:extLst>
                <a:ext uri="{FF2B5EF4-FFF2-40B4-BE49-F238E27FC236}">
                  <a16:creationId xmlns:a16="http://schemas.microsoft.com/office/drawing/2014/main" id="{8C1F7B68-040B-4BFF-810F-336C4C2CF58D}"/>
                </a:ext>
              </a:extLst>
            </p:cNvPr>
            <p:cNvSpPr>
              <a:spLocks/>
            </p:cNvSpPr>
            <p:nvPr/>
          </p:nvSpPr>
          <p:spPr bwMode="auto">
            <a:xfrm>
              <a:off x="5193" y="1153"/>
              <a:ext cx="91" cy="113"/>
            </a:xfrm>
            <a:custGeom>
              <a:avLst/>
              <a:gdLst>
                <a:gd name="T0" fmla="*/ 91 w 91"/>
                <a:gd name="T1" fmla="*/ 0 h 113"/>
                <a:gd name="T2" fmla="*/ 0 w 91"/>
                <a:gd name="T3" fmla="*/ 0 h 113"/>
                <a:gd name="T4" fmla="*/ 0 w 91"/>
                <a:gd name="T5" fmla="*/ 113 h 113"/>
              </a:gdLst>
              <a:ahLst/>
              <a:cxnLst>
                <a:cxn ang="0">
                  <a:pos x="T0" y="T1"/>
                </a:cxn>
                <a:cxn ang="0">
                  <a:pos x="T2" y="T3"/>
                </a:cxn>
                <a:cxn ang="0">
                  <a:pos x="T4" y="T5"/>
                </a:cxn>
              </a:cxnLst>
              <a:rect l="0" t="0" r="r" b="b"/>
              <a:pathLst>
                <a:path w="91" h="113">
                  <a:moveTo>
                    <a:pt x="91" y="0"/>
                  </a:moveTo>
                  <a:lnTo>
                    <a:pt x="0" y="0"/>
                  </a:lnTo>
                  <a:lnTo>
                    <a:pt x="0" y="113"/>
                  </a:ln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28743"/>
                                        </p:tgtEl>
                                        <p:attrNameLst>
                                          <p:attrName>style.visibility</p:attrName>
                                        </p:attrNameLst>
                                      </p:cBhvr>
                                      <p:to>
                                        <p:strVal val="visible"/>
                                      </p:to>
                                    </p:set>
                                    <p:animEffect transition="in" filter="dissolve">
                                      <p:cBhvr>
                                        <p:cTn id="7" dur="500"/>
                                        <p:tgtEl>
                                          <p:spTgt spid="628743"/>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628756"/>
                                        </p:tgtEl>
                                        <p:attrNameLst>
                                          <p:attrName>style.visibility</p:attrName>
                                        </p:attrNameLst>
                                      </p:cBhvr>
                                      <p:to>
                                        <p:strVal val="visible"/>
                                      </p:to>
                                    </p:set>
                                    <p:animEffect transition="in" filter="dissolve">
                                      <p:cBhvr>
                                        <p:cTn id="11" dur="500"/>
                                        <p:tgtEl>
                                          <p:spTgt spid="6287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628742"/>
                                        </p:tgtEl>
                                        <p:attrNameLst>
                                          <p:attrName>style.visibility</p:attrName>
                                        </p:attrNameLst>
                                      </p:cBhvr>
                                      <p:to>
                                        <p:strVal val="visible"/>
                                      </p:to>
                                    </p:set>
                                    <p:animEffect transition="in" filter="dissolve">
                                      <p:cBhvr>
                                        <p:cTn id="16" dur="500"/>
                                        <p:tgtEl>
                                          <p:spTgt spid="6287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28739"/>
                                        </p:tgtEl>
                                        <p:attrNameLst>
                                          <p:attrName>style.visibility</p:attrName>
                                        </p:attrNameLst>
                                      </p:cBhvr>
                                      <p:to>
                                        <p:strVal val="visible"/>
                                      </p:to>
                                    </p:set>
                                    <p:animEffect transition="in" filter="dissolve">
                                      <p:cBhvr>
                                        <p:cTn id="21" dur="500"/>
                                        <p:tgtEl>
                                          <p:spTgt spid="62873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628759"/>
                                        </p:tgtEl>
                                        <p:attrNameLst>
                                          <p:attrName>style.visibility</p:attrName>
                                        </p:attrNameLst>
                                      </p:cBhvr>
                                      <p:to>
                                        <p:strVal val="visible"/>
                                      </p:to>
                                    </p:set>
                                    <p:animEffect transition="in" filter="wipe(left)">
                                      <p:cBhvr>
                                        <p:cTn id="26" dur="500"/>
                                        <p:tgtEl>
                                          <p:spTgt spid="628759"/>
                                        </p:tgtEl>
                                      </p:cBhvr>
                                    </p:animEffect>
                                  </p:childTnLst>
                                </p:cTn>
                              </p:par>
                            </p:childTnLst>
                          </p:cTn>
                        </p:par>
                        <p:par>
                          <p:cTn id="27" fill="hold" nodeType="afterGroup">
                            <p:stCondLst>
                              <p:cond delay="500"/>
                            </p:stCondLst>
                            <p:childTnLst>
                              <p:par>
                                <p:cTn id="28" presetID="9" presetClass="entr" presetSubtype="0" fill="hold" nodeType="afterEffect">
                                  <p:stCondLst>
                                    <p:cond delay="0"/>
                                  </p:stCondLst>
                                  <p:childTnLst>
                                    <p:set>
                                      <p:cBhvr>
                                        <p:cTn id="29" dur="1" fill="hold">
                                          <p:stCondLst>
                                            <p:cond delay="0"/>
                                          </p:stCondLst>
                                        </p:cTn>
                                        <p:tgtEl>
                                          <p:spTgt spid="628738"/>
                                        </p:tgtEl>
                                        <p:attrNameLst>
                                          <p:attrName>style.visibility</p:attrName>
                                        </p:attrNameLst>
                                      </p:cBhvr>
                                      <p:to>
                                        <p:strVal val="visible"/>
                                      </p:to>
                                    </p:set>
                                    <p:animEffect transition="in" filter="dissolve">
                                      <p:cBhvr>
                                        <p:cTn id="30" dur="500"/>
                                        <p:tgtEl>
                                          <p:spTgt spid="62873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iterate type="wd">
                                    <p:tmPct val="100000"/>
                                  </p:iterate>
                                  <p:childTnLst>
                                    <p:set>
                                      <p:cBhvr>
                                        <p:cTn id="34" dur="1" fill="hold">
                                          <p:stCondLst>
                                            <p:cond delay="0"/>
                                          </p:stCondLst>
                                        </p:cTn>
                                        <p:tgtEl>
                                          <p:spTgt spid="628741"/>
                                        </p:tgtEl>
                                        <p:attrNameLst>
                                          <p:attrName>style.visibility</p:attrName>
                                        </p:attrNameLst>
                                      </p:cBhvr>
                                      <p:to>
                                        <p:strVal val="visible"/>
                                      </p:to>
                                    </p:set>
                                    <p:animEffect transition="in" filter="dissolve">
                                      <p:cBhvr>
                                        <p:cTn id="35" dur="300"/>
                                        <p:tgtEl>
                                          <p:spTgt spid="62874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628753"/>
                                        </p:tgtEl>
                                        <p:attrNameLst>
                                          <p:attrName>style.visibility</p:attrName>
                                        </p:attrNameLst>
                                      </p:cBhvr>
                                      <p:to>
                                        <p:strVal val="visible"/>
                                      </p:to>
                                    </p:set>
                                    <p:animEffect transition="in" filter="dissolve">
                                      <p:cBhvr>
                                        <p:cTn id="40" dur="500"/>
                                        <p:tgtEl>
                                          <p:spTgt spid="628753"/>
                                        </p:tgtEl>
                                      </p:cBhvr>
                                    </p:animEffect>
                                  </p:childTnLst>
                                </p:cTn>
                              </p:par>
                            </p:childTnLst>
                          </p:cTn>
                        </p:par>
                        <p:par>
                          <p:cTn id="41" fill="hold" nodeType="afterGroup">
                            <p:stCondLst>
                              <p:cond delay="500"/>
                            </p:stCondLst>
                            <p:childTnLst>
                              <p:par>
                                <p:cTn id="42" presetID="2" presetClass="entr" presetSubtype="2" fill="hold" grpId="0" nodeType="afterEffect">
                                  <p:stCondLst>
                                    <p:cond delay="100"/>
                                  </p:stCondLst>
                                  <p:childTnLst>
                                    <p:set>
                                      <p:cBhvr>
                                        <p:cTn id="43" dur="1" fill="hold">
                                          <p:stCondLst>
                                            <p:cond delay="0"/>
                                          </p:stCondLst>
                                        </p:cTn>
                                        <p:tgtEl>
                                          <p:spTgt spid="628740"/>
                                        </p:tgtEl>
                                        <p:attrNameLst>
                                          <p:attrName>style.visibility</p:attrName>
                                        </p:attrNameLst>
                                      </p:cBhvr>
                                      <p:to>
                                        <p:strVal val="visible"/>
                                      </p:to>
                                    </p:set>
                                    <p:anim calcmode="lin" valueType="num">
                                      <p:cBhvr additive="base">
                                        <p:cTn id="44" dur="500" fill="hold"/>
                                        <p:tgtEl>
                                          <p:spTgt spid="628740"/>
                                        </p:tgtEl>
                                        <p:attrNameLst>
                                          <p:attrName>ppt_x</p:attrName>
                                        </p:attrNameLst>
                                      </p:cBhvr>
                                      <p:tavLst>
                                        <p:tav tm="0">
                                          <p:val>
                                            <p:strVal val="1+#ppt_w/2"/>
                                          </p:val>
                                        </p:tav>
                                        <p:tav tm="100000">
                                          <p:val>
                                            <p:strVal val="#ppt_x"/>
                                          </p:val>
                                        </p:tav>
                                      </p:tavLst>
                                    </p:anim>
                                    <p:anim calcmode="lin" valueType="num">
                                      <p:cBhvr additive="base">
                                        <p:cTn id="45" dur="500" fill="hold"/>
                                        <p:tgtEl>
                                          <p:spTgt spid="628740"/>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628754"/>
                                        </p:tgtEl>
                                        <p:attrNameLst>
                                          <p:attrName>style.visibility</p:attrName>
                                        </p:attrNameLst>
                                      </p:cBhvr>
                                      <p:to>
                                        <p:strVal val="visible"/>
                                      </p:to>
                                    </p:set>
                                    <p:animEffect transition="in" filter="dissolve">
                                      <p:cBhvr>
                                        <p:cTn id="50" dur="500"/>
                                        <p:tgtEl>
                                          <p:spTgt spid="62875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628755"/>
                                        </p:tgtEl>
                                        <p:attrNameLst>
                                          <p:attrName>style.visibility</p:attrName>
                                        </p:attrNameLst>
                                      </p:cBhvr>
                                      <p:to>
                                        <p:strVal val="visible"/>
                                      </p:to>
                                    </p:set>
                                    <p:animEffect transition="in" filter="dissolve">
                                      <p:cBhvr>
                                        <p:cTn id="55" dur="500"/>
                                        <p:tgtEl>
                                          <p:spTgt spid="628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39" grpId="0" autoUpdateAnimBg="0"/>
      <p:bldP spid="628740" grpId="0" autoUpdateAnimBg="0"/>
      <p:bldP spid="628741" grpId="0" autoUpdateAnimBg="0"/>
      <p:bldP spid="628743" grpId="0" autoUpdateAnimBg="0"/>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9762" name="Object 2">
            <a:extLst>
              <a:ext uri="{FF2B5EF4-FFF2-40B4-BE49-F238E27FC236}">
                <a16:creationId xmlns:a16="http://schemas.microsoft.com/office/drawing/2014/main" id="{F204F994-5871-48CF-923F-C38D11CDF380}"/>
              </a:ext>
            </a:extLst>
          </p:cNvPr>
          <p:cNvGraphicFramePr>
            <a:graphicFrameLocks noChangeAspect="1"/>
          </p:cNvGraphicFramePr>
          <p:nvPr/>
        </p:nvGraphicFramePr>
        <p:xfrm>
          <a:off x="852488" y="593725"/>
          <a:ext cx="6735762" cy="2241550"/>
        </p:xfrm>
        <a:graphic>
          <a:graphicData uri="http://schemas.openxmlformats.org/presentationml/2006/ole">
            <mc:AlternateContent xmlns:mc="http://schemas.openxmlformats.org/markup-compatibility/2006">
              <mc:Choice xmlns:v="urn:schemas-microsoft-com:vml" Requires="v">
                <p:oleObj name="Equation" r:id="rId3" imgW="2819160" imgH="914400" progId="Equation.DSMT4">
                  <p:embed/>
                </p:oleObj>
              </mc:Choice>
              <mc:Fallback>
                <p:oleObj name="Equation" r:id="rId3" imgW="2819160" imgH="914400" progId="Equation.DSMT4">
                  <p:embed/>
                  <p:pic>
                    <p:nvPicPr>
                      <p:cNvPr id="629762" name="Object 2">
                        <a:extLst>
                          <a:ext uri="{FF2B5EF4-FFF2-40B4-BE49-F238E27FC236}">
                            <a16:creationId xmlns:a16="http://schemas.microsoft.com/office/drawing/2014/main" id="{F204F994-5871-48CF-923F-C38D11CDF3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488" y="593725"/>
                        <a:ext cx="6735762" cy="22415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29763" name="Group 3">
            <a:extLst>
              <a:ext uri="{FF2B5EF4-FFF2-40B4-BE49-F238E27FC236}">
                <a16:creationId xmlns:a16="http://schemas.microsoft.com/office/drawing/2014/main" id="{AF8C8B40-3A58-4C5D-AB59-57749237118E}"/>
              </a:ext>
            </a:extLst>
          </p:cNvPr>
          <p:cNvGrpSpPr>
            <a:grpSpLocks/>
          </p:cNvGrpSpPr>
          <p:nvPr/>
        </p:nvGrpSpPr>
        <p:grpSpPr bwMode="auto">
          <a:xfrm>
            <a:off x="1555750" y="2463800"/>
            <a:ext cx="1539875" cy="1143000"/>
            <a:chOff x="828" y="1536"/>
            <a:chExt cx="888" cy="720"/>
          </a:xfrm>
        </p:grpSpPr>
        <p:sp>
          <p:nvSpPr>
            <p:cNvPr id="629764" name="Text Box 4">
              <a:extLst>
                <a:ext uri="{FF2B5EF4-FFF2-40B4-BE49-F238E27FC236}">
                  <a16:creationId xmlns:a16="http://schemas.microsoft.com/office/drawing/2014/main" id="{58FFABA9-EFB6-4394-88E5-0FA9E943F7A3}"/>
                </a:ext>
              </a:extLst>
            </p:cNvPr>
            <p:cNvSpPr txBox="1">
              <a:spLocks noChangeArrowheads="1"/>
            </p:cNvSpPr>
            <p:nvPr/>
          </p:nvSpPr>
          <p:spPr bwMode="auto">
            <a:xfrm>
              <a:off x="828" y="1968"/>
              <a:ext cx="888"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a:spAutoFit/>
            </a:bodyPr>
            <a:lstStyle/>
            <a:p>
              <a:pPr algn="l">
                <a:spcBef>
                  <a:spcPct val="0"/>
                </a:spcBef>
              </a:pPr>
              <a:r>
                <a:rPr kumimoji="1" lang="zh-CN" altLang="en-US" sz="2400" b="1">
                  <a:solidFill>
                    <a:srgbClr val="660066"/>
                  </a:solidFill>
                  <a:latin typeface="Times New Roman" panose="02020603050405020304" pitchFamily="18" charset="0"/>
                </a:rPr>
                <a:t>直流分量</a:t>
              </a:r>
            </a:p>
          </p:txBody>
        </p:sp>
        <p:sp>
          <p:nvSpPr>
            <p:cNvPr id="629765" name="Line 5">
              <a:extLst>
                <a:ext uri="{FF2B5EF4-FFF2-40B4-BE49-F238E27FC236}">
                  <a16:creationId xmlns:a16="http://schemas.microsoft.com/office/drawing/2014/main" id="{8BFE4CDC-4344-4A90-B154-CBF6EF638E7C}"/>
                </a:ext>
              </a:extLst>
            </p:cNvPr>
            <p:cNvSpPr>
              <a:spLocks noChangeShapeType="1"/>
            </p:cNvSpPr>
            <p:nvPr/>
          </p:nvSpPr>
          <p:spPr bwMode="auto">
            <a:xfrm flipV="1">
              <a:off x="1152" y="1536"/>
              <a:ext cx="0" cy="432"/>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9766" name="Group 6">
            <a:extLst>
              <a:ext uri="{FF2B5EF4-FFF2-40B4-BE49-F238E27FC236}">
                <a16:creationId xmlns:a16="http://schemas.microsoft.com/office/drawing/2014/main" id="{EE20E504-6953-4172-859B-95B05556666D}"/>
              </a:ext>
            </a:extLst>
          </p:cNvPr>
          <p:cNvGrpSpPr>
            <a:grpSpLocks/>
          </p:cNvGrpSpPr>
          <p:nvPr/>
        </p:nvGrpSpPr>
        <p:grpSpPr bwMode="auto">
          <a:xfrm>
            <a:off x="3657600" y="2438400"/>
            <a:ext cx="1409700" cy="1143000"/>
            <a:chOff x="2304" y="1536"/>
            <a:chExt cx="801" cy="720"/>
          </a:xfrm>
        </p:grpSpPr>
        <p:sp>
          <p:nvSpPr>
            <p:cNvPr id="629767" name="Text Box 7">
              <a:extLst>
                <a:ext uri="{FF2B5EF4-FFF2-40B4-BE49-F238E27FC236}">
                  <a16:creationId xmlns:a16="http://schemas.microsoft.com/office/drawing/2014/main" id="{1D0A826B-6585-4345-B66D-71C47D579FAE}"/>
                </a:ext>
              </a:extLst>
            </p:cNvPr>
            <p:cNvSpPr txBox="1">
              <a:spLocks noChangeArrowheads="1"/>
            </p:cNvSpPr>
            <p:nvPr/>
          </p:nvSpPr>
          <p:spPr bwMode="auto">
            <a:xfrm>
              <a:off x="2304" y="1968"/>
              <a:ext cx="801"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660066"/>
                  </a:solidFill>
                  <a:latin typeface="Times New Roman" panose="02020603050405020304" pitchFamily="18" charset="0"/>
                </a:rPr>
                <a:t>谐波分量</a:t>
              </a:r>
            </a:p>
          </p:txBody>
        </p:sp>
        <p:sp>
          <p:nvSpPr>
            <p:cNvPr id="629768" name="Line 8">
              <a:extLst>
                <a:ext uri="{FF2B5EF4-FFF2-40B4-BE49-F238E27FC236}">
                  <a16:creationId xmlns:a16="http://schemas.microsoft.com/office/drawing/2014/main" id="{6963BADF-4BDB-48A1-B512-A54E8DA35EA5}"/>
                </a:ext>
              </a:extLst>
            </p:cNvPr>
            <p:cNvSpPr>
              <a:spLocks noChangeShapeType="1"/>
            </p:cNvSpPr>
            <p:nvPr/>
          </p:nvSpPr>
          <p:spPr bwMode="auto">
            <a:xfrm flipV="1">
              <a:off x="2736" y="1536"/>
              <a:ext cx="0" cy="432"/>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9769" name="Group 9">
            <a:extLst>
              <a:ext uri="{FF2B5EF4-FFF2-40B4-BE49-F238E27FC236}">
                <a16:creationId xmlns:a16="http://schemas.microsoft.com/office/drawing/2014/main" id="{4A1A871D-59F8-4803-8C89-AB77429698AD}"/>
              </a:ext>
            </a:extLst>
          </p:cNvPr>
          <p:cNvGrpSpPr>
            <a:grpSpLocks/>
          </p:cNvGrpSpPr>
          <p:nvPr/>
        </p:nvGrpSpPr>
        <p:grpSpPr bwMode="auto">
          <a:xfrm>
            <a:off x="4191000" y="1066800"/>
            <a:ext cx="2995613" cy="1773238"/>
            <a:chOff x="2736" y="720"/>
            <a:chExt cx="1826" cy="1117"/>
          </a:xfrm>
        </p:grpSpPr>
        <p:sp>
          <p:nvSpPr>
            <p:cNvPr id="629770" name="Text Box 10">
              <a:extLst>
                <a:ext uri="{FF2B5EF4-FFF2-40B4-BE49-F238E27FC236}">
                  <a16:creationId xmlns:a16="http://schemas.microsoft.com/office/drawing/2014/main" id="{4B9F7337-B721-4D22-828D-9975F3717276}"/>
                </a:ext>
              </a:extLst>
            </p:cNvPr>
            <p:cNvSpPr txBox="1">
              <a:spLocks noChangeArrowheads="1"/>
            </p:cNvSpPr>
            <p:nvPr/>
          </p:nvSpPr>
          <p:spPr bwMode="auto">
            <a:xfrm>
              <a:off x="4076" y="1549"/>
              <a:ext cx="486"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spcBef>
                  <a:spcPct val="0"/>
                </a:spcBef>
              </a:pPr>
              <a:r>
                <a:rPr kumimoji="1" lang="zh-CN" altLang="en-US" sz="2400" b="1">
                  <a:latin typeface="Times New Roman" panose="02020603050405020304" pitchFamily="18" charset="0"/>
                </a:rPr>
                <a:t>基波</a:t>
              </a:r>
            </a:p>
          </p:txBody>
        </p:sp>
        <p:sp>
          <p:nvSpPr>
            <p:cNvPr id="629771" name="Line 11">
              <a:extLst>
                <a:ext uri="{FF2B5EF4-FFF2-40B4-BE49-F238E27FC236}">
                  <a16:creationId xmlns:a16="http://schemas.microsoft.com/office/drawing/2014/main" id="{E0305C36-4725-49FC-80E7-4E2539130003}"/>
                </a:ext>
              </a:extLst>
            </p:cNvPr>
            <p:cNvSpPr>
              <a:spLocks noChangeShapeType="1"/>
            </p:cNvSpPr>
            <p:nvPr/>
          </p:nvSpPr>
          <p:spPr bwMode="auto">
            <a:xfrm flipH="1" flipV="1">
              <a:off x="2736" y="720"/>
              <a:ext cx="1584" cy="829"/>
            </a:xfrm>
            <a:prstGeom prst="line">
              <a:avLst/>
            </a:prstGeom>
            <a:noFill/>
            <a:ln w="19050">
              <a:solidFill>
                <a:srgbClr val="FF00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29772" name="Group 12">
            <a:extLst>
              <a:ext uri="{FF2B5EF4-FFF2-40B4-BE49-F238E27FC236}">
                <a16:creationId xmlns:a16="http://schemas.microsoft.com/office/drawing/2014/main" id="{5D2FAF9A-8581-4F8E-A0B7-2399FA6B2C3D}"/>
              </a:ext>
            </a:extLst>
          </p:cNvPr>
          <p:cNvGrpSpPr>
            <a:grpSpLocks/>
          </p:cNvGrpSpPr>
          <p:nvPr/>
        </p:nvGrpSpPr>
        <p:grpSpPr bwMode="auto">
          <a:xfrm>
            <a:off x="6307138" y="1066800"/>
            <a:ext cx="1955800" cy="914400"/>
            <a:chOff x="3973" y="672"/>
            <a:chExt cx="1158" cy="576"/>
          </a:xfrm>
        </p:grpSpPr>
        <p:sp>
          <p:nvSpPr>
            <p:cNvPr id="629773" name="Text Box 13">
              <a:extLst>
                <a:ext uri="{FF2B5EF4-FFF2-40B4-BE49-F238E27FC236}">
                  <a16:creationId xmlns:a16="http://schemas.microsoft.com/office/drawing/2014/main" id="{FF44670F-66E8-4D01-8A86-5FCCD303B65C}"/>
                </a:ext>
              </a:extLst>
            </p:cNvPr>
            <p:cNvSpPr txBox="1">
              <a:spLocks noChangeArrowheads="1"/>
            </p:cNvSpPr>
            <p:nvPr/>
          </p:nvSpPr>
          <p:spPr bwMode="auto">
            <a:xfrm>
              <a:off x="4296" y="960"/>
              <a:ext cx="835"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660066"/>
                  </a:solidFill>
                  <a:latin typeface="Times New Roman" panose="02020603050405020304" pitchFamily="18" charset="0"/>
                </a:rPr>
                <a:t>二次谐波</a:t>
              </a:r>
            </a:p>
          </p:txBody>
        </p:sp>
        <p:sp>
          <p:nvSpPr>
            <p:cNvPr id="629774" name="Line 14">
              <a:extLst>
                <a:ext uri="{FF2B5EF4-FFF2-40B4-BE49-F238E27FC236}">
                  <a16:creationId xmlns:a16="http://schemas.microsoft.com/office/drawing/2014/main" id="{B12040BC-EBE2-4891-8675-5A84F6537D4A}"/>
                </a:ext>
              </a:extLst>
            </p:cNvPr>
            <p:cNvSpPr>
              <a:spLocks noChangeShapeType="1"/>
            </p:cNvSpPr>
            <p:nvPr/>
          </p:nvSpPr>
          <p:spPr bwMode="auto">
            <a:xfrm flipH="1" flipV="1">
              <a:off x="3973" y="672"/>
              <a:ext cx="502" cy="28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29775" name="Text Box 15">
            <a:extLst>
              <a:ext uri="{FF2B5EF4-FFF2-40B4-BE49-F238E27FC236}">
                <a16:creationId xmlns:a16="http://schemas.microsoft.com/office/drawing/2014/main" id="{321B5499-A176-463F-9BF1-055C2106D620}"/>
              </a:ext>
            </a:extLst>
          </p:cNvPr>
          <p:cNvSpPr txBox="1">
            <a:spLocks noChangeArrowheads="1"/>
          </p:cNvSpPr>
          <p:nvPr/>
        </p:nvSpPr>
        <p:spPr bwMode="auto">
          <a:xfrm>
            <a:off x="1524000" y="4378325"/>
            <a:ext cx="6743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高次谐波</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higher harmonic</a:t>
            </a:r>
            <a:r>
              <a:rPr kumimoji="1" lang="en-US" altLang="zh-CN" sz="2400" b="1">
                <a:latin typeface="Times New Roman" panose="02020603050405020304" pitchFamily="18" charset="0"/>
              </a:rPr>
              <a:t>)</a:t>
            </a:r>
            <a:r>
              <a:rPr kumimoji="1" lang="en-US" altLang="zh-CN" sz="2400" b="1">
                <a:latin typeface="Times New Roman" panose="02020603050405020304" pitchFamily="18" charset="0"/>
                <a:cs typeface="Times New Roman" panose="02020603050405020304" pitchFamily="18" charset="0"/>
              </a:rPr>
              <a:t>— </a:t>
            </a:r>
            <a:r>
              <a:rPr kumimoji="1" lang="en-US" altLang="zh-CN" sz="2400" b="1" i="1">
                <a:latin typeface="Times New Roman" panose="02020603050405020304" pitchFamily="18" charset="0"/>
              </a:rPr>
              <a:t>k </a:t>
            </a:r>
            <a:r>
              <a:rPr kumimoji="1" lang="en-US" altLang="zh-CN" sz="2400" b="1">
                <a:latin typeface="Times New Roman" panose="02020603050405020304" pitchFamily="18" charset="0"/>
                <a:sym typeface="Symbol" panose="05050102010706020507" pitchFamily="18" charset="2"/>
              </a:rPr>
              <a:t> 2</a:t>
            </a:r>
            <a:r>
              <a:rPr kumimoji="1" lang="zh-CN" altLang="en-US" sz="2400" b="1">
                <a:latin typeface="Times New Roman" panose="02020603050405020304" pitchFamily="18" charset="0"/>
                <a:sym typeface="Symbol" panose="05050102010706020507" pitchFamily="18" charset="2"/>
              </a:rPr>
              <a:t>次的</a:t>
            </a:r>
            <a:r>
              <a:rPr kumimoji="1" lang="zh-CN" altLang="en-US" sz="2400" b="1">
                <a:latin typeface="Times New Roman" panose="02020603050405020304" pitchFamily="18" charset="0"/>
              </a:rPr>
              <a:t>谐波</a:t>
            </a:r>
          </a:p>
        </p:txBody>
      </p:sp>
      <p:sp>
        <p:nvSpPr>
          <p:cNvPr id="629776" name="Text Box 16">
            <a:extLst>
              <a:ext uri="{FF2B5EF4-FFF2-40B4-BE49-F238E27FC236}">
                <a16:creationId xmlns:a16="http://schemas.microsoft.com/office/drawing/2014/main" id="{72E03D59-2EAA-44E7-8C73-200DCEACDF26}"/>
              </a:ext>
            </a:extLst>
          </p:cNvPr>
          <p:cNvSpPr txBox="1">
            <a:spLocks noChangeArrowheads="1"/>
          </p:cNvSpPr>
          <p:nvPr/>
        </p:nvSpPr>
        <p:spPr bwMode="auto">
          <a:xfrm>
            <a:off x="1524000" y="5029200"/>
            <a:ext cx="624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奇次谐波</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odd harmonic</a:t>
            </a:r>
            <a:r>
              <a:rPr kumimoji="1" lang="en-US" altLang="zh-CN" sz="2400" b="1">
                <a:latin typeface="Times New Roman" panose="02020603050405020304" pitchFamily="18" charset="0"/>
              </a:rPr>
              <a:t>)</a:t>
            </a:r>
            <a:r>
              <a:rPr kumimoji="1" lang="en-US" altLang="zh-CN" sz="2400" b="1">
                <a:latin typeface="Times New Roman" panose="02020603050405020304" pitchFamily="18" charset="0"/>
                <a:cs typeface="Times New Roman" panose="02020603050405020304" pitchFamily="18" charset="0"/>
              </a:rPr>
              <a:t>—</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k</a:t>
            </a:r>
            <a:r>
              <a:rPr kumimoji="1" lang="zh-CN" altLang="en-US" sz="2400" b="1">
                <a:latin typeface="Times New Roman" panose="02020603050405020304" pitchFamily="18" charset="0"/>
              </a:rPr>
              <a:t>为奇</a:t>
            </a:r>
            <a:r>
              <a:rPr kumimoji="1" lang="zh-CN" altLang="en-US" sz="2400" b="1">
                <a:latin typeface="Times New Roman" panose="02020603050405020304" pitchFamily="18" charset="0"/>
                <a:sym typeface="Symbol" panose="05050102010706020507" pitchFamily="18" charset="2"/>
              </a:rPr>
              <a:t>次的</a:t>
            </a:r>
            <a:r>
              <a:rPr kumimoji="1" lang="zh-CN" altLang="en-US" sz="2400" b="1">
                <a:latin typeface="Times New Roman" panose="02020603050405020304" pitchFamily="18" charset="0"/>
              </a:rPr>
              <a:t>谐波</a:t>
            </a:r>
          </a:p>
        </p:txBody>
      </p:sp>
      <p:sp>
        <p:nvSpPr>
          <p:cNvPr id="629777" name="Text Box 17">
            <a:extLst>
              <a:ext uri="{FF2B5EF4-FFF2-40B4-BE49-F238E27FC236}">
                <a16:creationId xmlns:a16="http://schemas.microsoft.com/office/drawing/2014/main" id="{D70DBC4D-7DC2-4BE4-AE39-E53DB9DFBC65}"/>
              </a:ext>
            </a:extLst>
          </p:cNvPr>
          <p:cNvSpPr txBox="1">
            <a:spLocks noChangeArrowheads="1"/>
          </p:cNvSpPr>
          <p:nvPr/>
        </p:nvSpPr>
        <p:spPr bwMode="auto">
          <a:xfrm>
            <a:off x="1524000" y="5638800"/>
            <a:ext cx="636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偶次谐波</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even harmonic</a:t>
            </a:r>
            <a:r>
              <a:rPr kumimoji="1" lang="en-US" altLang="zh-CN" sz="2400" b="1">
                <a:latin typeface="Times New Roman" panose="02020603050405020304" pitchFamily="18" charset="0"/>
              </a:rPr>
              <a:t>)</a:t>
            </a:r>
            <a:r>
              <a:rPr kumimoji="1" lang="en-US" altLang="zh-CN" sz="2400" b="1">
                <a:latin typeface="Times New Roman" panose="02020603050405020304" pitchFamily="18" charset="0"/>
                <a:cs typeface="Times New Roman" panose="02020603050405020304" pitchFamily="18" charset="0"/>
              </a:rPr>
              <a:t>—</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k</a:t>
            </a:r>
            <a:r>
              <a:rPr kumimoji="1" lang="zh-CN" altLang="en-US" sz="2400" b="1">
                <a:latin typeface="Times New Roman" panose="02020603050405020304" pitchFamily="18" charset="0"/>
              </a:rPr>
              <a:t>为偶</a:t>
            </a:r>
            <a:r>
              <a:rPr kumimoji="1" lang="zh-CN" altLang="en-US" sz="2400" b="1">
                <a:latin typeface="Times New Roman" panose="02020603050405020304" pitchFamily="18" charset="0"/>
                <a:sym typeface="Symbol" panose="05050102010706020507" pitchFamily="18" charset="2"/>
              </a:rPr>
              <a:t>次的</a:t>
            </a:r>
            <a:r>
              <a:rPr kumimoji="1" lang="zh-CN" altLang="en-US" sz="2400" b="1">
                <a:latin typeface="Times New Roman" panose="02020603050405020304" pitchFamily="18" charset="0"/>
              </a:rPr>
              <a:t>谐波</a:t>
            </a:r>
          </a:p>
        </p:txBody>
      </p:sp>
      <p:grpSp>
        <p:nvGrpSpPr>
          <p:cNvPr id="629778" name="Group 18">
            <a:extLst>
              <a:ext uri="{FF2B5EF4-FFF2-40B4-BE49-F238E27FC236}">
                <a16:creationId xmlns:a16="http://schemas.microsoft.com/office/drawing/2014/main" id="{22C823C1-BDB7-42B2-BF9D-4D7B08EB26EA}"/>
              </a:ext>
            </a:extLst>
          </p:cNvPr>
          <p:cNvGrpSpPr>
            <a:grpSpLocks/>
          </p:cNvGrpSpPr>
          <p:nvPr/>
        </p:nvGrpSpPr>
        <p:grpSpPr bwMode="auto">
          <a:xfrm>
            <a:off x="3276600" y="1524000"/>
            <a:ext cx="4464050" cy="2251075"/>
            <a:chOff x="2064" y="960"/>
            <a:chExt cx="2740" cy="1418"/>
          </a:xfrm>
        </p:grpSpPr>
        <p:sp>
          <p:nvSpPr>
            <p:cNvPr id="629779" name="Text Box 19">
              <a:extLst>
                <a:ext uri="{FF2B5EF4-FFF2-40B4-BE49-F238E27FC236}">
                  <a16:creationId xmlns:a16="http://schemas.microsoft.com/office/drawing/2014/main" id="{65173778-6CC0-484B-B1C7-BA753ABEBD10}"/>
                </a:ext>
              </a:extLst>
            </p:cNvPr>
            <p:cNvSpPr txBox="1">
              <a:spLocks noChangeArrowheads="1"/>
            </p:cNvSpPr>
            <p:nvPr/>
          </p:nvSpPr>
          <p:spPr bwMode="auto">
            <a:xfrm>
              <a:off x="4013" y="2090"/>
              <a:ext cx="791" cy="288"/>
            </a:xfrm>
            <a:prstGeom prst="rect">
              <a:avLst/>
            </a:prstGeom>
            <a:solidFill>
              <a:srgbClr val="00FFFF"/>
            </a:solidFill>
            <a:ln>
              <a:noFill/>
            </a:ln>
            <a:effectLst>
              <a:outerShdw dist="107763" dir="2700000" algn="ctr" rotWithShape="0">
                <a:schemeClr val="bg2"/>
              </a:outerShdw>
            </a:effectLst>
            <a:extLst>
              <a:ext uri="{91240B29-F687-4F45-9708-019B960494DF}">
                <a14:hiddenLine xmlns:a14="http://schemas.microsoft.com/office/drawing/2010/main" w="19050">
                  <a:solidFill>
                    <a:schemeClr val="tx1"/>
                  </a:solidFill>
                  <a:miter lim="800000"/>
                  <a:headEnd/>
                  <a:tailEnd/>
                </a14:hiddenLine>
              </a:ext>
            </a:extLst>
          </p:spPr>
          <p:txBody>
            <a:bodyPr>
              <a:spAutoFit/>
            </a:bodyPr>
            <a:lstStyle/>
            <a:p>
              <a:pPr algn="l">
                <a:spcBef>
                  <a:spcPct val="0"/>
                </a:spcBef>
              </a:pPr>
              <a:r>
                <a:rPr kumimoji="1" lang="en-US" altLang="zh-CN" sz="2400" b="1" i="1">
                  <a:solidFill>
                    <a:srgbClr val="660066"/>
                  </a:solidFill>
                  <a:latin typeface="Times New Roman" panose="02020603050405020304" pitchFamily="18" charset="0"/>
                </a:rPr>
                <a:t>k</a:t>
              </a:r>
              <a:r>
                <a:rPr kumimoji="1" lang="zh-CN" altLang="en-US" sz="2400" b="1">
                  <a:solidFill>
                    <a:srgbClr val="660066"/>
                  </a:solidFill>
                  <a:latin typeface="Times New Roman" panose="02020603050405020304" pitchFamily="18" charset="0"/>
                </a:rPr>
                <a:t>次谐波</a:t>
              </a:r>
            </a:p>
          </p:txBody>
        </p:sp>
        <p:sp>
          <p:nvSpPr>
            <p:cNvPr id="629780" name="Line 20">
              <a:extLst>
                <a:ext uri="{FF2B5EF4-FFF2-40B4-BE49-F238E27FC236}">
                  <a16:creationId xmlns:a16="http://schemas.microsoft.com/office/drawing/2014/main" id="{4911A2EC-786B-4232-B4D3-53449325C4E0}"/>
                </a:ext>
              </a:extLst>
            </p:cNvPr>
            <p:cNvSpPr>
              <a:spLocks noChangeShapeType="1"/>
            </p:cNvSpPr>
            <p:nvPr/>
          </p:nvSpPr>
          <p:spPr bwMode="auto">
            <a:xfrm flipH="1" flipV="1">
              <a:off x="2064" y="960"/>
              <a:ext cx="2128" cy="1117"/>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29763"/>
                                        </p:tgtEl>
                                        <p:attrNameLst>
                                          <p:attrName>style.visibility</p:attrName>
                                        </p:attrNameLst>
                                      </p:cBhvr>
                                      <p:to>
                                        <p:strVal val="visible"/>
                                      </p:to>
                                    </p:set>
                                    <p:animEffect transition="in" filter="box(in)">
                                      <p:cBhvr>
                                        <p:cTn id="7" dur="500"/>
                                        <p:tgtEl>
                                          <p:spTgt spid="6297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29766"/>
                                        </p:tgtEl>
                                        <p:attrNameLst>
                                          <p:attrName>style.visibility</p:attrName>
                                        </p:attrNameLst>
                                      </p:cBhvr>
                                      <p:to>
                                        <p:strVal val="visible"/>
                                      </p:to>
                                    </p:set>
                                    <p:animEffect transition="in" filter="box(in)">
                                      <p:cBhvr>
                                        <p:cTn id="12" dur="500"/>
                                        <p:tgtEl>
                                          <p:spTgt spid="6297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29769"/>
                                        </p:tgtEl>
                                        <p:attrNameLst>
                                          <p:attrName>style.visibility</p:attrName>
                                        </p:attrNameLst>
                                      </p:cBhvr>
                                      <p:to>
                                        <p:strVal val="visible"/>
                                      </p:to>
                                    </p:set>
                                    <p:animEffect transition="in" filter="box(in)">
                                      <p:cBhvr>
                                        <p:cTn id="17" dur="500"/>
                                        <p:tgtEl>
                                          <p:spTgt spid="6297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29772"/>
                                        </p:tgtEl>
                                        <p:attrNameLst>
                                          <p:attrName>style.visibility</p:attrName>
                                        </p:attrNameLst>
                                      </p:cBhvr>
                                      <p:to>
                                        <p:strVal val="visible"/>
                                      </p:to>
                                    </p:set>
                                    <p:animEffect transition="in" filter="box(in)">
                                      <p:cBhvr>
                                        <p:cTn id="22" dur="500"/>
                                        <p:tgtEl>
                                          <p:spTgt spid="6297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29778"/>
                                        </p:tgtEl>
                                        <p:attrNameLst>
                                          <p:attrName>style.visibility</p:attrName>
                                        </p:attrNameLst>
                                      </p:cBhvr>
                                      <p:to>
                                        <p:strVal val="visible"/>
                                      </p:to>
                                    </p:set>
                                    <p:animEffect transition="in" filter="box(in)">
                                      <p:cBhvr>
                                        <p:cTn id="27" dur="500"/>
                                        <p:tgtEl>
                                          <p:spTgt spid="6297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29775"/>
                                        </p:tgtEl>
                                        <p:attrNameLst>
                                          <p:attrName>style.visibility</p:attrName>
                                        </p:attrNameLst>
                                      </p:cBhvr>
                                      <p:to>
                                        <p:strVal val="visible"/>
                                      </p:to>
                                    </p:set>
                                    <p:animEffect transition="in" filter="box(in)">
                                      <p:cBhvr>
                                        <p:cTn id="32" dur="500"/>
                                        <p:tgtEl>
                                          <p:spTgt spid="6297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29776"/>
                                        </p:tgtEl>
                                        <p:attrNameLst>
                                          <p:attrName>style.visibility</p:attrName>
                                        </p:attrNameLst>
                                      </p:cBhvr>
                                      <p:to>
                                        <p:strVal val="visible"/>
                                      </p:to>
                                    </p:set>
                                    <p:animEffect transition="in" filter="box(in)">
                                      <p:cBhvr>
                                        <p:cTn id="37" dur="500"/>
                                        <p:tgtEl>
                                          <p:spTgt spid="6297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29777"/>
                                        </p:tgtEl>
                                        <p:attrNameLst>
                                          <p:attrName>style.visibility</p:attrName>
                                        </p:attrNameLst>
                                      </p:cBhvr>
                                      <p:to>
                                        <p:strVal val="visible"/>
                                      </p:to>
                                    </p:set>
                                    <p:animEffect transition="in" filter="box(in)">
                                      <p:cBhvr>
                                        <p:cTn id="42" dur="500"/>
                                        <p:tgtEl>
                                          <p:spTgt spid="629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75" grpId="0" autoUpdateAnimBg="0"/>
      <p:bldP spid="629776" grpId="0" autoUpdateAnimBg="0"/>
      <p:bldP spid="629777" grpId="0" autoUpdateAnimBg="0"/>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0786" name="Object 2">
            <a:extLst>
              <a:ext uri="{FF2B5EF4-FFF2-40B4-BE49-F238E27FC236}">
                <a16:creationId xmlns:a16="http://schemas.microsoft.com/office/drawing/2014/main" id="{32287745-F2B4-45BC-B2AD-4E36DB599063}"/>
              </a:ext>
            </a:extLst>
          </p:cNvPr>
          <p:cNvGraphicFramePr>
            <a:graphicFrameLocks noChangeAspect="1"/>
          </p:cNvGraphicFramePr>
          <p:nvPr/>
        </p:nvGraphicFramePr>
        <p:xfrm>
          <a:off x="1263650" y="3981450"/>
          <a:ext cx="6402388" cy="1965325"/>
        </p:xfrm>
        <a:graphic>
          <a:graphicData uri="http://schemas.openxmlformats.org/presentationml/2006/ole">
            <mc:AlternateContent xmlns:mc="http://schemas.openxmlformats.org/markup-compatibility/2006">
              <mc:Choice xmlns:v="urn:schemas-microsoft-com:vml" Requires="v">
                <p:oleObj name="Equation" r:id="rId3" imgW="2590560" imgH="939600" progId="Equation.DSMT4">
                  <p:embed/>
                </p:oleObj>
              </mc:Choice>
              <mc:Fallback>
                <p:oleObj name="Equation" r:id="rId3" imgW="2590560" imgH="939600" progId="Equation.DSMT4">
                  <p:embed/>
                  <p:pic>
                    <p:nvPicPr>
                      <p:cNvPr id="630786" name="Object 2">
                        <a:extLst>
                          <a:ext uri="{FF2B5EF4-FFF2-40B4-BE49-F238E27FC236}">
                            <a16:creationId xmlns:a16="http://schemas.microsoft.com/office/drawing/2014/main" id="{32287745-F2B4-45BC-B2AD-4E36DB5990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3650" y="3981450"/>
                        <a:ext cx="6402388" cy="196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0787" name="Text Box 3">
            <a:extLst>
              <a:ext uri="{FF2B5EF4-FFF2-40B4-BE49-F238E27FC236}">
                <a16:creationId xmlns:a16="http://schemas.microsoft.com/office/drawing/2014/main" id="{ED8C4C78-9F31-4805-AF86-2808E77E91AC}"/>
              </a:ext>
            </a:extLst>
          </p:cNvPr>
          <p:cNvSpPr txBox="1">
            <a:spLocks noChangeArrowheads="1"/>
          </p:cNvSpPr>
          <p:nvPr/>
        </p:nvSpPr>
        <p:spPr bwMode="auto">
          <a:xfrm>
            <a:off x="4967288" y="2924175"/>
            <a:ext cx="35687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0000FF"/>
                </a:solidFill>
                <a:latin typeface="Times New Roman" panose="02020603050405020304" pitchFamily="18" charset="0"/>
              </a:rPr>
              <a:t>一个周期内的表达式</a:t>
            </a:r>
            <a:endParaRPr kumimoji="1" lang="zh-CN" altLang="en-US" sz="2400">
              <a:solidFill>
                <a:srgbClr val="0000FF"/>
              </a:solidFill>
              <a:latin typeface="Times New Roman" panose="02020603050405020304" pitchFamily="18" charset="0"/>
            </a:endParaRPr>
          </a:p>
        </p:txBody>
      </p:sp>
      <p:graphicFrame>
        <p:nvGraphicFramePr>
          <p:cNvPr id="630788" name="Object 4">
            <a:extLst>
              <a:ext uri="{FF2B5EF4-FFF2-40B4-BE49-F238E27FC236}">
                <a16:creationId xmlns:a16="http://schemas.microsoft.com/office/drawing/2014/main" id="{CBA08385-EB2A-46F8-884E-8B8B0A115CEB}"/>
              </a:ext>
            </a:extLst>
          </p:cNvPr>
          <p:cNvGraphicFramePr>
            <a:graphicFrameLocks noChangeAspect="1"/>
          </p:cNvGraphicFramePr>
          <p:nvPr/>
        </p:nvGraphicFramePr>
        <p:xfrm>
          <a:off x="1277938" y="2333625"/>
          <a:ext cx="3008312" cy="1549400"/>
        </p:xfrm>
        <a:graphic>
          <a:graphicData uri="http://schemas.openxmlformats.org/presentationml/2006/ole">
            <mc:AlternateContent xmlns:mc="http://schemas.openxmlformats.org/markup-compatibility/2006">
              <mc:Choice xmlns:v="urn:schemas-microsoft-com:vml" Requires="v">
                <p:oleObj name="Equation" r:id="rId5" imgW="1625400" imgH="838080" progId="Equation.DSMT4">
                  <p:embed/>
                </p:oleObj>
              </mc:Choice>
              <mc:Fallback>
                <p:oleObj name="Equation" r:id="rId5" imgW="1625400" imgH="838080" progId="Equation.DSMT4">
                  <p:embed/>
                  <p:pic>
                    <p:nvPicPr>
                      <p:cNvPr id="630788" name="Object 4">
                        <a:extLst>
                          <a:ext uri="{FF2B5EF4-FFF2-40B4-BE49-F238E27FC236}">
                            <a16:creationId xmlns:a16="http://schemas.microsoft.com/office/drawing/2014/main" id="{CBA08385-EB2A-46F8-884E-8B8B0A115C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7938" y="2333625"/>
                        <a:ext cx="3008312" cy="154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0789" name="Text Box 5">
            <a:extLst>
              <a:ext uri="{FF2B5EF4-FFF2-40B4-BE49-F238E27FC236}">
                <a16:creationId xmlns:a16="http://schemas.microsoft.com/office/drawing/2014/main" id="{1B3DF9D6-5C9F-468C-9592-D7CBB7E48EEC}"/>
              </a:ext>
            </a:extLst>
          </p:cNvPr>
          <p:cNvSpPr txBox="1">
            <a:spLocks noChangeArrowheads="1"/>
          </p:cNvSpPr>
          <p:nvPr/>
        </p:nvSpPr>
        <p:spPr bwMode="auto">
          <a:xfrm>
            <a:off x="1042988" y="260350"/>
            <a:ext cx="5168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latin typeface="Times New Roman" panose="02020603050405020304" pitchFamily="18" charset="0"/>
              </a:rPr>
              <a:t>求周期函数</a:t>
            </a:r>
            <a:r>
              <a:rPr kumimoji="1" lang="en-US" altLang="zh-CN" sz="2400" b="1" i="1">
                <a:latin typeface="Times New Roman" panose="02020603050405020304" pitchFamily="18" charset="0"/>
              </a:rPr>
              <a:t>f</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的傅里叶级数展开式。</a:t>
            </a:r>
          </a:p>
        </p:txBody>
      </p:sp>
      <p:sp>
        <p:nvSpPr>
          <p:cNvPr id="630790" name="Text Box 6">
            <a:extLst>
              <a:ext uri="{FF2B5EF4-FFF2-40B4-BE49-F238E27FC236}">
                <a16:creationId xmlns:a16="http://schemas.microsoft.com/office/drawing/2014/main" id="{AF8BC435-965F-45AA-B3ED-A99925E9A6A2}"/>
              </a:ext>
            </a:extLst>
          </p:cNvPr>
          <p:cNvSpPr txBox="1">
            <a:spLocks noChangeArrowheads="1"/>
          </p:cNvSpPr>
          <p:nvPr/>
        </p:nvSpPr>
        <p:spPr bwMode="auto">
          <a:xfrm>
            <a:off x="317500" y="266700"/>
            <a:ext cx="869950" cy="457200"/>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例</a:t>
            </a:r>
            <a:r>
              <a:rPr kumimoji="1" lang="en-US" altLang="zh-CN" sz="2400" b="1">
                <a:solidFill>
                  <a:srgbClr val="FF3300"/>
                </a:solidFill>
                <a:latin typeface="Times New Roman" panose="02020603050405020304" pitchFamily="18" charset="0"/>
              </a:rPr>
              <a:t>1</a:t>
            </a:r>
          </a:p>
        </p:txBody>
      </p:sp>
      <p:grpSp>
        <p:nvGrpSpPr>
          <p:cNvPr id="630812" name="Group 28">
            <a:extLst>
              <a:ext uri="{FF2B5EF4-FFF2-40B4-BE49-F238E27FC236}">
                <a16:creationId xmlns:a16="http://schemas.microsoft.com/office/drawing/2014/main" id="{D5E2EDD5-9ACD-48E4-AC96-9F3579FF52B4}"/>
              </a:ext>
            </a:extLst>
          </p:cNvPr>
          <p:cNvGrpSpPr>
            <a:grpSpLocks/>
          </p:cNvGrpSpPr>
          <p:nvPr/>
        </p:nvGrpSpPr>
        <p:grpSpPr bwMode="auto">
          <a:xfrm>
            <a:off x="2627313" y="800100"/>
            <a:ext cx="2814637" cy="1511300"/>
            <a:chOff x="1655" y="504"/>
            <a:chExt cx="1773" cy="952"/>
          </a:xfrm>
        </p:grpSpPr>
        <p:sp>
          <p:nvSpPr>
            <p:cNvPr id="630792" name="Line 8">
              <a:extLst>
                <a:ext uri="{FF2B5EF4-FFF2-40B4-BE49-F238E27FC236}">
                  <a16:creationId xmlns:a16="http://schemas.microsoft.com/office/drawing/2014/main" id="{EC07288A-2C66-4F3C-B76F-8325C625A3FA}"/>
                </a:ext>
              </a:extLst>
            </p:cNvPr>
            <p:cNvSpPr>
              <a:spLocks noChangeShapeType="1"/>
            </p:cNvSpPr>
            <p:nvPr/>
          </p:nvSpPr>
          <p:spPr bwMode="auto">
            <a:xfrm>
              <a:off x="1919" y="1105"/>
              <a:ext cx="145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3" name="Line 9">
              <a:extLst>
                <a:ext uri="{FF2B5EF4-FFF2-40B4-BE49-F238E27FC236}">
                  <a16:creationId xmlns:a16="http://schemas.microsoft.com/office/drawing/2014/main" id="{FE69694E-254B-4C22-B03C-CD459A46EBC7}"/>
                </a:ext>
              </a:extLst>
            </p:cNvPr>
            <p:cNvSpPr>
              <a:spLocks noChangeShapeType="1"/>
            </p:cNvSpPr>
            <p:nvPr/>
          </p:nvSpPr>
          <p:spPr bwMode="auto">
            <a:xfrm flipV="1">
              <a:off x="2019" y="550"/>
              <a:ext cx="0" cy="90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4" name="Line 10">
              <a:extLst>
                <a:ext uri="{FF2B5EF4-FFF2-40B4-BE49-F238E27FC236}">
                  <a16:creationId xmlns:a16="http://schemas.microsoft.com/office/drawing/2014/main" id="{08955C4C-4BAD-48F6-9BC2-A4B890491CE5}"/>
                </a:ext>
              </a:extLst>
            </p:cNvPr>
            <p:cNvSpPr>
              <a:spLocks noChangeShapeType="1"/>
            </p:cNvSpPr>
            <p:nvPr/>
          </p:nvSpPr>
          <p:spPr bwMode="auto">
            <a:xfrm>
              <a:off x="2019" y="855"/>
              <a:ext cx="25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5" name="Line 11">
              <a:extLst>
                <a:ext uri="{FF2B5EF4-FFF2-40B4-BE49-F238E27FC236}">
                  <a16:creationId xmlns:a16="http://schemas.microsoft.com/office/drawing/2014/main" id="{533D7214-B058-4937-9D85-9A478AA7DB6A}"/>
                </a:ext>
              </a:extLst>
            </p:cNvPr>
            <p:cNvSpPr>
              <a:spLocks noChangeShapeType="1"/>
            </p:cNvSpPr>
            <p:nvPr/>
          </p:nvSpPr>
          <p:spPr bwMode="auto">
            <a:xfrm>
              <a:off x="2271" y="855"/>
              <a:ext cx="0" cy="50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6" name="Line 12">
              <a:extLst>
                <a:ext uri="{FF2B5EF4-FFF2-40B4-BE49-F238E27FC236}">
                  <a16:creationId xmlns:a16="http://schemas.microsoft.com/office/drawing/2014/main" id="{93DFA65D-30BD-4721-803C-0A72CCF5DE49}"/>
                </a:ext>
              </a:extLst>
            </p:cNvPr>
            <p:cNvSpPr>
              <a:spLocks noChangeShapeType="1"/>
            </p:cNvSpPr>
            <p:nvPr/>
          </p:nvSpPr>
          <p:spPr bwMode="auto">
            <a:xfrm>
              <a:off x="2271" y="1356"/>
              <a:ext cx="2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7" name="Line 13">
              <a:extLst>
                <a:ext uri="{FF2B5EF4-FFF2-40B4-BE49-F238E27FC236}">
                  <a16:creationId xmlns:a16="http://schemas.microsoft.com/office/drawing/2014/main" id="{ADEBC10B-C514-4ECB-8BE2-E95CECEC1E77}"/>
                </a:ext>
              </a:extLst>
            </p:cNvPr>
            <p:cNvSpPr>
              <a:spLocks noChangeShapeType="1"/>
            </p:cNvSpPr>
            <p:nvPr/>
          </p:nvSpPr>
          <p:spPr bwMode="auto">
            <a:xfrm flipV="1">
              <a:off x="2522" y="855"/>
              <a:ext cx="0" cy="50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8" name="Line 14">
              <a:extLst>
                <a:ext uri="{FF2B5EF4-FFF2-40B4-BE49-F238E27FC236}">
                  <a16:creationId xmlns:a16="http://schemas.microsoft.com/office/drawing/2014/main" id="{B590070E-DC31-4A21-9112-936A724F506F}"/>
                </a:ext>
              </a:extLst>
            </p:cNvPr>
            <p:cNvSpPr>
              <a:spLocks noChangeShapeType="1"/>
            </p:cNvSpPr>
            <p:nvPr/>
          </p:nvSpPr>
          <p:spPr bwMode="auto">
            <a:xfrm>
              <a:off x="2522" y="855"/>
              <a:ext cx="2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799" name="Line 15">
              <a:extLst>
                <a:ext uri="{FF2B5EF4-FFF2-40B4-BE49-F238E27FC236}">
                  <a16:creationId xmlns:a16="http://schemas.microsoft.com/office/drawing/2014/main" id="{835F9188-FBB3-41FD-B50B-E8F720CDA3A2}"/>
                </a:ext>
              </a:extLst>
            </p:cNvPr>
            <p:cNvSpPr>
              <a:spLocks noChangeShapeType="1"/>
            </p:cNvSpPr>
            <p:nvPr/>
          </p:nvSpPr>
          <p:spPr bwMode="auto">
            <a:xfrm>
              <a:off x="2773" y="855"/>
              <a:ext cx="0" cy="50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800" name="Line 16">
              <a:extLst>
                <a:ext uri="{FF2B5EF4-FFF2-40B4-BE49-F238E27FC236}">
                  <a16:creationId xmlns:a16="http://schemas.microsoft.com/office/drawing/2014/main" id="{B2FD2CD3-9DC1-49F7-BB37-32D15A3CEA57}"/>
                </a:ext>
              </a:extLst>
            </p:cNvPr>
            <p:cNvSpPr>
              <a:spLocks noChangeShapeType="1"/>
            </p:cNvSpPr>
            <p:nvPr/>
          </p:nvSpPr>
          <p:spPr bwMode="auto">
            <a:xfrm>
              <a:off x="2773" y="1356"/>
              <a:ext cx="25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801" name="Line 17">
              <a:extLst>
                <a:ext uri="{FF2B5EF4-FFF2-40B4-BE49-F238E27FC236}">
                  <a16:creationId xmlns:a16="http://schemas.microsoft.com/office/drawing/2014/main" id="{E2D08036-9DE2-4362-AE0F-F09275E6F72F}"/>
                </a:ext>
              </a:extLst>
            </p:cNvPr>
            <p:cNvSpPr>
              <a:spLocks noChangeShapeType="1"/>
            </p:cNvSpPr>
            <p:nvPr/>
          </p:nvSpPr>
          <p:spPr bwMode="auto">
            <a:xfrm flipV="1">
              <a:off x="3025" y="1047"/>
              <a:ext cx="0" cy="30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30802" name="Object 18">
              <a:extLst>
                <a:ext uri="{FF2B5EF4-FFF2-40B4-BE49-F238E27FC236}">
                  <a16:creationId xmlns:a16="http://schemas.microsoft.com/office/drawing/2014/main" id="{5A577EA0-CBD5-4B7C-8DB8-864571E8260F}"/>
                </a:ext>
              </a:extLst>
            </p:cNvPr>
            <p:cNvGraphicFramePr>
              <a:graphicFrameLocks noChangeAspect="1"/>
            </p:cNvGraphicFramePr>
            <p:nvPr/>
          </p:nvGraphicFramePr>
          <p:xfrm>
            <a:off x="1655" y="504"/>
            <a:ext cx="326" cy="199"/>
          </p:xfrm>
          <a:graphic>
            <a:graphicData uri="http://schemas.openxmlformats.org/presentationml/2006/ole">
              <mc:AlternateContent xmlns:mc="http://schemas.openxmlformats.org/markup-compatibility/2006">
                <mc:Choice xmlns:v="urn:schemas-microsoft-com:vml" Requires="v">
                  <p:oleObj name="Equation" r:id="rId7" imgW="330120" imgH="203040" progId="Equation.3">
                    <p:embed/>
                  </p:oleObj>
                </mc:Choice>
                <mc:Fallback>
                  <p:oleObj name="Equation" r:id="rId7" imgW="330120" imgH="203040" progId="Equation.3">
                    <p:embed/>
                    <p:pic>
                      <p:nvPicPr>
                        <p:cNvPr id="630802" name="Object 18">
                          <a:extLst>
                            <a:ext uri="{FF2B5EF4-FFF2-40B4-BE49-F238E27FC236}">
                              <a16:creationId xmlns:a16="http://schemas.microsoft.com/office/drawing/2014/main" id="{5A577EA0-CBD5-4B7C-8DB8-864571E826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5" y="504"/>
                          <a:ext cx="326"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3" name="Object 19">
              <a:extLst>
                <a:ext uri="{FF2B5EF4-FFF2-40B4-BE49-F238E27FC236}">
                  <a16:creationId xmlns:a16="http://schemas.microsoft.com/office/drawing/2014/main" id="{11F9D6AC-3426-4F2B-99C9-29958F0DD96C}"/>
                </a:ext>
              </a:extLst>
            </p:cNvPr>
            <p:cNvGraphicFramePr>
              <a:graphicFrameLocks noChangeAspect="1"/>
            </p:cNvGraphicFramePr>
            <p:nvPr/>
          </p:nvGraphicFramePr>
          <p:xfrm>
            <a:off x="3175" y="1123"/>
            <a:ext cx="253" cy="204"/>
          </p:xfrm>
          <a:graphic>
            <a:graphicData uri="http://schemas.openxmlformats.org/presentationml/2006/ole">
              <mc:AlternateContent xmlns:mc="http://schemas.openxmlformats.org/markup-compatibility/2006">
                <mc:Choice xmlns:v="urn:schemas-microsoft-com:vml" Requires="v">
                  <p:oleObj name="Equation" r:id="rId9" imgW="203040" imgH="164880" progId="Equation.3">
                    <p:embed/>
                  </p:oleObj>
                </mc:Choice>
                <mc:Fallback>
                  <p:oleObj name="Equation" r:id="rId9" imgW="203040" imgH="164880" progId="Equation.3">
                    <p:embed/>
                    <p:pic>
                      <p:nvPicPr>
                        <p:cNvPr id="630803" name="Object 19">
                          <a:extLst>
                            <a:ext uri="{FF2B5EF4-FFF2-40B4-BE49-F238E27FC236}">
                              <a16:creationId xmlns:a16="http://schemas.microsoft.com/office/drawing/2014/main" id="{11F9D6AC-3426-4F2B-99C9-29958F0DD96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5" y="1123"/>
                          <a:ext cx="253"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4" name="Object 20">
              <a:extLst>
                <a:ext uri="{FF2B5EF4-FFF2-40B4-BE49-F238E27FC236}">
                  <a16:creationId xmlns:a16="http://schemas.microsoft.com/office/drawing/2014/main" id="{342D0798-98EA-4456-8A3A-84380EEBCE3D}"/>
                </a:ext>
              </a:extLst>
            </p:cNvPr>
            <p:cNvGraphicFramePr>
              <a:graphicFrameLocks noChangeAspect="1"/>
            </p:cNvGraphicFramePr>
            <p:nvPr/>
          </p:nvGraphicFramePr>
          <p:xfrm>
            <a:off x="2523" y="1155"/>
            <a:ext cx="200" cy="165"/>
          </p:xfrm>
          <a:graphic>
            <a:graphicData uri="http://schemas.openxmlformats.org/presentationml/2006/ole">
              <mc:AlternateContent xmlns:mc="http://schemas.openxmlformats.org/markup-compatibility/2006">
                <mc:Choice xmlns:v="urn:schemas-microsoft-com:vml" Requires="v">
                  <p:oleObj name="Equation" r:id="rId11" imgW="215640" imgH="177480" progId="Equation.DSMT4">
                    <p:embed/>
                  </p:oleObj>
                </mc:Choice>
                <mc:Fallback>
                  <p:oleObj name="Equation" r:id="rId11" imgW="215640" imgH="177480" progId="Equation.DSMT4">
                    <p:embed/>
                    <p:pic>
                      <p:nvPicPr>
                        <p:cNvPr id="630804" name="Object 20">
                          <a:extLst>
                            <a:ext uri="{FF2B5EF4-FFF2-40B4-BE49-F238E27FC236}">
                              <a16:creationId xmlns:a16="http://schemas.microsoft.com/office/drawing/2014/main" id="{342D0798-98EA-4456-8A3A-84380EEBCE3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23" y="1155"/>
                          <a:ext cx="200"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5" name="Object 21">
              <a:extLst>
                <a:ext uri="{FF2B5EF4-FFF2-40B4-BE49-F238E27FC236}">
                  <a16:creationId xmlns:a16="http://schemas.microsoft.com/office/drawing/2014/main" id="{7C495A57-45FD-44DD-A373-DB6F8D2F58C5}"/>
                </a:ext>
              </a:extLst>
            </p:cNvPr>
            <p:cNvGraphicFramePr>
              <a:graphicFrameLocks noChangeAspect="1"/>
            </p:cNvGraphicFramePr>
            <p:nvPr/>
          </p:nvGraphicFramePr>
          <p:xfrm>
            <a:off x="2567" y="955"/>
            <a:ext cx="140" cy="150"/>
          </p:xfrm>
          <a:graphic>
            <a:graphicData uri="http://schemas.openxmlformats.org/presentationml/2006/ole">
              <mc:AlternateContent xmlns:mc="http://schemas.openxmlformats.org/markup-compatibility/2006">
                <mc:Choice xmlns:v="urn:schemas-microsoft-com:vml" Requires="v">
                  <p:oleObj name="Equation" r:id="rId13" imgW="152280" imgH="164880" progId="Equation.3">
                    <p:embed/>
                  </p:oleObj>
                </mc:Choice>
                <mc:Fallback>
                  <p:oleObj name="Equation" r:id="rId13" imgW="152280" imgH="164880" progId="Equation.3">
                    <p:embed/>
                    <p:pic>
                      <p:nvPicPr>
                        <p:cNvPr id="630805" name="Object 21">
                          <a:extLst>
                            <a:ext uri="{FF2B5EF4-FFF2-40B4-BE49-F238E27FC236}">
                              <a16:creationId xmlns:a16="http://schemas.microsoft.com/office/drawing/2014/main" id="{7C495A57-45FD-44DD-A373-DB6F8D2F58C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7" y="955"/>
                          <a:ext cx="140"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6" name="Object 22">
              <a:extLst>
                <a:ext uri="{FF2B5EF4-FFF2-40B4-BE49-F238E27FC236}">
                  <a16:creationId xmlns:a16="http://schemas.microsoft.com/office/drawing/2014/main" id="{D855B8D3-5358-4F68-95A6-FCF9A079030E}"/>
                </a:ext>
              </a:extLst>
            </p:cNvPr>
            <p:cNvGraphicFramePr>
              <a:graphicFrameLocks noChangeAspect="1"/>
            </p:cNvGraphicFramePr>
            <p:nvPr/>
          </p:nvGraphicFramePr>
          <p:xfrm>
            <a:off x="1783" y="739"/>
            <a:ext cx="180" cy="180"/>
          </p:xfrm>
          <a:graphic>
            <a:graphicData uri="http://schemas.openxmlformats.org/presentationml/2006/ole">
              <mc:AlternateContent xmlns:mc="http://schemas.openxmlformats.org/markup-compatibility/2006">
                <mc:Choice xmlns:v="urn:schemas-microsoft-com:vml" Requires="v">
                  <p:oleObj name="Equation" r:id="rId15" imgW="164880" imgH="164880" progId="Equation.3">
                    <p:embed/>
                  </p:oleObj>
                </mc:Choice>
                <mc:Fallback>
                  <p:oleObj name="Equation" r:id="rId15" imgW="164880" imgH="164880" progId="Equation.3">
                    <p:embed/>
                    <p:pic>
                      <p:nvPicPr>
                        <p:cNvPr id="630806" name="Object 22">
                          <a:extLst>
                            <a:ext uri="{FF2B5EF4-FFF2-40B4-BE49-F238E27FC236}">
                              <a16:creationId xmlns:a16="http://schemas.microsoft.com/office/drawing/2014/main" id="{D855B8D3-5358-4F68-95A6-FCF9A079030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83" y="739"/>
                          <a:ext cx="180"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0807" name="Object 23">
              <a:extLst>
                <a:ext uri="{FF2B5EF4-FFF2-40B4-BE49-F238E27FC236}">
                  <a16:creationId xmlns:a16="http://schemas.microsoft.com/office/drawing/2014/main" id="{714D9133-6914-4B4F-AF33-99F7C41AD308}"/>
                </a:ext>
              </a:extLst>
            </p:cNvPr>
            <p:cNvGraphicFramePr>
              <a:graphicFrameLocks noChangeAspect="1"/>
            </p:cNvGraphicFramePr>
            <p:nvPr/>
          </p:nvGraphicFramePr>
          <p:xfrm>
            <a:off x="1680" y="1287"/>
            <a:ext cx="277" cy="163"/>
          </p:xfrm>
          <a:graphic>
            <a:graphicData uri="http://schemas.openxmlformats.org/presentationml/2006/ole">
              <mc:AlternateContent xmlns:mc="http://schemas.openxmlformats.org/markup-compatibility/2006">
                <mc:Choice xmlns:v="urn:schemas-microsoft-com:vml" Requires="v">
                  <p:oleObj name="Equation" r:id="rId17" imgW="279360" imgH="164880" progId="Equation.3">
                    <p:embed/>
                  </p:oleObj>
                </mc:Choice>
                <mc:Fallback>
                  <p:oleObj name="Equation" r:id="rId17" imgW="279360" imgH="164880" progId="Equation.3">
                    <p:embed/>
                    <p:pic>
                      <p:nvPicPr>
                        <p:cNvPr id="630807" name="Object 23">
                          <a:extLst>
                            <a:ext uri="{FF2B5EF4-FFF2-40B4-BE49-F238E27FC236}">
                              <a16:creationId xmlns:a16="http://schemas.microsoft.com/office/drawing/2014/main" id="{714D9133-6914-4B4F-AF33-99F7C41AD30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80" y="1287"/>
                          <a:ext cx="277" cy="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0808" name="Text Box 24">
              <a:extLst>
                <a:ext uri="{FF2B5EF4-FFF2-40B4-BE49-F238E27FC236}">
                  <a16:creationId xmlns:a16="http://schemas.microsoft.com/office/drawing/2014/main" id="{6B4B47C4-4B66-43A0-9488-EF35E7B4DCFC}"/>
                </a:ext>
              </a:extLst>
            </p:cNvPr>
            <p:cNvSpPr txBox="1">
              <a:spLocks noChangeArrowheads="1"/>
            </p:cNvSpPr>
            <p:nvPr/>
          </p:nvSpPr>
          <p:spPr bwMode="auto">
            <a:xfrm>
              <a:off x="3041" y="692"/>
              <a:ext cx="3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3200">
                  <a:latin typeface="Times New Roman" panose="02020603050405020304" pitchFamily="18" charset="0"/>
                  <a:cs typeface="Times New Roman" panose="02020603050405020304" pitchFamily="18" charset="0"/>
                </a:rPr>
                <a:t>…</a:t>
              </a:r>
              <a:endParaRPr kumimoji="1" lang="en-US" altLang="zh-CN" sz="3200">
                <a:latin typeface="Times New Roman" panose="02020603050405020304" pitchFamily="18" charset="0"/>
              </a:endParaRPr>
            </a:p>
          </p:txBody>
        </p:sp>
        <p:sp>
          <p:nvSpPr>
            <p:cNvPr id="630811" name="Line 27">
              <a:extLst>
                <a:ext uri="{FF2B5EF4-FFF2-40B4-BE49-F238E27FC236}">
                  <a16:creationId xmlns:a16="http://schemas.microsoft.com/office/drawing/2014/main" id="{78C98320-0F27-4891-9A69-6C8C2D9CAF31}"/>
                </a:ext>
              </a:extLst>
            </p:cNvPr>
            <p:cNvSpPr>
              <a:spLocks noChangeShapeType="1"/>
            </p:cNvSpPr>
            <p:nvPr/>
          </p:nvSpPr>
          <p:spPr bwMode="auto">
            <a:xfrm>
              <a:off x="2018" y="1357"/>
              <a:ext cx="22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0788"/>
                                        </p:tgtEl>
                                        <p:attrNameLst>
                                          <p:attrName>style.visibility</p:attrName>
                                        </p:attrNameLst>
                                      </p:cBhvr>
                                      <p:to>
                                        <p:strVal val="visible"/>
                                      </p:to>
                                    </p:set>
                                    <p:animEffect transition="in" filter="dissolve">
                                      <p:cBhvr>
                                        <p:cTn id="7" dur="500"/>
                                        <p:tgtEl>
                                          <p:spTgt spid="63078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30787"/>
                                        </p:tgtEl>
                                        <p:attrNameLst>
                                          <p:attrName>style.visibility</p:attrName>
                                        </p:attrNameLst>
                                      </p:cBhvr>
                                      <p:to>
                                        <p:strVal val="visible"/>
                                      </p:to>
                                    </p:set>
                                    <p:animEffect transition="in" filter="wipe(left)">
                                      <p:cBhvr>
                                        <p:cTn id="11" dur="500"/>
                                        <p:tgtEl>
                                          <p:spTgt spid="63078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630786"/>
                                        </p:tgtEl>
                                        <p:attrNameLst>
                                          <p:attrName>style.visibility</p:attrName>
                                        </p:attrNameLst>
                                      </p:cBhvr>
                                      <p:to>
                                        <p:strVal val="visible"/>
                                      </p:to>
                                    </p:set>
                                    <p:animEffect transition="in" filter="dissolve">
                                      <p:cBhvr>
                                        <p:cTn id="16" dur="500"/>
                                        <p:tgtEl>
                                          <p:spTgt spid="630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7" grpId="0" autoUpdateAnimBg="0"/>
      <p:bldP spid="630790" grpId="0" animBg="1" autoUpdateAnimBg="0"/>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2834" name="Object 2">
            <a:extLst>
              <a:ext uri="{FF2B5EF4-FFF2-40B4-BE49-F238E27FC236}">
                <a16:creationId xmlns:a16="http://schemas.microsoft.com/office/drawing/2014/main" id="{FE54299C-5983-4ADB-AED7-CCE3DB7FC2E5}"/>
              </a:ext>
            </a:extLst>
          </p:cNvPr>
          <p:cNvGraphicFramePr>
            <a:graphicFrameLocks noChangeAspect="1"/>
          </p:cNvGraphicFramePr>
          <p:nvPr/>
        </p:nvGraphicFramePr>
        <p:xfrm>
          <a:off x="795338" y="762000"/>
          <a:ext cx="6678612" cy="1624013"/>
        </p:xfrm>
        <a:graphic>
          <a:graphicData uri="http://schemas.openxmlformats.org/presentationml/2006/ole">
            <mc:AlternateContent xmlns:mc="http://schemas.openxmlformats.org/markup-compatibility/2006">
              <mc:Choice xmlns:v="urn:schemas-microsoft-com:vml" Requires="v">
                <p:oleObj name="Equation" r:id="rId3" imgW="3340080" imgH="812520" progId="Equation.DSMT4">
                  <p:embed/>
                </p:oleObj>
              </mc:Choice>
              <mc:Fallback>
                <p:oleObj name="Equation" r:id="rId3" imgW="3340080" imgH="812520" progId="Equation.DSMT4">
                  <p:embed/>
                  <p:pic>
                    <p:nvPicPr>
                      <p:cNvPr id="632834" name="Object 2">
                        <a:extLst>
                          <a:ext uri="{FF2B5EF4-FFF2-40B4-BE49-F238E27FC236}">
                            <a16:creationId xmlns:a16="http://schemas.microsoft.com/office/drawing/2014/main" id="{FE54299C-5983-4ADB-AED7-CCE3DB7FC2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338" y="762000"/>
                        <a:ext cx="6678612" cy="162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2835" name="Object 3">
            <a:extLst>
              <a:ext uri="{FF2B5EF4-FFF2-40B4-BE49-F238E27FC236}">
                <a16:creationId xmlns:a16="http://schemas.microsoft.com/office/drawing/2014/main" id="{05EC9A01-560B-4E14-ACA9-CD8807DAE166}"/>
              </a:ext>
            </a:extLst>
          </p:cNvPr>
          <p:cNvGraphicFramePr>
            <a:graphicFrameLocks noChangeAspect="1"/>
          </p:cNvGraphicFramePr>
          <p:nvPr/>
        </p:nvGraphicFramePr>
        <p:xfrm>
          <a:off x="1258888" y="2708275"/>
          <a:ext cx="4926012" cy="2106613"/>
        </p:xfrm>
        <a:graphic>
          <a:graphicData uri="http://schemas.openxmlformats.org/presentationml/2006/ole">
            <mc:AlternateContent xmlns:mc="http://schemas.openxmlformats.org/markup-compatibility/2006">
              <mc:Choice xmlns:v="urn:schemas-microsoft-com:vml" Requires="v">
                <p:oleObj name="Equation" r:id="rId5" imgW="2463480" imgH="1054080" progId="Equation.DSMT4">
                  <p:embed/>
                </p:oleObj>
              </mc:Choice>
              <mc:Fallback>
                <p:oleObj name="Equation" r:id="rId5" imgW="2463480" imgH="1054080" progId="Equation.DSMT4">
                  <p:embed/>
                  <p:pic>
                    <p:nvPicPr>
                      <p:cNvPr id="632835" name="Object 3">
                        <a:extLst>
                          <a:ext uri="{FF2B5EF4-FFF2-40B4-BE49-F238E27FC236}">
                            <a16:creationId xmlns:a16="http://schemas.microsoft.com/office/drawing/2014/main" id="{05EC9A01-560B-4E14-ACA9-CD8807DAE1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2708275"/>
                        <a:ext cx="4926012" cy="210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500"/>
                                  </p:stCondLst>
                                  <p:childTnLst>
                                    <p:set>
                                      <p:cBhvr>
                                        <p:cTn id="6" dur="1" fill="hold">
                                          <p:stCondLst>
                                            <p:cond delay="0"/>
                                          </p:stCondLst>
                                        </p:cTn>
                                        <p:tgtEl>
                                          <p:spTgt spid="632834"/>
                                        </p:tgtEl>
                                        <p:attrNameLst>
                                          <p:attrName>style.visibility</p:attrName>
                                        </p:attrNameLst>
                                      </p:cBhvr>
                                      <p:to>
                                        <p:strVal val="visible"/>
                                      </p:to>
                                    </p:set>
                                    <p:animEffect transition="in" filter="dissolve">
                                      <p:cBhvr>
                                        <p:cTn id="7" dur="500"/>
                                        <p:tgtEl>
                                          <p:spTgt spid="6328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32835"/>
                                        </p:tgtEl>
                                        <p:attrNameLst>
                                          <p:attrName>style.visibility</p:attrName>
                                        </p:attrNameLst>
                                      </p:cBhvr>
                                      <p:to>
                                        <p:strVal val="visible"/>
                                      </p:to>
                                    </p:set>
                                    <p:animEffect transition="in" filter="dissolve">
                                      <p:cBhvr>
                                        <p:cTn id="12" dur="500"/>
                                        <p:tgtEl>
                                          <p:spTgt spid="632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3858" name="Object 2">
            <a:extLst>
              <a:ext uri="{FF2B5EF4-FFF2-40B4-BE49-F238E27FC236}">
                <a16:creationId xmlns:a16="http://schemas.microsoft.com/office/drawing/2014/main" id="{C8C8AAE3-8F71-44FC-918A-9C736CA9F01F}"/>
              </a:ext>
            </a:extLst>
          </p:cNvPr>
          <p:cNvGraphicFramePr>
            <a:graphicFrameLocks noChangeAspect="1"/>
          </p:cNvGraphicFramePr>
          <p:nvPr/>
        </p:nvGraphicFramePr>
        <p:xfrm>
          <a:off x="455613" y="247650"/>
          <a:ext cx="3859212" cy="812800"/>
        </p:xfrm>
        <a:graphic>
          <a:graphicData uri="http://schemas.openxmlformats.org/presentationml/2006/ole">
            <mc:AlternateContent xmlns:mc="http://schemas.openxmlformats.org/markup-compatibility/2006">
              <mc:Choice xmlns:v="urn:schemas-microsoft-com:vml" Requires="v">
                <p:oleObj name="Equation" r:id="rId3" imgW="1930320" imgH="406080" progId="Equation.DSMT4">
                  <p:embed/>
                </p:oleObj>
              </mc:Choice>
              <mc:Fallback>
                <p:oleObj name="Equation" r:id="rId3" imgW="1930320" imgH="406080" progId="Equation.DSMT4">
                  <p:embed/>
                  <p:pic>
                    <p:nvPicPr>
                      <p:cNvPr id="633858" name="Object 2">
                        <a:extLst>
                          <a:ext uri="{FF2B5EF4-FFF2-40B4-BE49-F238E27FC236}">
                            <a16:creationId xmlns:a16="http://schemas.microsoft.com/office/drawing/2014/main" id="{C8C8AAE3-8F71-44FC-918A-9C736CA9F0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613" y="247650"/>
                        <a:ext cx="3859212"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3859" name="Object 3">
            <a:extLst>
              <a:ext uri="{FF2B5EF4-FFF2-40B4-BE49-F238E27FC236}">
                <a16:creationId xmlns:a16="http://schemas.microsoft.com/office/drawing/2014/main" id="{B90C46E4-91A0-4CDF-9C77-7DC069E07E1D}"/>
              </a:ext>
            </a:extLst>
          </p:cNvPr>
          <p:cNvGraphicFramePr>
            <a:graphicFrameLocks noChangeAspect="1"/>
          </p:cNvGraphicFramePr>
          <p:nvPr/>
        </p:nvGraphicFramePr>
        <p:xfrm>
          <a:off x="827088" y="1016000"/>
          <a:ext cx="6297612" cy="3783013"/>
        </p:xfrm>
        <a:graphic>
          <a:graphicData uri="http://schemas.openxmlformats.org/presentationml/2006/ole">
            <mc:AlternateContent xmlns:mc="http://schemas.openxmlformats.org/markup-compatibility/2006">
              <mc:Choice xmlns:v="urn:schemas-microsoft-com:vml" Requires="v">
                <p:oleObj name="Equation" r:id="rId5" imgW="3149280" imgH="1892160" progId="Equation.DSMT4">
                  <p:embed/>
                </p:oleObj>
              </mc:Choice>
              <mc:Fallback>
                <p:oleObj name="Equation" r:id="rId5" imgW="3149280" imgH="1892160" progId="Equation.DSMT4">
                  <p:embed/>
                  <p:pic>
                    <p:nvPicPr>
                      <p:cNvPr id="633859" name="Object 3">
                        <a:extLst>
                          <a:ext uri="{FF2B5EF4-FFF2-40B4-BE49-F238E27FC236}">
                            <a16:creationId xmlns:a16="http://schemas.microsoft.com/office/drawing/2014/main" id="{B90C46E4-91A0-4CDF-9C77-7DC069E07E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1016000"/>
                        <a:ext cx="6297612" cy="378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3860" name="Object 4">
            <a:extLst>
              <a:ext uri="{FF2B5EF4-FFF2-40B4-BE49-F238E27FC236}">
                <a16:creationId xmlns:a16="http://schemas.microsoft.com/office/drawing/2014/main" id="{AC46D217-9BC6-45BD-90CF-806609356B0D}"/>
              </a:ext>
            </a:extLst>
          </p:cNvPr>
          <p:cNvGraphicFramePr>
            <a:graphicFrameLocks noChangeAspect="1"/>
          </p:cNvGraphicFramePr>
          <p:nvPr/>
        </p:nvGraphicFramePr>
        <p:xfrm>
          <a:off x="900113" y="4941888"/>
          <a:ext cx="7075487" cy="1622425"/>
        </p:xfrm>
        <a:graphic>
          <a:graphicData uri="http://schemas.openxmlformats.org/presentationml/2006/ole">
            <mc:AlternateContent xmlns:mc="http://schemas.openxmlformats.org/markup-compatibility/2006">
              <mc:Choice xmlns:v="urn:schemas-microsoft-com:vml" Requires="v">
                <p:oleObj name="Equation" r:id="rId7" imgW="3073320" imgH="812520" progId="Equation.DSMT4">
                  <p:embed/>
                </p:oleObj>
              </mc:Choice>
              <mc:Fallback>
                <p:oleObj name="Equation" r:id="rId7" imgW="3073320" imgH="812520" progId="Equation.DSMT4">
                  <p:embed/>
                  <p:pic>
                    <p:nvPicPr>
                      <p:cNvPr id="633860" name="Object 4">
                        <a:extLst>
                          <a:ext uri="{FF2B5EF4-FFF2-40B4-BE49-F238E27FC236}">
                            <a16:creationId xmlns:a16="http://schemas.microsoft.com/office/drawing/2014/main" id="{AC46D217-9BC6-45BD-90CF-806609356B0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4941888"/>
                        <a:ext cx="7075487" cy="16224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3861" name="Text Box 5">
            <a:extLst>
              <a:ext uri="{FF2B5EF4-FFF2-40B4-BE49-F238E27FC236}">
                <a16:creationId xmlns:a16="http://schemas.microsoft.com/office/drawing/2014/main" id="{AD6E64A0-A72E-481C-8C62-D8BA5FEA1C2C}"/>
              </a:ext>
            </a:extLst>
          </p:cNvPr>
          <p:cNvSpPr txBox="1">
            <a:spLocks noChangeArrowheads="1"/>
          </p:cNvSpPr>
          <p:nvPr/>
        </p:nvSpPr>
        <p:spPr bwMode="auto">
          <a:xfrm>
            <a:off x="179388" y="5013325"/>
            <a:ext cx="608012" cy="457200"/>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0000"/>
                </a:solidFill>
                <a:latin typeface="Times New Roman" panose="02020603050405020304" pitchFamily="18" charset="0"/>
              </a:rPr>
              <a:t>则</a:t>
            </a:r>
            <a:endParaRPr kumimoji="1" lang="zh-CN" altLang="en-US" sz="2400">
              <a:solidFill>
                <a:srgbClr val="FF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500"/>
                                  </p:stCondLst>
                                  <p:childTnLst>
                                    <p:set>
                                      <p:cBhvr>
                                        <p:cTn id="6" dur="1" fill="hold">
                                          <p:stCondLst>
                                            <p:cond delay="0"/>
                                          </p:stCondLst>
                                        </p:cTn>
                                        <p:tgtEl>
                                          <p:spTgt spid="633858"/>
                                        </p:tgtEl>
                                        <p:attrNameLst>
                                          <p:attrName>style.visibility</p:attrName>
                                        </p:attrNameLst>
                                      </p:cBhvr>
                                      <p:to>
                                        <p:strVal val="visible"/>
                                      </p:to>
                                    </p:set>
                                    <p:animEffect transition="in" filter="strips(upRight)">
                                      <p:cBhvr>
                                        <p:cTn id="7" dur="500"/>
                                        <p:tgtEl>
                                          <p:spTgt spid="633858"/>
                                        </p:tgtEl>
                                      </p:cBhvr>
                                    </p:animEffect>
                                  </p:childTnLst>
                                </p:cTn>
                              </p:par>
                            </p:childTnLst>
                          </p:cTn>
                        </p:par>
                        <p:par>
                          <p:cTn id="8" fill="hold" nodeType="afterGroup">
                            <p:stCondLst>
                              <p:cond delay="1000"/>
                            </p:stCondLst>
                            <p:childTnLst>
                              <p:par>
                                <p:cTn id="9" presetID="18" presetClass="entr" presetSubtype="12" fill="hold" nodeType="afterEffect">
                                  <p:stCondLst>
                                    <p:cond delay="500"/>
                                  </p:stCondLst>
                                  <p:childTnLst>
                                    <p:set>
                                      <p:cBhvr>
                                        <p:cTn id="10" dur="1" fill="hold">
                                          <p:stCondLst>
                                            <p:cond delay="0"/>
                                          </p:stCondLst>
                                        </p:cTn>
                                        <p:tgtEl>
                                          <p:spTgt spid="633859"/>
                                        </p:tgtEl>
                                        <p:attrNameLst>
                                          <p:attrName>style.visibility</p:attrName>
                                        </p:attrNameLst>
                                      </p:cBhvr>
                                      <p:to>
                                        <p:strVal val="visible"/>
                                      </p:to>
                                    </p:set>
                                    <p:animEffect transition="in" filter="strips(downLeft)">
                                      <p:cBhvr>
                                        <p:cTn id="11" dur="500"/>
                                        <p:tgtEl>
                                          <p:spTgt spid="63385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633861"/>
                                        </p:tgtEl>
                                        <p:attrNameLst>
                                          <p:attrName>style.visibility</p:attrName>
                                        </p:attrNameLst>
                                      </p:cBhvr>
                                      <p:to>
                                        <p:strVal val="visible"/>
                                      </p:to>
                                    </p:set>
                                    <p:anim calcmode="lin" valueType="num">
                                      <p:cBhvr additive="base">
                                        <p:cTn id="16" dur="500" fill="hold"/>
                                        <p:tgtEl>
                                          <p:spTgt spid="633861"/>
                                        </p:tgtEl>
                                        <p:attrNameLst>
                                          <p:attrName>ppt_x</p:attrName>
                                        </p:attrNameLst>
                                      </p:cBhvr>
                                      <p:tavLst>
                                        <p:tav tm="0">
                                          <p:val>
                                            <p:strVal val="0-#ppt_w/2"/>
                                          </p:val>
                                        </p:tav>
                                        <p:tav tm="100000">
                                          <p:val>
                                            <p:strVal val="#ppt_x"/>
                                          </p:val>
                                        </p:tav>
                                      </p:tavLst>
                                    </p:anim>
                                    <p:anim calcmode="lin" valueType="num">
                                      <p:cBhvr additive="base">
                                        <p:cTn id="17" dur="500" fill="hold"/>
                                        <p:tgtEl>
                                          <p:spTgt spid="633861"/>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1" fill="hold" nodeType="clickEffect">
                                  <p:stCondLst>
                                    <p:cond delay="0"/>
                                  </p:stCondLst>
                                  <p:childTnLst>
                                    <p:set>
                                      <p:cBhvr>
                                        <p:cTn id="21" dur="1" fill="hold">
                                          <p:stCondLst>
                                            <p:cond delay="0"/>
                                          </p:stCondLst>
                                        </p:cTn>
                                        <p:tgtEl>
                                          <p:spTgt spid="633860"/>
                                        </p:tgtEl>
                                        <p:attrNameLst>
                                          <p:attrName>style.visibility</p:attrName>
                                        </p:attrNameLst>
                                      </p:cBhvr>
                                      <p:to>
                                        <p:strVal val="visible"/>
                                      </p:to>
                                    </p:set>
                                    <p:anim calcmode="lin" valueType="num">
                                      <p:cBhvr additive="base">
                                        <p:cTn id="22" dur="500" fill="hold"/>
                                        <p:tgtEl>
                                          <p:spTgt spid="633860"/>
                                        </p:tgtEl>
                                        <p:attrNameLst>
                                          <p:attrName>ppt_x</p:attrName>
                                        </p:attrNameLst>
                                      </p:cBhvr>
                                      <p:tavLst>
                                        <p:tav tm="0">
                                          <p:val>
                                            <p:strVal val="#ppt_x"/>
                                          </p:val>
                                        </p:tav>
                                        <p:tav tm="100000">
                                          <p:val>
                                            <p:strVal val="#ppt_x"/>
                                          </p:val>
                                        </p:tav>
                                      </p:tavLst>
                                    </p:anim>
                                    <p:anim calcmode="lin" valueType="num">
                                      <p:cBhvr additive="base">
                                        <p:cTn id="23" dur="500" fill="hold"/>
                                        <p:tgtEl>
                                          <p:spTgt spid="63386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61" grpId="0" autoUpdateAnimBg="0"/>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0" y="3330594"/>
            <a:ext cx="9144000" cy="3122757"/>
          </a:xfrm>
          <a:prstGeom prst="roundRect">
            <a:avLst>
              <a:gd name="adj"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59506" y="129717"/>
            <a:ext cx="4572000" cy="523220"/>
          </a:xfrm>
          <a:prstGeom prst="rect">
            <a:avLst/>
          </a:prstGeom>
          <a:noFill/>
        </p:spPr>
        <p:txBody>
          <a:bodyPr wrap="square">
            <a:spAutoFit/>
          </a:bodyPr>
          <a:lstStyle>
            <a:defPPr>
              <a:defRPr lang="en-US"/>
            </a:defPPr>
            <a:lvl1pPr>
              <a:defRPr sz="2800" b="1">
                <a:solidFill>
                  <a:srgbClr val="FF0000"/>
                </a:solidFill>
                <a:ea typeface="楷体" panose="02010609060101010101" charset="-122"/>
              </a:defRPr>
            </a:lvl1pPr>
          </a:lstStyle>
          <a:p>
            <a:r>
              <a:rPr lang="zh-CN" altLang="en-US" dirty="0">
                <a:solidFill>
                  <a:schemeClr val="tx1"/>
                </a:solidFill>
              </a:rPr>
              <a:t>周期性非正弦稳态电路</a:t>
            </a:r>
          </a:p>
        </p:txBody>
      </p:sp>
      <p:graphicFrame>
        <p:nvGraphicFramePr>
          <p:cNvPr id="5" name="对象 4"/>
          <p:cNvGraphicFramePr>
            <a:graphicFrameLocks noChangeAspect="1"/>
          </p:cNvGraphicFramePr>
          <p:nvPr/>
        </p:nvGraphicFramePr>
        <p:xfrm>
          <a:off x="406400" y="652937"/>
          <a:ext cx="4165600" cy="850900"/>
        </p:xfrm>
        <a:graphic>
          <a:graphicData uri="http://schemas.openxmlformats.org/presentationml/2006/ole">
            <mc:AlternateContent xmlns:mc="http://schemas.openxmlformats.org/markup-compatibility/2006">
              <mc:Choice xmlns:v="urn:schemas-microsoft-com:vml" Requires="v">
                <p:oleObj name="Equation" r:id="rId2" imgW="99974400" imgH="20421600" progId="Equation.DSMT4">
                  <p:embed/>
                </p:oleObj>
              </mc:Choice>
              <mc:Fallback>
                <p:oleObj name="Equation" r:id="rId2" imgW="99974400" imgH="20421600" progId="Equation.DSMT4">
                  <p:embed/>
                  <p:pic>
                    <p:nvPicPr>
                      <p:cNvPr id="0" name="对象 11"/>
                      <p:cNvPicPr/>
                      <p:nvPr/>
                    </p:nvPicPr>
                    <p:blipFill>
                      <a:blip r:embed="rId3"/>
                      <a:stretch>
                        <a:fillRect/>
                      </a:stretch>
                    </p:blipFill>
                    <p:spPr>
                      <a:xfrm>
                        <a:off x="406400" y="652937"/>
                        <a:ext cx="4165600" cy="8509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818894" y="652937"/>
          <a:ext cx="3860800" cy="850900"/>
        </p:xfrm>
        <a:graphic>
          <a:graphicData uri="http://schemas.openxmlformats.org/presentationml/2006/ole">
            <mc:AlternateContent xmlns:mc="http://schemas.openxmlformats.org/markup-compatibility/2006">
              <mc:Choice xmlns:v="urn:schemas-microsoft-com:vml" Requires="v">
                <p:oleObj name="Equation" r:id="rId4" imgW="92659200" imgH="20421600" progId="Equation.DSMT4">
                  <p:embed/>
                </p:oleObj>
              </mc:Choice>
              <mc:Fallback>
                <p:oleObj name="Equation" r:id="rId4" imgW="92659200" imgH="20421600" progId="Equation.DSMT4">
                  <p:embed/>
                  <p:pic>
                    <p:nvPicPr>
                      <p:cNvPr id="0" name="对象 10"/>
                      <p:cNvPicPr/>
                      <p:nvPr/>
                    </p:nvPicPr>
                    <p:blipFill>
                      <a:blip r:embed="rId5"/>
                      <a:stretch>
                        <a:fillRect/>
                      </a:stretch>
                    </p:blipFill>
                    <p:spPr>
                      <a:xfrm>
                        <a:off x="4818894" y="652937"/>
                        <a:ext cx="3860800" cy="8509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60820" y="1695450"/>
          <a:ext cx="2336800" cy="952500"/>
        </p:xfrm>
        <a:graphic>
          <a:graphicData uri="http://schemas.openxmlformats.org/presentationml/2006/ole">
            <mc:AlternateContent xmlns:mc="http://schemas.openxmlformats.org/markup-compatibility/2006">
              <mc:Choice xmlns:v="urn:schemas-microsoft-com:vml" Requires="v">
                <p:oleObj name="Equation" r:id="rId6" imgW="56083200" imgH="22860000" progId="Equation.DSMT4">
                  <p:embed/>
                </p:oleObj>
              </mc:Choice>
              <mc:Fallback>
                <p:oleObj name="Equation" r:id="rId6" imgW="56083200" imgH="22860000" progId="Equation.DSMT4">
                  <p:embed/>
                  <p:pic>
                    <p:nvPicPr>
                      <p:cNvPr id="0" name="对象 11"/>
                      <p:cNvPicPr/>
                      <p:nvPr/>
                    </p:nvPicPr>
                    <p:blipFill>
                      <a:blip r:embed="rId7"/>
                      <a:stretch>
                        <a:fillRect/>
                      </a:stretch>
                    </p:blipFill>
                    <p:spPr>
                      <a:xfrm>
                        <a:off x="460820" y="1695450"/>
                        <a:ext cx="2336800" cy="9525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041695" y="1695450"/>
          <a:ext cx="2057400" cy="952500"/>
        </p:xfrm>
        <a:graphic>
          <a:graphicData uri="http://schemas.openxmlformats.org/presentationml/2006/ole">
            <mc:AlternateContent xmlns:mc="http://schemas.openxmlformats.org/markup-compatibility/2006">
              <mc:Choice xmlns:v="urn:schemas-microsoft-com:vml" Requires="v">
                <p:oleObj name="Equation" r:id="rId8" imgW="49377600" imgH="22860000" progId="Equation.DSMT4">
                  <p:embed/>
                </p:oleObj>
              </mc:Choice>
              <mc:Fallback>
                <p:oleObj name="Equation" r:id="rId8" imgW="49377600" imgH="22860000" progId="Equation.DSMT4">
                  <p:embed/>
                  <p:pic>
                    <p:nvPicPr>
                      <p:cNvPr id="0" name="对象 12"/>
                      <p:cNvPicPr/>
                      <p:nvPr/>
                    </p:nvPicPr>
                    <p:blipFill>
                      <a:blip r:embed="rId9"/>
                      <a:stretch>
                        <a:fillRect/>
                      </a:stretch>
                    </p:blipFill>
                    <p:spPr>
                      <a:xfrm>
                        <a:off x="3041695" y="1695450"/>
                        <a:ext cx="2057400" cy="9525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5343170" y="1746250"/>
          <a:ext cx="1854200" cy="850900"/>
        </p:xfrm>
        <a:graphic>
          <a:graphicData uri="http://schemas.openxmlformats.org/presentationml/2006/ole">
            <mc:AlternateContent xmlns:mc="http://schemas.openxmlformats.org/markup-compatibility/2006">
              <mc:Choice xmlns:v="urn:schemas-microsoft-com:vml" Requires="v">
                <p:oleObj name="Equation" r:id="rId10" imgW="44500800" imgH="20421600" progId="Equation.DSMT4">
                  <p:embed/>
                </p:oleObj>
              </mc:Choice>
              <mc:Fallback>
                <p:oleObj name="Equation" r:id="rId10" imgW="44500800" imgH="20421600" progId="Equation.DSMT4">
                  <p:embed/>
                  <p:pic>
                    <p:nvPicPr>
                      <p:cNvPr id="0" name="对象 13"/>
                      <p:cNvPicPr/>
                      <p:nvPr/>
                    </p:nvPicPr>
                    <p:blipFill>
                      <a:blip r:embed="rId11"/>
                      <a:stretch>
                        <a:fillRect/>
                      </a:stretch>
                    </p:blipFill>
                    <p:spPr>
                      <a:xfrm>
                        <a:off x="5343170" y="1746250"/>
                        <a:ext cx="1854200" cy="850900"/>
                      </a:xfrm>
                      <a:prstGeom prst="rect">
                        <a:avLst/>
                      </a:prstGeom>
                    </p:spPr>
                  </p:pic>
                </p:oleObj>
              </mc:Fallback>
            </mc:AlternateContent>
          </a:graphicData>
        </a:graphic>
      </p:graphicFrame>
      <p:sp>
        <p:nvSpPr>
          <p:cNvPr id="11" name="矩形 10"/>
          <p:cNvSpPr/>
          <p:nvPr/>
        </p:nvSpPr>
        <p:spPr>
          <a:xfrm>
            <a:off x="304800" y="1584960"/>
            <a:ext cx="8580120" cy="11734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324255" y="1940867"/>
            <a:ext cx="1433779" cy="461665"/>
          </a:xfrm>
          <a:prstGeom prst="rect">
            <a:avLst/>
          </a:prstGeom>
          <a:noFill/>
        </p:spPr>
        <p:txBody>
          <a:bodyPr wrap="square">
            <a:spAutoFit/>
          </a:bodyPr>
          <a:lstStyle/>
          <a:p>
            <a:r>
              <a:rPr kumimoji="1" lang="zh-CN" alt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mn-cs"/>
              </a:rPr>
              <a:t>要记住！</a:t>
            </a:r>
            <a:endParaRPr lang="zh-CN" altLang="en-US" sz="1600" dirty="0"/>
          </a:p>
        </p:txBody>
      </p:sp>
      <p:sp>
        <p:nvSpPr>
          <p:cNvPr id="13" name="文本框 12"/>
          <p:cNvSpPr txBox="1"/>
          <p:nvPr/>
        </p:nvSpPr>
        <p:spPr>
          <a:xfrm>
            <a:off x="406400" y="3871748"/>
            <a:ext cx="8136891" cy="2581604"/>
          </a:xfrm>
          <a:prstGeom prst="rect">
            <a:avLst/>
          </a:prstGeom>
          <a:noFill/>
        </p:spPr>
        <p:txBody>
          <a:bodyPr wrap="square">
            <a:spAutoFit/>
          </a:bodyPr>
          <a:lstStyle/>
          <a:p>
            <a:pPr marL="457200" indent="-457200" algn="just">
              <a:lnSpc>
                <a:spcPct val="114000"/>
              </a:lnSpc>
              <a:buFont typeface="+mj-lt"/>
              <a:buAutoNum type="alphaUcPeriod"/>
            </a:pPr>
            <a:r>
              <a:rPr kumimoji="1" lang="zh-CN" altLang="en-US" sz="2400" b="1" dirty="0">
                <a:latin typeface="Times New Roman" panose="02020603050405020304" pitchFamily="18" charset="0"/>
                <a:ea typeface="楷体" panose="02010609060101010101" charset="-122"/>
              </a:rPr>
              <a:t>将</a:t>
            </a:r>
            <a:r>
              <a:rPr kumimoji="1" lang="zh-CN" altLang="en-US" sz="2400" b="1" dirty="0">
                <a:latin typeface="楷体" panose="02010609060101010101" charset="-122"/>
                <a:ea typeface="楷体" panose="02010609060101010101" charset="-122"/>
              </a:rPr>
              <a:t>周期性</a:t>
            </a:r>
            <a:r>
              <a:rPr kumimoji="1" lang="zh-CN" altLang="en-US" sz="2400" b="1" dirty="0">
                <a:latin typeface="Times New Roman" panose="02020603050405020304" pitchFamily="18" charset="0"/>
                <a:ea typeface="楷体" panose="02010609060101010101" charset="-122"/>
              </a:rPr>
              <a:t>非正弦电源</a:t>
            </a:r>
            <a:r>
              <a:rPr kumimoji="1" lang="zh-CN" altLang="en-US" sz="2400" b="1" dirty="0">
                <a:solidFill>
                  <a:srgbClr val="0000FF"/>
                </a:solidFill>
                <a:latin typeface="Times New Roman" panose="02020603050405020304" pitchFamily="18" charset="0"/>
                <a:ea typeface="楷体" panose="02010609060101010101" charset="-122"/>
              </a:rPr>
              <a:t>分解为傅里叶级数</a:t>
            </a:r>
            <a:endParaRPr kumimoji="1" lang="en-US" altLang="zh-CN" sz="2400" b="1" dirty="0">
              <a:solidFill>
                <a:srgbClr val="0000FF"/>
              </a:solidFill>
              <a:latin typeface="Times New Roman" panose="02020603050405020304" pitchFamily="18" charset="0"/>
              <a:ea typeface="楷体" panose="02010609060101010101" charset="-122"/>
            </a:endParaRPr>
          </a:p>
          <a:p>
            <a:pPr marL="457200" indent="-457200" algn="just">
              <a:lnSpc>
                <a:spcPct val="114000"/>
              </a:lnSpc>
              <a:buFont typeface="+mj-lt"/>
              <a:buAutoNum type="alphaUcPeriod" startAt="2"/>
            </a:pPr>
            <a:r>
              <a:rPr kumimoji="1" lang="zh-CN" altLang="en-US" sz="2400" b="1" dirty="0">
                <a:latin typeface="Times New Roman" panose="02020603050405020304" pitchFamily="18" charset="0"/>
                <a:ea typeface="楷体" panose="02010609060101010101" charset="-122"/>
              </a:rPr>
              <a:t>根据叠加定理，分别</a:t>
            </a:r>
            <a:r>
              <a:rPr kumimoji="1" lang="zh-CN" altLang="en-US" sz="2400" b="1" dirty="0">
                <a:solidFill>
                  <a:srgbClr val="0000FF"/>
                </a:solidFill>
                <a:latin typeface="Times New Roman" panose="02020603050405020304" pitchFamily="18" charset="0"/>
                <a:ea typeface="楷体" panose="02010609060101010101" charset="-122"/>
              </a:rPr>
              <a:t>计算直流分量和各次谐波激励单独作用时产生的响应</a:t>
            </a:r>
            <a:r>
              <a:rPr kumimoji="1" lang="zh-CN" altLang="en-US" sz="2400" b="1" dirty="0">
                <a:latin typeface="Times New Roman" panose="02020603050405020304" pitchFamily="18" charset="0"/>
                <a:ea typeface="楷体" panose="02010609060101010101" charset="-122"/>
              </a:rPr>
              <a:t>；</a:t>
            </a:r>
            <a:r>
              <a:rPr kumimoji="1" lang="zh-CN" altLang="en-US" sz="2400" b="1" dirty="0">
                <a:solidFill>
                  <a:srgbClr val="FF0000"/>
                </a:solidFill>
                <a:latin typeface="Times New Roman" panose="02020603050405020304" pitchFamily="18" charset="0"/>
                <a:ea typeface="楷体" panose="02010609060101010101" charset="-122"/>
              </a:rPr>
              <a:t>注意不同角频率下电感和电容的阻抗值的变化！</a:t>
            </a:r>
            <a:endParaRPr kumimoji="1" lang="en-US" altLang="zh-CN" sz="2400" b="1" dirty="0">
              <a:latin typeface="Times New Roman" panose="02020603050405020304" pitchFamily="18" charset="0"/>
              <a:ea typeface="楷体" panose="02010609060101010101" charset="-122"/>
            </a:endParaRPr>
          </a:p>
          <a:p>
            <a:pPr marL="457200" indent="-457200" algn="just">
              <a:lnSpc>
                <a:spcPct val="114000"/>
              </a:lnSpc>
              <a:buFont typeface="+mj-lt"/>
              <a:buAutoNum type="alphaUcPeriod" startAt="3"/>
            </a:pPr>
            <a:r>
              <a:rPr kumimoji="1" lang="zh-CN" altLang="en-US" sz="2400" b="1" dirty="0">
                <a:latin typeface="Times New Roman" panose="02020603050405020304" pitchFamily="18" charset="0"/>
                <a:ea typeface="楷体" panose="02010609060101010101" charset="-122"/>
              </a:rPr>
              <a:t>将计算结果</a:t>
            </a:r>
            <a:r>
              <a:rPr kumimoji="1" lang="zh-CN" altLang="en-US" sz="2400" b="1" dirty="0">
                <a:solidFill>
                  <a:srgbClr val="0000FF"/>
                </a:solidFill>
                <a:latin typeface="Times New Roman" panose="02020603050405020304" pitchFamily="18" charset="0"/>
                <a:ea typeface="楷体" panose="02010609060101010101" charset="-122"/>
              </a:rPr>
              <a:t>以瞬时值形式相加</a:t>
            </a:r>
            <a:r>
              <a:rPr kumimoji="1" lang="zh-CN" altLang="en-US" sz="2400" b="1" dirty="0">
                <a:latin typeface="Times New Roman" panose="02020603050405020304" pitchFamily="18" charset="0"/>
                <a:ea typeface="楷体" panose="02010609060101010101" charset="-122"/>
              </a:rPr>
              <a:t>（</a:t>
            </a:r>
            <a:r>
              <a:rPr kumimoji="1" lang="zh-CN" altLang="en-US" sz="2400" b="1" dirty="0">
                <a:solidFill>
                  <a:srgbClr val="FF0000"/>
                </a:solidFill>
                <a:latin typeface="Times New Roman" panose="02020603050405020304" pitchFamily="18" charset="0"/>
                <a:ea typeface="楷体" panose="02010609060101010101" charset="-122"/>
              </a:rPr>
              <a:t>各次谐波激励所产生的相量形式响应不能进行相加</a:t>
            </a:r>
            <a:r>
              <a:rPr kumimoji="1" lang="zh-CN" altLang="en-US" sz="2400" b="1" dirty="0">
                <a:latin typeface="Times New Roman" panose="02020603050405020304" pitchFamily="18" charset="0"/>
                <a:ea typeface="楷体" panose="02010609060101010101" charset="-122"/>
              </a:rPr>
              <a:t>，因其频率不同）</a:t>
            </a:r>
          </a:p>
        </p:txBody>
      </p:sp>
      <p:sp>
        <p:nvSpPr>
          <p:cNvPr id="15" name="文本框 14"/>
          <p:cNvSpPr txBox="1"/>
          <p:nvPr/>
        </p:nvSpPr>
        <p:spPr>
          <a:xfrm>
            <a:off x="304800" y="2868930"/>
            <a:ext cx="8054296" cy="461665"/>
          </a:xfrm>
          <a:prstGeom prst="rect">
            <a:avLst/>
          </a:prstGeom>
          <a:noFill/>
        </p:spPr>
        <p:txBody>
          <a:bodyPr wrap="square">
            <a:spAutoFit/>
          </a:bodyPr>
          <a:lstStyle/>
          <a:p>
            <a:r>
              <a:rPr kumimoji="1" lang="zh-CN" alt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mn-cs"/>
              </a:rPr>
              <a:t>注意：同频电源的平均功率不能叠加（含直流和交流）</a:t>
            </a:r>
            <a:endParaRPr lang="zh-CN" altLang="en-US" dirty="0">
              <a:solidFill>
                <a:srgbClr val="FF0000"/>
              </a:solidFill>
            </a:endParaRPr>
          </a:p>
        </p:txBody>
      </p:sp>
      <p:sp>
        <p:nvSpPr>
          <p:cNvPr id="17" name="Text Box 3"/>
          <p:cNvSpPr txBox="1">
            <a:spLocks noChangeArrowheads="1"/>
          </p:cNvSpPr>
          <p:nvPr/>
        </p:nvSpPr>
        <p:spPr bwMode="auto">
          <a:xfrm>
            <a:off x="159506" y="3410083"/>
            <a:ext cx="40357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zh-CN" altLang="en-US" sz="2400" b="1" dirty="0">
                <a:solidFill>
                  <a:srgbClr val="000000"/>
                </a:solidFill>
                <a:latin typeface="Times New Roman" panose="02020603050405020304" pitchFamily="18" charset="0"/>
                <a:ea typeface="楷体" panose="02010609060101010101" charset="-122"/>
              </a:rPr>
              <a:t>谐波分析法：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heel(1)">
                                      <p:cBhvr>
                                        <p:cTn id="20" dur="1500"/>
                                        <p:tgtEl>
                                          <p:spTgt spid="11"/>
                                        </p:tgtEl>
                                      </p:cBhvr>
                                    </p:animEffec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22" presetClass="entr" presetSubtype="8" fill="hold" nodeType="withEffect">
                                  <p:stCondLst>
                                    <p:cond delay="50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nodeType="withEffect">
                                  <p:stCondLst>
                                    <p:cond delay="100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
                                            <p:txEl>
                                              <p:pRg st="0" end="0"/>
                                            </p:txEl>
                                          </p:spTgt>
                                        </p:tgtEl>
                                        <p:attrNameLst>
                                          <p:attrName>style.visibility</p:attrName>
                                        </p:attrNameLst>
                                      </p:cBhvr>
                                      <p:to>
                                        <p:strVal val="visible"/>
                                      </p:to>
                                    </p:set>
                                    <p:animEffect transition="in" filter="wipe(left)">
                                      <p:cBhvr>
                                        <p:cTn id="52" dur="500"/>
                                        <p:tgtEl>
                                          <p:spTgt spid="13">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
                                            <p:txEl>
                                              <p:pRg st="1" end="1"/>
                                            </p:txEl>
                                          </p:spTgt>
                                        </p:tgtEl>
                                        <p:attrNameLst>
                                          <p:attrName>style.visibility</p:attrName>
                                        </p:attrNameLst>
                                      </p:cBhvr>
                                      <p:to>
                                        <p:strVal val="visible"/>
                                      </p:to>
                                    </p:set>
                                    <p:animEffect transition="in" filter="wipe(left)">
                                      <p:cBhvr>
                                        <p:cTn id="57" dur="500"/>
                                        <p:tgtEl>
                                          <p:spTgt spid="13">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
                                            <p:txEl>
                                              <p:pRg st="2" end="2"/>
                                            </p:txEl>
                                          </p:spTgt>
                                        </p:tgtEl>
                                        <p:attrNameLst>
                                          <p:attrName>style.visibility</p:attrName>
                                        </p:attrNameLst>
                                      </p:cBhvr>
                                      <p:to>
                                        <p:strVal val="visible"/>
                                      </p:to>
                                    </p:set>
                                    <p:animEffect transition="in" filter="wipe(left)">
                                      <p:cBhvr>
                                        <p:cTn id="62"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p:bldP spid="11" grpId="0" animBg="1"/>
      <p:bldP spid="12" grpId="0"/>
      <p:bldP spid="13" grpId="0" build="p"/>
      <p:bldP spid="15" grpId="0"/>
      <p:bldP spid="17" grpId="0"/>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22" name="Object 2">
            <a:extLst>
              <a:ext uri="{FF2B5EF4-FFF2-40B4-BE49-F238E27FC236}">
                <a16:creationId xmlns:a16="http://schemas.microsoft.com/office/drawing/2014/main" id="{C9DCB614-CE8A-422A-9B57-B767DF7A42C8}"/>
              </a:ext>
            </a:extLst>
          </p:cNvPr>
          <p:cNvGraphicFramePr>
            <a:graphicFrameLocks noChangeAspect="1"/>
          </p:cNvGraphicFramePr>
          <p:nvPr/>
        </p:nvGraphicFramePr>
        <p:xfrm>
          <a:off x="812800" y="1874838"/>
          <a:ext cx="3092450" cy="546100"/>
        </p:xfrm>
        <a:graphic>
          <a:graphicData uri="http://schemas.openxmlformats.org/presentationml/2006/ole">
            <mc:AlternateContent xmlns:mc="http://schemas.openxmlformats.org/markup-compatibility/2006">
              <mc:Choice xmlns:v="urn:schemas-microsoft-com:vml" Requires="v">
                <p:oleObj name="Equation" r:id="rId3" imgW="1295280" imgH="228600" progId="Equation.3">
                  <p:embed/>
                </p:oleObj>
              </mc:Choice>
              <mc:Fallback>
                <p:oleObj name="Equation" r:id="rId3" imgW="1295280" imgH="228600" progId="Equation.3">
                  <p:embed/>
                  <p:pic>
                    <p:nvPicPr>
                      <p:cNvPr id="645122" name="Object 2">
                        <a:extLst>
                          <a:ext uri="{FF2B5EF4-FFF2-40B4-BE49-F238E27FC236}">
                            <a16:creationId xmlns:a16="http://schemas.microsoft.com/office/drawing/2014/main" id="{C9DCB614-CE8A-422A-9B57-B767DF7A42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800" y="1874838"/>
                        <a:ext cx="3092450" cy="54610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23" name="Object 3">
            <a:extLst>
              <a:ext uri="{FF2B5EF4-FFF2-40B4-BE49-F238E27FC236}">
                <a16:creationId xmlns:a16="http://schemas.microsoft.com/office/drawing/2014/main" id="{7C23382C-4308-410C-B5C3-84B63C124D43}"/>
              </a:ext>
            </a:extLst>
          </p:cNvPr>
          <p:cNvGraphicFramePr>
            <a:graphicFrameLocks noChangeAspect="1"/>
          </p:cNvGraphicFramePr>
          <p:nvPr/>
        </p:nvGraphicFramePr>
        <p:xfrm>
          <a:off x="1150938" y="2349500"/>
          <a:ext cx="5168900" cy="1785938"/>
        </p:xfrm>
        <a:graphic>
          <a:graphicData uri="http://schemas.openxmlformats.org/presentationml/2006/ole">
            <mc:AlternateContent xmlns:mc="http://schemas.openxmlformats.org/markup-compatibility/2006">
              <mc:Choice xmlns:v="urn:schemas-microsoft-com:vml" Requires="v">
                <p:oleObj name="Equation" r:id="rId5" imgW="2463480" imgH="850680" progId="Equation.3">
                  <p:embed/>
                </p:oleObj>
              </mc:Choice>
              <mc:Fallback>
                <p:oleObj name="Equation" r:id="rId5" imgW="2463480" imgH="850680" progId="Equation.3">
                  <p:embed/>
                  <p:pic>
                    <p:nvPicPr>
                      <p:cNvPr id="645123" name="Object 3">
                        <a:extLst>
                          <a:ext uri="{FF2B5EF4-FFF2-40B4-BE49-F238E27FC236}">
                            <a16:creationId xmlns:a16="http://schemas.microsoft.com/office/drawing/2014/main" id="{7C23382C-4308-410C-B5C3-84B63C124D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0938" y="2349500"/>
                        <a:ext cx="5168900" cy="178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24" name="Text Box 4">
            <a:extLst>
              <a:ext uri="{FF2B5EF4-FFF2-40B4-BE49-F238E27FC236}">
                <a16:creationId xmlns:a16="http://schemas.microsoft.com/office/drawing/2014/main" id="{5B8524CB-012F-4C45-9A6E-35947DD03B72}"/>
              </a:ext>
            </a:extLst>
          </p:cNvPr>
          <p:cNvSpPr txBox="1">
            <a:spLocks noChangeArrowheads="1"/>
          </p:cNvSpPr>
          <p:nvPr/>
        </p:nvSpPr>
        <p:spPr bwMode="auto">
          <a:xfrm>
            <a:off x="719138" y="4292600"/>
            <a:ext cx="1219200" cy="457200"/>
          </a:xfrm>
          <a:prstGeom prst="rect">
            <a:avLst/>
          </a:prstGeom>
          <a:noFill/>
          <a:ln>
            <a:noFill/>
          </a:ln>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有效值</a:t>
            </a:r>
            <a:endParaRPr kumimoji="1" lang="zh-CN" altLang="en-US" sz="2400">
              <a:solidFill>
                <a:srgbClr val="FF3300"/>
              </a:solidFill>
              <a:latin typeface="Times New Roman" panose="02020603050405020304" pitchFamily="18" charset="0"/>
            </a:endParaRPr>
          </a:p>
        </p:txBody>
      </p:sp>
      <p:graphicFrame>
        <p:nvGraphicFramePr>
          <p:cNvPr id="645125" name="Object 5">
            <a:extLst>
              <a:ext uri="{FF2B5EF4-FFF2-40B4-BE49-F238E27FC236}">
                <a16:creationId xmlns:a16="http://schemas.microsoft.com/office/drawing/2014/main" id="{27297B84-2AA2-478F-B06B-58228498C9BA}"/>
              </a:ext>
            </a:extLst>
          </p:cNvPr>
          <p:cNvGraphicFramePr>
            <a:graphicFrameLocks noChangeAspect="1"/>
          </p:cNvGraphicFramePr>
          <p:nvPr/>
        </p:nvGraphicFramePr>
        <p:xfrm>
          <a:off x="1042988" y="4760913"/>
          <a:ext cx="7361237" cy="1993900"/>
        </p:xfrm>
        <a:graphic>
          <a:graphicData uri="http://schemas.openxmlformats.org/presentationml/2006/ole">
            <mc:AlternateContent xmlns:mc="http://schemas.openxmlformats.org/markup-compatibility/2006">
              <mc:Choice xmlns:v="urn:schemas-microsoft-com:vml" Requires="v">
                <p:oleObj name="Equation" r:id="rId7" imgW="3924000" imgH="939600" progId="Equation.3">
                  <p:embed/>
                </p:oleObj>
              </mc:Choice>
              <mc:Fallback>
                <p:oleObj name="Equation" r:id="rId7" imgW="3924000" imgH="939600" progId="Equation.3">
                  <p:embed/>
                  <p:pic>
                    <p:nvPicPr>
                      <p:cNvPr id="645125" name="Object 5">
                        <a:extLst>
                          <a:ext uri="{FF2B5EF4-FFF2-40B4-BE49-F238E27FC236}">
                            <a16:creationId xmlns:a16="http://schemas.microsoft.com/office/drawing/2014/main" id="{27297B84-2AA2-478F-B06B-58228498C9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4760913"/>
                        <a:ext cx="7361237" cy="199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5126" name="Group 6">
            <a:extLst>
              <a:ext uri="{FF2B5EF4-FFF2-40B4-BE49-F238E27FC236}">
                <a16:creationId xmlns:a16="http://schemas.microsoft.com/office/drawing/2014/main" id="{0025BED5-B049-43C3-9C48-DAE86A64F027}"/>
              </a:ext>
            </a:extLst>
          </p:cNvPr>
          <p:cNvGrpSpPr>
            <a:grpSpLocks/>
          </p:cNvGrpSpPr>
          <p:nvPr/>
        </p:nvGrpSpPr>
        <p:grpSpPr bwMode="auto">
          <a:xfrm>
            <a:off x="161925" y="200025"/>
            <a:ext cx="8794750" cy="1565275"/>
            <a:chOff x="102" y="126"/>
            <a:chExt cx="5540" cy="986"/>
          </a:xfrm>
        </p:grpSpPr>
        <p:sp>
          <p:nvSpPr>
            <p:cNvPr id="645127" name="Text Box 7">
              <a:extLst>
                <a:ext uri="{FF2B5EF4-FFF2-40B4-BE49-F238E27FC236}">
                  <a16:creationId xmlns:a16="http://schemas.microsoft.com/office/drawing/2014/main" id="{4D2326C5-FA89-4F89-9630-F4AC389F87BE}"/>
                </a:ext>
              </a:extLst>
            </p:cNvPr>
            <p:cNvSpPr txBox="1">
              <a:spLocks noChangeArrowheads="1"/>
            </p:cNvSpPr>
            <p:nvPr/>
          </p:nvSpPr>
          <p:spPr bwMode="auto">
            <a:xfrm>
              <a:off x="102" y="126"/>
              <a:ext cx="33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例</a:t>
              </a:r>
              <a:endParaRPr kumimoji="1" lang="zh-CN" altLang="en-US" sz="2400">
                <a:solidFill>
                  <a:srgbClr val="FF3300"/>
                </a:solidFill>
                <a:latin typeface="Times New Roman" panose="02020603050405020304" pitchFamily="18" charset="0"/>
              </a:endParaRPr>
            </a:p>
          </p:txBody>
        </p:sp>
        <p:sp>
          <p:nvSpPr>
            <p:cNvPr id="645128" name="Text Box 8">
              <a:extLst>
                <a:ext uri="{FF2B5EF4-FFF2-40B4-BE49-F238E27FC236}">
                  <a16:creationId xmlns:a16="http://schemas.microsoft.com/office/drawing/2014/main" id="{85D1F6CD-69D7-4E65-8409-49802101EBD2}"/>
                </a:ext>
              </a:extLst>
            </p:cNvPr>
            <p:cNvSpPr txBox="1">
              <a:spLocks noChangeArrowheads="1"/>
            </p:cNvSpPr>
            <p:nvPr/>
          </p:nvSpPr>
          <p:spPr bwMode="auto">
            <a:xfrm>
              <a:off x="480" y="144"/>
              <a:ext cx="67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已知：</a:t>
              </a:r>
              <a:endParaRPr kumimoji="1" lang="zh-CN" altLang="en-US" sz="2400">
                <a:latin typeface="Times New Roman" panose="02020603050405020304" pitchFamily="18" charset="0"/>
              </a:endParaRPr>
            </a:p>
          </p:txBody>
        </p:sp>
        <p:graphicFrame>
          <p:nvGraphicFramePr>
            <p:cNvPr id="645129" name="Object 9">
              <a:extLst>
                <a:ext uri="{FF2B5EF4-FFF2-40B4-BE49-F238E27FC236}">
                  <a16:creationId xmlns:a16="http://schemas.microsoft.com/office/drawing/2014/main" id="{CF289493-F939-418B-9E76-A80E36413D89}"/>
                </a:ext>
              </a:extLst>
            </p:cNvPr>
            <p:cNvGraphicFramePr>
              <a:graphicFrameLocks noChangeAspect="1"/>
            </p:cNvGraphicFramePr>
            <p:nvPr/>
          </p:nvGraphicFramePr>
          <p:xfrm>
            <a:off x="1049" y="181"/>
            <a:ext cx="2846" cy="611"/>
          </p:xfrm>
          <a:graphic>
            <a:graphicData uri="http://schemas.openxmlformats.org/presentationml/2006/ole">
              <mc:AlternateContent xmlns:mc="http://schemas.openxmlformats.org/markup-compatibility/2006">
                <mc:Choice xmlns:v="urn:schemas-microsoft-com:vml" Requires="v">
                  <p:oleObj name="Equation" r:id="rId9" imgW="2349360" imgH="457200" progId="Equation.3">
                    <p:embed/>
                  </p:oleObj>
                </mc:Choice>
                <mc:Fallback>
                  <p:oleObj name="Equation" r:id="rId9" imgW="2349360" imgH="457200" progId="Equation.3">
                    <p:embed/>
                    <p:pic>
                      <p:nvPicPr>
                        <p:cNvPr id="645129" name="Object 9">
                          <a:extLst>
                            <a:ext uri="{FF2B5EF4-FFF2-40B4-BE49-F238E27FC236}">
                              <a16:creationId xmlns:a16="http://schemas.microsoft.com/office/drawing/2014/main" id="{CF289493-F939-418B-9E76-A80E36413D8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9" y="181"/>
                          <a:ext cx="2846" cy="6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30" name="Text Box 10">
              <a:extLst>
                <a:ext uri="{FF2B5EF4-FFF2-40B4-BE49-F238E27FC236}">
                  <a16:creationId xmlns:a16="http://schemas.microsoft.com/office/drawing/2014/main" id="{F66AE304-63C8-49AD-A74C-D40D84BB3CAD}"/>
                </a:ext>
              </a:extLst>
            </p:cNvPr>
            <p:cNvSpPr txBox="1">
              <a:spLocks noChangeArrowheads="1"/>
            </p:cNvSpPr>
            <p:nvPr/>
          </p:nvSpPr>
          <p:spPr bwMode="auto">
            <a:xfrm>
              <a:off x="534" y="821"/>
              <a:ext cx="43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latin typeface="Times New Roman" panose="02020603050405020304" pitchFamily="18" charset="0"/>
                </a:rPr>
                <a:t>求：电路吸收的平均功率和电压、电流的有效值。</a:t>
              </a:r>
            </a:p>
          </p:txBody>
        </p:sp>
        <p:grpSp>
          <p:nvGrpSpPr>
            <p:cNvPr id="645131" name="Group 11">
              <a:extLst>
                <a:ext uri="{FF2B5EF4-FFF2-40B4-BE49-F238E27FC236}">
                  <a16:creationId xmlns:a16="http://schemas.microsoft.com/office/drawing/2014/main" id="{35767DE2-BF00-4B28-9565-C27FE2112EBF}"/>
                </a:ext>
              </a:extLst>
            </p:cNvPr>
            <p:cNvGrpSpPr>
              <a:grpSpLocks/>
            </p:cNvGrpSpPr>
            <p:nvPr/>
          </p:nvGrpSpPr>
          <p:grpSpPr bwMode="auto">
            <a:xfrm>
              <a:off x="4778" y="143"/>
              <a:ext cx="864" cy="969"/>
              <a:chOff x="810" y="135"/>
              <a:chExt cx="864" cy="969"/>
            </a:xfrm>
          </p:grpSpPr>
          <p:grpSp>
            <p:nvGrpSpPr>
              <p:cNvPr id="645132" name="Group 12">
                <a:extLst>
                  <a:ext uri="{FF2B5EF4-FFF2-40B4-BE49-F238E27FC236}">
                    <a16:creationId xmlns:a16="http://schemas.microsoft.com/office/drawing/2014/main" id="{997C51CB-09C9-4BD3-98F9-C08C5C871DFB}"/>
                  </a:ext>
                </a:extLst>
              </p:cNvPr>
              <p:cNvGrpSpPr>
                <a:grpSpLocks/>
              </p:cNvGrpSpPr>
              <p:nvPr/>
            </p:nvGrpSpPr>
            <p:grpSpPr bwMode="auto">
              <a:xfrm>
                <a:off x="816" y="135"/>
                <a:ext cx="858" cy="969"/>
                <a:chOff x="816" y="135"/>
                <a:chExt cx="858" cy="969"/>
              </a:xfrm>
            </p:grpSpPr>
            <p:sp>
              <p:nvSpPr>
                <p:cNvPr id="645133" name="Line 13">
                  <a:extLst>
                    <a:ext uri="{FF2B5EF4-FFF2-40B4-BE49-F238E27FC236}">
                      <a16:creationId xmlns:a16="http://schemas.microsoft.com/office/drawing/2014/main" id="{19738655-5AC9-476B-9313-BF597153E966}"/>
                    </a:ext>
                  </a:extLst>
                </p:cNvPr>
                <p:cNvSpPr>
                  <a:spLocks noChangeShapeType="1"/>
                </p:cNvSpPr>
                <p:nvPr/>
              </p:nvSpPr>
              <p:spPr bwMode="auto">
                <a:xfrm>
                  <a:off x="864" y="192"/>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4" name="Line 14">
                  <a:extLst>
                    <a:ext uri="{FF2B5EF4-FFF2-40B4-BE49-F238E27FC236}">
                      <a16:creationId xmlns:a16="http://schemas.microsoft.com/office/drawing/2014/main" id="{614B45E9-1353-4A01-988A-13E84482FA42}"/>
                    </a:ext>
                  </a:extLst>
                </p:cNvPr>
                <p:cNvSpPr>
                  <a:spLocks noChangeShapeType="1"/>
                </p:cNvSpPr>
                <p:nvPr/>
              </p:nvSpPr>
              <p:spPr bwMode="auto">
                <a:xfrm>
                  <a:off x="1440" y="19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5" name="Line 15">
                  <a:extLst>
                    <a:ext uri="{FF2B5EF4-FFF2-40B4-BE49-F238E27FC236}">
                      <a16:creationId xmlns:a16="http://schemas.microsoft.com/office/drawing/2014/main" id="{DDE8E224-6F67-4EC8-8183-D77144FA06E6}"/>
                    </a:ext>
                  </a:extLst>
                </p:cNvPr>
                <p:cNvSpPr>
                  <a:spLocks noChangeShapeType="1"/>
                </p:cNvSpPr>
                <p:nvPr/>
              </p:nvSpPr>
              <p:spPr bwMode="auto">
                <a:xfrm>
                  <a:off x="1392" y="480"/>
                  <a:ext cx="9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6" name="Line 16">
                  <a:extLst>
                    <a:ext uri="{FF2B5EF4-FFF2-40B4-BE49-F238E27FC236}">
                      <a16:creationId xmlns:a16="http://schemas.microsoft.com/office/drawing/2014/main" id="{67EC9DEC-C736-4BE3-9147-0725842D1766}"/>
                    </a:ext>
                  </a:extLst>
                </p:cNvPr>
                <p:cNvSpPr>
                  <a:spLocks noChangeShapeType="1"/>
                </p:cNvSpPr>
                <p:nvPr/>
              </p:nvSpPr>
              <p:spPr bwMode="auto">
                <a:xfrm>
                  <a:off x="1392" y="480"/>
                  <a:ext cx="0" cy="28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7" name="Line 17">
                  <a:extLst>
                    <a:ext uri="{FF2B5EF4-FFF2-40B4-BE49-F238E27FC236}">
                      <a16:creationId xmlns:a16="http://schemas.microsoft.com/office/drawing/2014/main" id="{24848749-F760-4A37-AB50-925F61F9AA56}"/>
                    </a:ext>
                  </a:extLst>
                </p:cNvPr>
                <p:cNvSpPr>
                  <a:spLocks noChangeShapeType="1"/>
                </p:cNvSpPr>
                <p:nvPr/>
              </p:nvSpPr>
              <p:spPr bwMode="auto">
                <a:xfrm>
                  <a:off x="1488" y="480"/>
                  <a:ext cx="0" cy="28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8" name="Line 18">
                  <a:extLst>
                    <a:ext uri="{FF2B5EF4-FFF2-40B4-BE49-F238E27FC236}">
                      <a16:creationId xmlns:a16="http://schemas.microsoft.com/office/drawing/2014/main" id="{5F3C1307-F99C-46E8-8A39-BF065E63DE2D}"/>
                    </a:ext>
                  </a:extLst>
                </p:cNvPr>
                <p:cNvSpPr>
                  <a:spLocks noChangeShapeType="1"/>
                </p:cNvSpPr>
                <p:nvPr/>
              </p:nvSpPr>
              <p:spPr bwMode="auto">
                <a:xfrm>
                  <a:off x="1392" y="768"/>
                  <a:ext cx="9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39" name="Line 19">
                  <a:extLst>
                    <a:ext uri="{FF2B5EF4-FFF2-40B4-BE49-F238E27FC236}">
                      <a16:creationId xmlns:a16="http://schemas.microsoft.com/office/drawing/2014/main" id="{277B0DA9-4A7D-41B3-B399-5330CD6EB56B}"/>
                    </a:ext>
                  </a:extLst>
                </p:cNvPr>
                <p:cNvSpPr>
                  <a:spLocks noChangeShapeType="1"/>
                </p:cNvSpPr>
                <p:nvPr/>
              </p:nvSpPr>
              <p:spPr bwMode="auto">
                <a:xfrm>
                  <a:off x="1440" y="768"/>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40" name="Line 20">
                  <a:extLst>
                    <a:ext uri="{FF2B5EF4-FFF2-40B4-BE49-F238E27FC236}">
                      <a16:creationId xmlns:a16="http://schemas.microsoft.com/office/drawing/2014/main" id="{9D62FDD4-1642-4A49-9726-8640E2EB70A6}"/>
                    </a:ext>
                  </a:extLst>
                </p:cNvPr>
                <p:cNvSpPr>
                  <a:spLocks noChangeShapeType="1"/>
                </p:cNvSpPr>
                <p:nvPr/>
              </p:nvSpPr>
              <p:spPr bwMode="auto">
                <a:xfrm flipH="1">
                  <a:off x="864" y="1056"/>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41" name="Text Box 21">
                  <a:extLst>
                    <a:ext uri="{FF2B5EF4-FFF2-40B4-BE49-F238E27FC236}">
                      <a16:creationId xmlns:a16="http://schemas.microsoft.com/office/drawing/2014/main" id="{790630E1-2A2C-45B4-BC63-0ECF0E5E8207}"/>
                    </a:ext>
                  </a:extLst>
                </p:cNvPr>
                <p:cNvSpPr txBox="1">
                  <a:spLocks noChangeArrowheads="1"/>
                </p:cNvSpPr>
                <p:nvPr/>
              </p:nvSpPr>
              <p:spPr bwMode="auto">
                <a:xfrm>
                  <a:off x="816" y="192"/>
                  <a:ext cx="33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a:spAutoFit/>
                </a:bodyPr>
                <a:lstStyle/>
                <a:p>
                  <a:pPr algn="l"/>
                  <a:r>
                    <a:rPr kumimoji="1" lang="en-US" altLang="zh-CN" sz="2400" b="1">
                      <a:latin typeface="Times New Roman" panose="02020603050405020304" pitchFamily="18" charset="0"/>
                    </a:rPr>
                    <a:t>+</a:t>
                  </a:r>
                </a:p>
              </p:txBody>
            </p:sp>
            <p:sp>
              <p:nvSpPr>
                <p:cNvPr id="645142" name="Text Box 22">
                  <a:extLst>
                    <a:ext uri="{FF2B5EF4-FFF2-40B4-BE49-F238E27FC236}">
                      <a16:creationId xmlns:a16="http://schemas.microsoft.com/office/drawing/2014/main" id="{CB811ACB-56F1-4A4C-AE45-6A669D1043B0}"/>
                    </a:ext>
                  </a:extLst>
                </p:cNvPr>
                <p:cNvSpPr txBox="1">
                  <a:spLocks noChangeArrowheads="1"/>
                </p:cNvSpPr>
                <p:nvPr/>
              </p:nvSpPr>
              <p:spPr bwMode="auto">
                <a:xfrm>
                  <a:off x="816" y="816"/>
                  <a:ext cx="28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a:spAutoFit/>
                </a:bodyPr>
                <a:lstStyle/>
                <a:p>
                  <a:pPr algn="l"/>
                  <a:r>
                    <a:rPr kumimoji="1" lang="en-US" altLang="zh-CN" sz="2400">
                      <a:latin typeface="黑体" panose="02010609060101010101" pitchFamily="49" charset="-122"/>
                      <a:ea typeface="黑体" panose="02010609060101010101" pitchFamily="49" charset="-122"/>
                      <a:sym typeface="Symbol" panose="05050102010706020507" pitchFamily="18" charset="2"/>
                    </a:rPr>
                    <a:t>-</a:t>
                  </a:r>
                  <a:endParaRPr kumimoji="1" lang="en-US" altLang="zh-CN" sz="2400">
                    <a:latin typeface="黑体" panose="02010609060101010101" pitchFamily="49" charset="-122"/>
                    <a:ea typeface="黑体" panose="02010609060101010101" pitchFamily="49" charset="-122"/>
                  </a:endParaRPr>
                </a:p>
              </p:txBody>
            </p:sp>
            <p:sp>
              <p:nvSpPr>
                <p:cNvPr id="645143" name="Line 23">
                  <a:extLst>
                    <a:ext uri="{FF2B5EF4-FFF2-40B4-BE49-F238E27FC236}">
                      <a16:creationId xmlns:a16="http://schemas.microsoft.com/office/drawing/2014/main" id="{06D3001E-D1FE-4B69-9930-DF0223C61603}"/>
                    </a:ext>
                  </a:extLst>
                </p:cNvPr>
                <p:cNvSpPr>
                  <a:spLocks noChangeShapeType="1"/>
                </p:cNvSpPr>
                <p:nvPr/>
              </p:nvSpPr>
              <p:spPr bwMode="auto">
                <a:xfrm>
                  <a:off x="1488" y="192"/>
                  <a:ext cx="0" cy="14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45144" name="Object 24">
                  <a:extLst>
                    <a:ext uri="{FF2B5EF4-FFF2-40B4-BE49-F238E27FC236}">
                      <a16:creationId xmlns:a16="http://schemas.microsoft.com/office/drawing/2014/main" id="{6A45327E-4AC6-4A9E-8C8C-59D1865A2094}"/>
                    </a:ext>
                  </a:extLst>
                </p:cNvPr>
                <p:cNvGraphicFramePr>
                  <a:graphicFrameLocks noChangeAspect="1"/>
                </p:cNvGraphicFramePr>
                <p:nvPr/>
              </p:nvGraphicFramePr>
              <p:xfrm>
                <a:off x="864" y="528"/>
                <a:ext cx="172" cy="192"/>
              </p:xfrm>
              <a:graphic>
                <a:graphicData uri="http://schemas.openxmlformats.org/presentationml/2006/ole">
                  <mc:AlternateContent xmlns:mc="http://schemas.openxmlformats.org/markup-compatibility/2006">
                    <mc:Choice xmlns:v="urn:schemas-microsoft-com:vml" Requires="v">
                      <p:oleObj name="Equation" r:id="rId11" imgW="126720" imgH="139680" progId="Equation.3">
                        <p:embed/>
                      </p:oleObj>
                    </mc:Choice>
                    <mc:Fallback>
                      <p:oleObj name="Equation" r:id="rId11" imgW="126720" imgH="139680" progId="Equation.3">
                        <p:embed/>
                        <p:pic>
                          <p:nvPicPr>
                            <p:cNvPr id="645144" name="Object 24">
                              <a:extLst>
                                <a:ext uri="{FF2B5EF4-FFF2-40B4-BE49-F238E27FC236}">
                                  <a16:creationId xmlns:a16="http://schemas.microsoft.com/office/drawing/2014/main" id="{6A45327E-4AC6-4A9E-8C8C-59D1865A209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4" y="528"/>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45" name="Object 25">
                  <a:extLst>
                    <a:ext uri="{FF2B5EF4-FFF2-40B4-BE49-F238E27FC236}">
                      <a16:creationId xmlns:a16="http://schemas.microsoft.com/office/drawing/2014/main" id="{8207E03F-0A26-4ED6-A8CD-EAB9B3B2A62C}"/>
                    </a:ext>
                  </a:extLst>
                </p:cNvPr>
                <p:cNvGraphicFramePr>
                  <a:graphicFrameLocks noChangeAspect="1"/>
                </p:cNvGraphicFramePr>
                <p:nvPr/>
              </p:nvGraphicFramePr>
              <p:xfrm>
                <a:off x="1527" y="135"/>
                <a:ext cx="147" cy="259"/>
              </p:xfrm>
              <a:graphic>
                <a:graphicData uri="http://schemas.openxmlformats.org/presentationml/2006/ole">
                  <mc:AlternateContent xmlns:mc="http://schemas.openxmlformats.org/markup-compatibility/2006">
                    <mc:Choice xmlns:v="urn:schemas-microsoft-com:vml" Requires="v">
                      <p:oleObj name="Equation" r:id="rId13" imgW="101520" imgH="177480" progId="Equation.3">
                        <p:embed/>
                      </p:oleObj>
                    </mc:Choice>
                    <mc:Fallback>
                      <p:oleObj name="Equation" r:id="rId13" imgW="101520" imgH="177480" progId="Equation.3">
                        <p:embed/>
                        <p:pic>
                          <p:nvPicPr>
                            <p:cNvPr id="645145" name="Object 25">
                              <a:extLst>
                                <a:ext uri="{FF2B5EF4-FFF2-40B4-BE49-F238E27FC236}">
                                  <a16:creationId xmlns:a16="http://schemas.microsoft.com/office/drawing/2014/main" id="{8207E03F-0A26-4ED6-A8CD-EAB9B3B2A62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7" y="135"/>
                              <a:ext cx="147"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5146" name="Oval 26">
                <a:extLst>
                  <a:ext uri="{FF2B5EF4-FFF2-40B4-BE49-F238E27FC236}">
                    <a16:creationId xmlns:a16="http://schemas.microsoft.com/office/drawing/2014/main" id="{4C0177A2-66A2-40EE-8C57-DA4238267093}"/>
                  </a:ext>
                </a:extLst>
              </p:cNvPr>
              <p:cNvSpPr>
                <a:spLocks noChangeArrowheads="1"/>
              </p:cNvSpPr>
              <p:nvPr/>
            </p:nvSpPr>
            <p:spPr bwMode="auto">
              <a:xfrm>
                <a:off x="810" y="162"/>
                <a:ext cx="56" cy="5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5147" name="Oval 27">
                <a:extLst>
                  <a:ext uri="{FF2B5EF4-FFF2-40B4-BE49-F238E27FC236}">
                    <a16:creationId xmlns:a16="http://schemas.microsoft.com/office/drawing/2014/main" id="{77A264AA-14A0-438F-AC6A-18194C2D2152}"/>
                  </a:ext>
                </a:extLst>
              </p:cNvPr>
              <p:cNvSpPr>
                <a:spLocks noChangeArrowheads="1"/>
              </p:cNvSpPr>
              <p:nvPr/>
            </p:nvSpPr>
            <p:spPr bwMode="auto">
              <a:xfrm>
                <a:off x="816" y="1026"/>
                <a:ext cx="56" cy="5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45122"/>
                                        </p:tgtEl>
                                        <p:attrNameLst>
                                          <p:attrName>style.visibility</p:attrName>
                                        </p:attrNameLst>
                                      </p:cBhvr>
                                      <p:to>
                                        <p:strVal val="visible"/>
                                      </p:to>
                                    </p:set>
                                    <p:animEffect transition="in" filter="box(in)">
                                      <p:cBhvr>
                                        <p:cTn id="7" dur="500"/>
                                        <p:tgtEl>
                                          <p:spTgt spid="645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45123"/>
                                        </p:tgtEl>
                                        <p:attrNameLst>
                                          <p:attrName>style.visibility</p:attrName>
                                        </p:attrNameLst>
                                      </p:cBhvr>
                                      <p:to>
                                        <p:strVal val="visible"/>
                                      </p:to>
                                    </p:set>
                                    <p:animEffect transition="in" filter="box(in)">
                                      <p:cBhvr>
                                        <p:cTn id="12" dur="500"/>
                                        <p:tgtEl>
                                          <p:spTgt spid="6451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45124"/>
                                        </p:tgtEl>
                                        <p:attrNameLst>
                                          <p:attrName>style.visibility</p:attrName>
                                        </p:attrNameLst>
                                      </p:cBhvr>
                                      <p:to>
                                        <p:strVal val="visible"/>
                                      </p:to>
                                    </p:set>
                                    <p:animEffect transition="in" filter="box(in)">
                                      <p:cBhvr>
                                        <p:cTn id="17" dur="500"/>
                                        <p:tgtEl>
                                          <p:spTgt spid="6451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45125"/>
                                        </p:tgtEl>
                                        <p:attrNameLst>
                                          <p:attrName>style.visibility</p:attrName>
                                        </p:attrNameLst>
                                      </p:cBhvr>
                                      <p:to>
                                        <p:strVal val="visible"/>
                                      </p:to>
                                    </p:set>
                                    <p:animEffect transition="in" filter="box(in)">
                                      <p:cBhvr>
                                        <p:cTn id="22" dur="500"/>
                                        <p:tgtEl>
                                          <p:spTgt spid="64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24" grpId="0" autoUpdateAnimBg="0"/>
    </p:bld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827392" y="4577163"/>
            <a:ext cx="2096381" cy="1610231"/>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对象 1"/>
          <p:cNvGraphicFramePr>
            <a:graphicFrameLocks noChangeAspect="1"/>
          </p:cNvGraphicFramePr>
          <p:nvPr/>
        </p:nvGraphicFramePr>
        <p:xfrm>
          <a:off x="5046281" y="1342182"/>
          <a:ext cx="3919220" cy="1738630"/>
        </p:xfrm>
        <a:graphic>
          <a:graphicData uri="http://schemas.openxmlformats.org/presentationml/2006/ole">
            <mc:AlternateContent xmlns:mc="http://schemas.openxmlformats.org/markup-compatibility/2006">
              <mc:Choice xmlns:v="urn:schemas-microsoft-com:vml" Requires="v">
                <p:oleObj name="Visio" r:id="rId2" imgW="3540760" imgH="1576070" progId="Visio.Drawing.15">
                  <p:embed/>
                </p:oleObj>
              </mc:Choice>
              <mc:Fallback>
                <p:oleObj name="Visio" r:id="rId2" imgW="3540760" imgH="1576070" progId="Visio.Drawing.15">
                  <p:embed/>
                  <p:pic>
                    <p:nvPicPr>
                      <p:cNvPr id="0" name="对象 1"/>
                      <p:cNvPicPr/>
                      <p:nvPr/>
                    </p:nvPicPr>
                    <p:blipFill>
                      <a:blip r:embed="rId3"/>
                      <a:stretch>
                        <a:fillRect/>
                      </a:stretch>
                    </p:blipFill>
                    <p:spPr>
                      <a:xfrm>
                        <a:off x="5046281" y="1342182"/>
                        <a:ext cx="3919220" cy="1738630"/>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4377626" y="4204101"/>
          <a:ext cx="4587875" cy="1898650"/>
        </p:xfrm>
        <a:graphic>
          <a:graphicData uri="http://schemas.openxmlformats.org/presentationml/2006/ole">
            <mc:AlternateContent xmlns:mc="http://schemas.openxmlformats.org/markup-compatibility/2006">
              <mc:Choice xmlns:v="urn:schemas-microsoft-com:vml" Requires="v">
                <p:oleObj name="Visio" r:id="rId4" imgW="4163695" imgH="1721485" progId="Visio.Drawing.15">
                  <p:embed/>
                </p:oleObj>
              </mc:Choice>
              <mc:Fallback>
                <p:oleObj name="Visio" r:id="rId4" imgW="4163695" imgH="1721485" progId="Visio.Drawing.15">
                  <p:embed/>
                  <p:pic>
                    <p:nvPicPr>
                      <p:cNvPr id="0" name="对象 1"/>
                      <p:cNvPicPr/>
                      <p:nvPr/>
                    </p:nvPicPr>
                    <p:blipFill>
                      <a:blip r:embed="rId5"/>
                      <a:stretch>
                        <a:fillRect/>
                      </a:stretch>
                    </p:blipFill>
                    <p:spPr>
                      <a:xfrm>
                        <a:off x="4377626" y="4204101"/>
                        <a:ext cx="4587875" cy="1898650"/>
                      </a:xfrm>
                      <a:prstGeom prst="rect">
                        <a:avLst/>
                      </a:prstGeom>
                    </p:spPr>
                  </p:pic>
                </p:oleObj>
              </mc:Fallback>
            </mc:AlternateContent>
          </a:graphicData>
        </a:graphic>
      </p:graphicFrame>
      <p:sp>
        <p:nvSpPr>
          <p:cNvPr id="6" name="文本框 5"/>
          <p:cNvSpPr txBox="1"/>
          <p:nvPr/>
        </p:nvSpPr>
        <p:spPr>
          <a:xfrm>
            <a:off x="211006" y="235322"/>
            <a:ext cx="905179"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11</a:t>
            </a:r>
            <a:endParaRPr lang="zh-CN" altLang="en-US" sz="2800" b="1" dirty="0">
              <a:solidFill>
                <a:srgbClr val="FF0000"/>
              </a:solidFill>
            </a:endParaRPr>
          </a:p>
        </p:txBody>
      </p:sp>
      <p:sp>
        <p:nvSpPr>
          <p:cNvPr id="8" name="Text Box 2"/>
          <p:cNvSpPr txBox="1">
            <a:spLocks noChangeArrowheads="1"/>
          </p:cNvSpPr>
          <p:nvPr/>
        </p:nvSpPr>
        <p:spPr bwMode="auto">
          <a:xfrm>
            <a:off x="1148692" y="266100"/>
            <a:ext cx="7784302" cy="1200329"/>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0"/>
              </a:spcBef>
            </a:pPr>
            <a:r>
              <a:rPr kumimoji="1" lang="zh-CN" altLang="en-US" sz="2400" b="1" dirty="0">
                <a:latin typeface="Times New Roman" panose="02020603050405020304" pitchFamily="18" charset="0"/>
                <a:ea typeface="楷体" panose="02010609060101010101" charset="-122"/>
              </a:rPr>
              <a:t>在图示电路中，                                                     ，            ，</a:t>
            </a:r>
            <a:endParaRPr kumimoji="1" lang="en-US" altLang="zh-CN" sz="2400" b="1" dirty="0">
              <a:latin typeface="Times New Roman" panose="02020603050405020304" pitchFamily="18" charset="0"/>
              <a:ea typeface="楷体" panose="02010609060101010101" charset="-122"/>
            </a:endParaRPr>
          </a:p>
          <a:p>
            <a:pPr algn="l">
              <a:spcBef>
                <a:spcPct val="0"/>
              </a:spcBef>
            </a:pPr>
            <a:r>
              <a:rPr kumimoji="1" lang="en-US" altLang="zh-CN" sz="2400" b="1" dirty="0">
                <a:latin typeface="Times New Roman" panose="02020603050405020304" pitchFamily="18" charset="0"/>
                <a:ea typeface="楷体" panose="02010609060101010101" charset="-122"/>
              </a:rPr>
              <a:t>                 </a:t>
            </a:r>
            <a:r>
              <a:rPr kumimoji="1" lang="zh-CN" altLang="en-US" sz="2400" b="1" dirty="0">
                <a:latin typeface="Times New Roman" panose="02020603050405020304" pitchFamily="18" charset="0"/>
                <a:ea typeface="楷体" panose="02010609060101010101" charset="-122"/>
              </a:rPr>
              <a:t>，                ，                ，                  ，求电流表、功率表的读数</a:t>
            </a:r>
          </a:p>
        </p:txBody>
      </p:sp>
      <p:graphicFrame>
        <p:nvGraphicFramePr>
          <p:cNvPr id="18" name="对象 17"/>
          <p:cNvGraphicFramePr>
            <a:graphicFrameLocks noChangeAspect="1"/>
          </p:cNvGraphicFramePr>
          <p:nvPr/>
        </p:nvGraphicFramePr>
        <p:xfrm>
          <a:off x="3218498" y="311479"/>
          <a:ext cx="4241800" cy="419100"/>
        </p:xfrm>
        <a:graphic>
          <a:graphicData uri="http://schemas.openxmlformats.org/presentationml/2006/ole">
            <mc:AlternateContent xmlns:mc="http://schemas.openxmlformats.org/markup-compatibility/2006">
              <mc:Choice xmlns:v="urn:schemas-microsoft-com:vml" Requires="v">
                <p:oleObj r:id="rId6" imgW="101803200" imgH="10058400" progId="">
                  <p:embed/>
                </p:oleObj>
              </mc:Choice>
              <mc:Fallback>
                <p:oleObj r:id="rId6" imgW="101803200" imgH="10058400" progId="">
                  <p:embed/>
                  <p:pic>
                    <p:nvPicPr>
                      <p:cNvPr id="0" name="图片 266427"/>
                      <p:cNvPicPr/>
                      <p:nvPr/>
                    </p:nvPicPr>
                    <p:blipFill>
                      <a:blip r:embed="rId7"/>
                      <a:stretch>
                        <a:fillRect/>
                      </a:stretch>
                    </p:blipFill>
                    <p:spPr>
                      <a:xfrm>
                        <a:off x="3218498" y="311479"/>
                        <a:ext cx="4241800" cy="41910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1233358" y="708418"/>
          <a:ext cx="1308100" cy="373063"/>
        </p:xfrm>
        <a:graphic>
          <a:graphicData uri="http://schemas.openxmlformats.org/presentationml/2006/ole">
            <mc:AlternateContent xmlns:mc="http://schemas.openxmlformats.org/markup-compatibility/2006">
              <mc:Choice xmlns:v="urn:schemas-microsoft-com:vml" Requires="v">
                <p:oleObj r:id="rId8" imgW="1342390" imgH="389255" progId="">
                  <p:embed/>
                </p:oleObj>
              </mc:Choice>
              <mc:Fallback>
                <p:oleObj r:id="rId8" imgW="1342390" imgH="389255" progId="">
                  <p:embed/>
                  <p:pic>
                    <p:nvPicPr>
                      <p:cNvPr id="0" name="图片 266428"/>
                      <p:cNvPicPr/>
                      <p:nvPr/>
                    </p:nvPicPr>
                    <p:blipFill>
                      <a:blip r:embed="rId9"/>
                      <a:stretch>
                        <a:fillRect/>
                      </a:stretch>
                    </p:blipFill>
                    <p:spPr>
                      <a:xfrm>
                        <a:off x="1233358" y="708418"/>
                        <a:ext cx="1308100" cy="373063"/>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7558723" y="357232"/>
          <a:ext cx="1092200" cy="279400"/>
        </p:xfrm>
        <a:graphic>
          <a:graphicData uri="http://schemas.openxmlformats.org/presentationml/2006/ole">
            <mc:AlternateContent xmlns:mc="http://schemas.openxmlformats.org/markup-compatibility/2006">
              <mc:Choice xmlns:v="urn:schemas-microsoft-com:vml" Requires="v">
                <p:oleObj r:id="rId10" imgW="26212800" imgH="6705600" progId="">
                  <p:embed/>
                </p:oleObj>
              </mc:Choice>
              <mc:Fallback>
                <p:oleObj r:id="rId10" imgW="26212800" imgH="6705600" progId="">
                  <p:embed/>
                  <p:pic>
                    <p:nvPicPr>
                      <p:cNvPr id="0" name="对象 19"/>
                      <p:cNvPicPr/>
                      <p:nvPr/>
                    </p:nvPicPr>
                    <p:blipFill>
                      <a:blip r:embed="rId11"/>
                      <a:stretch>
                        <a:fillRect/>
                      </a:stretch>
                    </p:blipFill>
                    <p:spPr>
                      <a:xfrm>
                        <a:off x="7558723" y="357232"/>
                        <a:ext cx="1092200" cy="279400"/>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2657475" y="704449"/>
          <a:ext cx="1371600" cy="381000"/>
        </p:xfrm>
        <a:graphic>
          <a:graphicData uri="http://schemas.openxmlformats.org/presentationml/2006/ole">
            <mc:AlternateContent xmlns:mc="http://schemas.openxmlformats.org/markup-compatibility/2006">
              <mc:Choice xmlns:v="urn:schemas-microsoft-com:vml" Requires="v">
                <p:oleObj r:id="rId12" imgW="32918400" imgH="9144000" progId="">
                  <p:embed/>
                </p:oleObj>
              </mc:Choice>
              <mc:Fallback>
                <p:oleObj r:id="rId12" imgW="32918400" imgH="9144000" progId="">
                  <p:embed/>
                  <p:pic>
                    <p:nvPicPr>
                      <p:cNvPr id="0" name="对象 19"/>
                      <p:cNvPicPr/>
                      <p:nvPr/>
                    </p:nvPicPr>
                    <p:blipFill>
                      <a:blip r:embed="rId13"/>
                      <a:stretch>
                        <a:fillRect/>
                      </a:stretch>
                    </p:blipFill>
                    <p:spPr>
                      <a:xfrm>
                        <a:off x="2657475" y="704449"/>
                        <a:ext cx="1371600" cy="381000"/>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4191124" y="755249"/>
          <a:ext cx="1397000" cy="279400"/>
        </p:xfrm>
        <a:graphic>
          <a:graphicData uri="http://schemas.openxmlformats.org/presentationml/2006/ole">
            <mc:AlternateContent xmlns:mc="http://schemas.openxmlformats.org/markup-compatibility/2006">
              <mc:Choice xmlns:v="urn:schemas-microsoft-com:vml" Requires="v">
                <p:oleObj r:id="rId14" imgW="33528000" imgH="6705600" progId="">
                  <p:embed/>
                </p:oleObj>
              </mc:Choice>
              <mc:Fallback>
                <p:oleObj r:id="rId14" imgW="33528000" imgH="6705600" progId="">
                  <p:embed/>
                  <p:pic>
                    <p:nvPicPr>
                      <p:cNvPr id="0" name="对象 23"/>
                      <p:cNvPicPr/>
                      <p:nvPr/>
                    </p:nvPicPr>
                    <p:blipFill>
                      <a:blip r:embed="rId15"/>
                      <a:stretch>
                        <a:fillRect/>
                      </a:stretch>
                    </p:blipFill>
                    <p:spPr>
                      <a:xfrm>
                        <a:off x="4191124" y="755249"/>
                        <a:ext cx="1397000" cy="2794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5739312" y="710799"/>
          <a:ext cx="1511300" cy="368300"/>
        </p:xfrm>
        <a:graphic>
          <a:graphicData uri="http://schemas.openxmlformats.org/presentationml/2006/ole">
            <mc:AlternateContent xmlns:mc="http://schemas.openxmlformats.org/markup-compatibility/2006">
              <mc:Choice xmlns:v="urn:schemas-microsoft-com:vml" Requires="v">
                <p:oleObj r:id="rId16" imgW="36271200" imgH="8839200" progId="">
                  <p:embed/>
                </p:oleObj>
              </mc:Choice>
              <mc:Fallback>
                <p:oleObj r:id="rId16" imgW="36271200" imgH="8839200" progId="">
                  <p:embed/>
                  <p:pic>
                    <p:nvPicPr>
                      <p:cNvPr id="0" name="对象 25"/>
                      <p:cNvPicPr/>
                      <p:nvPr/>
                    </p:nvPicPr>
                    <p:blipFill>
                      <a:blip r:embed="rId17"/>
                      <a:stretch>
                        <a:fillRect/>
                      </a:stretch>
                    </p:blipFill>
                    <p:spPr>
                      <a:xfrm>
                        <a:off x="5739312" y="710799"/>
                        <a:ext cx="1511300" cy="368300"/>
                      </a:xfrm>
                      <a:prstGeom prst="rect">
                        <a:avLst/>
                      </a:prstGeom>
                    </p:spPr>
                  </p:pic>
                </p:oleObj>
              </mc:Fallback>
            </mc:AlternateContent>
          </a:graphicData>
        </a:graphic>
      </p:graphicFrame>
      <p:sp>
        <p:nvSpPr>
          <p:cNvPr id="29" name="文本框 28"/>
          <p:cNvSpPr txBox="1"/>
          <p:nvPr/>
        </p:nvSpPr>
        <p:spPr>
          <a:xfrm>
            <a:off x="211006" y="1511808"/>
            <a:ext cx="504056" cy="523220"/>
          </a:xfrm>
          <a:prstGeom prst="rect">
            <a:avLst/>
          </a:prstGeom>
          <a:solidFill>
            <a:schemeClr val="bg1">
              <a:lumMod val="85000"/>
            </a:schemeClr>
          </a:solidFill>
        </p:spPr>
        <p:txBody>
          <a:bodyPr wrap="square">
            <a:spAutoFit/>
          </a:bodyPr>
          <a:lstStyle/>
          <a:p>
            <a:r>
              <a:rPr lang="zh-CN" altLang="en-US" sz="2800" b="1" dirty="0">
                <a:solidFill>
                  <a:srgbClr val="0000FF"/>
                </a:solidFill>
                <a:latin typeface="Times New Roman" panose="02020603050405020304" pitchFamily="18" charset="0"/>
                <a:ea typeface="楷体" panose="02010609060101010101" charset="-122"/>
              </a:rPr>
              <a:t>解</a:t>
            </a:r>
            <a:endParaRPr lang="zh-CN" altLang="en-US" sz="2800" b="1" dirty="0">
              <a:solidFill>
                <a:srgbClr val="0000FF"/>
              </a:solidFill>
            </a:endParaRPr>
          </a:p>
        </p:txBody>
      </p:sp>
      <p:sp>
        <p:nvSpPr>
          <p:cNvPr id="30" name="文本框 29"/>
          <p:cNvSpPr txBox="1"/>
          <p:nvPr/>
        </p:nvSpPr>
        <p:spPr>
          <a:xfrm>
            <a:off x="559452" y="1545761"/>
            <a:ext cx="2883785" cy="461665"/>
          </a:xfrm>
          <a:prstGeom prst="rect">
            <a:avLst/>
          </a:prstGeom>
          <a:noFill/>
        </p:spPr>
        <p:txBody>
          <a:bodyPr wrap="square">
            <a:spAutoFit/>
          </a:bodyPr>
          <a:lstStyle/>
          <a:p>
            <a:pPr algn="l"/>
            <a:r>
              <a:rPr kumimoji="1" lang="zh-CN" altLang="en-US" sz="2400" dirty="0">
                <a:solidFill>
                  <a:srgbClr val="0000FF"/>
                </a:solidFill>
                <a:latin typeface="Times New Roman" panose="02020603050405020304" pitchFamily="18" charset="0"/>
                <a:ea typeface="楷体" panose="02010609060101010101" charset="-122"/>
              </a:rPr>
              <a:t>（</a:t>
            </a:r>
            <a:r>
              <a:rPr kumimoji="1" lang="en-US" altLang="zh-CN" sz="2400" dirty="0">
                <a:solidFill>
                  <a:srgbClr val="0000FF"/>
                </a:solidFill>
                <a:latin typeface="Times New Roman" panose="02020603050405020304" pitchFamily="18" charset="0"/>
                <a:ea typeface="楷体" panose="02010609060101010101" charset="-122"/>
              </a:rPr>
              <a:t>1</a:t>
            </a:r>
            <a:r>
              <a:rPr kumimoji="1" lang="zh-CN" altLang="en-US" sz="2400" dirty="0">
                <a:solidFill>
                  <a:srgbClr val="0000FF"/>
                </a:solidFill>
                <a:latin typeface="Times New Roman" panose="02020603050405020304" pitchFamily="18" charset="0"/>
                <a:ea typeface="楷体" panose="02010609060101010101" charset="-122"/>
              </a:rPr>
              <a:t>）直流单独作用：</a:t>
            </a:r>
            <a:endParaRPr lang="zh-CN" altLang="en-US" sz="2400" dirty="0">
              <a:solidFill>
                <a:srgbClr val="0000FF"/>
              </a:solidFill>
            </a:endParaRPr>
          </a:p>
        </p:txBody>
      </p:sp>
      <p:sp>
        <p:nvSpPr>
          <p:cNvPr id="31" name="文本框 30"/>
          <p:cNvSpPr txBox="1"/>
          <p:nvPr/>
        </p:nvSpPr>
        <p:spPr>
          <a:xfrm>
            <a:off x="1148692" y="2041379"/>
            <a:ext cx="2160415" cy="461665"/>
          </a:xfrm>
          <a:prstGeom prst="rect">
            <a:avLst/>
          </a:prstGeom>
          <a:noFill/>
        </p:spPr>
        <p:txBody>
          <a:bodyPr wrap="square">
            <a:spAutoFit/>
          </a:bodyPr>
          <a:lstStyle/>
          <a:p>
            <a:pPr algn="l"/>
            <a:r>
              <a:rPr kumimoji="1" lang="en-US" altLang="zh-CN" sz="2400" i="1" dirty="0">
                <a:latin typeface="Times New Roman" panose="02020603050405020304" pitchFamily="18" charset="0"/>
                <a:ea typeface="楷体" panose="02010609060101010101" charset="-122"/>
              </a:rPr>
              <a:t>L</a:t>
            </a:r>
            <a:r>
              <a:rPr kumimoji="1" lang="zh-CN" altLang="en-US" sz="2400" dirty="0">
                <a:latin typeface="Times New Roman" panose="02020603050405020304" pitchFamily="18" charset="0"/>
                <a:ea typeface="楷体" panose="02010609060101010101" charset="-122"/>
              </a:rPr>
              <a:t>短路、</a:t>
            </a:r>
            <a:r>
              <a:rPr kumimoji="1" lang="en-US" altLang="zh-CN" sz="2400" i="1" dirty="0">
                <a:latin typeface="Times New Roman" panose="02020603050405020304" pitchFamily="18" charset="0"/>
                <a:ea typeface="楷体" panose="02010609060101010101" charset="-122"/>
              </a:rPr>
              <a:t>C</a:t>
            </a:r>
            <a:r>
              <a:rPr kumimoji="1" lang="zh-CN" altLang="en-US" sz="2400" dirty="0">
                <a:latin typeface="Times New Roman" panose="02020603050405020304" pitchFamily="18" charset="0"/>
                <a:ea typeface="楷体" panose="02010609060101010101" charset="-122"/>
              </a:rPr>
              <a:t>开路</a:t>
            </a:r>
            <a:endParaRPr lang="zh-CN" altLang="en-US" sz="2400" dirty="0"/>
          </a:p>
        </p:txBody>
      </p:sp>
      <p:graphicFrame>
        <p:nvGraphicFramePr>
          <p:cNvPr id="17" name="对象 16"/>
          <p:cNvGraphicFramePr>
            <a:graphicFrameLocks noChangeAspect="1"/>
          </p:cNvGraphicFramePr>
          <p:nvPr/>
        </p:nvGraphicFramePr>
        <p:xfrm>
          <a:off x="715062" y="2625397"/>
          <a:ext cx="2921000" cy="393700"/>
        </p:xfrm>
        <a:graphic>
          <a:graphicData uri="http://schemas.openxmlformats.org/presentationml/2006/ole">
            <mc:AlternateContent xmlns:mc="http://schemas.openxmlformats.org/markup-compatibility/2006">
              <mc:Choice xmlns:v="urn:schemas-microsoft-com:vml" Requires="v">
                <p:oleObj r:id="rId18" imgW="70104000" imgH="9448800" progId="">
                  <p:embed/>
                </p:oleObj>
              </mc:Choice>
              <mc:Fallback>
                <p:oleObj r:id="rId18" imgW="70104000" imgH="9448800" progId="">
                  <p:embed/>
                  <p:pic>
                    <p:nvPicPr>
                      <p:cNvPr id="0" name="对象 8"/>
                      <p:cNvPicPr/>
                      <p:nvPr/>
                    </p:nvPicPr>
                    <p:blipFill>
                      <a:blip r:embed="rId19"/>
                      <a:stretch>
                        <a:fillRect/>
                      </a:stretch>
                    </p:blipFill>
                    <p:spPr>
                      <a:xfrm>
                        <a:off x="715062" y="2625397"/>
                        <a:ext cx="2921000" cy="39370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3462720" y="1588782"/>
          <a:ext cx="1270000" cy="393700"/>
        </p:xfrm>
        <a:graphic>
          <a:graphicData uri="http://schemas.openxmlformats.org/presentationml/2006/ole">
            <mc:AlternateContent xmlns:mc="http://schemas.openxmlformats.org/markup-compatibility/2006">
              <mc:Choice xmlns:v="urn:schemas-microsoft-com:vml" Requires="v">
                <p:oleObj r:id="rId20" imgW="30480000" imgH="9448800" progId="">
                  <p:embed/>
                </p:oleObj>
              </mc:Choice>
              <mc:Fallback>
                <p:oleObj r:id="rId20" imgW="30480000" imgH="9448800" progId="">
                  <p:embed/>
                  <p:pic>
                    <p:nvPicPr>
                      <p:cNvPr id="0" name="对象 16"/>
                      <p:cNvPicPr/>
                      <p:nvPr/>
                    </p:nvPicPr>
                    <p:blipFill>
                      <a:blip r:embed="rId21"/>
                      <a:stretch>
                        <a:fillRect/>
                      </a:stretch>
                    </p:blipFill>
                    <p:spPr>
                      <a:xfrm>
                        <a:off x="3462720" y="1588782"/>
                        <a:ext cx="1270000" cy="3937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1090785" y="3093413"/>
          <a:ext cx="2463800" cy="444500"/>
        </p:xfrm>
        <a:graphic>
          <a:graphicData uri="http://schemas.openxmlformats.org/presentationml/2006/ole">
            <mc:AlternateContent xmlns:mc="http://schemas.openxmlformats.org/markup-compatibility/2006">
              <mc:Choice xmlns:v="urn:schemas-microsoft-com:vml" Requires="v">
                <p:oleObj r:id="rId22" imgW="59131200" imgH="10668000" progId="">
                  <p:embed/>
                </p:oleObj>
              </mc:Choice>
              <mc:Fallback>
                <p:oleObj r:id="rId22" imgW="59131200" imgH="10668000" progId="">
                  <p:embed/>
                  <p:pic>
                    <p:nvPicPr>
                      <p:cNvPr id="0" name="图片 266435"/>
                      <p:cNvPicPr/>
                      <p:nvPr/>
                    </p:nvPicPr>
                    <p:blipFill>
                      <a:blip r:embed="rId23"/>
                      <a:stretch>
                        <a:fillRect/>
                      </a:stretch>
                    </p:blipFill>
                    <p:spPr>
                      <a:xfrm>
                        <a:off x="1090785" y="3093413"/>
                        <a:ext cx="2463800" cy="444500"/>
                      </a:xfrm>
                      <a:prstGeom prst="rect">
                        <a:avLst/>
                      </a:prstGeom>
                    </p:spPr>
                  </p:pic>
                </p:oleObj>
              </mc:Fallback>
            </mc:AlternateContent>
          </a:graphicData>
        </a:graphic>
      </p:graphicFrame>
      <p:sp>
        <p:nvSpPr>
          <p:cNvPr id="23" name="文本框 22"/>
          <p:cNvSpPr txBox="1"/>
          <p:nvPr/>
        </p:nvSpPr>
        <p:spPr>
          <a:xfrm>
            <a:off x="663595" y="3696851"/>
            <a:ext cx="2883785" cy="461665"/>
          </a:xfrm>
          <a:prstGeom prst="rect">
            <a:avLst/>
          </a:prstGeom>
          <a:noFill/>
        </p:spPr>
        <p:txBody>
          <a:bodyPr wrap="square">
            <a:spAutoFit/>
          </a:bodyPr>
          <a:lstStyle/>
          <a:p>
            <a:pPr algn="l"/>
            <a:r>
              <a:rPr kumimoji="1" lang="zh-CN" altLang="en-US" sz="2400" dirty="0">
                <a:solidFill>
                  <a:srgbClr val="0000FF"/>
                </a:solidFill>
                <a:latin typeface="Times New Roman" panose="02020603050405020304" pitchFamily="18" charset="0"/>
                <a:ea typeface="楷体" panose="02010609060101010101" charset="-122"/>
              </a:rPr>
              <a:t>（</a:t>
            </a:r>
            <a:r>
              <a:rPr kumimoji="1" lang="en-US" altLang="zh-CN" sz="2400" dirty="0">
                <a:solidFill>
                  <a:srgbClr val="0000FF"/>
                </a:solidFill>
                <a:latin typeface="Times New Roman" panose="02020603050405020304" pitchFamily="18" charset="0"/>
                <a:ea typeface="楷体" panose="02010609060101010101" charset="-122"/>
              </a:rPr>
              <a:t>2</a:t>
            </a:r>
            <a:r>
              <a:rPr kumimoji="1" lang="zh-CN" altLang="en-US" sz="2400" dirty="0">
                <a:solidFill>
                  <a:srgbClr val="0000FF"/>
                </a:solidFill>
                <a:latin typeface="Times New Roman" panose="02020603050405020304" pitchFamily="18" charset="0"/>
                <a:ea typeface="楷体" panose="02010609060101010101" charset="-122"/>
              </a:rPr>
              <a:t>）基波单独作用：</a:t>
            </a:r>
            <a:endParaRPr lang="zh-CN" altLang="en-US" sz="2400" dirty="0">
              <a:solidFill>
                <a:srgbClr val="0000FF"/>
              </a:solidFill>
            </a:endParaRPr>
          </a:p>
        </p:txBody>
      </p:sp>
      <p:graphicFrame>
        <p:nvGraphicFramePr>
          <p:cNvPr id="25" name="对象 24"/>
          <p:cNvGraphicFramePr>
            <a:graphicFrameLocks noChangeAspect="1"/>
          </p:cNvGraphicFramePr>
          <p:nvPr/>
        </p:nvGraphicFramePr>
        <p:xfrm>
          <a:off x="3519870" y="3737794"/>
          <a:ext cx="2108200" cy="393700"/>
        </p:xfrm>
        <a:graphic>
          <a:graphicData uri="http://schemas.openxmlformats.org/presentationml/2006/ole">
            <mc:AlternateContent xmlns:mc="http://schemas.openxmlformats.org/markup-compatibility/2006">
              <mc:Choice xmlns:v="urn:schemas-microsoft-com:vml" Requires="v">
                <p:oleObj r:id="rId24" imgW="50596800" imgH="9448800" progId="">
                  <p:embed/>
                </p:oleObj>
              </mc:Choice>
              <mc:Fallback>
                <p:oleObj r:id="rId24" imgW="50596800" imgH="9448800" progId="">
                  <p:embed/>
                  <p:pic>
                    <p:nvPicPr>
                      <p:cNvPr id="0" name="对象 18"/>
                      <p:cNvPicPr/>
                      <p:nvPr/>
                    </p:nvPicPr>
                    <p:blipFill>
                      <a:blip r:embed="rId25"/>
                      <a:stretch>
                        <a:fillRect/>
                      </a:stretch>
                    </p:blipFill>
                    <p:spPr>
                      <a:xfrm>
                        <a:off x="3519870" y="3737794"/>
                        <a:ext cx="2108200" cy="393700"/>
                      </a:xfrm>
                      <a:prstGeom prst="rect">
                        <a:avLst/>
                      </a:prstGeom>
                    </p:spPr>
                  </p:pic>
                </p:oleObj>
              </mc:Fallback>
            </mc:AlternateContent>
          </a:graphicData>
        </a:graphic>
      </p:graphicFrame>
      <p:sp>
        <p:nvSpPr>
          <p:cNvPr id="27" name="文本框 26"/>
          <p:cNvSpPr txBox="1"/>
          <p:nvPr/>
        </p:nvSpPr>
        <p:spPr>
          <a:xfrm>
            <a:off x="882570" y="4162722"/>
            <a:ext cx="3793000" cy="461665"/>
          </a:xfrm>
          <a:prstGeom prst="rect">
            <a:avLst/>
          </a:prstGeom>
          <a:noFill/>
        </p:spPr>
        <p:txBody>
          <a:bodyPr wrap="square">
            <a:spAutoFit/>
          </a:bodyPr>
          <a:lstStyle/>
          <a:p>
            <a:pPr algn="l"/>
            <a:r>
              <a:rPr kumimoji="1" lang="zh-CN" altLang="en-US" sz="2400" dirty="0">
                <a:latin typeface="Times New Roman" panose="02020603050405020304" pitchFamily="18" charset="0"/>
                <a:ea typeface="楷体" panose="02010609060101010101" charset="-122"/>
              </a:rPr>
              <a:t>先去耦等效，化简电路</a:t>
            </a:r>
            <a:endParaRPr lang="zh-CN" altLang="en-US" sz="2400" dirty="0"/>
          </a:p>
        </p:txBody>
      </p:sp>
      <p:graphicFrame>
        <p:nvGraphicFramePr>
          <p:cNvPr id="32" name="对象 31"/>
          <p:cNvGraphicFramePr>
            <a:graphicFrameLocks noChangeAspect="1"/>
          </p:cNvGraphicFramePr>
          <p:nvPr/>
        </p:nvGraphicFramePr>
        <p:xfrm>
          <a:off x="5710620" y="3712394"/>
          <a:ext cx="1689100" cy="444500"/>
        </p:xfrm>
        <a:graphic>
          <a:graphicData uri="http://schemas.openxmlformats.org/presentationml/2006/ole">
            <mc:AlternateContent xmlns:mc="http://schemas.openxmlformats.org/markup-compatibility/2006">
              <mc:Choice xmlns:v="urn:schemas-microsoft-com:vml" Requires="v">
                <p:oleObj r:id="rId26" imgW="40538400" imgH="10668000" progId="">
                  <p:embed/>
                </p:oleObj>
              </mc:Choice>
              <mc:Fallback>
                <p:oleObj r:id="rId26" imgW="40538400" imgH="10668000" progId="">
                  <p:embed/>
                  <p:pic>
                    <p:nvPicPr>
                      <p:cNvPr id="0" name="对象 24"/>
                      <p:cNvPicPr/>
                      <p:nvPr/>
                    </p:nvPicPr>
                    <p:blipFill>
                      <a:blip r:embed="rId27"/>
                      <a:stretch>
                        <a:fillRect/>
                      </a:stretch>
                    </p:blipFill>
                    <p:spPr>
                      <a:xfrm>
                        <a:off x="5710620" y="3712394"/>
                        <a:ext cx="1689100" cy="444500"/>
                      </a:xfrm>
                      <a:prstGeom prst="rect">
                        <a:avLst/>
                      </a:prstGeom>
                    </p:spPr>
                  </p:pic>
                </p:oleObj>
              </mc:Fallback>
            </mc:AlternateContent>
          </a:graphicData>
        </a:graphic>
      </p:graphicFrame>
      <p:sp>
        <p:nvSpPr>
          <p:cNvPr id="33" name="文本框 32"/>
          <p:cNvSpPr txBox="1"/>
          <p:nvPr/>
        </p:nvSpPr>
        <p:spPr>
          <a:xfrm>
            <a:off x="882570" y="4637891"/>
            <a:ext cx="3793000" cy="461665"/>
          </a:xfrm>
          <a:prstGeom prst="rect">
            <a:avLst/>
          </a:prstGeom>
          <a:noFill/>
        </p:spPr>
        <p:txBody>
          <a:bodyPr wrap="square">
            <a:spAutoFit/>
          </a:bodyPr>
          <a:lstStyle/>
          <a:p>
            <a:pPr algn="l"/>
            <a:r>
              <a:rPr kumimoji="1" lang="zh-CN" altLang="en-US" sz="2400" b="1" dirty="0">
                <a:latin typeface="Times New Roman" panose="02020603050405020304" pitchFamily="18" charset="0"/>
                <a:ea typeface="楷体" panose="02010609060101010101" charset="-122"/>
              </a:rPr>
              <a:t>右侧电路发生并联谐振</a:t>
            </a:r>
            <a:endParaRPr lang="zh-CN" altLang="en-US" sz="2400" b="1" dirty="0"/>
          </a:p>
        </p:txBody>
      </p:sp>
      <p:graphicFrame>
        <p:nvGraphicFramePr>
          <p:cNvPr id="34" name="对象 33"/>
          <p:cNvGraphicFramePr>
            <a:graphicFrameLocks noChangeAspect="1"/>
          </p:cNvGraphicFramePr>
          <p:nvPr/>
        </p:nvGraphicFramePr>
        <p:xfrm>
          <a:off x="715062" y="5305707"/>
          <a:ext cx="1143000" cy="393700"/>
        </p:xfrm>
        <a:graphic>
          <a:graphicData uri="http://schemas.openxmlformats.org/presentationml/2006/ole">
            <mc:AlternateContent xmlns:mc="http://schemas.openxmlformats.org/markup-compatibility/2006">
              <mc:Choice xmlns:v="urn:schemas-microsoft-com:vml" Requires="v">
                <p:oleObj r:id="rId28" imgW="27432000" imgH="9448800" progId="">
                  <p:embed/>
                </p:oleObj>
              </mc:Choice>
              <mc:Fallback>
                <p:oleObj r:id="rId28" imgW="27432000" imgH="9448800" progId="">
                  <p:embed/>
                  <p:pic>
                    <p:nvPicPr>
                      <p:cNvPr id="0" name="对象 16"/>
                      <p:cNvPicPr/>
                      <p:nvPr/>
                    </p:nvPicPr>
                    <p:blipFill>
                      <a:blip r:embed="rId29"/>
                      <a:stretch>
                        <a:fillRect/>
                      </a:stretch>
                    </p:blipFill>
                    <p:spPr>
                      <a:xfrm>
                        <a:off x="715062" y="5305707"/>
                        <a:ext cx="1143000" cy="393700"/>
                      </a:xfrm>
                      <a:prstGeom prst="rect">
                        <a:avLst/>
                      </a:prstGeom>
                    </p:spPr>
                  </p:pic>
                </p:oleObj>
              </mc:Fallback>
            </mc:AlternateContent>
          </a:graphicData>
        </a:graphic>
      </p:graphicFrame>
      <p:graphicFrame>
        <p:nvGraphicFramePr>
          <p:cNvPr id="35" name="对象 34"/>
          <p:cNvGraphicFramePr>
            <a:graphicFrameLocks noChangeAspect="1"/>
          </p:cNvGraphicFramePr>
          <p:nvPr/>
        </p:nvGraphicFramePr>
        <p:xfrm>
          <a:off x="2193925" y="5305425"/>
          <a:ext cx="774700" cy="393700"/>
        </p:xfrm>
        <a:graphic>
          <a:graphicData uri="http://schemas.openxmlformats.org/presentationml/2006/ole">
            <mc:AlternateContent xmlns:mc="http://schemas.openxmlformats.org/markup-compatibility/2006">
              <mc:Choice xmlns:v="urn:schemas-microsoft-com:vml" Requires="v">
                <p:oleObj r:id="rId30" imgW="18592800" imgH="9448800" progId="">
                  <p:embed/>
                </p:oleObj>
              </mc:Choice>
              <mc:Fallback>
                <p:oleObj r:id="rId30" imgW="18592800" imgH="9448800" progId="">
                  <p:embed/>
                  <p:pic>
                    <p:nvPicPr>
                      <p:cNvPr id="0" name="对象 8"/>
                      <p:cNvPicPr/>
                      <p:nvPr/>
                    </p:nvPicPr>
                    <p:blipFill>
                      <a:blip r:embed="rId31"/>
                      <a:stretch>
                        <a:fillRect/>
                      </a:stretch>
                    </p:blipFill>
                    <p:spPr>
                      <a:xfrm>
                        <a:off x="2193925" y="5305425"/>
                        <a:ext cx="774700" cy="3937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500"/>
                                        <p:tgtEl>
                                          <p:spTgt spid="23"/>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left)">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wipe(left)">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1000"/>
                                        <p:tgtEl>
                                          <p:spTgt spid="3"/>
                                        </p:tgtEl>
                                      </p:cBhvr>
                                    </p:animEffect>
                                    <p:anim calcmode="lin" valueType="num">
                                      <p:cBhvr>
                                        <p:cTn id="50" dur="1000" fill="hold"/>
                                        <p:tgtEl>
                                          <p:spTgt spid="3"/>
                                        </p:tgtEl>
                                        <p:attrNameLst>
                                          <p:attrName>ppt_x</p:attrName>
                                        </p:attrNameLst>
                                      </p:cBhvr>
                                      <p:tavLst>
                                        <p:tav tm="0">
                                          <p:val>
                                            <p:strVal val="#ppt_x"/>
                                          </p:val>
                                        </p:tav>
                                        <p:tav tm="100000">
                                          <p:val>
                                            <p:strVal val="#ppt_x"/>
                                          </p:val>
                                        </p:tav>
                                      </p:tavLst>
                                    </p:anim>
                                    <p:anim calcmode="lin" valueType="num">
                                      <p:cBhvr>
                                        <p:cTn id="5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wipe(left)">
                                      <p:cBhvr>
                                        <p:cTn id="66" dur="500"/>
                                        <p:tgtEl>
                                          <p:spTgt spid="3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wipe(left)">
                                      <p:cBhvr>
                                        <p:cTn id="71" dur="500"/>
                                        <p:tgtEl>
                                          <p:spTgt spid="3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wipe(left)">
                                      <p:cBhvr>
                                        <p:cTn id="7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9" grpId="0" animBg="1"/>
      <p:bldP spid="30" grpId="0"/>
      <p:bldP spid="31" grpId="0"/>
      <p:bldP spid="23" grpId="0"/>
      <p:bldP spid="27" grpId="0"/>
      <p:bldP spid="33" grpId="0"/>
    </p:bld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Text Box 2">
            <a:extLst>
              <a:ext uri="{FF2B5EF4-FFF2-40B4-BE49-F238E27FC236}">
                <a16:creationId xmlns:a16="http://schemas.microsoft.com/office/drawing/2014/main" id="{A9926B85-5C75-45A9-B637-313C6360F9A9}"/>
              </a:ext>
            </a:extLst>
          </p:cNvPr>
          <p:cNvSpPr txBox="1">
            <a:spLocks noChangeArrowheads="1"/>
          </p:cNvSpPr>
          <p:nvPr/>
        </p:nvSpPr>
        <p:spPr bwMode="auto">
          <a:xfrm>
            <a:off x="228600" y="152400"/>
            <a:ext cx="6858000" cy="519113"/>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800" b="1">
                <a:solidFill>
                  <a:srgbClr val="0000FF"/>
                </a:solidFill>
                <a:latin typeface="Times New Roman" panose="02020603050405020304" pitchFamily="18" charset="0"/>
              </a:rPr>
              <a:t>三、周期性</a:t>
            </a:r>
            <a:r>
              <a:rPr kumimoji="1" lang="zh-CN" altLang="en-US" sz="2800" b="1">
                <a:solidFill>
                  <a:srgbClr val="0000FF"/>
                </a:solidFill>
                <a:latin typeface="宋体" panose="02010600030101010101" pitchFamily="2" charset="-122"/>
              </a:rPr>
              <a:t>非正弦电流电路的计算</a:t>
            </a:r>
          </a:p>
        </p:txBody>
      </p:sp>
      <p:sp>
        <p:nvSpPr>
          <p:cNvPr id="647171" name="Text Box 3">
            <a:extLst>
              <a:ext uri="{FF2B5EF4-FFF2-40B4-BE49-F238E27FC236}">
                <a16:creationId xmlns:a16="http://schemas.microsoft.com/office/drawing/2014/main" id="{F845C011-B69A-4302-A45C-3ABA573A772E}"/>
              </a:ext>
            </a:extLst>
          </p:cNvPr>
          <p:cNvSpPr txBox="1">
            <a:spLocks noChangeArrowheads="1"/>
          </p:cNvSpPr>
          <p:nvPr/>
        </p:nvSpPr>
        <p:spPr bwMode="auto">
          <a:xfrm>
            <a:off x="295275" y="800100"/>
            <a:ext cx="4267200" cy="457200"/>
          </a:xfrm>
          <a:prstGeom prst="rect">
            <a:avLst/>
          </a:prstGeom>
          <a:noFill/>
          <a:ln>
            <a:noFill/>
          </a:ln>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采用谐波分析法，其步骤如下：</a:t>
            </a:r>
            <a:endParaRPr kumimoji="1" lang="zh-CN" altLang="en-US" sz="2400">
              <a:solidFill>
                <a:srgbClr val="FF3300"/>
              </a:solidFill>
              <a:latin typeface="Times New Roman" panose="02020603050405020304" pitchFamily="18" charset="0"/>
            </a:endParaRPr>
          </a:p>
        </p:txBody>
      </p:sp>
      <p:sp>
        <p:nvSpPr>
          <p:cNvPr id="647172" name="Text Box 4">
            <a:extLst>
              <a:ext uri="{FF2B5EF4-FFF2-40B4-BE49-F238E27FC236}">
                <a16:creationId xmlns:a16="http://schemas.microsoft.com/office/drawing/2014/main" id="{16286E0C-C63E-475C-877D-CA17BD2C8E51}"/>
              </a:ext>
            </a:extLst>
          </p:cNvPr>
          <p:cNvSpPr txBox="1">
            <a:spLocks noChangeArrowheads="1"/>
          </p:cNvSpPr>
          <p:nvPr/>
        </p:nvSpPr>
        <p:spPr bwMode="auto">
          <a:xfrm>
            <a:off x="200025" y="2424113"/>
            <a:ext cx="8382000" cy="1004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a:t>
            </a:r>
            <a:r>
              <a:rPr kumimoji="1" lang="en-US" altLang="zh-CN" sz="2400" b="1">
                <a:solidFill>
                  <a:srgbClr val="FF3300"/>
                </a:solidFill>
                <a:latin typeface="Times New Roman" panose="02020603050405020304" pitchFamily="18" charset="0"/>
              </a:rPr>
              <a:t>2</a:t>
            </a:r>
            <a:r>
              <a:rPr kumimoji="1" lang="zh-CN" altLang="en-US" sz="2400" b="1">
                <a:solidFill>
                  <a:srgbClr val="FF3300"/>
                </a:solidFill>
                <a:latin typeface="Times New Roman" panose="02020603050405020304" pitchFamily="18" charset="0"/>
              </a:rPr>
              <a:t>）</a:t>
            </a:r>
            <a:r>
              <a:rPr kumimoji="1" lang="zh-CN" altLang="en-US" sz="2400" b="1">
                <a:latin typeface="Times New Roman" panose="02020603050405020304" pitchFamily="18" charset="0"/>
              </a:rPr>
              <a:t>根据叠加定理，分别计算直流分量和各次谐波激励单独</a:t>
            </a:r>
          </a:p>
          <a:p>
            <a:pPr algn="l"/>
            <a:r>
              <a:rPr kumimoji="1" lang="zh-CN" altLang="en-US" sz="2400" b="1">
                <a:latin typeface="Times New Roman" panose="02020603050405020304" pitchFamily="18" charset="0"/>
              </a:rPr>
              <a:t>          作用时产生的响应； </a:t>
            </a:r>
          </a:p>
        </p:txBody>
      </p:sp>
      <p:sp>
        <p:nvSpPr>
          <p:cNvPr id="647173" name="Text Box 5">
            <a:extLst>
              <a:ext uri="{FF2B5EF4-FFF2-40B4-BE49-F238E27FC236}">
                <a16:creationId xmlns:a16="http://schemas.microsoft.com/office/drawing/2014/main" id="{03C71C7F-FC42-4498-922A-376D790A8265}"/>
              </a:ext>
            </a:extLst>
          </p:cNvPr>
          <p:cNvSpPr txBox="1">
            <a:spLocks noChangeArrowheads="1"/>
          </p:cNvSpPr>
          <p:nvPr/>
        </p:nvSpPr>
        <p:spPr bwMode="auto">
          <a:xfrm>
            <a:off x="428625" y="4267200"/>
            <a:ext cx="8391525"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536575" indent="-536575" algn="l">
              <a:spcBef>
                <a:spcPct val="0"/>
              </a:spcBef>
              <a:defRPr>
                <a:solidFill>
                  <a:schemeClr val="tx1"/>
                </a:solidFill>
                <a:latin typeface="Arial" panose="020B0604020202020204" pitchFamily="34" charset="0"/>
                <a:ea typeface="宋体" panose="02010600030101010101" pitchFamily="2" charset="-122"/>
              </a:defRPr>
            </a:lvl1pPr>
            <a:lvl2pPr marL="992188" algn="l">
              <a:spcBef>
                <a:spcPct val="0"/>
              </a:spcBef>
              <a:defRPr>
                <a:solidFill>
                  <a:schemeClr val="tx1"/>
                </a:solidFill>
                <a:latin typeface="Arial" panose="020B0604020202020204" pitchFamily="34" charset="0"/>
                <a:ea typeface="宋体" panose="02010600030101010101" pitchFamily="2" charset="-122"/>
              </a:defRPr>
            </a:lvl2pPr>
            <a:lvl3pPr marL="1171575"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kumimoji="1" lang="en-US" altLang="zh-CN" sz="2400" b="1">
                <a:solidFill>
                  <a:srgbClr val="A50021"/>
                </a:solidFill>
                <a:latin typeface="Times New Roman" panose="02020603050405020304" pitchFamily="18" charset="0"/>
              </a:rPr>
              <a:t>(b)</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各次谐波单独作用时均为正弦稳态电路，可采用相量法       计算</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要注意电感和电容的阻抗随频率</a:t>
            </a:r>
            <a:r>
              <a:rPr kumimoji="1" lang="zh-CN" altLang="en-US" sz="2400" b="1" i="1">
                <a:latin typeface="Times New Roman" panose="02020603050405020304" pitchFamily="18" charset="0"/>
                <a:sym typeface="Symbol" panose="05050102010706020507" pitchFamily="18" charset="2"/>
              </a:rPr>
              <a:t></a:t>
            </a:r>
            <a:r>
              <a:rPr kumimoji="1" lang="zh-CN" altLang="en-US" sz="2400" b="1">
                <a:latin typeface="Times New Roman" panose="02020603050405020304" pitchFamily="18" charset="0"/>
                <a:sym typeface="Symbol" panose="05050102010706020507" pitchFamily="18" charset="2"/>
              </a:rPr>
              <a:t>的变化而变化</a:t>
            </a:r>
            <a:r>
              <a:rPr kumimoji="1" lang="en-US" altLang="zh-CN" sz="2400" b="1">
                <a:latin typeface="Times New Roman" panose="02020603050405020304" pitchFamily="18" charset="0"/>
                <a:sym typeface="Symbol" panose="05050102010706020507" pitchFamily="18" charset="2"/>
              </a:rPr>
              <a:t>)</a:t>
            </a:r>
            <a:r>
              <a:rPr kumimoji="1" lang="zh-CN" altLang="en-US" sz="2400" b="1">
                <a:latin typeface="Times New Roman" panose="02020603050405020304" pitchFamily="18" charset="0"/>
                <a:sym typeface="Symbol" panose="05050102010706020507" pitchFamily="18" charset="2"/>
              </a:rPr>
              <a:t>；</a:t>
            </a:r>
            <a:endParaRPr kumimoji="1" lang="zh-CN" altLang="en-US" sz="2400" b="1">
              <a:latin typeface="Times New Roman" panose="02020603050405020304" pitchFamily="18" charset="0"/>
            </a:endParaRPr>
          </a:p>
        </p:txBody>
      </p:sp>
      <p:sp>
        <p:nvSpPr>
          <p:cNvPr id="647174" name="Text Box 6">
            <a:extLst>
              <a:ext uri="{FF2B5EF4-FFF2-40B4-BE49-F238E27FC236}">
                <a16:creationId xmlns:a16="http://schemas.microsoft.com/office/drawing/2014/main" id="{7EB20DA3-1E6A-443B-9DA3-CE70FB4B7628}"/>
              </a:ext>
            </a:extLst>
          </p:cNvPr>
          <p:cNvSpPr txBox="1">
            <a:spLocks noChangeArrowheads="1"/>
          </p:cNvSpPr>
          <p:nvPr/>
        </p:nvSpPr>
        <p:spPr bwMode="auto">
          <a:xfrm>
            <a:off x="200025" y="1357313"/>
            <a:ext cx="8367713" cy="1004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a:t>
            </a:r>
            <a:r>
              <a:rPr kumimoji="1" lang="en-US" altLang="zh-CN" sz="2400" b="1">
                <a:solidFill>
                  <a:srgbClr val="FF3300"/>
                </a:solidFill>
                <a:latin typeface="Times New Roman" panose="02020603050405020304" pitchFamily="18" charset="0"/>
              </a:rPr>
              <a:t>1</a:t>
            </a:r>
            <a:r>
              <a:rPr kumimoji="1" lang="zh-CN" altLang="en-US" sz="2400" b="1">
                <a:solidFill>
                  <a:srgbClr val="FF3300"/>
                </a:solidFill>
                <a:latin typeface="Times New Roman" panose="02020603050405020304" pitchFamily="18" charset="0"/>
              </a:rPr>
              <a:t>）</a:t>
            </a:r>
            <a:r>
              <a:rPr kumimoji="1" lang="zh-CN" altLang="en-US" sz="2400" b="1">
                <a:latin typeface="Times New Roman" panose="02020603050405020304" pitchFamily="18" charset="0"/>
              </a:rPr>
              <a:t>将</a:t>
            </a:r>
            <a:r>
              <a:rPr kumimoji="1" lang="zh-CN" altLang="en-US" sz="2400" b="1">
                <a:latin typeface="宋体" panose="02010600030101010101" pitchFamily="2" charset="-122"/>
              </a:rPr>
              <a:t>周期性</a:t>
            </a:r>
            <a:r>
              <a:rPr kumimoji="1" lang="zh-CN" altLang="en-US" sz="2400" b="1">
                <a:latin typeface="Times New Roman" panose="02020603050405020304" pitchFamily="18" charset="0"/>
              </a:rPr>
              <a:t>非正弦电源，分解为傅里叶级数，根据要求</a:t>
            </a:r>
          </a:p>
          <a:p>
            <a:pPr algn="l"/>
            <a:r>
              <a:rPr kumimoji="1" lang="zh-CN" altLang="en-US" sz="2400" b="1">
                <a:latin typeface="Times New Roman" panose="02020603050405020304" pitchFamily="18" charset="0"/>
              </a:rPr>
              <a:t>           取有限项；      </a:t>
            </a:r>
          </a:p>
        </p:txBody>
      </p:sp>
      <p:sp>
        <p:nvSpPr>
          <p:cNvPr id="647175" name="Text Box 7">
            <a:extLst>
              <a:ext uri="{FF2B5EF4-FFF2-40B4-BE49-F238E27FC236}">
                <a16:creationId xmlns:a16="http://schemas.microsoft.com/office/drawing/2014/main" id="{22F68A5E-7BD4-4D8C-B62E-172EA8A4868D}"/>
              </a:ext>
            </a:extLst>
          </p:cNvPr>
          <p:cNvSpPr txBox="1">
            <a:spLocks noChangeArrowheads="1"/>
          </p:cNvSpPr>
          <p:nvPr/>
        </p:nvSpPr>
        <p:spPr bwMode="auto">
          <a:xfrm>
            <a:off x="428625" y="3581400"/>
            <a:ext cx="8458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just"/>
            <a:r>
              <a:rPr kumimoji="1" lang="en-US" altLang="zh-CN" sz="2400" b="1">
                <a:solidFill>
                  <a:srgbClr val="A50021"/>
                </a:solidFill>
                <a:latin typeface="Times New Roman" panose="02020603050405020304" pitchFamily="18" charset="0"/>
              </a:rPr>
              <a:t>(a)</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直流分量单独作用相当于解直流电路（</a:t>
            </a:r>
            <a:r>
              <a:rPr kumimoji="1" lang="en-US" altLang="zh-CN" sz="2400" b="1" i="1">
                <a:latin typeface="Times New Roman" panose="02020603050405020304" pitchFamily="18" charset="0"/>
              </a:rPr>
              <a:t>L</a:t>
            </a:r>
            <a:r>
              <a:rPr kumimoji="1" lang="zh-CN" altLang="en-US" sz="2400" b="1">
                <a:latin typeface="Times New Roman" panose="02020603050405020304" pitchFamily="18" charset="0"/>
              </a:rPr>
              <a:t>短路、</a:t>
            </a:r>
            <a:r>
              <a:rPr kumimoji="1" lang="en-US" altLang="zh-CN" sz="2400" b="1" i="1">
                <a:latin typeface="Times New Roman" panose="02020603050405020304" pitchFamily="18" charset="0"/>
              </a:rPr>
              <a:t>C</a:t>
            </a:r>
            <a:r>
              <a:rPr kumimoji="1" lang="zh-CN" altLang="en-US" sz="2400" b="1">
                <a:latin typeface="Times New Roman" panose="02020603050405020304" pitchFamily="18" charset="0"/>
              </a:rPr>
              <a:t>开路）；</a:t>
            </a:r>
          </a:p>
        </p:txBody>
      </p:sp>
      <p:sp>
        <p:nvSpPr>
          <p:cNvPr id="647176" name="Text Box 8">
            <a:extLst>
              <a:ext uri="{FF2B5EF4-FFF2-40B4-BE49-F238E27FC236}">
                <a16:creationId xmlns:a16="http://schemas.microsoft.com/office/drawing/2014/main" id="{ED339A3D-4A5F-42D8-8E62-D2D02667E6E8}"/>
              </a:ext>
            </a:extLst>
          </p:cNvPr>
          <p:cNvSpPr txBox="1">
            <a:spLocks noChangeArrowheads="1"/>
          </p:cNvSpPr>
          <p:nvPr/>
        </p:nvSpPr>
        <p:spPr bwMode="auto">
          <a:xfrm>
            <a:off x="171450" y="5334000"/>
            <a:ext cx="8534400" cy="1004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FF3300"/>
                </a:solidFill>
                <a:latin typeface="Times New Roman" panose="02020603050405020304" pitchFamily="18" charset="0"/>
              </a:rPr>
              <a:t>（</a:t>
            </a:r>
            <a:r>
              <a:rPr kumimoji="1" lang="en-US" altLang="zh-CN" sz="2400" b="1">
                <a:solidFill>
                  <a:srgbClr val="FF3300"/>
                </a:solidFill>
                <a:latin typeface="Times New Roman" panose="02020603050405020304" pitchFamily="18" charset="0"/>
              </a:rPr>
              <a:t>3</a:t>
            </a:r>
            <a:r>
              <a:rPr kumimoji="1" lang="zh-CN" altLang="en-US" sz="2400" b="1">
                <a:solidFill>
                  <a:srgbClr val="FF3300"/>
                </a:solidFill>
                <a:latin typeface="Times New Roman" panose="02020603050405020304" pitchFamily="18" charset="0"/>
              </a:rPr>
              <a:t>）</a:t>
            </a:r>
            <a:r>
              <a:rPr kumimoji="1" lang="zh-CN" altLang="en-US" sz="2400" b="1">
                <a:latin typeface="Times New Roman" panose="02020603050405020304" pitchFamily="18" charset="0"/>
              </a:rPr>
              <a:t>将计算结果以瞬时值形式相加（各次谐波激励所产生的</a:t>
            </a:r>
          </a:p>
          <a:p>
            <a:pPr algn="l"/>
            <a:r>
              <a:rPr kumimoji="1" lang="zh-CN" altLang="en-US" sz="2400" b="1">
                <a:latin typeface="Times New Roman" panose="02020603050405020304" pitchFamily="18" charset="0"/>
              </a:rPr>
              <a:t>          相量形式的响应不能进行相加，因其频率不同）。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7171"/>
                                        </p:tgtEl>
                                        <p:attrNameLst>
                                          <p:attrName>style.visibility</p:attrName>
                                        </p:attrNameLst>
                                      </p:cBhvr>
                                      <p:to>
                                        <p:strVal val="visible"/>
                                      </p:to>
                                    </p:set>
                                    <p:animEffect transition="in" filter="wipe(left)">
                                      <p:cBhvr>
                                        <p:cTn id="7" dur="500"/>
                                        <p:tgtEl>
                                          <p:spTgt spid="6471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7174"/>
                                        </p:tgtEl>
                                        <p:attrNameLst>
                                          <p:attrName>style.visibility</p:attrName>
                                        </p:attrNameLst>
                                      </p:cBhvr>
                                      <p:to>
                                        <p:strVal val="visible"/>
                                      </p:to>
                                    </p:set>
                                    <p:animEffect transition="in" filter="wipe(left)">
                                      <p:cBhvr>
                                        <p:cTn id="12" dur="500"/>
                                        <p:tgtEl>
                                          <p:spTgt spid="6471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7172"/>
                                        </p:tgtEl>
                                        <p:attrNameLst>
                                          <p:attrName>style.visibility</p:attrName>
                                        </p:attrNameLst>
                                      </p:cBhvr>
                                      <p:to>
                                        <p:strVal val="visible"/>
                                      </p:to>
                                    </p:set>
                                    <p:animEffect transition="in" filter="wipe(left)">
                                      <p:cBhvr>
                                        <p:cTn id="17" dur="500"/>
                                        <p:tgtEl>
                                          <p:spTgt spid="6471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7175"/>
                                        </p:tgtEl>
                                        <p:attrNameLst>
                                          <p:attrName>style.visibility</p:attrName>
                                        </p:attrNameLst>
                                      </p:cBhvr>
                                      <p:to>
                                        <p:strVal val="visible"/>
                                      </p:to>
                                    </p:set>
                                    <p:animEffect transition="in" filter="wipe(left)">
                                      <p:cBhvr>
                                        <p:cTn id="22" dur="500"/>
                                        <p:tgtEl>
                                          <p:spTgt spid="6471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47173"/>
                                        </p:tgtEl>
                                        <p:attrNameLst>
                                          <p:attrName>style.visibility</p:attrName>
                                        </p:attrNameLst>
                                      </p:cBhvr>
                                      <p:to>
                                        <p:strVal val="visible"/>
                                      </p:to>
                                    </p:set>
                                    <p:animEffect transition="in" filter="wipe(left)">
                                      <p:cBhvr>
                                        <p:cTn id="27" dur="500"/>
                                        <p:tgtEl>
                                          <p:spTgt spid="6471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47176"/>
                                        </p:tgtEl>
                                        <p:attrNameLst>
                                          <p:attrName>style.visibility</p:attrName>
                                        </p:attrNameLst>
                                      </p:cBhvr>
                                      <p:to>
                                        <p:strVal val="visible"/>
                                      </p:to>
                                    </p:set>
                                    <p:animEffect transition="in" filter="wipe(left)">
                                      <p:cBhvr>
                                        <p:cTn id="32" dur="500"/>
                                        <p:tgtEl>
                                          <p:spTgt spid="647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1" grpId="0" autoUpdateAnimBg="0"/>
      <p:bldP spid="647172" grpId="0" autoUpdateAnimBg="0"/>
      <p:bldP spid="647173" grpId="0" autoUpdateAnimBg="0"/>
      <p:bldP spid="647174" grpId="0" autoUpdateAnimBg="0"/>
      <p:bldP spid="647175" grpId="0" autoUpdateAnimBg="0"/>
      <p:bldP spid="647176" grpId="0" autoUpdateAnimBg="0"/>
    </p:bld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Text Box 2">
            <a:extLst>
              <a:ext uri="{FF2B5EF4-FFF2-40B4-BE49-F238E27FC236}">
                <a16:creationId xmlns:a16="http://schemas.microsoft.com/office/drawing/2014/main" id="{C7F3E243-1B56-4541-9A68-5879FB1B3E68}"/>
              </a:ext>
            </a:extLst>
          </p:cNvPr>
          <p:cNvSpPr txBox="1">
            <a:spLocks noChangeArrowheads="1"/>
          </p:cNvSpPr>
          <p:nvPr/>
        </p:nvSpPr>
        <p:spPr bwMode="auto">
          <a:xfrm>
            <a:off x="241300" y="381000"/>
            <a:ext cx="8369300" cy="1979613"/>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solidFill>
                  <a:srgbClr val="FF3300"/>
                </a:solidFill>
                <a:latin typeface="Times New Roman" panose="02020603050405020304" pitchFamily="18" charset="0"/>
              </a:rPr>
              <a:t>例    </a:t>
            </a:r>
            <a:r>
              <a:rPr kumimoji="1" lang="zh-CN" altLang="en-US" sz="2400" b="1">
                <a:latin typeface="Times New Roman" panose="02020603050405020304" pitchFamily="18" charset="0"/>
              </a:rPr>
              <a:t>图示电路为全波整流滤波电路</a:t>
            </a:r>
            <a:r>
              <a:rPr kumimoji="1" lang="zh-CN" altLang="en-US" sz="2400">
                <a:latin typeface="Times New Roman" panose="02020603050405020304" pitchFamily="18" charset="0"/>
              </a:rPr>
              <a:t>。</a:t>
            </a:r>
            <a:r>
              <a:rPr kumimoji="1" lang="zh-CN" altLang="en-US" sz="2400" b="1">
                <a:latin typeface="宋体" panose="02010600030101010101" pitchFamily="2" charset="-122"/>
              </a:rPr>
              <a:t>其中</a:t>
            </a:r>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m</a:t>
            </a:r>
            <a:r>
              <a:rPr kumimoji="1" lang="en-US" altLang="zh-CN" sz="2400" b="1">
                <a:latin typeface="Times New Roman" panose="02020603050405020304" pitchFamily="18" charset="0"/>
              </a:rPr>
              <a:t>=157V</a:t>
            </a:r>
            <a:r>
              <a:rPr kumimoji="1" lang="zh-CN" altLang="en-US" sz="2400" b="1">
                <a:latin typeface="宋体" panose="02010600030101010101" pitchFamily="2" charset="-122"/>
              </a:rPr>
              <a:t>。</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=5H</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C </a:t>
            </a:r>
            <a:r>
              <a:rPr kumimoji="1" lang="en-US" altLang="zh-CN" sz="2400" b="1">
                <a:latin typeface="Times New Roman" panose="02020603050405020304" pitchFamily="18" charset="0"/>
              </a:rPr>
              <a:t>=10</a:t>
            </a:r>
            <a:r>
              <a:rPr kumimoji="1" lang="en-US" altLang="zh-CN" sz="2400" b="1">
                <a:latin typeface="Times New Roman" panose="02020603050405020304" pitchFamily="18" charset="0"/>
                <a:sym typeface="Symbol" panose="05050102010706020507" pitchFamily="18" charset="2"/>
              </a:rPr>
              <a:t>F</a:t>
            </a:r>
            <a:r>
              <a:rPr kumimoji="1" lang="zh-CN" altLang="en-US"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sym typeface="Symbol" panose="05050102010706020507" pitchFamily="18" charset="2"/>
              </a:rPr>
              <a:t>R</a:t>
            </a:r>
            <a:r>
              <a:rPr kumimoji="1" lang="en-US" altLang="zh-CN" sz="2400" b="1">
                <a:latin typeface="Times New Roman" panose="02020603050405020304" pitchFamily="18" charset="0"/>
                <a:sym typeface="Symbol" panose="05050102010706020507" pitchFamily="18" charset="2"/>
              </a:rPr>
              <a:t>=2000</a:t>
            </a:r>
            <a:r>
              <a:rPr kumimoji="1" lang="zh-CN" altLang="en-US" sz="2400" b="1">
                <a:latin typeface="Times New Roman" panose="02020603050405020304" pitchFamily="18" charset="0"/>
                <a:sym typeface="Symbol" panose="05050102010706020507" pitchFamily="18" charset="2"/>
              </a:rPr>
              <a:t>，</a:t>
            </a:r>
            <a:r>
              <a:rPr kumimoji="1" lang="zh-CN" altLang="en-US" sz="2400" b="1" i="1">
                <a:latin typeface="Times New Roman" panose="02020603050405020304" pitchFamily="18" charset="0"/>
                <a:sym typeface="Symbol" panose="05050102010706020507" pitchFamily="18" charset="2"/>
              </a:rPr>
              <a:t></a:t>
            </a:r>
            <a:r>
              <a:rPr kumimoji="1" lang="en-US" altLang="zh-CN" sz="2400" b="1">
                <a:latin typeface="Times New Roman" panose="02020603050405020304" pitchFamily="18" charset="0"/>
                <a:sym typeface="Symbol" panose="05050102010706020507" pitchFamily="18" charset="2"/>
              </a:rPr>
              <a:t>=314rad/s</a:t>
            </a:r>
            <a:r>
              <a:rPr kumimoji="1" lang="zh-CN" altLang="en-US" sz="2400" b="1">
                <a:latin typeface="Times New Roman" panose="02020603050405020304" pitchFamily="18" charset="0"/>
                <a:sym typeface="Symbol" panose="05050102010706020507" pitchFamily="18" charset="2"/>
              </a:rPr>
              <a:t>。</a:t>
            </a:r>
            <a:r>
              <a:rPr kumimoji="1" lang="zh-CN" altLang="en-US" sz="2400" b="1">
                <a:latin typeface="宋体" panose="02010600030101010101" pitchFamily="2" charset="-122"/>
              </a:rPr>
              <a:t>加在滤波器上的全波整流电压</a:t>
            </a:r>
            <a:r>
              <a:rPr kumimoji="1" lang="en-US" altLang="zh-CN" sz="2400" b="1" i="1">
                <a:latin typeface="Times New Roman" panose="02020603050405020304" pitchFamily="18" charset="0"/>
              </a:rPr>
              <a:t>u</a:t>
            </a:r>
            <a:r>
              <a:rPr kumimoji="1" lang="zh-CN" altLang="en-US" sz="2400" b="1">
                <a:latin typeface="宋体" panose="02010600030101010101" pitchFamily="2" charset="-122"/>
              </a:rPr>
              <a:t>如图所示。</a:t>
            </a:r>
          </a:p>
          <a:p>
            <a:pPr algn="l">
              <a:spcBef>
                <a:spcPct val="0"/>
              </a:spcBef>
            </a:pPr>
            <a:r>
              <a:rPr kumimoji="1" lang="zh-CN" altLang="en-US" sz="2400" b="1">
                <a:latin typeface="宋体" panose="02010600030101010101" pitchFamily="2" charset="-122"/>
              </a:rPr>
              <a:t>求：</a:t>
            </a:r>
            <a:r>
              <a:rPr kumimoji="1" lang="zh-CN" altLang="en-US" sz="2400" b="1">
                <a:latin typeface="宋体" panose="02010600030101010101" pitchFamily="2" charset="-122"/>
                <a:sym typeface="Wingdings" panose="05000000000000000000" pitchFamily="2" charset="2"/>
              </a:rPr>
              <a:t>（</a:t>
            </a:r>
            <a:r>
              <a:rPr kumimoji="1" lang="en-US" altLang="zh-CN" sz="2400" b="1">
                <a:latin typeface="宋体" panose="02010600030101010101" pitchFamily="2" charset="-122"/>
                <a:sym typeface="Wingdings" panose="05000000000000000000" pitchFamily="2" charset="2"/>
              </a:rPr>
              <a:t>1</a:t>
            </a:r>
            <a:r>
              <a:rPr kumimoji="1" lang="zh-CN" altLang="en-US" sz="2400" b="1">
                <a:latin typeface="宋体" panose="02010600030101010101" pitchFamily="2" charset="-122"/>
                <a:sym typeface="Wingdings" panose="05000000000000000000" pitchFamily="2" charset="2"/>
              </a:rPr>
              <a:t>）电阻</a:t>
            </a:r>
            <a:r>
              <a:rPr kumimoji="1" lang="en-US" altLang="zh-CN" sz="2400" b="1" i="1">
                <a:latin typeface="Times New Roman" panose="02020603050405020304" pitchFamily="18" charset="0"/>
                <a:sym typeface="Wingdings" panose="05000000000000000000" pitchFamily="2" charset="2"/>
              </a:rPr>
              <a:t>R</a:t>
            </a:r>
            <a:r>
              <a:rPr kumimoji="1" lang="zh-CN" altLang="en-US" sz="2400" b="1">
                <a:latin typeface="Times New Roman" panose="02020603050405020304" pitchFamily="18" charset="0"/>
                <a:sym typeface="Wingdings" panose="05000000000000000000" pitchFamily="2" charset="2"/>
              </a:rPr>
              <a:t>上电压</a:t>
            </a:r>
            <a:r>
              <a:rPr kumimoji="1" lang="en-US" altLang="zh-CN" sz="2800" b="1" i="1">
                <a:latin typeface="Times New Roman" panose="02020603050405020304" pitchFamily="18" charset="0"/>
                <a:sym typeface="Wingdings" panose="05000000000000000000" pitchFamily="2" charset="2"/>
              </a:rPr>
              <a:t>u</a:t>
            </a:r>
            <a:r>
              <a:rPr kumimoji="1" lang="en-US" altLang="zh-CN" sz="2400" b="1" i="1" baseline="-25000">
                <a:latin typeface="Times New Roman" panose="02020603050405020304" pitchFamily="18" charset="0"/>
                <a:sym typeface="Wingdings" panose="05000000000000000000" pitchFamily="2" charset="2"/>
              </a:rPr>
              <a:t>R</a:t>
            </a:r>
            <a:r>
              <a:rPr kumimoji="1" lang="zh-CN" altLang="en-US" sz="2400" b="1">
                <a:latin typeface="Times New Roman" panose="02020603050405020304" pitchFamily="18" charset="0"/>
                <a:sym typeface="Wingdings" panose="05000000000000000000" pitchFamily="2" charset="2"/>
              </a:rPr>
              <a:t>及其有效值</a:t>
            </a:r>
            <a:r>
              <a:rPr kumimoji="1" lang="en-US" altLang="zh-CN" sz="2400" b="1" i="1">
                <a:latin typeface="Times New Roman" panose="02020603050405020304" pitchFamily="18" charset="0"/>
                <a:sym typeface="Wingdings" panose="05000000000000000000" pitchFamily="2" charset="2"/>
              </a:rPr>
              <a:t>U</a:t>
            </a:r>
            <a:r>
              <a:rPr kumimoji="1" lang="en-US" altLang="zh-CN" sz="2400" b="1" i="1" baseline="-25000">
                <a:latin typeface="Times New Roman" panose="02020603050405020304" pitchFamily="18" charset="0"/>
                <a:sym typeface="Wingdings" panose="05000000000000000000" pitchFamily="2" charset="2"/>
              </a:rPr>
              <a:t>R  </a:t>
            </a:r>
            <a:r>
              <a:rPr kumimoji="1" lang="zh-CN" altLang="en-US" sz="2400" b="1">
                <a:latin typeface="Times New Roman" panose="02020603050405020304" pitchFamily="18" charset="0"/>
                <a:sym typeface="Wingdings" panose="05000000000000000000" pitchFamily="2" charset="2"/>
              </a:rPr>
              <a:t>。</a:t>
            </a:r>
          </a:p>
          <a:p>
            <a:pPr algn="l">
              <a:spcBef>
                <a:spcPct val="0"/>
              </a:spcBef>
            </a:pPr>
            <a:r>
              <a:rPr kumimoji="1" lang="zh-CN" altLang="en-US" sz="2400" b="1">
                <a:latin typeface="Times New Roman" panose="02020603050405020304" pitchFamily="18" charset="0"/>
                <a:sym typeface="Wingdings" panose="05000000000000000000" pitchFamily="2" charset="2"/>
              </a:rPr>
              <a:t>        （</a:t>
            </a:r>
            <a:r>
              <a:rPr kumimoji="1" lang="en-US" altLang="zh-CN" sz="2400" b="1">
                <a:latin typeface="Times New Roman" panose="02020603050405020304" pitchFamily="18" charset="0"/>
                <a:sym typeface="Wingdings" panose="05000000000000000000" pitchFamily="2" charset="2"/>
              </a:rPr>
              <a:t>2</a:t>
            </a:r>
            <a:r>
              <a:rPr kumimoji="1" lang="zh-CN" altLang="en-US" sz="2400" b="1">
                <a:latin typeface="Times New Roman" panose="02020603050405020304" pitchFamily="18" charset="0"/>
                <a:sym typeface="Wingdings" panose="05000000000000000000" pitchFamily="2" charset="2"/>
              </a:rPr>
              <a:t>）</a:t>
            </a:r>
            <a:r>
              <a:rPr kumimoji="1" lang="zh-CN" altLang="en-US" sz="2400" b="1">
                <a:latin typeface="宋体" panose="02010600030101010101" pitchFamily="2" charset="-122"/>
                <a:sym typeface="Wingdings" panose="05000000000000000000" pitchFamily="2" charset="2"/>
              </a:rPr>
              <a:t>电阻</a:t>
            </a:r>
            <a:r>
              <a:rPr kumimoji="1" lang="en-US" altLang="zh-CN" sz="2400" b="1" i="1">
                <a:latin typeface="Times New Roman" panose="02020603050405020304" pitchFamily="18" charset="0"/>
                <a:sym typeface="Wingdings" panose="05000000000000000000" pitchFamily="2" charset="2"/>
              </a:rPr>
              <a:t>R</a:t>
            </a:r>
            <a:r>
              <a:rPr kumimoji="1" lang="zh-CN" altLang="en-US" sz="2400" b="1">
                <a:latin typeface="Times New Roman" panose="02020603050405020304" pitchFamily="18" charset="0"/>
                <a:sym typeface="Wingdings" panose="05000000000000000000" pitchFamily="2" charset="2"/>
              </a:rPr>
              <a:t>消耗的的平均功率。</a:t>
            </a:r>
            <a:endParaRPr kumimoji="1" lang="zh-CN" altLang="en-US" sz="2400">
              <a:latin typeface="Times New Roman" panose="02020603050405020304" pitchFamily="18" charset="0"/>
            </a:endParaRPr>
          </a:p>
        </p:txBody>
      </p:sp>
      <p:grpSp>
        <p:nvGrpSpPr>
          <p:cNvPr id="648255" name="Group 63">
            <a:extLst>
              <a:ext uri="{FF2B5EF4-FFF2-40B4-BE49-F238E27FC236}">
                <a16:creationId xmlns:a16="http://schemas.microsoft.com/office/drawing/2014/main" id="{30DFBBA7-FCE8-42DD-8AB8-F98ED61B13A5}"/>
              </a:ext>
            </a:extLst>
          </p:cNvPr>
          <p:cNvGrpSpPr>
            <a:grpSpLocks/>
          </p:cNvGrpSpPr>
          <p:nvPr/>
        </p:nvGrpSpPr>
        <p:grpSpPr bwMode="auto">
          <a:xfrm>
            <a:off x="546100" y="2514600"/>
            <a:ext cx="3497263" cy="1406525"/>
            <a:chOff x="344" y="1584"/>
            <a:chExt cx="2203" cy="886"/>
          </a:xfrm>
        </p:grpSpPr>
        <p:sp>
          <p:nvSpPr>
            <p:cNvPr id="648197" name="Oval 5">
              <a:extLst>
                <a:ext uri="{FF2B5EF4-FFF2-40B4-BE49-F238E27FC236}">
                  <a16:creationId xmlns:a16="http://schemas.microsoft.com/office/drawing/2014/main" id="{219E940D-B042-4DB4-AB2C-974D385D7EFF}"/>
                </a:ext>
              </a:extLst>
            </p:cNvPr>
            <p:cNvSpPr>
              <a:spLocks noChangeArrowheads="1"/>
            </p:cNvSpPr>
            <p:nvPr/>
          </p:nvSpPr>
          <p:spPr bwMode="auto">
            <a:xfrm>
              <a:off x="344" y="1942"/>
              <a:ext cx="240" cy="234"/>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8198" name="Group 6">
              <a:extLst>
                <a:ext uri="{FF2B5EF4-FFF2-40B4-BE49-F238E27FC236}">
                  <a16:creationId xmlns:a16="http://schemas.microsoft.com/office/drawing/2014/main" id="{7885A54A-C1A3-4D17-828F-B42DFAA0D954}"/>
                </a:ext>
              </a:extLst>
            </p:cNvPr>
            <p:cNvGrpSpPr>
              <a:grpSpLocks/>
            </p:cNvGrpSpPr>
            <p:nvPr/>
          </p:nvGrpSpPr>
          <p:grpSpPr bwMode="auto">
            <a:xfrm>
              <a:off x="955" y="1584"/>
              <a:ext cx="316" cy="81"/>
              <a:chOff x="1776" y="2304"/>
              <a:chExt cx="511" cy="114"/>
            </a:xfrm>
          </p:grpSpPr>
          <p:sp>
            <p:nvSpPr>
              <p:cNvPr id="648199" name="Arc 7">
                <a:extLst>
                  <a:ext uri="{FF2B5EF4-FFF2-40B4-BE49-F238E27FC236}">
                    <a16:creationId xmlns:a16="http://schemas.microsoft.com/office/drawing/2014/main" id="{D9EFE987-EA60-47BD-B533-A42943DBB841}"/>
                  </a:ext>
                </a:extLst>
              </p:cNvPr>
              <p:cNvSpPr>
                <a:spLocks/>
              </p:cNvSpPr>
              <p:nvPr/>
            </p:nvSpPr>
            <p:spPr bwMode="auto">
              <a:xfrm rot="16200000" flipV="1">
                <a:off x="1783"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0" name="Arc 8">
                <a:extLst>
                  <a:ext uri="{FF2B5EF4-FFF2-40B4-BE49-F238E27FC236}">
                    <a16:creationId xmlns:a16="http://schemas.microsoft.com/office/drawing/2014/main" id="{659D4103-BFDE-4106-B160-96240C3F2525}"/>
                  </a:ext>
                </a:extLst>
              </p:cNvPr>
              <p:cNvSpPr>
                <a:spLocks/>
              </p:cNvSpPr>
              <p:nvPr/>
            </p:nvSpPr>
            <p:spPr bwMode="auto">
              <a:xfrm rot="16200000" flipV="1">
                <a:off x="1911"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1" name="Arc 9">
                <a:extLst>
                  <a:ext uri="{FF2B5EF4-FFF2-40B4-BE49-F238E27FC236}">
                    <a16:creationId xmlns:a16="http://schemas.microsoft.com/office/drawing/2014/main" id="{AEA0F85C-1EDB-43B9-BB17-70A4E6B925CF}"/>
                  </a:ext>
                </a:extLst>
              </p:cNvPr>
              <p:cNvSpPr>
                <a:spLocks/>
              </p:cNvSpPr>
              <p:nvPr/>
            </p:nvSpPr>
            <p:spPr bwMode="auto">
              <a:xfrm rot="16200000" flipV="1">
                <a:off x="2040"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2" name="Arc 10">
                <a:extLst>
                  <a:ext uri="{FF2B5EF4-FFF2-40B4-BE49-F238E27FC236}">
                    <a16:creationId xmlns:a16="http://schemas.microsoft.com/office/drawing/2014/main" id="{E47C37AF-06B9-4276-9C1F-8DDAF5CDEDAE}"/>
                  </a:ext>
                </a:extLst>
              </p:cNvPr>
              <p:cNvSpPr>
                <a:spLocks/>
              </p:cNvSpPr>
              <p:nvPr/>
            </p:nvSpPr>
            <p:spPr bwMode="auto">
              <a:xfrm rot="16200000" flipV="1">
                <a:off x="2167"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48203" name="Group 11">
              <a:extLst>
                <a:ext uri="{FF2B5EF4-FFF2-40B4-BE49-F238E27FC236}">
                  <a16:creationId xmlns:a16="http://schemas.microsoft.com/office/drawing/2014/main" id="{1C3E7F93-F005-4C4F-B526-5B00428FB52D}"/>
                </a:ext>
              </a:extLst>
            </p:cNvPr>
            <p:cNvGrpSpPr>
              <a:grpSpLocks/>
            </p:cNvGrpSpPr>
            <p:nvPr/>
          </p:nvGrpSpPr>
          <p:grpSpPr bwMode="auto">
            <a:xfrm>
              <a:off x="1453" y="2024"/>
              <a:ext cx="234" cy="82"/>
              <a:chOff x="2016" y="1926"/>
              <a:chExt cx="180" cy="96"/>
            </a:xfrm>
          </p:grpSpPr>
          <p:sp>
            <p:nvSpPr>
              <p:cNvPr id="648204" name="Line 12">
                <a:extLst>
                  <a:ext uri="{FF2B5EF4-FFF2-40B4-BE49-F238E27FC236}">
                    <a16:creationId xmlns:a16="http://schemas.microsoft.com/office/drawing/2014/main" id="{10E19A8D-4851-456C-B856-06BAF67E8414}"/>
                  </a:ext>
                </a:extLst>
              </p:cNvPr>
              <p:cNvSpPr>
                <a:spLocks noChangeShapeType="1"/>
              </p:cNvSpPr>
              <p:nvPr/>
            </p:nvSpPr>
            <p:spPr bwMode="auto">
              <a:xfrm>
                <a:off x="2016" y="1926"/>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5" name="Line 13">
                <a:extLst>
                  <a:ext uri="{FF2B5EF4-FFF2-40B4-BE49-F238E27FC236}">
                    <a16:creationId xmlns:a16="http://schemas.microsoft.com/office/drawing/2014/main" id="{509731D7-CA4D-4787-B280-BAAE95B6B4BC}"/>
                  </a:ext>
                </a:extLst>
              </p:cNvPr>
              <p:cNvSpPr>
                <a:spLocks noChangeShapeType="1"/>
              </p:cNvSpPr>
              <p:nvPr/>
            </p:nvSpPr>
            <p:spPr bwMode="auto">
              <a:xfrm>
                <a:off x="2016" y="2022"/>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06" name="Line 14">
              <a:extLst>
                <a:ext uri="{FF2B5EF4-FFF2-40B4-BE49-F238E27FC236}">
                  <a16:creationId xmlns:a16="http://schemas.microsoft.com/office/drawing/2014/main" id="{48D3D55F-F2BC-4C91-A464-A1518B19D3CD}"/>
                </a:ext>
              </a:extLst>
            </p:cNvPr>
            <p:cNvSpPr>
              <a:spLocks noChangeShapeType="1"/>
            </p:cNvSpPr>
            <p:nvPr/>
          </p:nvSpPr>
          <p:spPr bwMode="auto">
            <a:xfrm>
              <a:off x="455" y="1648"/>
              <a:ext cx="5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7" name="Line 15">
              <a:extLst>
                <a:ext uri="{FF2B5EF4-FFF2-40B4-BE49-F238E27FC236}">
                  <a16:creationId xmlns:a16="http://schemas.microsoft.com/office/drawing/2014/main" id="{278F9558-8782-4916-A963-65BEC63AF695}"/>
                </a:ext>
              </a:extLst>
            </p:cNvPr>
            <p:cNvSpPr>
              <a:spLocks noChangeShapeType="1"/>
            </p:cNvSpPr>
            <p:nvPr/>
          </p:nvSpPr>
          <p:spPr bwMode="auto">
            <a:xfrm>
              <a:off x="1271" y="1666"/>
              <a:ext cx="9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8" name="Line 16">
              <a:extLst>
                <a:ext uri="{FF2B5EF4-FFF2-40B4-BE49-F238E27FC236}">
                  <a16:creationId xmlns:a16="http://schemas.microsoft.com/office/drawing/2014/main" id="{05D29197-9019-45CC-9E61-A1EFF2D05C9B}"/>
                </a:ext>
              </a:extLst>
            </p:cNvPr>
            <p:cNvSpPr>
              <a:spLocks noChangeShapeType="1"/>
            </p:cNvSpPr>
            <p:nvPr/>
          </p:nvSpPr>
          <p:spPr bwMode="auto">
            <a:xfrm>
              <a:off x="455" y="1648"/>
              <a:ext cx="0" cy="8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09" name="Line 17">
              <a:extLst>
                <a:ext uri="{FF2B5EF4-FFF2-40B4-BE49-F238E27FC236}">
                  <a16:creationId xmlns:a16="http://schemas.microsoft.com/office/drawing/2014/main" id="{AED6227C-DCA9-411D-9C41-3B9F3F83A3E3}"/>
                </a:ext>
              </a:extLst>
            </p:cNvPr>
            <p:cNvSpPr>
              <a:spLocks noChangeShapeType="1"/>
            </p:cNvSpPr>
            <p:nvPr/>
          </p:nvSpPr>
          <p:spPr bwMode="auto">
            <a:xfrm>
              <a:off x="455" y="2470"/>
              <a:ext cx="17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0" name="Line 18">
              <a:extLst>
                <a:ext uri="{FF2B5EF4-FFF2-40B4-BE49-F238E27FC236}">
                  <a16:creationId xmlns:a16="http://schemas.microsoft.com/office/drawing/2014/main" id="{594B8579-5261-420C-8069-175D7833DEB2}"/>
                </a:ext>
              </a:extLst>
            </p:cNvPr>
            <p:cNvSpPr>
              <a:spLocks noChangeShapeType="1"/>
            </p:cNvSpPr>
            <p:nvPr/>
          </p:nvSpPr>
          <p:spPr bwMode="auto">
            <a:xfrm>
              <a:off x="2171" y="1666"/>
              <a:ext cx="0" cy="8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1" name="Rectangle 19">
              <a:extLst>
                <a:ext uri="{FF2B5EF4-FFF2-40B4-BE49-F238E27FC236}">
                  <a16:creationId xmlns:a16="http://schemas.microsoft.com/office/drawing/2014/main" id="{5DF7CDD5-3EE5-4967-AAD2-BC65859CFDB1}"/>
                </a:ext>
              </a:extLst>
            </p:cNvPr>
            <p:cNvSpPr>
              <a:spLocks noChangeArrowheads="1"/>
            </p:cNvSpPr>
            <p:nvPr/>
          </p:nvSpPr>
          <p:spPr bwMode="auto">
            <a:xfrm>
              <a:off x="2124" y="1947"/>
              <a:ext cx="96" cy="240"/>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8212" name="Line 20">
              <a:extLst>
                <a:ext uri="{FF2B5EF4-FFF2-40B4-BE49-F238E27FC236}">
                  <a16:creationId xmlns:a16="http://schemas.microsoft.com/office/drawing/2014/main" id="{9332835D-2A96-42F4-86B7-3C8FDC3A1E46}"/>
                </a:ext>
              </a:extLst>
            </p:cNvPr>
            <p:cNvSpPr>
              <a:spLocks noChangeShapeType="1"/>
            </p:cNvSpPr>
            <p:nvPr/>
          </p:nvSpPr>
          <p:spPr bwMode="auto">
            <a:xfrm>
              <a:off x="1577" y="1666"/>
              <a:ext cx="0" cy="3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3" name="Line 21">
              <a:extLst>
                <a:ext uri="{FF2B5EF4-FFF2-40B4-BE49-F238E27FC236}">
                  <a16:creationId xmlns:a16="http://schemas.microsoft.com/office/drawing/2014/main" id="{82CB9068-568B-4CCB-B9CE-DC0686968A05}"/>
                </a:ext>
              </a:extLst>
            </p:cNvPr>
            <p:cNvSpPr>
              <a:spLocks noChangeShapeType="1"/>
            </p:cNvSpPr>
            <p:nvPr/>
          </p:nvSpPr>
          <p:spPr bwMode="auto">
            <a:xfrm flipV="1">
              <a:off x="1574" y="2096"/>
              <a:ext cx="0" cy="37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4" name="Line 22">
              <a:extLst>
                <a:ext uri="{FF2B5EF4-FFF2-40B4-BE49-F238E27FC236}">
                  <a16:creationId xmlns:a16="http://schemas.microsoft.com/office/drawing/2014/main" id="{6B5E453E-4A81-4F25-BE9D-8660D0A682C1}"/>
                </a:ext>
              </a:extLst>
            </p:cNvPr>
            <p:cNvSpPr>
              <a:spLocks noChangeShapeType="1"/>
            </p:cNvSpPr>
            <p:nvPr/>
          </p:nvSpPr>
          <p:spPr bwMode="auto">
            <a:xfrm>
              <a:off x="559" y="2278"/>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8215" name="Group 23">
              <a:extLst>
                <a:ext uri="{FF2B5EF4-FFF2-40B4-BE49-F238E27FC236}">
                  <a16:creationId xmlns:a16="http://schemas.microsoft.com/office/drawing/2014/main" id="{2CA189F5-1DCE-491D-9284-571AE270563F}"/>
                </a:ext>
              </a:extLst>
            </p:cNvPr>
            <p:cNvGrpSpPr>
              <a:grpSpLocks/>
            </p:cNvGrpSpPr>
            <p:nvPr/>
          </p:nvGrpSpPr>
          <p:grpSpPr bwMode="auto">
            <a:xfrm>
              <a:off x="559" y="1818"/>
              <a:ext cx="88" cy="88"/>
              <a:chOff x="1706" y="2449"/>
              <a:chExt cx="88" cy="88"/>
            </a:xfrm>
          </p:grpSpPr>
          <p:sp>
            <p:nvSpPr>
              <p:cNvPr id="648216" name="Line 24">
                <a:extLst>
                  <a:ext uri="{FF2B5EF4-FFF2-40B4-BE49-F238E27FC236}">
                    <a16:creationId xmlns:a16="http://schemas.microsoft.com/office/drawing/2014/main" id="{19C1517F-8507-44AC-A317-D045CF2EC05B}"/>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17" name="Line 25">
                <a:extLst>
                  <a:ext uri="{FF2B5EF4-FFF2-40B4-BE49-F238E27FC236}">
                    <a16:creationId xmlns:a16="http://schemas.microsoft.com/office/drawing/2014/main" id="{8E774B90-4665-485C-90EB-5D519E101A7E}"/>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18" name="Text Box 26">
              <a:extLst>
                <a:ext uri="{FF2B5EF4-FFF2-40B4-BE49-F238E27FC236}">
                  <a16:creationId xmlns:a16="http://schemas.microsoft.com/office/drawing/2014/main" id="{5B7F72E5-0D52-444B-A038-C443DB881280}"/>
                </a:ext>
              </a:extLst>
            </p:cNvPr>
            <p:cNvSpPr txBox="1">
              <a:spLocks noChangeArrowheads="1"/>
            </p:cNvSpPr>
            <p:nvPr/>
          </p:nvSpPr>
          <p:spPr bwMode="auto">
            <a:xfrm>
              <a:off x="500" y="1888"/>
              <a:ext cx="3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800" b="1" i="1">
                  <a:latin typeface="Times New Roman" panose="02020603050405020304" pitchFamily="18" charset="0"/>
                </a:rPr>
                <a:t>u</a:t>
              </a:r>
            </a:p>
          </p:txBody>
        </p:sp>
        <p:sp>
          <p:nvSpPr>
            <p:cNvPr id="648219" name="Text Box 27">
              <a:extLst>
                <a:ext uri="{FF2B5EF4-FFF2-40B4-BE49-F238E27FC236}">
                  <a16:creationId xmlns:a16="http://schemas.microsoft.com/office/drawing/2014/main" id="{C45B61DC-5D1E-4B20-8D40-3F839579359D}"/>
                </a:ext>
              </a:extLst>
            </p:cNvPr>
            <p:cNvSpPr txBox="1">
              <a:spLocks noChangeArrowheads="1"/>
            </p:cNvSpPr>
            <p:nvPr/>
          </p:nvSpPr>
          <p:spPr bwMode="auto">
            <a:xfrm>
              <a:off x="978" y="1622"/>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L</a:t>
              </a:r>
            </a:p>
          </p:txBody>
        </p:sp>
        <p:sp>
          <p:nvSpPr>
            <p:cNvPr id="648220" name="Text Box 28">
              <a:extLst>
                <a:ext uri="{FF2B5EF4-FFF2-40B4-BE49-F238E27FC236}">
                  <a16:creationId xmlns:a16="http://schemas.microsoft.com/office/drawing/2014/main" id="{E7359E77-FA0F-4F29-B6A8-2DA3FA092F0F}"/>
                </a:ext>
              </a:extLst>
            </p:cNvPr>
            <p:cNvSpPr txBox="1">
              <a:spLocks noChangeArrowheads="1"/>
            </p:cNvSpPr>
            <p:nvPr/>
          </p:nvSpPr>
          <p:spPr bwMode="auto">
            <a:xfrm>
              <a:off x="1244" y="1911"/>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C</a:t>
              </a:r>
            </a:p>
          </p:txBody>
        </p:sp>
        <p:sp>
          <p:nvSpPr>
            <p:cNvPr id="648221" name="Text Box 29">
              <a:extLst>
                <a:ext uri="{FF2B5EF4-FFF2-40B4-BE49-F238E27FC236}">
                  <a16:creationId xmlns:a16="http://schemas.microsoft.com/office/drawing/2014/main" id="{C0860D6F-B8F1-4740-AD06-8B2B48E0A472}"/>
                </a:ext>
              </a:extLst>
            </p:cNvPr>
            <p:cNvSpPr txBox="1">
              <a:spLocks noChangeArrowheads="1"/>
            </p:cNvSpPr>
            <p:nvPr/>
          </p:nvSpPr>
          <p:spPr bwMode="auto">
            <a:xfrm>
              <a:off x="1886" y="190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R</a:t>
              </a:r>
            </a:p>
          </p:txBody>
        </p:sp>
        <p:grpSp>
          <p:nvGrpSpPr>
            <p:cNvPr id="648222" name="Group 30">
              <a:extLst>
                <a:ext uri="{FF2B5EF4-FFF2-40B4-BE49-F238E27FC236}">
                  <a16:creationId xmlns:a16="http://schemas.microsoft.com/office/drawing/2014/main" id="{3F3463E2-EB56-412D-BA38-CB912A69C51D}"/>
                </a:ext>
              </a:extLst>
            </p:cNvPr>
            <p:cNvGrpSpPr>
              <a:grpSpLocks/>
            </p:cNvGrpSpPr>
            <p:nvPr/>
          </p:nvGrpSpPr>
          <p:grpSpPr bwMode="auto">
            <a:xfrm>
              <a:off x="2287" y="1833"/>
              <a:ext cx="88" cy="88"/>
              <a:chOff x="1706" y="2449"/>
              <a:chExt cx="88" cy="88"/>
            </a:xfrm>
          </p:grpSpPr>
          <p:sp>
            <p:nvSpPr>
              <p:cNvPr id="648223" name="Line 31">
                <a:extLst>
                  <a:ext uri="{FF2B5EF4-FFF2-40B4-BE49-F238E27FC236}">
                    <a16:creationId xmlns:a16="http://schemas.microsoft.com/office/drawing/2014/main" id="{EB97B8A9-07DD-4BA9-AF53-C7D820544AB1}"/>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24" name="Line 32">
                <a:extLst>
                  <a:ext uri="{FF2B5EF4-FFF2-40B4-BE49-F238E27FC236}">
                    <a16:creationId xmlns:a16="http://schemas.microsoft.com/office/drawing/2014/main" id="{7687DF84-7317-409F-B5D7-1166E24B1AE0}"/>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25" name="Line 33">
              <a:extLst>
                <a:ext uri="{FF2B5EF4-FFF2-40B4-BE49-F238E27FC236}">
                  <a16:creationId xmlns:a16="http://schemas.microsoft.com/office/drawing/2014/main" id="{76EC797C-47EE-4AF2-8E05-39F55D9CB7AE}"/>
                </a:ext>
              </a:extLst>
            </p:cNvPr>
            <p:cNvSpPr>
              <a:spLocks noChangeShapeType="1"/>
            </p:cNvSpPr>
            <p:nvPr/>
          </p:nvSpPr>
          <p:spPr bwMode="auto">
            <a:xfrm>
              <a:off x="2290" y="2257"/>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26" name="Text Box 34">
              <a:extLst>
                <a:ext uri="{FF2B5EF4-FFF2-40B4-BE49-F238E27FC236}">
                  <a16:creationId xmlns:a16="http://schemas.microsoft.com/office/drawing/2014/main" id="{D6EADC3F-BDD0-4736-B89E-45FF9257F88F}"/>
                </a:ext>
              </a:extLst>
            </p:cNvPr>
            <p:cNvSpPr txBox="1">
              <a:spLocks noChangeArrowheads="1"/>
            </p:cNvSpPr>
            <p:nvPr/>
          </p:nvSpPr>
          <p:spPr bwMode="auto">
            <a:xfrm>
              <a:off x="2205" y="1868"/>
              <a:ext cx="34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800" b="1" i="1">
                  <a:latin typeface="Times New Roman" panose="02020603050405020304" pitchFamily="18" charset="0"/>
                </a:rPr>
                <a:t>u</a:t>
              </a:r>
              <a:r>
                <a:rPr kumimoji="1" lang="en-US" altLang="zh-CN" sz="2800" b="1" i="1" baseline="-25000">
                  <a:latin typeface="Times New Roman" panose="02020603050405020304" pitchFamily="18" charset="0"/>
                </a:rPr>
                <a:t>R</a:t>
              </a:r>
              <a:endParaRPr kumimoji="1" lang="en-US" altLang="zh-CN" sz="2800" b="1" i="1">
                <a:latin typeface="Times New Roman" panose="02020603050405020304" pitchFamily="18" charset="0"/>
              </a:endParaRPr>
            </a:p>
          </p:txBody>
        </p:sp>
      </p:grpSp>
      <p:grpSp>
        <p:nvGrpSpPr>
          <p:cNvPr id="648256" name="Group 64">
            <a:extLst>
              <a:ext uri="{FF2B5EF4-FFF2-40B4-BE49-F238E27FC236}">
                <a16:creationId xmlns:a16="http://schemas.microsoft.com/office/drawing/2014/main" id="{12F08ED6-BB40-4F10-824B-95FE1F367832}"/>
              </a:ext>
            </a:extLst>
          </p:cNvPr>
          <p:cNvGrpSpPr>
            <a:grpSpLocks/>
          </p:cNvGrpSpPr>
          <p:nvPr/>
        </p:nvGrpSpPr>
        <p:grpSpPr bwMode="auto">
          <a:xfrm>
            <a:off x="4608513" y="2290763"/>
            <a:ext cx="2881312" cy="1655762"/>
            <a:chOff x="2903" y="1443"/>
            <a:chExt cx="1815" cy="1043"/>
          </a:xfrm>
        </p:grpSpPr>
        <p:graphicFrame>
          <p:nvGraphicFramePr>
            <p:cNvPr id="648228" name="Object 36">
              <a:extLst>
                <a:ext uri="{FF2B5EF4-FFF2-40B4-BE49-F238E27FC236}">
                  <a16:creationId xmlns:a16="http://schemas.microsoft.com/office/drawing/2014/main" id="{F824723E-1CA2-405F-A408-5630CAEED9BD}"/>
                </a:ext>
              </a:extLst>
            </p:cNvPr>
            <p:cNvGraphicFramePr>
              <a:graphicFrameLocks noChangeAspect="1"/>
            </p:cNvGraphicFramePr>
            <p:nvPr/>
          </p:nvGraphicFramePr>
          <p:xfrm>
            <a:off x="2903" y="1729"/>
            <a:ext cx="280" cy="212"/>
          </p:xfrm>
          <a:graphic>
            <a:graphicData uri="http://schemas.openxmlformats.org/presentationml/2006/ole">
              <mc:AlternateContent xmlns:mc="http://schemas.openxmlformats.org/markup-compatibility/2006">
                <mc:Choice xmlns:v="urn:schemas-microsoft-com:vml" Requires="v">
                  <p:oleObj name="Equation" r:id="rId3" imgW="241200" imgH="215640" progId="Equation.3">
                    <p:embed/>
                  </p:oleObj>
                </mc:Choice>
                <mc:Fallback>
                  <p:oleObj name="Equation" r:id="rId3" imgW="241200" imgH="215640" progId="Equation.3">
                    <p:embed/>
                    <p:pic>
                      <p:nvPicPr>
                        <p:cNvPr id="648228" name="Object 36">
                          <a:extLst>
                            <a:ext uri="{FF2B5EF4-FFF2-40B4-BE49-F238E27FC236}">
                              <a16:creationId xmlns:a16="http://schemas.microsoft.com/office/drawing/2014/main" id="{F824723E-1CA2-405F-A408-5630CAEED9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3" y="1729"/>
                          <a:ext cx="28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8229" name="Object 37">
              <a:extLst>
                <a:ext uri="{FF2B5EF4-FFF2-40B4-BE49-F238E27FC236}">
                  <a16:creationId xmlns:a16="http://schemas.microsoft.com/office/drawing/2014/main" id="{BCEAC561-BE2E-402F-8998-7140A46B1E1F}"/>
                </a:ext>
              </a:extLst>
            </p:cNvPr>
            <p:cNvGraphicFramePr>
              <a:graphicFrameLocks noChangeAspect="1"/>
            </p:cNvGraphicFramePr>
            <p:nvPr/>
          </p:nvGraphicFramePr>
          <p:xfrm>
            <a:off x="3441" y="2264"/>
            <a:ext cx="211" cy="180"/>
          </p:xfrm>
          <a:graphic>
            <a:graphicData uri="http://schemas.openxmlformats.org/presentationml/2006/ole">
              <mc:AlternateContent xmlns:mc="http://schemas.openxmlformats.org/markup-compatibility/2006">
                <mc:Choice xmlns:v="urn:schemas-microsoft-com:vml" Requires="v">
                  <p:oleObj name="Equation" r:id="rId5" imgW="139680" imgH="139680" progId="Equation.3">
                    <p:embed/>
                  </p:oleObj>
                </mc:Choice>
                <mc:Fallback>
                  <p:oleObj name="Equation" r:id="rId5" imgW="139680" imgH="139680" progId="Equation.3">
                    <p:embed/>
                    <p:pic>
                      <p:nvPicPr>
                        <p:cNvPr id="648229" name="Object 37">
                          <a:extLst>
                            <a:ext uri="{FF2B5EF4-FFF2-40B4-BE49-F238E27FC236}">
                              <a16:creationId xmlns:a16="http://schemas.microsoft.com/office/drawing/2014/main" id="{BCEAC561-BE2E-402F-8998-7140A46B1E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1" y="2264"/>
                          <a:ext cx="211"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8230" name="Object 38">
              <a:extLst>
                <a:ext uri="{FF2B5EF4-FFF2-40B4-BE49-F238E27FC236}">
                  <a16:creationId xmlns:a16="http://schemas.microsoft.com/office/drawing/2014/main" id="{5D443451-BD52-4E60-A30C-E8031482DFB9}"/>
                </a:ext>
              </a:extLst>
            </p:cNvPr>
            <p:cNvGraphicFramePr>
              <a:graphicFrameLocks noChangeAspect="1"/>
            </p:cNvGraphicFramePr>
            <p:nvPr/>
          </p:nvGraphicFramePr>
          <p:xfrm>
            <a:off x="3753" y="2260"/>
            <a:ext cx="264" cy="185"/>
          </p:xfrm>
          <a:graphic>
            <a:graphicData uri="http://schemas.openxmlformats.org/presentationml/2006/ole">
              <mc:AlternateContent xmlns:mc="http://schemas.openxmlformats.org/markup-compatibility/2006">
                <mc:Choice xmlns:v="urn:schemas-microsoft-com:vml" Requires="v">
                  <p:oleObj name="Equation" r:id="rId7" imgW="215640" imgH="177480" progId="Equation.3">
                    <p:embed/>
                  </p:oleObj>
                </mc:Choice>
                <mc:Fallback>
                  <p:oleObj name="Equation" r:id="rId7" imgW="215640" imgH="177480" progId="Equation.3">
                    <p:embed/>
                    <p:pic>
                      <p:nvPicPr>
                        <p:cNvPr id="648230" name="Object 38">
                          <a:extLst>
                            <a:ext uri="{FF2B5EF4-FFF2-40B4-BE49-F238E27FC236}">
                              <a16:creationId xmlns:a16="http://schemas.microsoft.com/office/drawing/2014/main" id="{5D443451-BD52-4E60-A30C-E8031482DFB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3" y="2260"/>
                          <a:ext cx="264"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8231" name="Group 39">
              <a:extLst>
                <a:ext uri="{FF2B5EF4-FFF2-40B4-BE49-F238E27FC236}">
                  <a16:creationId xmlns:a16="http://schemas.microsoft.com/office/drawing/2014/main" id="{4793316D-8AA4-4AD0-806C-3F8DEBC2071A}"/>
                </a:ext>
              </a:extLst>
            </p:cNvPr>
            <p:cNvGrpSpPr>
              <a:grpSpLocks/>
            </p:cNvGrpSpPr>
            <p:nvPr/>
          </p:nvGrpSpPr>
          <p:grpSpPr bwMode="auto">
            <a:xfrm>
              <a:off x="3037" y="2228"/>
              <a:ext cx="1546" cy="0"/>
              <a:chOff x="3600" y="2448"/>
              <a:chExt cx="1680" cy="0"/>
            </a:xfrm>
          </p:grpSpPr>
          <p:sp>
            <p:nvSpPr>
              <p:cNvPr id="648232" name="Line 40">
                <a:extLst>
                  <a:ext uri="{FF2B5EF4-FFF2-40B4-BE49-F238E27FC236}">
                    <a16:creationId xmlns:a16="http://schemas.microsoft.com/office/drawing/2014/main" id="{AB44ACEF-F4FB-4BA6-8009-0EB7A24C78CC}"/>
                  </a:ext>
                </a:extLst>
              </p:cNvPr>
              <p:cNvSpPr>
                <a:spLocks noChangeShapeType="1"/>
              </p:cNvSpPr>
              <p:nvPr/>
            </p:nvSpPr>
            <p:spPr bwMode="auto">
              <a:xfrm>
                <a:off x="3936" y="2448"/>
                <a:ext cx="13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8233" name="Line 41">
                <a:extLst>
                  <a:ext uri="{FF2B5EF4-FFF2-40B4-BE49-F238E27FC236}">
                    <a16:creationId xmlns:a16="http://schemas.microsoft.com/office/drawing/2014/main" id="{C2EA9097-6D22-431E-B8FA-64237787D575}"/>
                  </a:ext>
                </a:extLst>
              </p:cNvPr>
              <p:cNvSpPr>
                <a:spLocks noChangeShapeType="1"/>
              </p:cNvSpPr>
              <p:nvPr/>
            </p:nvSpPr>
            <p:spPr bwMode="auto">
              <a:xfrm flipH="1">
                <a:off x="3600" y="2448"/>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8234" name="Line 42">
              <a:extLst>
                <a:ext uri="{FF2B5EF4-FFF2-40B4-BE49-F238E27FC236}">
                  <a16:creationId xmlns:a16="http://schemas.microsoft.com/office/drawing/2014/main" id="{38E64CB6-19FB-47F3-AF87-7E4B8C2C3C70}"/>
                </a:ext>
              </a:extLst>
            </p:cNvPr>
            <p:cNvSpPr>
              <a:spLocks noChangeShapeType="1"/>
            </p:cNvSpPr>
            <p:nvPr/>
          </p:nvSpPr>
          <p:spPr bwMode="auto">
            <a:xfrm flipV="1">
              <a:off x="3164" y="1566"/>
              <a:ext cx="6" cy="9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8235" name="Text Box 43">
              <a:extLst>
                <a:ext uri="{FF2B5EF4-FFF2-40B4-BE49-F238E27FC236}">
                  <a16:creationId xmlns:a16="http://schemas.microsoft.com/office/drawing/2014/main" id="{3B762B48-F61F-4070-8DA4-8599522E0DCF}"/>
                </a:ext>
              </a:extLst>
            </p:cNvPr>
            <p:cNvSpPr txBox="1">
              <a:spLocks noChangeArrowheads="1"/>
            </p:cNvSpPr>
            <p:nvPr/>
          </p:nvSpPr>
          <p:spPr bwMode="auto">
            <a:xfrm>
              <a:off x="4364" y="2160"/>
              <a:ext cx="3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sym typeface="Symbol" panose="05050102010706020507" pitchFamily="18" charset="2"/>
                </a:rPr>
                <a:t>t</a:t>
              </a:r>
              <a:endParaRPr kumimoji="1" lang="en-US" altLang="zh-CN" sz="2400" b="1">
                <a:latin typeface="Times New Roman" panose="02020603050405020304" pitchFamily="18" charset="0"/>
              </a:endParaRPr>
            </a:p>
          </p:txBody>
        </p:sp>
        <p:sp>
          <p:nvSpPr>
            <p:cNvPr id="648236" name="Text Box 44">
              <a:extLst>
                <a:ext uri="{FF2B5EF4-FFF2-40B4-BE49-F238E27FC236}">
                  <a16:creationId xmlns:a16="http://schemas.microsoft.com/office/drawing/2014/main" id="{627BD346-57A6-4421-9CC0-30D3D2BC28C4}"/>
                </a:ext>
              </a:extLst>
            </p:cNvPr>
            <p:cNvSpPr txBox="1">
              <a:spLocks noChangeArrowheads="1"/>
            </p:cNvSpPr>
            <p:nvPr/>
          </p:nvSpPr>
          <p:spPr bwMode="auto">
            <a:xfrm>
              <a:off x="2985" y="2195"/>
              <a:ext cx="21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rPr>
                <a:t>0</a:t>
              </a:r>
            </a:p>
          </p:txBody>
        </p:sp>
        <p:sp>
          <p:nvSpPr>
            <p:cNvPr id="648237" name="Freeform 45">
              <a:extLst>
                <a:ext uri="{FF2B5EF4-FFF2-40B4-BE49-F238E27FC236}">
                  <a16:creationId xmlns:a16="http://schemas.microsoft.com/office/drawing/2014/main" id="{41DB61F2-201A-4695-A1B5-122073CB2203}"/>
                </a:ext>
              </a:extLst>
            </p:cNvPr>
            <p:cNvSpPr>
              <a:spLocks/>
            </p:cNvSpPr>
            <p:nvPr/>
          </p:nvSpPr>
          <p:spPr bwMode="auto">
            <a:xfrm flipH="1">
              <a:off x="3177" y="1832"/>
              <a:ext cx="173" cy="408"/>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8238" name="Group 46">
              <a:extLst>
                <a:ext uri="{FF2B5EF4-FFF2-40B4-BE49-F238E27FC236}">
                  <a16:creationId xmlns:a16="http://schemas.microsoft.com/office/drawing/2014/main" id="{0AC5C2B3-AF7C-4F7B-A50F-3CB8387B2BAC}"/>
                </a:ext>
              </a:extLst>
            </p:cNvPr>
            <p:cNvGrpSpPr>
              <a:grpSpLocks/>
            </p:cNvGrpSpPr>
            <p:nvPr/>
          </p:nvGrpSpPr>
          <p:grpSpPr bwMode="auto">
            <a:xfrm>
              <a:off x="3688" y="1824"/>
              <a:ext cx="335" cy="412"/>
              <a:chOff x="2872" y="1376"/>
              <a:chExt cx="364" cy="388"/>
            </a:xfrm>
          </p:grpSpPr>
          <p:sp>
            <p:nvSpPr>
              <p:cNvPr id="648239" name="Freeform 47">
                <a:extLst>
                  <a:ext uri="{FF2B5EF4-FFF2-40B4-BE49-F238E27FC236}">
                    <a16:creationId xmlns:a16="http://schemas.microsoft.com/office/drawing/2014/main" id="{65FFBD9C-0416-47F0-AD9E-93F1D461A05D}"/>
                  </a:ext>
                </a:extLst>
              </p:cNvPr>
              <p:cNvSpPr>
                <a:spLocks/>
              </p:cNvSpPr>
              <p:nvPr/>
            </p:nvSpPr>
            <p:spPr bwMode="auto">
              <a:xfrm>
                <a:off x="2872" y="1376"/>
                <a:ext cx="188" cy="372"/>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40" name="Freeform 48">
                <a:extLst>
                  <a:ext uri="{FF2B5EF4-FFF2-40B4-BE49-F238E27FC236}">
                    <a16:creationId xmlns:a16="http://schemas.microsoft.com/office/drawing/2014/main" id="{91F10411-65B4-4629-9576-DD5FD4DE51BA}"/>
                  </a:ext>
                </a:extLst>
              </p:cNvPr>
              <p:cNvSpPr>
                <a:spLocks/>
              </p:cNvSpPr>
              <p:nvPr/>
            </p:nvSpPr>
            <p:spPr bwMode="auto">
              <a:xfrm flipH="1">
                <a:off x="3048" y="1380"/>
                <a:ext cx="188" cy="384"/>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48241" name="Group 49">
              <a:extLst>
                <a:ext uri="{FF2B5EF4-FFF2-40B4-BE49-F238E27FC236}">
                  <a16:creationId xmlns:a16="http://schemas.microsoft.com/office/drawing/2014/main" id="{6EC0B0CD-4912-4DB0-9440-3B64D817B885}"/>
                </a:ext>
              </a:extLst>
            </p:cNvPr>
            <p:cNvGrpSpPr>
              <a:grpSpLocks/>
            </p:cNvGrpSpPr>
            <p:nvPr/>
          </p:nvGrpSpPr>
          <p:grpSpPr bwMode="auto">
            <a:xfrm>
              <a:off x="3354" y="1826"/>
              <a:ext cx="335" cy="412"/>
              <a:chOff x="2872" y="1376"/>
              <a:chExt cx="364" cy="388"/>
            </a:xfrm>
          </p:grpSpPr>
          <p:sp>
            <p:nvSpPr>
              <p:cNvPr id="648242" name="Freeform 50">
                <a:extLst>
                  <a:ext uri="{FF2B5EF4-FFF2-40B4-BE49-F238E27FC236}">
                    <a16:creationId xmlns:a16="http://schemas.microsoft.com/office/drawing/2014/main" id="{9343DC72-795F-4544-8191-7B8C23BCADC8}"/>
                  </a:ext>
                </a:extLst>
              </p:cNvPr>
              <p:cNvSpPr>
                <a:spLocks/>
              </p:cNvSpPr>
              <p:nvPr/>
            </p:nvSpPr>
            <p:spPr bwMode="auto">
              <a:xfrm>
                <a:off x="2872" y="1376"/>
                <a:ext cx="188" cy="372"/>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43" name="Freeform 51">
                <a:extLst>
                  <a:ext uri="{FF2B5EF4-FFF2-40B4-BE49-F238E27FC236}">
                    <a16:creationId xmlns:a16="http://schemas.microsoft.com/office/drawing/2014/main" id="{863ADE65-6AAB-46CB-8724-893438195A47}"/>
                  </a:ext>
                </a:extLst>
              </p:cNvPr>
              <p:cNvSpPr>
                <a:spLocks/>
              </p:cNvSpPr>
              <p:nvPr/>
            </p:nvSpPr>
            <p:spPr bwMode="auto">
              <a:xfrm flipH="1">
                <a:off x="3048" y="1380"/>
                <a:ext cx="188" cy="384"/>
              </a:xfrm>
              <a:custGeom>
                <a:avLst/>
                <a:gdLst>
                  <a:gd name="T0" fmla="*/ 0 w 188"/>
                  <a:gd name="T1" fmla="*/ 384 h 384"/>
                  <a:gd name="T2" fmla="*/ 54 w 188"/>
                  <a:gd name="T3" fmla="*/ 188 h 384"/>
                  <a:gd name="T4" fmla="*/ 120 w 188"/>
                  <a:gd name="T5" fmla="*/ 41 h 384"/>
                  <a:gd name="T6" fmla="*/ 188 w 188"/>
                  <a:gd name="T7" fmla="*/ 0 h 384"/>
                </a:gdLst>
                <a:ahLst/>
                <a:cxnLst>
                  <a:cxn ang="0">
                    <a:pos x="T0" y="T1"/>
                  </a:cxn>
                  <a:cxn ang="0">
                    <a:pos x="T2" y="T3"/>
                  </a:cxn>
                  <a:cxn ang="0">
                    <a:pos x="T4" y="T5"/>
                  </a:cxn>
                  <a:cxn ang="0">
                    <a:pos x="T6" y="T7"/>
                  </a:cxn>
                </a:cxnLst>
                <a:rect l="0" t="0" r="r" b="b"/>
                <a:pathLst>
                  <a:path w="188" h="384">
                    <a:moveTo>
                      <a:pt x="0" y="384"/>
                    </a:moveTo>
                    <a:cubicBezTo>
                      <a:pt x="17" y="309"/>
                      <a:pt x="34" y="245"/>
                      <a:pt x="54" y="188"/>
                    </a:cubicBezTo>
                    <a:cubicBezTo>
                      <a:pt x="74" y="131"/>
                      <a:pt x="98" y="72"/>
                      <a:pt x="120" y="41"/>
                    </a:cubicBezTo>
                    <a:cubicBezTo>
                      <a:pt x="142" y="10"/>
                      <a:pt x="174" y="9"/>
                      <a:pt x="188" y="0"/>
                    </a:cubicBezTo>
                  </a:path>
                </a:pathLst>
              </a:custGeom>
              <a:noFill/>
              <a:ln w="317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44" name="Text Box 52">
              <a:extLst>
                <a:ext uri="{FF2B5EF4-FFF2-40B4-BE49-F238E27FC236}">
                  <a16:creationId xmlns:a16="http://schemas.microsoft.com/office/drawing/2014/main" id="{AA0221D7-6054-4E90-A068-BF374620DEFF}"/>
                </a:ext>
              </a:extLst>
            </p:cNvPr>
            <p:cNvSpPr txBox="1">
              <a:spLocks noChangeArrowheads="1"/>
            </p:cNvSpPr>
            <p:nvPr/>
          </p:nvSpPr>
          <p:spPr bwMode="auto">
            <a:xfrm>
              <a:off x="4048" y="191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a:latin typeface="Times New Roman" panose="02020603050405020304" pitchFamily="18" charset="0"/>
                  <a:sym typeface="Symbol" panose="05050102010706020507" pitchFamily="18" charset="2"/>
                </a:rPr>
                <a:t></a:t>
              </a:r>
              <a:endParaRPr kumimoji="1" lang="en-US" altLang="zh-CN" sz="2400">
                <a:latin typeface="Times New Roman" panose="02020603050405020304" pitchFamily="18" charset="0"/>
              </a:endParaRPr>
            </a:p>
          </p:txBody>
        </p:sp>
        <p:sp>
          <p:nvSpPr>
            <p:cNvPr id="648245" name="Text Box 53">
              <a:extLst>
                <a:ext uri="{FF2B5EF4-FFF2-40B4-BE49-F238E27FC236}">
                  <a16:creationId xmlns:a16="http://schemas.microsoft.com/office/drawing/2014/main" id="{124D0737-09FD-4565-8980-CFCA71910FC3}"/>
                </a:ext>
              </a:extLst>
            </p:cNvPr>
            <p:cNvSpPr txBox="1">
              <a:spLocks noChangeArrowheads="1"/>
            </p:cNvSpPr>
            <p:nvPr/>
          </p:nvSpPr>
          <p:spPr bwMode="auto">
            <a:xfrm>
              <a:off x="2948" y="1443"/>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u</a:t>
              </a:r>
            </a:p>
          </p:txBody>
        </p:sp>
        <p:sp>
          <p:nvSpPr>
            <p:cNvPr id="648246" name="Line 54">
              <a:extLst>
                <a:ext uri="{FF2B5EF4-FFF2-40B4-BE49-F238E27FC236}">
                  <a16:creationId xmlns:a16="http://schemas.microsoft.com/office/drawing/2014/main" id="{6CF70D12-68D1-4508-8671-64ED40791A95}"/>
                </a:ext>
              </a:extLst>
            </p:cNvPr>
            <p:cNvSpPr>
              <a:spLocks noChangeShapeType="1"/>
            </p:cNvSpPr>
            <p:nvPr/>
          </p:nvSpPr>
          <p:spPr bwMode="auto">
            <a:xfrm>
              <a:off x="3168" y="1822"/>
              <a:ext cx="1112"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47" name="Line 55">
              <a:extLst>
                <a:ext uri="{FF2B5EF4-FFF2-40B4-BE49-F238E27FC236}">
                  <a16:creationId xmlns:a16="http://schemas.microsoft.com/office/drawing/2014/main" id="{B8F79260-6B9E-419A-BF6B-20DCC7B5C596}"/>
                </a:ext>
              </a:extLst>
            </p:cNvPr>
            <p:cNvSpPr>
              <a:spLocks noChangeShapeType="1"/>
            </p:cNvSpPr>
            <p:nvPr/>
          </p:nvSpPr>
          <p:spPr bwMode="auto">
            <a:xfrm>
              <a:off x="3518" y="2186"/>
              <a:ext cx="0" cy="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8248" name="Line 56">
              <a:extLst>
                <a:ext uri="{FF2B5EF4-FFF2-40B4-BE49-F238E27FC236}">
                  <a16:creationId xmlns:a16="http://schemas.microsoft.com/office/drawing/2014/main" id="{5D9577FA-D463-4FFF-BE96-E943A3871DB0}"/>
                </a:ext>
              </a:extLst>
            </p:cNvPr>
            <p:cNvSpPr>
              <a:spLocks noChangeShapeType="1"/>
            </p:cNvSpPr>
            <p:nvPr/>
          </p:nvSpPr>
          <p:spPr bwMode="auto">
            <a:xfrm>
              <a:off x="3848" y="2186"/>
              <a:ext cx="0" cy="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8249" name="Text Box 57">
            <a:extLst>
              <a:ext uri="{FF2B5EF4-FFF2-40B4-BE49-F238E27FC236}">
                <a16:creationId xmlns:a16="http://schemas.microsoft.com/office/drawing/2014/main" id="{032ADE7A-F606-4251-80C1-29ADD6337BF7}"/>
              </a:ext>
            </a:extLst>
          </p:cNvPr>
          <p:cNvSpPr txBox="1">
            <a:spLocks noChangeArrowheads="1"/>
          </p:cNvSpPr>
          <p:nvPr/>
        </p:nvSpPr>
        <p:spPr bwMode="auto">
          <a:xfrm>
            <a:off x="292100" y="4013200"/>
            <a:ext cx="7239000" cy="822325"/>
          </a:xfrm>
          <a:prstGeom prst="rect">
            <a:avLst/>
          </a:prstGeom>
          <a:noFill/>
          <a:ln>
            <a:noFill/>
          </a:ln>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solidFill>
                  <a:srgbClr val="FF3300"/>
                </a:solidFill>
                <a:latin typeface="Times New Roman" panose="02020603050405020304" pitchFamily="18" charset="0"/>
              </a:rPr>
              <a:t>解</a:t>
            </a:r>
            <a:r>
              <a:rPr kumimoji="1" lang="zh-CN" altLang="en-US" sz="2400" b="1">
                <a:solidFill>
                  <a:srgbClr val="0000FF"/>
                </a:solidFill>
                <a:latin typeface="Times New Roman" panose="02020603050405020304" pitchFamily="18" charset="0"/>
              </a:rPr>
              <a:t> </a:t>
            </a:r>
          </a:p>
          <a:p>
            <a:pPr algn="l">
              <a:spcBef>
                <a:spcPct val="0"/>
              </a:spcBef>
            </a:pPr>
            <a:r>
              <a:rPr kumimoji="1" lang="zh-CN" altLang="en-US" sz="2400" b="1">
                <a:solidFill>
                  <a:srgbClr val="0000FF"/>
                </a:solidFill>
                <a:latin typeface="Times New Roman" panose="02020603050405020304" pitchFamily="18" charset="0"/>
              </a:rPr>
              <a:t>（</a:t>
            </a:r>
            <a:r>
              <a:rPr kumimoji="1" lang="en-US" altLang="zh-CN" sz="2400" b="1">
                <a:solidFill>
                  <a:srgbClr val="0000FF"/>
                </a:solidFill>
                <a:latin typeface="Times New Roman" panose="02020603050405020304" pitchFamily="18" charset="0"/>
              </a:rPr>
              <a:t>1</a:t>
            </a:r>
            <a:r>
              <a:rPr kumimoji="1" lang="zh-CN" altLang="en-US" sz="2400" b="1">
                <a:solidFill>
                  <a:srgbClr val="0000FF"/>
                </a:solidFill>
                <a:latin typeface="Times New Roman" panose="02020603050405020304" pitchFamily="18" charset="0"/>
              </a:rPr>
              <a:t>）  上述</a:t>
            </a:r>
            <a:r>
              <a:rPr kumimoji="1" lang="zh-CN" altLang="en-US" sz="2400" b="1">
                <a:solidFill>
                  <a:srgbClr val="0000FF"/>
                </a:solidFill>
                <a:latin typeface="宋体" panose="02010600030101010101" pitchFamily="2" charset="-122"/>
              </a:rPr>
              <a:t>周期性</a:t>
            </a:r>
            <a:r>
              <a:rPr kumimoji="1" lang="zh-CN" altLang="en-US" sz="2400" b="1">
                <a:solidFill>
                  <a:srgbClr val="0000FF"/>
                </a:solidFill>
                <a:latin typeface="Times New Roman" panose="02020603050405020304" pitchFamily="18" charset="0"/>
              </a:rPr>
              <a:t>非正弦电压分解成傅氏级数为</a:t>
            </a:r>
          </a:p>
        </p:txBody>
      </p:sp>
      <p:graphicFrame>
        <p:nvGraphicFramePr>
          <p:cNvPr id="648250" name="Object 58">
            <a:extLst>
              <a:ext uri="{FF2B5EF4-FFF2-40B4-BE49-F238E27FC236}">
                <a16:creationId xmlns:a16="http://schemas.microsoft.com/office/drawing/2014/main" id="{05C2287A-5E88-46E9-8B1F-0FABBFF35997}"/>
              </a:ext>
            </a:extLst>
          </p:cNvPr>
          <p:cNvGraphicFramePr>
            <a:graphicFrameLocks noChangeAspect="1"/>
          </p:cNvGraphicFramePr>
          <p:nvPr/>
        </p:nvGraphicFramePr>
        <p:xfrm>
          <a:off x="793750" y="4799013"/>
          <a:ext cx="6303963" cy="904875"/>
        </p:xfrm>
        <a:graphic>
          <a:graphicData uri="http://schemas.openxmlformats.org/presentationml/2006/ole">
            <mc:AlternateContent xmlns:mc="http://schemas.openxmlformats.org/markup-compatibility/2006">
              <mc:Choice xmlns:v="urn:schemas-microsoft-com:vml" Requires="v">
                <p:oleObj name="Equation" r:id="rId9" imgW="2603160" imgH="406080" progId="Equation.DSMT4">
                  <p:embed/>
                </p:oleObj>
              </mc:Choice>
              <mc:Fallback>
                <p:oleObj name="Equation" r:id="rId9" imgW="2603160" imgH="406080" progId="Equation.DSMT4">
                  <p:embed/>
                  <p:pic>
                    <p:nvPicPr>
                      <p:cNvPr id="648250" name="Object 58">
                        <a:extLst>
                          <a:ext uri="{FF2B5EF4-FFF2-40B4-BE49-F238E27FC236}">
                            <a16:creationId xmlns:a16="http://schemas.microsoft.com/office/drawing/2014/main" id="{05C2287A-5E88-46E9-8B1F-0FABBFF3599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750" y="4799013"/>
                        <a:ext cx="6303963"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8251" name="Object 59">
            <a:extLst>
              <a:ext uri="{FF2B5EF4-FFF2-40B4-BE49-F238E27FC236}">
                <a16:creationId xmlns:a16="http://schemas.microsoft.com/office/drawing/2014/main" id="{6A6B2A43-7928-43F7-AD96-3DA61FBB9F65}"/>
              </a:ext>
            </a:extLst>
          </p:cNvPr>
          <p:cNvGraphicFramePr>
            <a:graphicFrameLocks noChangeAspect="1"/>
          </p:cNvGraphicFramePr>
          <p:nvPr/>
        </p:nvGraphicFramePr>
        <p:xfrm>
          <a:off x="1128713" y="5722938"/>
          <a:ext cx="5170487" cy="452437"/>
        </p:xfrm>
        <a:graphic>
          <a:graphicData uri="http://schemas.openxmlformats.org/presentationml/2006/ole">
            <mc:AlternateContent xmlns:mc="http://schemas.openxmlformats.org/markup-compatibility/2006">
              <mc:Choice xmlns:v="urn:schemas-microsoft-com:vml" Requires="v">
                <p:oleObj name="Equation" r:id="rId11" imgW="2336760" imgH="203040" progId="Equation.3">
                  <p:embed/>
                </p:oleObj>
              </mc:Choice>
              <mc:Fallback>
                <p:oleObj name="Equation" r:id="rId11" imgW="2336760" imgH="203040" progId="Equation.3">
                  <p:embed/>
                  <p:pic>
                    <p:nvPicPr>
                      <p:cNvPr id="648251" name="Object 59">
                        <a:extLst>
                          <a:ext uri="{FF2B5EF4-FFF2-40B4-BE49-F238E27FC236}">
                            <a16:creationId xmlns:a16="http://schemas.microsoft.com/office/drawing/2014/main" id="{6A6B2A43-7928-43F7-AD96-3DA61FBB9F6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28713" y="5722938"/>
                        <a:ext cx="5170487"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8252" name="Text Box 60">
            <a:extLst>
              <a:ext uri="{FF2B5EF4-FFF2-40B4-BE49-F238E27FC236}">
                <a16:creationId xmlns:a16="http://schemas.microsoft.com/office/drawing/2014/main" id="{1BA84296-3669-4E38-9855-7084F57CB3E5}"/>
              </a:ext>
            </a:extLst>
          </p:cNvPr>
          <p:cNvSpPr txBox="1">
            <a:spLocks noChangeArrowheads="1"/>
          </p:cNvSpPr>
          <p:nvPr/>
        </p:nvSpPr>
        <p:spPr bwMode="auto">
          <a:xfrm>
            <a:off x="7327900" y="5065713"/>
            <a:ext cx="1219200" cy="1004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取到四</a:t>
            </a:r>
          </a:p>
          <a:p>
            <a:pPr algn="l"/>
            <a:r>
              <a:rPr kumimoji="1" lang="zh-CN" altLang="en-US" sz="2400" b="1">
                <a:latin typeface="Times New Roman" panose="02020603050405020304" pitchFamily="18" charset="0"/>
              </a:rPr>
              <a:t>次谐波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648194"/>
                                        </p:tgtEl>
                                        <p:attrNameLst>
                                          <p:attrName>style.visibility</p:attrName>
                                        </p:attrNameLst>
                                      </p:cBhvr>
                                      <p:to>
                                        <p:strVal val="visible"/>
                                      </p:to>
                                    </p:set>
                                    <p:animEffect transition="in" filter="dissolve">
                                      <p:cBhvr>
                                        <p:cTn id="7" dur="500"/>
                                        <p:tgtEl>
                                          <p:spTgt spid="648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8249"/>
                                        </p:tgtEl>
                                        <p:attrNameLst>
                                          <p:attrName>style.visibility</p:attrName>
                                        </p:attrNameLst>
                                      </p:cBhvr>
                                      <p:to>
                                        <p:strVal val="visible"/>
                                      </p:to>
                                    </p:set>
                                    <p:animEffect transition="in" filter="wipe(left)">
                                      <p:cBhvr>
                                        <p:cTn id="12" dur="500"/>
                                        <p:tgtEl>
                                          <p:spTgt spid="6482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648250"/>
                                        </p:tgtEl>
                                        <p:attrNameLst>
                                          <p:attrName>style.visibility</p:attrName>
                                        </p:attrNameLst>
                                      </p:cBhvr>
                                      <p:to>
                                        <p:strVal val="visible"/>
                                      </p:to>
                                    </p:set>
                                    <p:animEffect transition="in" filter="checkerboard(across)">
                                      <p:cBhvr>
                                        <p:cTn id="17" dur="500"/>
                                        <p:tgtEl>
                                          <p:spTgt spid="648250"/>
                                        </p:tgtEl>
                                      </p:cBhvr>
                                    </p:animEffect>
                                  </p:childTnLst>
                                </p:cTn>
                              </p:par>
                            </p:childTnLst>
                          </p:cTn>
                        </p:par>
                        <p:par>
                          <p:cTn id="18" fill="hold" nodeType="afterGroup">
                            <p:stCondLst>
                              <p:cond delay="500"/>
                            </p:stCondLst>
                            <p:childTnLst>
                              <p:par>
                                <p:cTn id="19" presetID="5" presetClass="entr" presetSubtype="10" fill="hold" grpId="0" nodeType="afterEffect">
                                  <p:stCondLst>
                                    <p:cond delay="0"/>
                                  </p:stCondLst>
                                  <p:childTnLst>
                                    <p:set>
                                      <p:cBhvr>
                                        <p:cTn id="20" dur="1" fill="hold">
                                          <p:stCondLst>
                                            <p:cond delay="0"/>
                                          </p:stCondLst>
                                        </p:cTn>
                                        <p:tgtEl>
                                          <p:spTgt spid="648252"/>
                                        </p:tgtEl>
                                        <p:attrNameLst>
                                          <p:attrName>style.visibility</p:attrName>
                                        </p:attrNameLst>
                                      </p:cBhvr>
                                      <p:to>
                                        <p:strVal val="visible"/>
                                      </p:to>
                                    </p:set>
                                    <p:animEffect transition="in" filter="checkerboard(across)">
                                      <p:cBhvr>
                                        <p:cTn id="21" dur="500"/>
                                        <p:tgtEl>
                                          <p:spTgt spid="648252"/>
                                        </p:tgtEl>
                                      </p:cBhvr>
                                    </p:animEffect>
                                  </p:childTnLst>
                                </p:cTn>
                              </p:par>
                            </p:childTnLst>
                          </p:cTn>
                        </p:par>
                        <p:par>
                          <p:cTn id="22" fill="hold" nodeType="afterGroup">
                            <p:stCondLst>
                              <p:cond delay="1000"/>
                            </p:stCondLst>
                            <p:childTnLst>
                              <p:par>
                                <p:cTn id="23" presetID="5" presetClass="entr" presetSubtype="10" fill="hold" nodeType="afterEffect">
                                  <p:stCondLst>
                                    <p:cond delay="100"/>
                                  </p:stCondLst>
                                  <p:childTnLst>
                                    <p:set>
                                      <p:cBhvr>
                                        <p:cTn id="24" dur="1" fill="hold">
                                          <p:stCondLst>
                                            <p:cond delay="0"/>
                                          </p:stCondLst>
                                        </p:cTn>
                                        <p:tgtEl>
                                          <p:spTgt spid="648251"/>
                                        </p:tgtEl>
                                        <p:attrNameLst>
                                          <p:attrName>style.visibility</p:attrName>
                                        </p:attrNameLst>
                                      </p:cBhvr>
                                      <p:to>
                                        <p:strVal val="visible"/>
                                      </p:to>
                                    </p:set>
                                    <p:animEffect transition="in" filter="checkerboard(across)">
                                      <p:cBhvr>
                                        <p:cTn id="25" dur="500"/>
                                        <p:tgtEl>
                                          <p:spTgt spid="648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4" grpId="0" autoUpdateAnimBg="0"/>
      <p:bldP spid="648249" grpId="0"/>
      <p:bldP spid="648252" grpId="0" autoUpdateAnimBg="0"/>
    </p:bld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Text Box 2">
            <a:extLst>
              <a:ext uri="{FF2B5EF4-FFF2-40B4-BE49-F238E27FC236}">
                <a16:creationId xmlns:a16="http://schemas.microsoft.com/office/drawing/2014/main" id="{F4E077E3-F71A-43F1-A513-AB54207C1C61}"/>
              </a:ext>
            </a:extLst>
          </p:cNvPr>
          <p:cNvSpPr txBox="1">
            <a:spLocks noChangeArrowheads="1"/>
          </p:cNvSpPr>
          <p:nvPr/>
        </p:nvSpPr>
        <p:spPr bwMode="auto">
          <a:xfrm>
            <a:off x="0" y="476250"/>
            <a:ext cx="4178300" cy="457200"/>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3333FF"/>
                </a:solidFill>
                <a:latin typeface="Times New Roman" panose="02020603050405020304" pitchFamily="18" charset="0"/>
              </a:rPr>
              <a:t>（</a:t>
            </a:r>
            <a:r>
              <a:rPr kumimoji="1" lang="en-US" altLang="zh-CN" sz="2400" b="1">
                <a:solidFill>
                  <a:srgbClr val="3333FF"/>
                </a:solidFill>
                <a:latin typeface="Times New Roman" panose="02020603050405020304" pitchFamily="18" charset="0"/>
              </a:rPr>
              <a:t>2</a:t>
            </a:r>
            <a:r>
              <a:rPr kumimoji="1" lang="zh-CN" altLang="en-US" sz="2400" b="1">
                <a:solidFill>
                  <a:srgbClr val="3333FF"/>
                </a:solidFill>
                <a:latin typeface="Times New Roman" panose="02020603050405020304" pitchFamily="18" charset="0"/>
              </a:rPr>
              <a:t>）计算各次谐波分量</a:t>
            </a:r>
            <a:endParaRPr kumimoji="1" lang="zh-CN" altLang="en-US" sz="2400">
              <a:solidFill>
                <a:srgbClr val="3333FF"/>
              </a:solidFill>
              <a:latin typeface="Times New Roman" panose="02020603050405020304" pitchFamily="18" charset="0"/>
            </a:endParaRPr>
          </a:p>
        </p:txBody>
      </p:sp>
      <p:sp>
        <p:nvSpPr>
          <p:cNvPr id="649219" name="Text Box 3">
            <a:extLst>
              <a:ext uri="{FF2B5EF4-FFF2-40B4-BE49-F238E27FC236}">
                <a16:creationId xmlns:a16="http://schemas.microsoft.com/office/drawing/2014/main" id="{04EE0975-BE85-4B20-B106-4AD12D5B7A3B}"/>
              </a:ext>
            </a:extLst>
          </p:cNvPr>
          <p:cNvSpPr txBox="1">
            <a:spLocks noChangeArrowheads="1"/>
          </p:cNvSpPr>
          <p:nvPr/>
        </p:nvSpPr>
        <p:spPr bwMode="auto">
          <a:xfrm>
            <a:off x="292100" y="1189038"/>
            <a:ext cx="7086600" cy="457200"/>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a</a:t>
            </a:r>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100V</a:t>
            </a:r>
            <a:r>
              <a:rPr kumimoji="1" lang="zh-CN" altLang="en-US" sz="2400" b="1">
                <a:latin typeface="Times New Roman" panose="02020603050405020304" pitchFamily="18" charset="0"/>
              </a:rPr>
              <a:t>直流电源单独作用（</a:t>
            </a:r>
            <a:r>
              <a:rPr kumimoji="1" lang="en-US" altLang="zh-CN" sz="2400" b="1" i="1">
                <a:latin typeface="Times New Roman" panose="02020603050405020304" pitchFamily="18" charset="0"/>
              </a:rPr>
              <a:t>L</a:t>
            </a:r>
            <a:r>
              <a:rPr kumimoji="1" lang="zh-CN" altLang="en-US" sz="2400" b="1">
                <a:latin typeface="Times New Roman" panose="02020603050405020304" pitchFamily="18" charset="0"/>
              </a:rPr>
              <a:t>短路、</a:t>
            </a:r>
            <a:r>
              <a:rPr kumimoji="1" lang="en-US" altLang="zh-CN" sz="2400" b="1" i="1">
                <a:latin typeface="Times New Roman" panose="02020603050405020304" pitchFamily="18" charset="0"/>
              </a:rPr>
              <a:t>C</a:t>
            </a:r>
            <a:r>
              <a:rPr kumimoji="1" lang="zh-CN" altLang="en-US" sz="2400" b="1">
                <a:latin typeface="Times New Roman" panose="02020603050405020304" pitchFamily="18" charset="0"/>
              </a:rPr>
              <a:t>开路）</a:t>
            </a:r>
            <a:endParaRPr kumimoji="1" lang="zh-CN" altLang="en-US" sz="2400">
              <a:latin typeface="Times New Roman" panose="02020603050405020304" pitchFamily="18" charset="0"/>
            </a:endParaRPr>
          </a:p>
        </p:txBody>
      </p:sp>
      <p:graphicFrame>
        <p:nvGraphicFramePr>
          <p:cNvPr id="649220" name="Object 4">
            <a:extLst>
              <a:ext uri="{FF2B5EF4-FFF2-40B4-BE49-F238E27FC236}">
                <a16:creationId xmlns:a16="http://schemas.microsoft.com/office/drawing/2014/main" id="{DA226519-7E6D-4CFC-8F77-7F790B41911F}"/>
              </a:ext>
            </a:extLst>
          </p:cNvPr>
          <p:cNvGraphicFramePr>
            <a:graphicFrameLocks noChangeAspect="1"/>
          </p:cNvGraphicFramePr>
          <p:nvPr/>
        </p:nvGraphicFramePr>
        <p:xfrm>
          <a:off x="1084263" y="1773238"/>
          <a:ext cx="1722437" cy="493712"/>
        </p:xfrm>
        <a:graphic>
          <a:graphicData uri="http://schemas.openxmlformats.org/presentationml/2006/ole">
            <mc:AlternateContent xmlns:mc="http://schemas.openxmlformats.org/markup-compatibility/2006">
              <mc:Choice xmlns:v="urn:schemas-microsoft-com:vml" Requires="v">
                <p:oleObj name="Equation" r:id="rId3" imgW="787320" imgH="228600" progId="Equation.DSMT4">
                  <p:embed/>
                </p:oleObj>
              </mc:Choice>
              <mc:Fallback>
                <p:oleObj name="Equation" r:id="rId3" imgW="787320" imgH="228600" progId="Equation.DSMT4">
                  <p:embed/>
                  <p:pic>
                    <p:nvPicPr>
                      <p:cNvPr id="649220" name="Object 4">
                        <a:extLst>
                          <a:ext uri="{FF2B5EF4-FFF2-40B4-BE49-F238E27FC236}">
                            <a16:creationId xmlns:a16="http://schemas.microsoft.com/office/drawing/2014/main" id="{DA226519-7E6D-4CFC-8F77-7F790B4191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4263" y="1773238"/>
                        <a:ext cx="1722437"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9221" name="Object 5">
            <a:extLst>
              <a:ext uri="{FF2B5EF4-FFF2-40B4-BE49-F238E27FC236}">
                <a16:creationId xmlns:a16="http://schemas.microsoft.com/office/drawing/2014/main" id="{7271495F-E46C-4D68-8E75-D5CD0B965B3F}"/>
              </a:ext>
            </a:extLst>
          </p:cNvPr>
          <p:cNvGraphicFramePr>
            <a:graphicFrameLocks noChangeAspect="1"/>
          </p:cNvGraphicFramePr>
          <p:nvPr/>
        </p:nvGraphicFramePr>
        <p:xfrm>
          <a:off x="1036638" y="2268538"/>
          <a:ext cx="2921000" cy="827087"/>
        </p:xfrm>
        <a:graphic>
          <a:graphicData uri="http://schemas.openxmlformats.org/presentationml/2006/ole">
            <mc:AlternateContent xmlns:mc="http://schemas.openxmlformats.org/markup-compatibility/2006">
              <mc:Choice xmlns:v="urn:schemas-microsoft-com:vml" Requires="v">
                <p:oleObj name="Equation" r:id="rId5" imgW="1473120" imgH="419040" progId="Equation.3">
                  <p:embed/>
                </p:oleObj>
              </mc:Choice>
              <mc:Fallback>
                <p:oleObj name="Equation" r:id="rId5" imgW="1473120" imgH="419040" progId="Equation.3">
                  <p:embed/>
                  <p:pic>
                    <p:nvPicPr>
                      <p:cNvPr id="649221" name="Object 5">
                        <a:extLst>
                          <a:ext uri="{FF2B5EF4-FFF2-40B4-BE49-F238E27FC236}">
                            <a16:creationId xmlns:a16="http://schemas.microsoft.com/office/drawing/2014/main" id="{7271495F-E46C-4D68-8E75-D5CD0B965B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6638" y="2268538"/>
                        <a:ext cx="2921000"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9222" name="Group 6">
            <a:extLst>
              <a:ext uri="{FF2B5EF4-FFF2-40B4-BE49-F238E27FC236}">
                <a16:creationId xmlns:a16="http://schemas.microsoft.com/office/drawing/2014/main" id="{CBD19ED6-C27C-47BA-A3F5-5640CBB656C4}"/>
              </a:ext>
            </a:extLst>
          </p:cNvPr>
          <p:cNvGrpSpPr>
            <a:grpSpLocks/>
          </p:cNvGrpSpPr>
          <p:nvPr/>
        </p:nvGrpSpPr>
        <p:grpSpPr bwMode="auto">
          <a:xfrm>
            <a:off x="5981700" y="1773238"/>
            <a:ext cx="2289175" cy="1304925"/>
            <a:chOff x="232" y="2424"/>
            <a:chExt cx="1442" cy="822"/>
          </a:xfrm>
        </p:grpSpPr>
        <p:sp>
          <p:nvSpPr>
            <p:cNvPr id="649223" name="Oval 7">
              <a:extLst>
                <a:ext uri="{FF2B5EF4-FFF2-40B4-BE49-F238E27FC236}">
                  <a16:creationId xmlns:a16="http://schemas.microsoft.com/office/drawing/2014/main" id="{6BABB652-F0B8-4400-90F9-F9579A5B3F12}"/>
                </a:ext>
              </a:extLst>
            </p:cNvPr>
            <p:cNvSpPr>
              <a:spLocks noChangeArrowheads="1"/>
            </p:cNvSpPr>
            <p:nvPr/>
          </p:nvSpPr>
          <p:spPr bwMode="auto">
            <a:xfrm>
              <a:off x="232" y="2718"/>
              <a:ext cx="240" cy="234"/>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4" name="Line 8">
              <a:extLst>
                <a:ext uri="{FF2B5EF4-FFF2-40B4-BE49-F238E27FC236}">
                  <a16:creationId xmlns:a16="http://schemas.microsoft.com/office/drawing/2014/main" id="{8D625A20-AA8C-4255-A6F6-E176126461DD}"/>
                </a:ext>
              </a:extLst>
            </p:cNvPr>
            <p:cNvSpPr>
              <a:spLocks noChangeShapeType="1"/>
            </p:cNvSpPr>
            <p:nvPr/>
          </p:nvSpPr>
          <p:spPr bwMode="auto">
            <a:xfrm>
              <a:off x="351" y="2434"/>
              <a:ext cx="9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5" name="Line 9">
              <a:extLst>
                <a:ext uri="{FF2B5EF4-FFF2-40B4-BE49-F238E27FC236}">
                  <a16:creationId xmlns:a16="http://schemas.microsoft.com/office/drawing/2014/main" id="{5C2F4916-044C-467E-94A7-B838E16C02A7}"/>
                </a:ext>
              </a:extLst>
            </p:cNvPr>
            <p:cNvSpPr>
              <a:spLocks noChangeShapeType="1"/>
            </p:cNvSpPr>
            <p:nvPr/>
          </p:nvSpPr>
          <p:spPr bwMode="auto">
            <a:xfrm>
              <a:off x="343" y="2424"/>
              <a:ext cx="0" cy="8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6" name="Line 10">
              <a:extLst>
                <a:ext uri="{FF2B5EF4-FFF2-40B4-BE49-F238E27FC236}">
                  <a16:creationId xmlns:a16="http://schemas.microsoft.com/office/drawing/2014/main" id="{D7213D12-4D74-49F3-B667-37E1FC92A94C}"/>
                </a:ext>
              </a:extLst>
            </p:cNvPr>
            <p:cNvSpPr>
              <a:spLocks noChangeShapeType="1"/>
            </p:cNvSpPr>
            <p:nvPr/>
          </p:nvSpPr>
          <p:spPr bwMode="auto">
            <a:xfrm>
              <a:off x="343" y="3246"/>
              <a:ext cx="9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7" name="Line 11">
              <a:extLst>
                <a:ext uri="{FF2B5EF4-FFF2-40B4-BE49-F238E27FC236}">
                  <a16:creationId xmlns:a16="http://schemas.microsoft.com/office/drawing/2014/main" id="{E88B413F-4DFC-4100-9D2A-CC467F8FB839}"/>
                </a:ext>
              </a:extLst>
            </p:cNvPr>
            <p:cNvSpPr>
              <a:spLocks noChangeShapeType="1"/>
            </p:cNvSpPr>
            <p:nvPr/>
          </p:nvSpPr>
          <p:spPr bwMode="auto">
            <a:xfrm>
              <a:off x="1251" y="2434"/>
              <a:ext cx="0" cy="8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28" name="Rectangle 12">
              <a:extLst>
                <a:ext uri="{FF2B5EF4-FFF2-40B4-BE49-F238E27FC236}">
                  <a16:creationId xmlns:a16="http://schemas.microsoft.com/office/drawing/2014/main" id="{CD6AD2F9-0126-4EEE-BA43-11985DA63572}"/>
                </a:ext>
              </a:extLst>
            </p:cNvPr>
            <p:cNvSpPr>
              <a:spLocks noChangeArrowheads="1"/>
            </p:cNvSpPr>
            <p:nvPr/>
          </p:nvSpPr>
          <p:spPr bwMode="auto">
            <a:xfrm>
              <a:off x="1204" y="2715"/>
              <a:ext cx="96" cy="240"/>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9229" name="Line 13">
              <a:extLst>
                <a:ext uri="{FF2B5EF4-FFF2-40B4-BE49-F238E27FC236}">
                  <a16:creationId xmlns:a16="http://schemas.microsoft.com/office/drawing/2014/main" id="{F371EF19-E151-467A-8EC4-3D9EBDB9C9C9}"/>
                </a:ext>
              </a:extLst>
            </p:cNvPr>
            <p:cNvSpPr>
              <a:spLocks noChangeShapeType="1"/>
            </p:cNvSpPr>
            <p:nvPr/>
          </p:nvSpPr>
          <p:spPr bwMode="auto">
            <a:xfrm>
              <a:off x="447" y="3054"/>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9230" name="Group 14">
              <a:extLst>
                <a:ext uri="{FF2B5EF4-FFF2-40B4-BE49-F238E27FC236}">
                  <a16:creationId xmlns:a16="http://schemas.microsoft.com/office/drawing/2014/main" id="{BD99C95F-B868-413E-9055-6DB5F43514D8}"/>
                </a:ext>
              </a:extLst>
            </p:cNvPr>
            <p:cNvGrpSpPr>
              <a:grpSpLocks/>
            </p:cNvGrpSpPr>
            <p:nvPr/>
          </p:nvGrpSpPr>
          <p:grpSpPr bwMode="auto">
            <a:xfrm>
              <a:off x="447" y="2594"/>
              <a:ext cx="88" cy="88"/>
              <a:chOff x="1706" y="2449"/>
              <a:chExt cx="88" cy="88"/>
            </a:xfrm>
          </p:grpSpPr>
          <p:sp>
            <p:nvSpPr>
              <p:cNvPr id="649231" name="Line 15">
                <a:extLst>
                  <a:ext uri="{FF2B5EF4-FFF2-40B4-BE49-F238E27FC236}">
                    <a16:creationId xmlns:a16="http://schemas.microsoft.com/office/drawing/2014/main" id="{B0153332-8920-4535-8495-1613AEB7FD14}"/>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32" name="Line 16">
                <a:extLst>
                  <a:ext uri="{FF2B5EF4-FFF2-40B4-BE49-F238E27FC236}">
                    <a16:creationId xmlns:a16="http://schemas.microsoft.com/office/drawing/2014/main" id="{E1FA9F52-A898-4809-A8B1-85409EBA52B7}"/>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33" name="Text Box 17">
              <a:extLst>
                <a:ext uri="{FF2B5EF4-FFF2-40B4-BE49-F238E27FC236}">
                  <a16:creationId xmlns:a16="http://schemas.microsoft.com/office/drawing/2014/main" id="{9E032625-86E7-49F5-AA37-D8177DBAE4A1}"/>
                </a:ext>
              </a:extLst>
            </p:cNvPr>
            <p:cNvSpPr txBox="1">
              <a:spLocks noChangeArrowheads="1"/>
            </p:cNvSpPr>
            <p:nvPr/>
          </p:nvSpPr>
          <p:spPr bwMode="auto">
            <a:xfrm>
              <a:off x="388" y="2664"/>
              <a:ext cx="3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800" b="1" i="1">
                  <a:latin typeface="Times New Roman" panose="02020603050405020304" pitchFamily="18" charset="0"/>
                </a:rPr>
                <a:t>u</a:t>
              </a:r>
              <a:r>
                <a:rPr kumimoji="1" lang="en-US" altLang="zh-CN" sz="2800" b="1" baseline="-25000">
                  <a:latin typeface="Times New Roman" panose="02020603050405020304" pitchFamily="18" charset="0"/>
                </a:rPr>
                <a:t>0</a:t>
              </a:r>
              <a:endParaRPr kumimoji="1" lang="en-US" altLang="zh-CN" sz="2800" b="1" i="1">
                <a:latin typeface="Times New Roman" panose="02020603050405020304" pitchFamily="18" charset="0"/>
              </a:endParaRPr>
            </a:p>
          </p:txBody>
        </p:sp>
        <p:sp>
          <p:nvSpPr>
            <p:cNvPr id="649234" name="Text Box 18">
              <a:extLst>
                <a:ext uri="{FF2B5EF4-FFF2-40B4-BE49-F238E27FC236}">
                  <a16:creationId xmlns:a16="http://schemas.microsoft.com/office/drawing/2014/main" id="{F68985FD-008F-4294-941A-3799C98D7F9E}"/>
                </a:ext>
              </a:extLst>
            </p:cNvPr>
            <p:cNvSpPr txBox="1">
              <a:spLocks noChangeArrowheads="1"/>
            </p:cNvSpPr>
            <p:nvPr/>
          </p:nvSpPr>
          <p:spPr bwMode="auto">
            <a:xfrm>
              <a:off x="966" y="265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R</a:t>
              </a:r>
            </a:p>
          </p:txBody>
        </p:sp>
        <p:grpSp>
          <p:nvGrpSpPr>
            <p:cNvPr id="649235" name="Group 19">
              <a:extLst>
                <a:ext uri="{FF2B5EF4-FFF2-40B4-BE49-F238E27FC236}">
                  <a16:creationId xmlns:a16="http://schemas.microsoft.com/office/drawing/2014/main" id="{53066011-7001-48D4-BEE3-8F156794801A}"/>
                </a:ext>
              </a:extLst>
            </p:cNvPr>
            <p:cNvGrpSpPr>
              <a:grpSpLocks/>
            </p:cNvGrpSpPr>
            <p:nvPr/>
          </p:nvGrpSpPr>
          <p:grpSpPr bwMode="auto">
            <a:xfrm>
              <a:off x="1367" y="2601"/>
              <a:ext cx="88" cy="88"/>
              <a:chOff x="1706" y="2449"/>
              <a:chExt cx="88" cy="88"/>
            </a:xfrm>
          </p:grpSpPr>
          <p:sp>
            <p:nvSpPr>
              <p:cNvPr id="649236" name="Line 20">
                <a:extLst>
                  <a:ext uri="{FF2B5EF4-FFF2-40B4-BE49-F238E27FC236}">
                    <a16:creationId xmlns:a16="http://schemas.microsoft.com/office/drawing/2014/main" id="{14FCE36D-00C5-4600-AA7D-30BE011F8A38}"/>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37" name="Line 21">
                <a:extLst>
                  <a:ext uri="{FF2B5EF4-FFF2-40B4-BE49-F238E27FC236}">
                    <a16:creationId xmlns:a16="http://schemas.microsoft.com/office/drawing/2014/main" id="{9EFAC3E6-441B-4E1A-A4C3-8A747FEB49C2}"/>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38" name="Line 22">
              <a:extLst>
                <a:ext uri="{FF2B5EF4-FFF2-40B4-BE49-F238E27FC236}">
                  <a16:creationId xmlns:a16="http://schemas.microsoft.com/office/drawing/2014/main" id="{22DA2158-1787-45F1-8CAD-5217EAB4204A}"/>
                </a:ext>
              </a:extLst>
            </p:cNvPr>
            <p:cNvSpPr>
              <a:spLocks noChangeShapeType="1"/>
            </p:cNvSpPr>
            <p:nvPr/>
          </p:nvSpPr>
          <p:spPr bwMode="auto">
            <a:xfrm>
              <a:off x="1370" y="3025"/>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39" name="Text Box 23">
              <a:extLst>
                <a:ext uri="{FF2B5EF4-FFF2-40B4-BE49-F238E27FC236}">
                  <a16:creationId xmlns:a16="http://schemas.microsoft.com/office/drawing/2014/main" id="{6374EA69-00B3-4188-9AB2-D32BAA0834FF}"/>
                </a:ext>
              </a:extLst>
            </p:cNvPr>
            <p:cNvSpPr txBox="1">
              <a:spLocks noChangeArrowheads="1"/>
            </p:cNvSpPr>
            <p:nvPr/>
          </p:nvSpPr>
          <p:spPr bwMode="auto">
            <a:xfrm>
              <a:off x="1256" y="2663"/>
              <a:ext cx="4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800" b="1" i="1">
                  <a:latin typeface="Times New Roman" panose="02020603050405020304" pitchFamily="18" charset="0"/>
                </a:rPr>
                <a:t>u</a:t>
              </a:r>
              <a:r>
                <a:rPr kumimoji="1" lang="en-US" altLang="zh-CN" sz="2800" b="1" i="1" baseline="-25000">
                  <a:latin typeface="Times New Roman" panose="02020603050405020304" pitchFamily="18" charset="0"/>
                </a:rPr>
                <a:t>R</a:t>
              </a:r>
              <a:r>
                <a:rPr kumimoji="1" lang="en-US" altLang="zh-CN" sz="2800" b="1" baseline="-25000">
                  <a:latin typeface="Times New Roman" panose="02020603050405020304" pitchFamily="18" charset="0"/>
                </a:rPr>
                <a:t>0</a:t>
              </a:r>
              <a:endParaRPr kumimoji="1" lang="en-US" altLang="zh-CN" sz="2800" b="1">
                <a:latin typeface="Times New Roman" panose="02020603050405020304" pitchFamily="18" charset="0"/>
              </a:endParaRPr>
            </a:p>
          </p:txBody>
        </p:sp>
      </p:grpSp>
      <p:graphicFrame>
        <p:nvGraphicFramePr>
          <p:cNvPr id="649240" name="Object 24">
            <a:extLst>
              <a:ext uri="{FF2B5EF4-FFF2-40B4-BE49-F238E27FC236}">
                <a16:creationId xmlns:a16="http://schemas.microsoft.com/office/drawing/2014/main" id="{784CFD8F-6BB6-4D6C-9173-D6BE511C6891}"/>
              </a:ext>
            </a:extLst>
          </p:cNvPr>
          <p:cNvGraphicFramePr>
            <a:graphicFrameLocks noChangeAspect="1"/>
          </p:cNvGraphicFramePr>
          <p:nvPr/>
        </p:nvGraphicFramePr>
        <p:xfrm>
          <a:off x="588963" y="4137025"/>
          <a:ext cx="4875212" cy="1604963"/>
        </p:xfrm>
        <a:graphic>
          <a:graphicData uri="http://schemas.openxmlformats.org/presentationml/2006/ole">
            <mc:AlternateContent xmlns:mc="http://schemas.openxmlformats.org/markup-compatibility/2006">
              <mc:Choice xmlns:v="urn:schemas-microsoft-com:vml" Requires="v">
                <p:oleObj name="Equation" r:id="rId7" imgW="2311200" imgH="888840" progId="Equation.DSMT4">
                  <p:embed/>
                </p:oleObj>
              </mc:Choice>
              <mc:Fallback>
                <p:oleObj name="Equation" r:id="rId7" imgW="2311200" imgH="888840" progId="Equation.DSMT4">
                  <p:embed/>
                  <p:pic>
                    <p:nvPicPr>
                      <p:cNvPr id="649240" name="Object 24">
                        <a:extLst>
                          <a:ext uri="{FF2B5EF4-FFF2-40B4-BE49-F238E27FC236}">
                            <a16:creationId xmlns:a16="http://schemas.microsoft.com/office/drawing/2014/main" id="{784CFD8F-6BB6-4D6C-9173-D6BE511C689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963" y="4137025"/>
                        <a:ext cx="4875212" cy="160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9241" name="Group 25">
            <a:extLst>
              <a:ext uri="{FF2B5EF4-FFF2-40B4-BE49-F238E27FC236}">
                <a16:creationId xmlns:a16="http://schemas.microsoft.com/office/drawing/2014/main" id="{B18ECC60-1680-4DEC-AD58-D0740F4B6C9E}"/>
              </a:ext>
            </a:extLst>
          </p:cNvPr>
          <p:cNvGrpSpPr>
            <a:grpSpLocks/>
          </p:cNvGrpSpPr>
          <p:nvPr/>
        </p:nvGrpSpPr>
        <p:grpSpPr bwMode="auto">
          <a:xfrm>
            <a:off x="547688" y="3463925"/>
            <a:ext cx="8202612" cy="498475"/>
            <a:chOff x="240" y="116"/>
            <a:chExt cx="5295" cy="339"/>
          </a:xfrm>
        </p:grpSpPr>
        <p:sp>
          <p:nvSpPr>
            <p:cNvPr id="649242" name="Text Box 26">
              <a:extLst>
                <a:ext uri="{FF2B5EF4-FFF2-40B4-BE49-F238E27FC236}">
                  <a16:creationId xmlns:a16="http://schemas.microsoft.com/office/drawing/2014/main" id="{AA2E3611-B493-46E9-8B65-3682EABB0393}"/>
                </a:ext>
              </a:extLst>
            </p:cNvPr>
            <p:cNvSpPr txBox="1">
              <a:spLocks noChangeArrowheads="1"/>
            </p:cNvSpPr>
            <p:nvPr/>
          </p:nvSpPr>
          <p:spPr bwMode="auto">
            <a:xfrm>
              <a:off x="3231" y="129"/>
              <a:ext cx="2304" cy="311"/>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latin typeface="Times New Roman" panose="02020603050405020304" pitchFamily="18" charset="0"/>
                </a:rPr>
                <a:t>单独作用（用相量法）</a:t>
              </a:r>
              <a:endParaRPr kumimoji="1" lang="zh-CN" altLang="en-US" sz="2400">
                <a:latin typeface="Times New Roman" panose="02020603050405020304" pitchFamily="18" charset="0"/>
              </a:endParaRPr>
            </a:p>
          </p:txBody>
        </p:sp>
        <p:sp>
          <p:nvSpPr>
            <p:cNvPr id="649243" name="Text Box 27">
              <a:extLst>
                <a:ext uri="{FF2B5EF4-FFF2-40B4-BE49-F238E27FC236}">
                  <a16:creationId xmlns:a16="http://schemas.microsoft.com/office/drawing/2014/main" id="{F4FC0046-DBBF-4A22-91D6-6CE5258CBB73}"/>
                </a:ext>
              </a:extLst>
            </p:cNvPr>
            <p:cNvSpPr txBox="1">
              <a:spLocks noChangeArrowheads="1"/>
            </p:cNvSpPr>
            <p:nvPr/>
          </p:nvSpPr>
          <p:spPr bwMode="auto">
            <a:xfrm>
              <a:off x="240" y="144"/>
              <a:ext cx="1344" cy="3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(b)  </a:t>
              </a:r>
              <a:r>
                <a:rPr kumimoji="1" lang="zh-CN" altLang="en-US" sz="2400" b="1">
                  <a:latin typeface="Times New Roman" panose="02020603050405020304" pitchFamily="18" charset="0"/>
                </a:rPr>
                <a:t>二次谐波</a:t>
              </a:r>
              <a:endParaRPr kumimoji="1" lang="zh-CN" altLang="en-US" sz="2400">
                <a:latin typeface="Times New Roman" panose="02020603050405020304" pitchFamily="18" charset="0"/>
              </a:endParaRPr>
            </a:p>
          </p:txBody>
        </p:sp>
        <p:graphicFrame>
          <p:nvGraphicFramePr>
            <p:cNvPr id="649244" name="Object 28">
              <a:extLst>
                <a:ext uri="{FF2B5EF4-FFF2-40B4-BE49-F238E27FC236}">
                  <a16:creationId xmlns:a16="http://schemas.microsoft.com/office/drawing/2014/main" id="{5FEF4860-A182-479E-92C6-9A0AE543C977}"/>
                </a:ext>
              </a:extLst>
            </p:cNvPr>
            <p:cNvGraphicFramePr>
              <a:graphicFrameLocks noChangeAspect="1"/>
            </p:cNvGraphicFramePr>
            <p:nvPr/>
          </p:nvGraphicFramePr>
          <p:xfrm>
            <a:off x="1411" y="116"/>
            <a:ext cx="1873" cy="325"/>
          </p:xfrm>
          <a:graphic>
            <a:graphicData uri="http://schemas.openxmlformats.org/presentationml/2006/ole">
              <mc:AlternateContent xmlns:mc="http://schemas.openxmlformats.org/markup-compatibility/2006">
                <mc:Choice xmlns:v="urn:schemas-microsoft-com:vml" Requires="v">
                  <p:oleObj name="Equation" r:id="rId9" imgW="1231560" imgH="215640" progId="Equation.3">
                    <p:embed/>
                  </p:oleObj>
                </mc:Choice>
                <mc:Fallback>
                  <p:oleObj name="Equation" r:id="rId9" imgW="1231560" imgH="215640" progId="Equation.3">
                    <p:embed/>
                    <p:pic>
                      <p:nvPicPr>
                        <p:cNvPr id="649244" name="Object 28">
                          <a:extLst>
                            <a:ext uri="{FF2B5EF4-FFF2-40B4-BE49-F238E27FC236}">
                              <a16:creationId xmlns:a16="http://schemas.microsoft.com/office/drawing/2014/main" id="{5FEF4860-A182-479E-92C6-9A0AE543C9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11" y="116"/>
                          <a:ext cx="1873" cy="3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49278" name="Group 62">
            <a:extLst>
              <a:ext uri="{FF2B5EF4-FFF2-40B4-BE49-F238E27FC236}">
                <a16:creationId xmlns:a16="http://schemas.microsoft.com/office/drawing/2014/main" id="{B4C47CC1-6086-4549-A147-CAB2A4664F4E}"/>
              </a:ext>
            </a:extLst>
          </p:cNvPr>
          <p:cNvGrpSpPr>
            <a:grpSpLocks/>
          </p:cNvGrpSpPr>
          <p:nvPr/>
        </p:nvGrpSpPr>
        <p:grpSpPr bwMode="auto">
          <a:xfrm>
            <a:off x="5602288" y="4098925"/>
            <a:ext cx="3568700" cy="1387475"/>
            <a:chOff x="3529" y="2582"/>
            <a:chExt cx="2248" cy="874"/>
          </a:xfrm>
        </p:grpSpPr>
        <p:sp>
          <p:nvSpPr>
            <p:cNvPr id="649246" name="Oval 30">
              <a:extLst>
                <a:ext uri="{FF2B5EF4-FFF2-40B4-BE49-F238E27FC236}">
                  <a16:creationId xmlns:a16="http://schemas.microsoft.com/office/drawing/2014/main" id="{53C2591B-379A-4823-96CD-641D186BDAAD}"/>
                </a:ext>
              </a:extLst>
            </p:cNvPr>
            <p:cNvSpPr>
              <a:spLocks noChangeArrowheads="1"/>
            </p:cNvSpPr>
            <p:nvPr/>
          </p:nvSpPr>
          <p:spPr bwMode="auto">
            <a:xfrm>
              <a:off x="3529" y="2928"/>
              <a:ext cx="240" cy="234"/>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9247" name="Group 31">
              <a:extLst>
                <a:ext uri="{FF2B5EF4-FFF2-40B4-BE49-F238E27FC236}">
                  <a16:creationId xmlns:a16="http://schemas.microsoft.com/office/drawing/2014/main" id="{F48557BE-778D-46AF-B47E-DCC899DC424C}"/>
                </a:ext>
              </a:extLst>
            </p:cNvPr>
            <p:cNvGrpSpPr>
              <a:grpSpLocks/>
            </p:cNvGrpSpPr>
            <p:nvPr/>
          </p:nvGrpSpPr>
          <p:grpSpPr bwMode="auto">
            <a:xfrm>
              <a:off x="4149" y="2582"/>
              <a:ext cx="316" cy="69"/>
              <a:chOff x="1776" y="2304"/>
              <a:chExt cx="511" cy="114"/>
            </a:xfrm>
          </p:grpSpPr>
          <p:sp>
            <p:nvSpPr>
              <p:cNvPr id="649248" name="Arc 32">
                <a:extLst>
                  <a:ext uri="{FF2B5EF4-FFF2-40B4-BE49-F238E27FC236}">
                    <a16:creationId xmlns:a16="http://schemas.microsoft.com/office/drawing/2014/main" id="{87204628-6F15-433B-98EA-A41F134DDE94}"/>
                  </a:ext>
                </a:extLst>
              </p:cNvPr>
              <p:cNvSpPr>
                <a:spLocks/>
              </p:cNvSpPr>
              <p:nvPr/>
            </p:nvSpPr>
            <p:spPr bwMode="auto">
              <a:xfrm rot="16200000" flipV="1">
                <a:off x="1783"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49" name="Arc 33">
                <a:extLst>
                  <a:ext uri="{FF2B5EF4-FFF2-40B4-BE49-F238E27FC236}">
                    <a16:creationId xmlns:a16="http://schemas.microsoft.com/office/drawing/2014/main" id="{53CACD81-7F76-4997-8F41-4BF2B44AF44F}"/>
                  </a:ext>
                </a:extLst>
              </p:cNvPr>
              <p:cNvSpPr>
                <a:spLocks/>
              </p:cNvSpPr>
              <p:nvPr/>
            </p:nvSpPr>
            <p:spPr bwMode="auto">
              <a:xfrm rot="16200000" flipV="1">
                <a:off x="1911"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0" name="Arc 34">
                <a:extLst>
                  <a:ext uri="{FF2B5EF4-FFF2-40B4-BE49-F238E27FC236}">
                    <a16:creationId xmlns:a16="http://schemas.microsoft.com/office/drawing/2014/main" id="{EFE949BB-AAB2-4721-AA51-32D31A81C924}"/>
                  </a:ext>
                </a:extLst>
              </p:cNvPr>
              <p:cNvSpPr>
                <a:spLocks/>
              </p:cNvSpPr>
              <p:nvPr/>
            </p:nvSpPr>
            <p:spPr bwMode="auto">
              <a:xfrm rot="16200000" flipV="1">
                <a:off x="2040"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1" name="Arc 35">
                <a:extLst>
                  <a:ext uri="{FF2B5EF4-FFF2-40B4-BE49-F238E27FC236}">
                    <a16:creationId xmlns:a16="http://schemas.microsoft.com/office/drawing/2014/main" id="{2551C2E5-257E-47D2-A52E-C3C736231B53}"/>
                  </a:ext>
                </a:extLst>
              </p:cNvPr>
              <p:cNvSpPr>
                <a:spLocks/>
              </p:cNvSpPr>
              <p:nvPr/>
            </p:nvSpPr>
            <p:spPr bwMode="auto">
              <a:xfrm rot="16200000" flipV="1">
                <a:off x="2167"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49252" name="Group 36">
              <a:extLst>
                <a:ext uri="{FF2B5EF4-FFF2-40B4-BE49-F238E27FC236}">
                  <a16:creationId xmlns:a16="http://schemas.microsoft.com/office/drawing/2014/main" id="{FF4247DF-4C9F-4808-82BD-FCA41EC237DF}"/>
                </a:ext>
              </a:extLst>
            </p:cNvPr>
            <p:cNvGrpSpPr>
              <a:grpSpLocks/>
            </p:cNvGrpSpPr>
            <p:nvPr/>
          </p:nvGrpSpPr>
          <p:grpSpPr bwMode="auto">
            <a:xfrm>
              <a:off x="4647" y="3022"/>
              <a:ext cx="238" cy="70"/>
              <a:chOff x="2016" y="1926"/>
              <a:chExt cx="180" cy="96"/>
            </a:xfrm>
          </p:grpSpPr>
          <p:sp>
            <p:nvSpPr>
              <p:cNvPr id="649253" name="Line 37">
                <a:extLst>
                  <a:ext uri="{FF2B5EF4-FFF2-40B4-BE49-F238E27FC236}">
                    <a16:creationId xmlns:a16="http://schemas.microsoft.com/office/drawing/2014/main" id="{84ECE0CE-D58D-40A0-9A7F-1DA418528C4A}"/>
                  </a:ext>
                </a:extLst>
              </p:cNvPr>
              <p:cNvSpPr>
                <a:spLocks noChangeShapeType="1"/>
              </p:cNvSpPr>
              <p:nvPr/>
            </p:nvSpPr>
            <p:spPr bwMode="auto">
              <a:xfrm>
                <a:off x="2016" y="1926"/>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4" name="Line 38">
                <a:extLst>
                  <a:ext uri="{FF2B5EF4-FFF2-40B4-BE49-F238E27FC236}">
                    <a16:creationId xmlns:a16="http://schemas.microsoft.com/office/drawing/2014/main" id="{7B4D4595-7B82-472A-ADC9-7C1DF4F75584}"/>
                  </a:ext>
                </a:extLst>
              </p:cNvPr>
              <p:cNvSpPr>
                <a:spLocks noChangeShapeType="1"/>
              </p:cNvSpPr>
              <p:nvPr/>
            </p:nvSpPr>
            <p:spPr bwMode="auto">
              <a:xfrm>
                <a:off x="2016" y="2022"/>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55" name="Line 39">
              <a:extLst>
                <a:ext uri="{FF2B5EF4-FFF2-40B4-BE49-F238E27FC236}">
                  <a16:creationId xmlns:a16="http://schemas.microsoft.com/office/drawing/2014/main" id="{0000B131-49CE-4F02-A517-39A238CAA5A5}"/>
                </a:ext>
              </a:extLst>
            </p:cNvPr>
            <p:cNvSpPr>
              <a:spLocks noChangeShapeType="1"/>
            </p:cNvSpPr>
            <p:nvPr/>
          </p:nvSpPr>
          <p:spPr bwMode="auto">
            <a:xfrm>
              <a:off x="3649" y="2634"/>
              <a:ext cx="5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6" name="Line 40">
              <a:extLst>
                <a:ext uri="{FF2B5EF4-FFF2-40B4-BE49-F238E27FC236}">
                  <a16:creationId xmlns:a16="http://schemas.microsoft.com/office/drawing/2014/main" id="{61C62977-B09C-44CA-AFA7-CFF4343C5DD2}"/>
                </a:ext>
              </a:extLst>
            </p:cNvPr>
            <p:cNvSpPr>
              <a:spLocks noChangeShapeType="1"/>
            </p:cNvSpPr>
            <p:nvPr/>
          </p:nvSpPr>
          <p:spPr bwMode="auto">
            <a:xfrm>
              <a:off x="4465" y="2652"/>
              <a:ext cx="9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7" name="Line 41">
              <a:extLst>
                <a:ext uri="{FF2B5EF4-FFF2-40B4-BE49-F238E27FC236}">
                  <a16:creationId xmlns:a16="http://schemas.microsoft.com/office/drawing/2014/main" id="{FF487C36-9CAC-4111-B1B0-0C8F265C54E0}"/>
                </a:ext>
              </a:extLst>
            </p:cNvPr>
            <p:cNvSpPr>
              <a:spLocks noChangeShapeType="1"/>
            </p:cNvSpPr>
            <p:nvPr/>
          </p:nvSpPr>
          <p:spPr bwMode="auto">
            <a:xfrm>
              <a:off x="3649" y="2634"/>
              <a:ext cx="0" cy="8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8" name="Line 42">
              <a:extLst>
                <a:ext uri="{FF2B5EF4-FFF2-40B4-BE49-F238E27FC236}">
                  <a16:creationId xmlns:a16="http://schemas.microsoft.com/office/drawing/2014/main" id="{F0C0050B-B646-4A77-8649-65C47BDBD958}"/>
                </a:ext>
              </a:extLst>
            </p:cNvPr>
            <p:cNvSpPr>
              <a:spLocks noChangeShapeType="1"/>
            </p:cNvSpPr>
            <p:nvPr/>
          </p:nvSpPr>
          <p:spPr bwMode="auto">
            <a:xfrm>
              <a:off x="3649" y="3456"/>
              <a:ext cx="17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59" name="Line 43">
              <a:extLst>
                <a:ext uri="{FF2B5EF4-FFF2-40B4-BE49-F238E27FC236}">
                  <a16:creationId xmlns:a16="http://schemas.microsoft.com/office/drawing/2014/main" id="{D168E850-DC5B-4588-93D3-48E3C9620DFB}"/>
                </a:ext>
              </a:extLst>
            </p:cNvPr>
            <p:cNvSpPr>
              <a:spLocks noChangeShapeType="1"/>
            </p:cNvSpPr>
            <p:nvPr/>
          </p:nvSpPr>
          <p:spPr bwMode="auto">
            <a:xfrm>
              <a:off x="5365" y="2652"/>
              <a:ext cx="0" cy="8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60" name="Rectangle 44">
              <a:extLst>
                <a:ext uri="{FF2B5EF4-FFF2-40B4-BE49-F238E27FC236}">
                  <a16:creationId xmlns:a16="http://schemas.microsoft.com/office/drawing/2014/main" id="{2667C3A1-9D73-4A05-9553-9534717FA051}"/>
                </a:ext>
              </a:extLst>
            </p:cNvPr>
            <p:cNvSpPr>
              <a:spLocks noChangeArrowheads="1"/>
            </p:cNvSpPr>
            <p:nvPr/>
          </p:nvSpPr>
          <p:spPr bwMode="auto">
            <a:xfrm>
              <a:off x="5318" y="2933"/>
              <a:ext cx="96" cy="240"/>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9261" name="Line 45">
              <a:extLst>
                <a:ext uri="{FF2B5EF4-FFF2-40B4-BE49-F238E27FC236}">
                  <a16:creationId xmlns:a16="http://schemas.microsoft.com/office/drawing/2014/main" id="{8C5402C4-DC72-4AE0-8737-A19B74EE81EA}"/>
                </a:ext>
              </a:extLst>
            </p:cNvPr>
            <p:cNvSpPr>
              <a:spLocks noChangeShapeType="1"/>
            </p:cNvSpPr>
            <p:nvPr/>
          </p:nvSpPr>
          <p:spPr bwMode="auto">
            <a:xfrm>
              <a:off x="4771" y="2652"/>
              <a:ext cx="0" cy="3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62" name="Line 46">
              <a:extLst>
                <a:ext uri="{FF2B5EF4-FFF2-40B4-BE49-F238E27FC236}">
                  <a16:creationId xmlns:a16="http://schemas.microsoft.com/office/drawing/2014/main" id="{C7494F0D-FE19-4249-904A-2C4E73B0B886}"/>
                </a:ext>
              </a:extLst>
            </p:cNvPr>
            <p:cNvSpPr>
              <a:spLocks noChangeShapeType="1"/>
            </p:cNvSpPr>
            <p:nvPr/>
          </p:nvSpPr>
          <p:spPr bwMode="auto">
            <a:xfrm flipV="1">
              <a:off x="4768" y="3082"/>
              <a:ext cx="0" cy="37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63" name="Line 47">
              <a:extLst>
                <a:ext uri="{FF2B5EF4-FFF2-40B4-BE49-F238E27FC236}">
                  <a16:creationId xmlns:a16="http://schemas.microsoft.com/office/drawing/2014/main" id="{0F45FDBD-5649-4C9E-9C07-DF8C9F205806}"/>
                </a:ext>
              </a:extLst>
            </p:cNvPr>
            <p:cNvSpPr>
              <a:spLocks noChangeShapeType="1"/>
            </p:cNvSpPr>
            <p:nvPr/>
          </p:nvSpPr>
          <p:spPr bwMode="auto">
            <a:xfrm>
              <a:off x="3753" y="3264"/>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49264" name="Group 48">
              <a:extLst>
                <a:ext uri="{FF2B5EF4-FFF2-40B4-BE49-F238E27FC236}">
                  <a16:creationId xmlns:a16="http://schemas.microsoft.com/office/drawing/2014/main" id="{333E2D70-D871-407F-A709-63A30CAADD19}"/>
                </a:ext>
              </a:extLst>
            </p:cNvPr>
            <p:cNvGrpSpPr>
              <a:grpSpLocks/>
            </p:cNvGrpSpPr>
            <p:nvPr/>
          </p:nvGrpSpPr>
          <p:grpSpPr bwMode="auto">
            <a:xfrm>
              <a:off x="3753" y="2804"/>
              <a:ext cx="88" cy="88"/>
              <a:chOff x="1706" y="2449"/>
              <a:chExt cx="88" cy="88"/>
            </a:xfrm>
          </p:grpSpPr>
          <p:sp>
            <p:nvSpPr>
              <p:cNvPr id="649265" name="Line 49">
                <a:extLst>
                  <a:ext uri="{FF2B5EF4-FFF2-40B4-BE49-F238E27FC236}">
                    <a16:creationId xmlns:a16="http://schemas.microsoft.com/office/drawing/2014/main" id="{A8A0CAB5-F062-4FA0-8F15-489D1800979F}"/>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66" name="Line 50">
                <a:extLst>
                  <a:ext uri="{FF2B5EF4-FFF2-40B4-BE49-F238E27FC236}">
                    <a16:creationId xmlns:a16="http://schemas.microsoft.com/office/drawing/2014/main" id="{5B645E6C-201F-438B-803B-BEFFBFD7768E}"/>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67" name="Text Box 51">
              <a:extLst>
                <a:ext uri="{FF2B5EF4-FFF2-40B4-BE49-F238E27FC236}">
                  <a16:creationId xmlns:a16="http://schemas.microsoft.com/office/drawing/2014/main" id="{3A55E4F1-7F17-4BED-8E82-09FAE4C78C8A}"/>
                </a:ext>
              </a:extLst>
            </p:cNvPr>
            <p:cNvSpPr txBox="1">
              <a:spLocks noChangeArrowheads="1"/>
            </p:cNvSpPr>
            <p:nvPr/>
          </p:nvSpPr>
          <p:spPr bwMode="auto">
            <a:xfrm>
              <a:off x="4096" y="2604"/>
              <a:ext cx="4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X</a:t>
              </a:r>
              <a:r>
                <a:rPr kumimoji="1" lang="en-US" altLang="zh-CN" sz="2400" b="1" i="1" baseline="-25000">
                  <a:latin typeface="Times New Roman" panose="02020603050405020304" pitchFamily="18" charset="0"/>
                </a:rPr>
                <a:t>L</a:t>
              </a:r>
              <a:r>
                <a:rPr kumimoji="1" lang="en-US" altLang="zh-CN" sz="2400" b="1" baseline="-25000">
                  <a:latin typeface="Times New Roman" panose="02020603050405020304" pitchFamily="18" charset="0"/>
                </a:rPr>
                <a:t>2</a:t>
              </a:r>
              <a:endParaRPr kumimoji="1" lang="en-US" altLang="zh-CN" sz="2400" b="1" i="1" baseline="-25000">
                <a:latin typeface="Times New Roman" panose="02020603050405020304" pitchFamily="18" charset="0"/>
              </a:endParaRPr>
            </a:p>
          </p:txBody>
        </p:sp>
        <p:sp>
          <p:nvSpPr>
            <p:cNvPr id="649268" name="Text Box 52">
              <a:extLst>
                <a:ext uri="{FF2B5EF4-FFF2-40B4-BE49-F238E27FC236}">
                  <a16:creationId xmlns:a16="http://schemas.microsoft.com/office/drawing/2014/main" id="{4E1157FC-8754-4EEE-930C-2219B0B540ED}"/>
                </a:ext>
              </a:extLst>
            </p:cNvPr>
            <p:cNvSpPr txBox="1">
              <a:spLocks noChangeArrowheads="1"/>
            </p:cNvSpPr>
            <p:nvPr/>
          </p:nvSpPr>
          <p:spPr bwMode="auto">
            <a:xfrm>
              <a:off x="5080" y="287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R</a:t>
              </a:r>
            </a:p>
          </p:txBody>
        </p:sp>
        <p:grpSp>
          <p:nvGrpSpPr>
            <p:cNvPr id="649269" name="Group 53">
              <a:extLst>
                <a:ext uri="{FF2B5EF4-FFF2-40B4-BE49-F238E27FC236}">
                  <a16:creationId xmlns:a16="http://schemas.microsoft.com/office/drawing/2014/main" id="{B966816F-D4CD-4453-8A4A-21A5BDFE2072}"/>
                </a:ext>
              </a:extLst>
            </p:cNvPr>
            <p:cNvGrpSpPr>
              <a:grpSpLocks/>
            </p:cNvGrpSpPr>
            <p:nvPr/>
          </p:nvGrpSpPr>
          <p:grpSpPr bwMode="auto">
            <a:xfrm>
              <a:off x="5481" y="2819"/>
              <a:ext cx="88" cy="88"/>
              <a:chOff x="1706" y="2449"/>
              <a:chExt cx="88" cy="88"/>
            </a:xfrm>
          </p:grpSpPr>
          <p:sp>
            <p:nvSpPr>
              <p:cNvPr id="649270" name="Line 54">
                <a:extLst>
                  <a:ext uri="{FF2B5EF4-FFF2-40B4-BE49-F238E27FC236}">
                    <a16:creationId xmlns:a16="http://schemas.microsoft.com/office/drawing/2014/main" id="{3BD23A68-49BE-4206-AF99-9132A0AAB19F}"/>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9271" name="Line 55">
                <a:extLst>
                  <a:ext uri="{FF2B5EF4-FFF2-40B4-BE49-F238E27FC236}">
                    <a16:creationId xmlns:a16="http://schemas.microsoft.com/office/drawing/2014/main" id="{F043B2CF-E85B-4306-8982-6B9DC3C181F7}"/>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49272" name="Line 56">
              <a:extLst>
                <a:ext uri="{FF2B5EF4-FFF2-40B4-BE49-F238E27FC236}">
                  <a16:creationId xmlns:a16="http://schemas.microsoft.com/office/drawing/2014/main" id="{05FBBF12-42C8-4112-B66C-0650848A1971}"/>
                </a:ext>
              </a:extLst>
            </p:cNvPr>
            <p:cNvSpPr>
              <a:spLocks noChangeShapeType="1"/>
            </p:cNvSpPr>
            <p:nvPr/>
          </p:nvSpPr>
          <p:spPr bwMode="auto">
            <a:xfrm>
              <a:off x="5484" y="324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649273" name="Object 57">
              <a:extLst>
                <a:ext uri="{FF2B5EF4-FFF2-40B4-BE49-F238E27FC236}">
                  <a16:creationId xmlns:a16="http://schemas.microsoft.com/office/drawing/2014/main" id="{184133B4-9AAC-4965-B9B1-C02529B018B3}"/>
                </a:ext>
              </a:extLst>
            </p:cNvPr>
            <p:cNvGraphicFramePr>
              <a:graphicFrameLocks noChangeAspect="1"/>
            </p:cNvGraphicFramePr>
            <p:nvPr/>
          </p:nvGraphicFramePr>
          <p:xfrm>
            <a:off x="3768" y="2926"/>
            <a:ext cx="312" cy="268"/>
          </p:xfrm>
          <a:graphic>
            <a:graphicData uri="http://schemas.openxmlformats.org/presentationml/2006/ole">
              <mc:AlternateContent xmlns:mc="http://schemas.openxmlformats.org/markup-compatibility/2006">
                <mc:Choice xmlns:v="urn:schemas-microsoft-com:vml" Requires="v">
                  <p:oleObj name="Equation" r:id="rId11" imgW="279360" imgH="241200" progId="Equation.DSMT4">
                    <p:embed/>
                  </p:oleObj>
                </mc:Choice>
                <mc:Fallback>
                  <p:oleObj name="Equation" r:id="rId11" imgW="279360" imgH="241200" progId="Equation.DSMT4">
                    <p:embed/>
                    <p:pic>
                      <p:nvPicPr>
                        <p:cNvPr id="649273" name="Object 57">
                          <a:extLst>
                            <a:ext uri="{FF2B5EF4-FFF2-40B4-BE49-F238E27FC236}">
                              <a16:creationId xmlns:a16="http://schemas.microsoft.com/office/drawing/2014/main" id="{184133B4-9AAC-4965-B9B1-C02529B018B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68" y="2926"/>
                          <a:ext cx="312"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9274" name="Object 58">
              <a:extLst>
                <a:ext uri="{FF2B5EF4-FFF2-40B4-BE49-F238E27FC236}">
                  <a16:creationId xmlns:a16="http://schemas.microsoft.com/office/drawing/2014/main" id="{16A31B9A-6FCE-474F-98B1-EECA451A9969}"/>
                </a:ext>
              </a:extLst>
            </p:cNvPr>
            <p:cNvGraphicFramePr>
              <a:graphicFrameLocks noChangeAspect="1"/>
            </p:cNvGraphicFramePr>
            <p:nvPr/>
          </p:nvGraphicFramePr>
          <p:xfrm>
            <a:off x="5427" y="2900"/>
            <a:ext cx="350" cy="302"/>
          </p:xfrm>
          <a:graphic>
            <a:graphicData uri="http://schemas.openxmlformats.org/presentationml/2006/ole">
              <mc:AlternateContent xmlns:mc="http://schemas.openxmlformats.org/markup-compatibility/2006">
                <mc:Choice xmlns:v="urn:schemas-microsoft-com:vml" Requires="v">
                  <p:oleObj name="Equation" r:id="rId13" imgW="279360" imgH="241200" progId="Equation.DSMT4">
                    <p:embed/>
                  </p:oleObj>
                </mc:Choice>
                <mc:Fallback>
                  <p:oleObj name="Equation" r:id="rId13" imgW="279360" imgH="241200" progId="Equation.DSMT4">
                    <p:embed/>
                    <p:pic>
                      <p:nvPicPr>
                        <p:cNvPr id="649274" name="Object 58">
                          <a:extLst>
                            <a:ext uri="{FF2B5EF4-FFF2-40B4-BE49-F238E27FC236}">
                              <a16:creationId xmlns:a16="http://schemas.microsoft.com/office/drawing/2014/main" id="{16A31B9A-6FCE-474F-98B1-EECA451A996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27" y="2900"/>
                          <a:ext cx="350"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9275" name="Text Box 59">
              <a:extLst>
                <a:ext uri="{FF2B5EF4-FFF2-40B4-BE49-F238E27FC236}">
                  <a16:creationId xmlns:a16="http://schemas.microsoft.com/office/drawing/2014/main" id="{270F67B4-E216-40BA-BC30-B62EBF4E29C0}"/>
                </a:ext>
              </a:extLst>
            </p:cNvPr>
            <p:cNvSpPr txBox="1">
              <a:spLocks noChangeArrowheads="1"/>
            </p:cNvSpPr>
            <p:nvPr/>
          </p:nvSpPr>
          <p:spPr bwMode="auto">
            <a:xfrm>
              <a:off x="4228" y="2899"/>
              <a:ext cx="4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X</a:t>
              </a:r>
              <a:r>
                <a:rPr kumimoji="1" lang="en-US" altLang="zh-CN" sz="2400" b="1" i="1" baseline="-25000">
                  <a:latin typeface="Times New Roman" panose="02020603050405020304" pitchFamily="18" charset="0"/>
                </a:rPr>
                <a:t>C</a:t>
              </a:r>
              <a:r>
                <a:rPr kumimoji="1" lang="en-US" altLang="zh-CN" sz="2400" b="1" baseline="-25000">
                  <a:latin typeface="Times New Roman" panose="02020603050405020304" pitchFamily="18" charset="0"/>
                </a:rPr>
                <a:t>2</a:t>
              </a:r>
              <a:endParaRPr kumimoji="1" lang="en-US" altLang="zh-CN" sz="2400" b="1" i="1" baseline="-250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49218"/>
                                        </p:tgtEl>
                                        <p:attrNameLst>
                                          <p:attrName>style.visibility</p:attrName>
                                        </p:attrNameLst>
                                      </p:cBhvr>
                                      <p:to>
                                        <p:strVal val="visible"/>
                                      </p:to>
                                    </p:set>
                                    <p:animEffect transition="in" filter="checkerboard(across)">
                                      <p:cBhvr>
                                        <p:cTn id="7" dur="500"/>
                                        <p:tgtEl>
                                          <p:spTgt spid="64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49219"/>
                                        </p:tgtEl>
                                        <p:attrNameLst>
                                          <p:attrName>style.visibility</p:attrName>
                                        </p:attrNameLst>
                                      </p:cBhvr>
                                      <p:to>
                                        <p:strVal val="visible"/>
                                      </p:to>
                                    </p:set>
                                    <p:animEffect transition="in" filter="checkerboard(across)">
                                      <p:cBhvr>
                                        <p:cTn id="12" dur="500"/>
                                        <p:tgtEl>
                                          <p:spTgt spid="6492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49222"/>
                                        </p:tgtEl>
                                        <p:attrNameLst>
                                          <p:attrName>style.visibility</p:attrName>
                                        </p:attrNameLst>
                                      </p:cBhvr>
                                      <p:to>
                                        <p:strVal val="visible"/>
                                      </p:to>
                                    </p:set>
                                    <p:animEffect transition="in" filter="wipe(left)">
                                      <p:cBhvr>
                                        <p:cTn id="17" dur="500"/>
                                        <p:tgtEl>
                                          <p:spTgt spid="6492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649220"/>
                                        </p:tgtEl>
                                        <p:attrNameLst>
                                          <p:attrName>style.visibility</p:attrName>
                                        </p:attrNameLst>
                                      </p:cBhvr>
                                      <p:to>
                                        <p:strVal val="visible"/>
                                      </p:to>
                                    </p:set>
                                    <p:animEffect transition="in" filter="checkerboard(across)">
                                      <p:cBhvr>
                                        <p:cTn id="22" dur="500"/>
                                        <p:tgtEl>
                                          <p:spTgt spid="6492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649221"/>
                                        </p:tgtEl>
                                        <p:attrNameLst>
                                          <p:attrName>style.visibility</p:attrName>
                                        </p:attrNameLst>
                                      </p:cBhvr>
                                      <p:to>
                                        <p:strVal val="visible"/>
                                      </p:to>
                                    </p:set>
                                    <p:animEffect transition="in" filter="checkerboard(across)">
                                      <p:cBhvr>
                                        <p:cTn id="27" dur="500"/>
                                        <p:tgtEl>
                                          <p:spTgt spid="6492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49241"/>
                                        </p:tgtEl>
                                        <p:attrNameLst>
                                          <p:attrName>style.visibility</p:attrName>
                                        </p:attrNameLst>
                                      </p:cBhvr>
                                      <p:to>
                                        <p:strVal val="visible"/>
                                      </p:to>
                                    </p:set>
                                    <p:animEffect transition="in" filter="dissolve">
                                      <p:cBhvr>
                                        <p:cTn id="32" dur="500"/>
                                        <p:tgtEl>
                                          <p:spTgt spid="6492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649240"/>
                                        </p:tgtEl>
                                        <p:attrNameLst>
                                          <p:attrName>style.visibility</p:attrName>
                                        </p:attrNameLst>
                                      </p:cBhvr>
                                      <p:to>
                                        <p:strVal val="visible"/>
                                      </p:to>
                                    </p:set>
                                    <p:anim calcmode="lin" valueType="num">
                                      <p:cBhvr>
                                        <p:cTn id="37" dur="500" fill="hold"/>
                                        <p:tgtEl>
                                          <p:spTgt spid="649240"/>
                                        </p:tgtEl>
                                        <p:attrNameLst>
                                          <p:attrName>ppt_w</p:attrName>
                                        </p:attrNameLst>
                                      </p:cBhvr>
                                      <p:tavLst>
                                        <p:tav tm="0">
                                          <p:val>
                                            <p:fltVal val="0"/>
                                          </p:val>
                                        </p:tav>
                                        <p:tav tm="100000">
                                          <p:val>
                                            <p:strVal val="#ppt_w"/>
                                          </p:val>
                                        </p:tav>
                                      </p:tavLst>
                                    </p:anim>
                                    <p:anim calcmode="lin" valueType="num">
                                      <p:cBhvr>
                                        <p:cTn id="38" dur="500" fill="hold"/>
                                        <p:tgtEl>
                                          <p:spTgt spid="649240"/>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649278"/>
                                        </p:tgtEl>
                                        <p:attrNameLst>
                                          <p:attrName>style.visibility</p:attrName>
                                        </p:attrNameLst>
                                      </p:cBhvr>
                                      <p:to>
                                        <p:strVal val="visible"/>
                                      </p:to>
                                    </p:set>
                                    <p:animEffect transition="in" filter="wipe(left)">
                                      <p:cBhvr>
                                        <p:cTn id="43" dur="500"/>
                                        <p:tgtEl>
                                          <p:spTgt spid="649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218" grpId="0" autoUpdateAnimBg="0"/>
      <p:bldP spid="649219" grpId="0" autoUpdateAnimBg="0"/>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0242" name="Object 2">
            <a:extLst>
              <a:ext uri="{FF2B5EF4-FFF2-40B4-BE49-F238E27FC236}">
                <a16:creationId xmlns:a16="http://schemas.microsoft.com/office/drawing/2014/main" id="{91ACF9F7-0004-4F87-BB11-E8C2FE91133E}"/>
              </a:ext>
            </a:extLst>
          </p:cNvPr>
          <p:cNvGraphicFramePr>
            <a:graphicFrameLocks noChangeAspect="1"/>
          </p:cNvGraphicFramePr>
          <p:nvPr/>
        </p:nvGraphicFramePr>
        <p:xfrm>
          <a:off x="900113" y="3860800"/>
          <a:ext cx="3903662" cy="484188"/>
        </p:xfrm>
        <a:graphic>
          <a:graphicData uri="http://schemas.openxmlformats.org/presentationml/2006/ole">
            <mc:AlternateContent xmlns:mc="http://schemas.openxmlformats.org/markup-compatibility/2006">
              <mc:Choice xmlns:v="urn:schemas-microsoft-com:vml" Requires="v">
                <p:oleObj name="Equation" r:id="rId3" imgW="1828800" imgH="228600" progId="Equation.3">
                  <p:embed/>
                </p:oleObj>
              </mc:Choice>
              <mc:Fallback>
                <p:oleObj name="Equation" r:id="rId3" imgW="1828800" imgH="228600" progId="Equation.3">
                  <p:embed/>
                  <p:pic>
                    <p:nvPicPr>
                      <p:cNvPr id="650242" name="Object 2">
                        <a:extLst>
                          <a:ext uri="{FF2B5EF4-FFF2-40B4-BE49-F238E27FC236}">
                            <a16:creationId xmlns:a16="http://schemas.microsoft.com/office/drawing/2014/main" id="{91ACF9F7-0004-4F87-BB11-E8C2FE9113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3860800"/>
                        <a:ext cx="3903662"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0243" name="Object 3">
            <a:extLst>
              <a:ext uri="{FF2B5EF4-FFF2-40B4-BE49-F238E27FC236}">
                <a16:creationId xmlns:a16="http://schemas.microsoft.com/office/drawing/2014/main" id="{419E93FB-F336-4B6D-8E91-F3DAB3AAF95F}"/>
              </a:ext>
            </a:extLst>
          </p:cNvPr>
          <p:cNvGraphicFramePr>
            <a:graphicFrameLocks noChangeAspect="1"/>
          </p:cNvGraphicFramePr>
          <p:nvPr/>
        </p:nvGraphicFramePr>
        <p:xfrm>
          <a:off x="850900" y="4508500"/>
          <a:ext cx="4916488" cy="898525"/>
        </p:xfrm>
        <a:graphic>
          <a:graphicData uri="http://schemas.openxmlformats.org/presentationml/2006/ole">
            <mc:AlternateContent xmlns:mc="http://schemas.openxmlformats.org/markup-compatibility/2006">
              <mc:Choice xmlns:v="urn:schemas-microsoft-com:vml" Requires="v">
                <p:oleObj name="Equation" r:id="rId5" imgW="2311200" imgH="431640" progId="Equation.3">
                  <p:embed/>
                </p:oleObj>
              </mc:Choice>
              <mc:Fallback>
                <p:oleObj name="Equation" r:id="rId5" imgW="2311200" imgH="431640" progId="Equation.3">
                  <p:embed/>
                  <p:pic>
                    <p:nvPicPr>
                      <p:cNvPr id="650243" name="Object 3">
                        <a:extLst>
                          <a:ext uri="{FF2B5EF4-FFF2-40B4-BE49-F238E27FC236}">
                            <a16:creationId xmlns:a16="http://schemas.microsoft.com/office/drawing/2014/main" id="{419E93FB-F336-4B6D-8E91-F3DAB3AAF9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900" y="4508500"/>
                        <a:ext cx="4916488"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0244" name="Object 4">
            <a:extLst>
              <a:ext uri="{FF2B5EF4-FFF2-40B4-BE49-F238E27FC236}">
                <a16:creationId xmlns:a16="http://schemas.microsoft.com/office/drawing/2014/main" id="{329D9A41-E4E4-4024-91A4-B1FDDE4947D6}"/>
              </a:ext>
            </a:extLst>
          </p:cNvPr>
          <p:cNvGraphicFramePr>
            <a:graphicFrameLocks noChangeAspect="1"/>
          </p:cNvGraphicFramePr>
          <p:nvPr/>
        </p:nvGraphicFramePr>
        <p:xfrm>
          <a:off x="523875" y="2082800"/>
          <a:ext cx="6254750" cy="1427163"/>
        </p:xfrm>
        <a:graphic>
          <a:graphicData uri="http://schemas.openxmlformats.org/presentationml/2006/ole">
            <mc:AlternateContent xmlns:mc="http://schemas.openxmlformats.org/markup-compatibility/2006">
              <mc:Choice xmlns:v="urn:schemas-microsoft-com:vml" Requires="v">
                <p:oleObj name="Equation" r:id="rId7" imgW="3873240" imgH="711000" progId="Equation.DSMT4">
                  <p:embed/>
                </p:oleObj>
              </mc:Choice>
              <mc:Fallback>
                <p:oleObj name="Equation" r:id="rId7" imgW="3873240" imgH="711000" progId="Equation.DSMT4">
                  <p:embed/>
                  <p:pic>
                    <p:nvPicPr>
                      <p:cNvPr id="650244" name="Object 4">
                        <a:extLst>
                          <a:ext uri="{FF2B5EF4-FFF2-40B4-BE49-F238E27FC236}">
                            <a16:creationId xmlns:a16="http://schemas.microsoft.com/office/drawing/2014/main" id="{329D9A41-E4E4-4024-91A4-B1FDDE4947D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875" y="2082800"/>
                        <a:ext cx="6254750" cy="142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0245" name="Object 5">
            <a:extLst>
              <a:ext uri="{FF2B5EF4-FFF2-40B4-BE49-F238E27FC236}">
                <a16:creationId xmlns:a16="http://schemas.microsoft.com/office/drawing/2014/main" id="{54B4572C-06DB-4106-AF5C-279EB0F93CC7}"/>
              </a:ext>
            </a:extLst>
          </p:cNvPr>
          <p:cNvGraphicFramePr>
            <a:graphicFrameLocks noChangeAspect="1"/>
          </p:cNvGraphicFramePr>
          <p:nvPr/>
        </p:nvGraphicFramePr>
        <p:xfrm>
          <a:off x="420688" y="520700"/>
          <a:ext cx="7486650" cy="1311275"/>
        </p:xfrm>
        <a:graphic>
          <a:graphicData uri="http://schemas.openxmlformats.org/presentationml/2006/ole">
            <mc:AlternateContent xmlns:mc="http://schemas.openxmlformats.org/markup-compatibility/2006">
              <mc:Choice xmlns:v="urn:schemas-microsoft-com:vml" Requires="v">
                <p:oleObj name="Equation" r:id="rId9" imgW="3911400" imgH="685800" progId="Equation.DSMT4">
                  <p:embed/>
                </p:oleObj>
              </mc:Choice>
              <mc:Fallback>
                <p:oleObj name="Equation" r:id="rId9" imgW="3911400" imgH="685800" progId="Equation.DSMT4">
                  <p:embed/>
                  <p:pic>
                    <p:nvPicPr>
                      <p:cNvPr id="650245" name="Object 5">
                        <a:extLst>
                          <a:ext uri="{FF2B5EF4-FFF2-40B4-BE49-F238E27FC236}">
                            <a16:creationId xmlns:a16="http://schemas.microsoft.com/office/drawing/2014/main" id="{54B4572C-06DB-4106-AF5C-279EB0F93CC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0688" y="520700"/>
                        <a:ext cx="748665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650245"/>
                                        </p:tgtEl>
                                        <p:attrNameLst>
                                          <p:attrName>style.visibility</p:attrName>
                                        </p:attrNameLst>
                                      </p:cBhvr>
                                      <p:to>
                                        <p:strVal val="visible"/>
                                      </p:to>
                                    </p:set>
                                    <p:anim calcmode="lin" valueType="num">
                                      <p:cBhvr>
                                        <p:cTn id="7" dur="500" fill="hold"/>
                                        <p:tgtEl>
                                          <p:spTgt spid="650245"/>
                                        </p:tgtEl>
                                        <p:attrNameLst>
                                          <p:attrName>ppt_w</p:attrName>
                                        </p:attrNameLst>
                                      </p:cBhvr>
                                      <p:tavLst>
                                        <p:tav tm="0">
                                          <p:val>
                                            <p:fltVal val="0"/>
                                          </p:val>
                                        </p:tav>
                                        <p:tav tm="100000">
                                          <p:val>
                                            <p:strVal val="#ppt_w"/>
                                          </p:val>
                                        </p:tav>
                                      </p:tavLst>
                                    </p:anim>
                                    <p:anim calcmode="lin" valueType="num">
                                      <p:cBhvr>
                                        <p:cTn id="8" dur="500" fill="hold"/>
                                        <p:tgtEl>
                                          <p:spTgt spid="65024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650244"/>
                                        </p:tgtEl>
                                        <p:attrNameLst>
                                          <p:attrName>style.visibility</p:attrName>
                                        </p:attrNameLst>
                                      </p:cBhvr>
                                      <p:to>
                                        <p:strVal val="visible"/>
                                      </p:to>
                                    </p:set>
                                    <p:animEffect transition="in" filter="wipe(left)">
                                      <p:cBhvr>
                                        <p:cTn id="13" dur="500"/>
                                        <p:tgtEl>
                                          <p:spTgt spid="65024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650242"/>
                                        </p:tgtEl>
                                        <p:attrNameLst>
                                          <p:attrName>style.visibility</p:attrName>
                                        </p:attrNameLst>
                                      </p:cBhvr>
                                      <p:to>
                                        <p:strVal val="visible"/>
                                      </p:to>
                                    </p:set>
                                    <p:animEffect transition="in" filter="wipe(left)">
                                      <p:cBhvr>
                                        <p:cTn id="18" dur="500"/>
                                        <p:tgtEl>
                                          <p:spTgt spid="6502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650243"/>
                                        </p:tgtEl>
                                        <p:attrNameLst>
                                          <p:attrName>style.visibility</p:attrName>
                                        </p:attrNameLst>
                                      </p:cBhvr>
                                      <p:to>
                                        <p:strVal val="visible"/>
                                      </p:to>
                                    </p:set>
                                    <p:animEffect transition="in" filter="wipe(left)">
                                      <p:cBhvr>
                                        <p:cTn id="23" dur="500"/>
                                        <p:tgtEl>
                                          <p:spTgt spid="65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1266" name="Object 2">
            <a:extLst>
              <a:ext uri="{FF2B5EF4-FFF2-40B4-BE49-F238E27FC236}">
                <a16:creationId xmlns:a16="http://schemas.microsoft.com/office/drawing/2014/main" id="{75DD2E3D-DCA9-46CF-A12D-6BB49BBBFAAC}"/>
              </a:ext>
            </a:extLst>
          </p:cNvPr>
          <p:cNvGraphicFramePr>
            <a:graphicFrameLocks noChangeAspect="1"/>
          </p:cNvGraphicFramePr>
          <p:nvPr/>
        </p:nvGraphicFramePr>
        <p:xfrm>
          <a:off x="5029200" y="598488"/>
          <a:ext cx="3313113" cy="822325"/>
        </p:xfrm>
        <a:graphic>
          <a:graphicData uri="http://schemas.openxmlformats.org/presentationml/2006/ole">
            <mc:AlternateContent xmlns:mc="http://schemas.openxmlformats.org/markup-compatibility/2006">
              <mc:Choice xmlns:v="urn:schemas-microsoft-com:vml" Requires="v">
                <p:oleObj name="Equation" r:id="rId3" imgW="1739880" imgH="431640" progId="Equation.DSMT4">
                  <p:embed/>
                </p:oleObj>
              </mc:Choice>
              <mc:Fallback>
                <p:oleObj name="Equation" r:id="rId3" imgW="1739880" imgH="431640" progId="Equation.DSMT4">
                  <p:embed/>
                  <p:pic>
                    <p:nvPicPr>
                      <p:cNvPr id="651266" name="Object 2">
                        <a:extLst>
                          <a:ext uri="{FF2B5EF4-FFF2-40B4-BE49-F238E27FC236}">
                            <a16:creationId xmlns:a16="http://schemas.microsoft.com/office/drawing/2014/main" id="{75DD2E3D-DCA9-46CF-A12D-6BB49BBBFA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598488"/>
                        <a:ext cx="33131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267" name="Object 3">
            <a:extLst>
              <a:ext uri="{FF2B5EF4-FFF2-40B4-BE49-F238E27FC236}">
                <a16:creationId xmlns:a16="http://schemas.microsoft.com/office/drawing/2014/main" id="{BD1FE4D2-484F-4718-BD78-66B22CBDB0BB}"/>
              </a:ext>
            </a:extLst>
          </p:cNvPr>
          <p:cNvGraphicFramePr>
            <a:graphicFrameLocks noChangeAspect="1"/>
          </p:cNvGraphicFramePr>
          <p:nvPr/>
        </p:nvGraphicFramePr>
        <p:xfrm>
          <a:off x="5426075" y="1411288"/>
          <a:ext cx="2674938" cy="1312862"/>
        </p:xfrm>
        <a:graphic>
          <a:graphicData uri="http://schemas.openxmlformats.org/presentationml/2006/ole">
            <mc:AlternateContent xmlns:mc="http://schemas.openxmlformats.org/markup-compatibility/2006">
              <mc:Choice xmlns:v="urn:schemas-microsoft-com:vml" Requires="v">
                <p:oleObj name="Equation" r:id="rId5" imgW="1396800" imgH="685800" progId="Equation.3">
                  <p:embed/>
                </p:oleObj>
              </mc:Choice>
              <mc:Fallback>
                <p:oleObj name="Equation" r:id="rId5" imgW="1396800" imgH="685800" progId="Equation.3">
                  <p:embed/>
                  <p:pic>
                    <p:nvPicPr>
                      <p:cNvPr id="651267" name="Object 3">
                        <a:extLst>
                          <a:ext uri="{FF2B5EF4-FFF2-40B4-BE49-F238E27FC236}">
                            <a16:creationId xmlns:a16="http://schemas.microsoft.com/office/drawing/2014/main" id="{BD1FE4D2-484F-4718-BD78-66B22CBDB0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6075" y="1411288"/>
                        <a:ext cx="2674938" cy="1312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268" name="Object 4">
            <a:extLst>
              <a:ext uri="{FF2B5EF4-FFF2-40B4-BE49-F238E27FC236}">
                <a16:creationId xmlns:a16="http://schemas.microsoft.com/office/drawing/2014/main" id="{2BCD82B8-F768-4D2E-A47C-04258644EF4B}"/>
              </a:ext>
            </a:extLst>
          </p:cNvPr>
          <p:cNvGraphicFramePr>
            <a:graphicFrameLocks noChangeAspect="1"/>
          </p:cNvGraphicFramePr>
          <p:nvPr/>
        </p:nvGraphicFramePr>
        <p:xfrm>
          <a:off x="1022350" y="4132263"/>
          <a:ext cx="5889625" cy="857250"/>
        </p:xfrm>
        <a:graphic>
          <a:graphicData uri="http://schemas.openxmlformats.org/presentationml/2006/ole">
            <mc:AlternateContent xmlns:mc="http://schemas.openxmlformats.org/markup-compatibility/2006">
              <mc:Choice xmlns:v="urn:schemas-microsoft-com:vml" Requires="v">
                <p:oleObj name="Equation" r:id="rId7" imgW="3543120" imgH="444240" progId="Equation.3">
                  <p:embed/>
                </p:oleObj>
              </mc:Choice>
              <mc:Fallback>
                <p:oleObj name="Equation" r:id="rId7" imgW="3543120" imgH="444240" progId="Equation.3">
                  <p:embed/>
                  <p:pic>
                    <p:nvPicPr>
                      <p:cNvPr id="651268" name="Object 4">
                        <a:extLst>
                          <a:ext uri="{FF2B5EF4-FFF2-40B4-BE49-F238E27FC236}">
                            <a16:creationId xmlns:a16="http://schemas.microsoft.com/office/drawing/2014/main" id="{2BCD82B8-F768-4D2E-A47C-04258644EF4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2350" y="4132263"/>
                        <a:ext cx="5889625"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269" name="Object 5">
            <a:extLst>
              <a:ext uri="{FF2B5EF4-FFF2-40B4-BE49-F238E27FC236}">
                <a16:creationId xmlns:a16="http://schemas.microsoft.com/office/drawing/2014/main" id="{0778D5AE-1810-4C80-92F8-B651DC178477}"/>
              </a:ext>
            </a:extLst>
          </p:cNvPr>
          <p:cNvGraphicFramePr>
            <a:graphicFrameLocks noChangeAspect="1"/>
          </p:cNvGraphicFramePr>
          <p:nvPr/>
        </p:nvGraphicFramePr>
        <p:xfrm>
          <a:off x="1135063" y="5059363"/>
          <a:ext cx="3681412" cy="439737"/>
        </p:xfrm>
        <a:graphic>
          <a:graphicData uri="http://schemas.openxmlformats.org/presentationml/2006/ole">
            <mc:AlternateContent xmlns:mc="http://schemas.openxmlformats.org/markup-compatibility/2006">
              <mc:Choice xmlns:v="urn:schemas-microsoft-com:vml" Requires="v">
                <p:oleObj name="Equation" r:id="rId9" imgW="1904760" imgH="228600" progId="Equation.3">
                  <p:embed/>
                </p:oleObj>
              </mc:Choice>
              <mc:Fallback>
                <p:oleObj name="Equation" r:id="rId9" imgW="1904760" imgH="228600" progId="Equation.3">
                  <p:embed/>
                  <p:pic>
                    <p:nvPicPr>
                      <p:cNvPr id="651269" name="Object 5">
                        <a:extLst>
                          <a:ext uri="{FF2B5EF4-FFF2-40B4-BE49-F238E27FC236}">
                            <a16:creationId xmlns:a16="http://schemas.microsoft.com/office/drawing/2014/main" id="{0778D5AE-1810-4C80-92F8-B651DC1784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5063" y="5059363"/>
                        <a:ext cx="3681412"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270" name="Object 6">
            <a:extLst>
              <a:ext uri="{FF2B5EF4-FFF2-40B4-BE49-F238E27FC236}">
                <a16:creationId xmlns:a16="http://schemas.microsoft.com/office/drawing/2014/main" id="{6974B307-9900-4462-BB06-90084C7126B8}"/>
              </a:ext>
            </a:extLst>
          </p:cNvPr>
          <p:cNvGraphicFramePr>
            <a:graphicFrameLocks noChangeAspect="1"/>
          </p:cNvGraphicFramePr>
          <p:nvPr/>
        </p:nvGraphicFramePr>
        <p:xfrm>
          <a:off x="1008063" y="2889250"/>
          <a:ext cx="5945187" cy="1258888"/>
        </p:xfrm>
        <a:graphic>
          <a:graphicData uri="http://schemas.openxmlformats.org/presentationml/2006/ole">
            <mc:AlternateContent xmlns:mc="http://schemas.openxmlformats.org/markup-compatibility/2006">
              <mc:Choice xmlns:v="urn:schemas-microsoft-com:vml" Requires="v">
                <p:oleObj name="Equation" r:id="rId11" imgW="2984400" imgH="660240" progId="Equation.DSMT4">
                  <p:embed/>
                </p:oleObj>
              </mc:Choice>
              <mc:Fallback>
                <p:oleObj name="Equation" r:id="rId11" imgW="2984400" imgH="660240" progId="Equation.DSMT4">
                  <p:embed/>
                  <p:pic>
                    <p:nvPicPr>
                      <p:cNvPr id="651270" name="Object 6">
                        <a:extLst>
                          <a:ext uri="{FF2B5EF4-FFF2-40B4-BE49-F238E27FC236}">
                            <a16:creationId xmlns:a16="http://schemas.microsoft.com/office/drawing/2014/main" id="{6974B307-9900-4462-BB06-90084C7126B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8063" y="2889250"/>
                        <a:ext cx="5945187" cy="1258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1271" name="Group 7">
            <a:extLst>
              <a:ext uri="{FF2B5EF4-FFF2-40B4-BE49-F238E27FC236}">
                <a16:creationId xmlns:a16="http://schemas.microsoft.com/office/drawing/2014/main" id="{2BF34A08-671A-4DEF-971D-3482FAA7630E}"/>
              </a:ext>
            </a:extLst>
          </p:cNvPr>
          <p:cNvGrpSpPr>
            <a:grpSpLocks/>
          </p:cNvGrpSpPr>
          <p:nvPr/>
        </p:nvGrpSpPr>
        <p:grpSpPr bwMode="auto">
          <a:xfrm>
            <a:off x="241300" y="165100"/>
            <a:ext cx="6172200" cy="481013"/>
            <a:chOff x="288" y="177"/>
            <a:chExt cx="3888" cy="303"/>
          </a:xfrm>
        </p:grpSpPr>
        <p:sp>
          <p:nvSpPr>
            <p:cNvPr id="651272" name="Text Box 8">
              <a:extLst>
                <a:ext uri="{FF2B5EF4-FFF2-40B4-BE49-F238E27FC236}">
                  <a16:creationId xmlns:a16="http://schemas.microsoft.com/office/drawing/2014/main" id="{379AEB50-8ABA-4D87-94B9-9EF915EBB602}"/>
                </a:ext>
              </a:extLst>
            </p:cNvPr>
            <p:cNvSpPr txBox="1">
              <a:spLocks noChangeArrowheads="1"/>
            </p:cNvSpPr>
            <p:nvPr/>
          </p:nvSpPr>
          <p:spPr bwMode="auto">
            <a:xfrm>
              <a:off x="288" y="192"/>
              <a:ext cx="2352" cy="288"/>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kumimoji="1" lang="zh-CN" altLang="en-US" sz="2400" b="1">
                  <a:solidFill>
                    <a:srgbClr val="3333FF"/>
                  </a:solidFill>
                  <a:latin typeface="Times New Roman" panose="02020603050405020304" pitchFamily="18" charset="0"/>
                </a:rPr>
                <a:t>（</a:t>
              </a:r>
              <a:r>
                <a:rPr kumimoji="1" lang="en-US" altLang="zh-CN" sz="2400" b="1">
                  <a:solidFill>
                    <a:srgbClr val="3333FF"/>
                  </a:solidFill>
                  <a:latin typeface="Times New Roman" panose="02020603050405020304" pitchFamily="18" charset="0"/>
                </a:rPr>
                <a:t>c</a:t>
              </a:r>
              <a:r>
                <a:rPr kumimoji="1" lang="zh-CN" altLang="en-US" sz="2400" b="1">
                  <a:solidFill>
                    <a:srgbClr val="3333FF"/>
                  </a:solidFill>
                  <a:latin typeface="Times New Roman" panose="02020603050405020304" pitchFamily="18" charset="0"/>
                </a:rPr>
                <a:t>） 四次谐波单独作用</a:t>
              </a:r>
              <a:endParaRPr kumimoji="1" lang="zh-CN" altLang="en-US" sz="2400">
                <a:solidFill>
                  <a:srgbClr val="3333FF"/>
                </a:solidFill>
                <a:latin typeface="Times New Roman" panose="02020603050405020304" pitchFamily="18" charset="0"/>
              </a:endParaRPr>
            </a:p>
          </p:txBody>
        </p:sp>
        <p:graphicFrame>
          <p:nvGraphicFramePr>
            <p:cNvPr id="651273" name="Object 9">
              <a:extLst>
                <a:ext uri="{FF2B5EF4-FFF2-40B4-BE49-F238E27FC236}">
                  <a16:creationId xmlns:a16="http://schemas.microsoft.com/office/drawing/2014/main" id="{CB59EBF9-F009-4E1F-856F-590A49A3FD9D}"/>
                </a:ext>
              </a:extLst>
            </p:cNvPr>
            <p:cNvGraphicFramePr>
              <a:graphicFrameLocks noChangeAspect="1"/>
            </p:cNvGraphicFramePr>
            <p:nvPr/>
          </p:nvGraphicFramePr>
          <p:xfrm>
            <a:off x="2420" y="177"/>
            <a:ext cx="1756" cy="290"/>
          </p:xfrm>
          <a:graphic>
            <a:graphicData uri="http://schemas.openxmlformats.org/presentationml/2006/ole">
              <mc:AlternateContent xmlns:mc="http://schemas.openxmlformats.org/markup-compatibility/2006">
                <mc:Choice xmlns:v="urn:schemas-microsoft-com:vml" Requires="v">
                  <p:oleObj name="Equation" r:id="rId13" imgW="1307880" imgH="215640" progId="Equation.3">
                    <p:embed/>
                  </p:oleObj>
                </mc:Choice>
                <mc:Fallback>
                  <p:oleObj name="Equation" r:id="rId13" imgW="1307880" imgH="215640" progId="Equation.3">
                    <p:embed/>
                    <p:pic>
                      <p:nvPicPr>
                        <p:cNvPr id="651273" name="Object 9">
                          <a:extLst>
                            <a:ext uri="{FF2B5EF4-FFF2-40B4-BE49-F238E27FC236}">
                              <a16:creationId xmlns:a16="http://schemas.microsoft.com/office/drawing/2014/main" id="{CB59EBF9-F009-4E1F-856F-590A49A3FD9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20" y="177"/>
                          <a:ext cx="17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51274" name="Object 10">
            <a:extLst>
              <a:ext uri="{FF2B5EF4-FFF2-40B4-BE49-F238E27FC236}">
                <a16:creationId xmlns:a16="http://schemas.microsoft.com/office/drawing/2014/main" id="{D8DF40D7-896B-4A5A-B8D8-16292AEC5644}"/>
              </a:ext>
            </a:extLst>
          </p:cNvPr>
          <p:cNvGraphicFramePr>
            <a:graphicFrameLocks noChangeAspect="1"/>
          </p:cNvGraphicFramePr>
          <p:nvPr/>
        </p:nvGraphicFramePr>
        <p:xfrm>
          <a:off x="1139825" y="5661025"/>
          <a:ext cx="3941763" cy="806450"/>
        </p:xfrm>
        <a:graphic>
          <a:graphicData uri="http://schemas.openxmlformats.org/presentationml/2006/ole">
            <mc:AlternateContent xmlns:mc="http://schemas.openxmlformats.org/markup-compatibility/2006">
              <mc:Choice xmlns:v="urn:schemas-microsoft-com:vml" Requires="v">
                <p:oleObj name="Equation" r:id="rId15" imgW="1904760" imgH="419040" progId="Equation.3">
                  <p:embed/>
                </p:oleObj>
              </mc:Choice>
              <mc:Fallback>
                <p:oleObj name="Equation" r:id="rId15" imgW="1904760" imgH="419040" progId="Equation.3">
                  <p:embed/>
                  <p:pic>
                    <p:nvPicPr>
                      <p:cNvPr id="651274" name="Object 10">
                        <a:extLst>
                          <a:ext uri="{FF2B5EF4-FFF2-40B4-BE49-F238E27FC236}">
                            <a16:creationId xmlns:a16="http://schemas.microsoft.com/office/drawing/2014/main" id="{D8DF40D7-896B-4A5A-B8D8-16292AEC564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39825" y="5661025"/>
                        <a:ext cx="3941763"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1308" name="Group 44">
            <a:extLst>
              <a:ext uri="{FF2B5EF4-FFF2-40B4-BE49-F238E27FC236}">
                <a16:creationId xmlns:a16="http://schemas.microsoft.com/office/drawing/2014/main" id="{1AC87489-6134-4921-9DE9-514DA9BEABC4}"/>
              </a:ext>
            </a:extLst>
          </p:cNvPr>
          <p:cNvGrpSpPr>
            <a:grpSpLocks/>
          </p:cNvGrpSpPr>
          <p:nvPr/>
        </p:nvGrpSpPr>
        <p:grpSpPr bwMode="auto">
          <a:xfrm>
            <a:off x="935038" y="901700"/>
            <a:ext cx="3554412" cy="1416050"/>
            <a:chOff x="589" y="568"/>
            <a:chExt cx="2239" cy="892"/>
          </a:xfrm>
        </p:grpSpPr>
        <p:sp>
          <p:nvSpPr>
            <p:cNvPr id="651276" name="Oval 12">
              <a:extLst>
                <a:ext uri="{FF2B5EF4-FFF2-40B4-BE49-F238E27FC236}">
                  <a16:creationId xmlns:a16="http://schemas.microsoft.com/office/drawing/2014/main" id="{E91178D2-AA1A-481F-9725-601099432ABE}"/>
                </a:ext>
              </a:extLst>
            </p:cNvPr>
            <p:cNvSpPr>
              <a:spLocks noChangeArrowheads="1"/>
            </p:cNvSpPr>
            <p:nvPr/>
          </p:nvSpPr>
          <p:spPr bwMode="auto">
            <a:xfrm>
              <a:off x="589" y="932"/>
              <a:ext cx="240" cy="234"/>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51277" name="Group 13">
              <a:extLst>
                <a:ext uri="{FF2B5EF4-FFF2-40B4-BE49-F238E27FC236}">
                  <a16:creationId xmlns:a16="http://schemas.microsoft.com/office/drawing/2014/main" id="{7CDAC568-F96C-4E5D-A415-7224A1D70F34}"/>
                </a:ext>
              </a:extLst>
            </p:cNvPr>
            <p:cNvGrpSpPr>
              <a:grpSpLocks/>
            </p:cNvGrpSpPr>
            <p:nvPr/>
          </p:nvGrpSpPr>
          <p:grpSpPr bwMode="auto">
            <a:xfrm>
              <a:off x="1200" y="568"/>
              <a:ext cx="316" cy="69"/>
              <a:chOff x="1776" y="2304"/>
              <a:chExt cx="511" cy="114"/>
            </a:xfrm>
          </p:grpSpPr>
          <p:sp>
            <p:nvSpPr>
              <p:cNvPr id="651278" name="Arc 14">
                <a:extLst>
                  <a:ext uri="{FF2B5EF4-FFF2-40B4-BE49-F238E27FC236}">
                    <a16:creationId xmlns:a16="http://schemas.microsoft.com/office/drawing/2014/main" id="{2CC70B3A-E306-43CF-97F1-3741DAAE1687}"/>
                  </a:ext>
                </a:extLst>
              </p:cNvPr>
              <p:cNvSpPr>
                <a:spLocks/>
              </p:cNvSpPr>
              <p:nvPr/>
            </p:nvSpPr>
            <p:spPr bwMode="auto">
              <a:xfrm rot="16200000" flipV="1">
                <a:off x="1783"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79" name="Arc 15">
                <a:extLst>
                  <a:ext uri="{FF2B5EF4-FFF2-40B4-BE49-F238E27FC236}">
                    <a16:creationId xmlns:a16="http://schemas.microsoft.com/office/drawing/2014/main" id="{260B7E49-F030-4264-99A1-67436EED167D}"/>
                  </a:ext>
                </a:extLst>
              </p:cNvPr>
              <p:cNvSpPr>
                <a:spLocks/>
              </p:cNvSpPr>
              <p:nvPr/>
            </p:nvSpPr>
            <p:spPr bwMode="auto">
              <a:xfrm rot="16200000" flipV="1">
                <a:off x="1911"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0" name="Arc 16">
                <a:extLst>
                  <a:ext uri="{FF2B5EF4-FFF2-40B4-BE49-F238E27FC236}">
                    <a16:creationId xmlns:a16="http://schemas.microsoft.com/office/drawing/2014/main" id="{4165D2D4-381C-441B-AA50-AEB34E3C8346}"/>
                  </a:ext>
                </a:extLst>
              </p:cNvPr>
              <p:cNvSpPr>
                <a:spLocks/>
              </p:cNvSpPr>
              <p:nvPr/>
            </p:nvSpPr>
            <p:spPr bwMode="auto">
              <a:xfrm rot="16200000" flipV="1">
                <a:off x="2040"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1" name="Arc 17">
                <a:extLst>
                  <a:ext uri="{FF2B5EF4-FFF2-40B4-BE49-F238E27FC236}">
                    <a16:creationId xmlns:a16="http://schemas.microsoft.com/office/drawing/2014/main" id="{A768BF43-3866-4EB0-81C0-007C7787AAD5}"/>
                  </a:ext>
                </a:extLst>
              </p:cNvPr>
              <p:cNvSpPr>
                <a:spLocks/>
              </p:cNvSpPr>
              <p:nvPr/>
            </p:nvSpPr>
            <p:spPr bwMode="auto">
              <a:xfrm rot="16200000" flipV="1">
                <a:off x="2167" y="2297"/>
                <a:ext cx="114" cy="127"/>
              </a:xfrm>
              <a:custGeom>
                <a:avLst/>
                <a:gdLst>
                  <a:gd name="G0" fmla="+- 1798 0 0"/>
                  <a:gd name="G1" fmla="+- 21600 0 0"/>
                  <a:gd name="G2" fmla="+- 21600 0 0"/>
                  <a:gd name="T0" fmla="*/ 1798 w 23398"/>
                  <a:gd name="T1" fmla="*/ 0 h 43200"/>
                  <a:gd name="T2" fmla="*/ 0 w 23398"/>
                  <a:gd name="T3" fmla="*/ 43125 h 43200"/>
                  <a:gd name="T4" fmla="*/ 1798 w 23398"/>
                  <a:gd name="T5" fmla="*/ 21600 h 43200"/>
                </a:gdLst>
                <a:ahLst/>
                <a:cxnLst>
                  <a:cxn ang="0">
                    <a:pos x="T0" y="T1"/>
                  </a:cxn>
                  <a:cxn ang="0">
                    <a:pos x="T2" y="T3"/>
                  </a:cxn>
                  <a:cxn ang="0">
                    <a:pos x="T4" y="T5"/>
                  </a:cxn>
                </a:cxnLst>
                <a:rect l="0" t="0" r="r" b="b"/>
                <a:pathLst>
                  <a:path w="23398" h="43200" fill="none" extrusionOk="0">
                    <a:moveTo>
                      <a:pt x="1797" y="0"/>
                    </a:moveTo>
                    <a:cubicBezTo>
                      <a:pt x="13727" y="0"/>
                      <a:pt x="23398" y="9670"/>
                      <a:pt x="23398" y="21600"/>
                    </a:cubicBezTo>
                    <a:cubicBezTo>
                      <a:pt x="23398" y="33529"/>
                      <a:pt x="13727" y="43200"/>
                      <a:pt x="1798" y="43200"/>
                    </a:cubicBezTo>
                    <a:cubicBezTo>
                      <a:pt x="1197" y="43200"/>
                      <a:pt x="598" y="43174"/>
                      <a:pt x="-1" y="43125"/>
                    </a:cubicBezTo>
                  </a:path>
                  <a:path w="23398" h="43200" stroke="0" extrusionOk="0">
                    <a:moveTo>
                      <a:pt x="1797" y="0"/>
                    </a:moveTo>
                    <a:cubicBezTo>
                      <a:pt x="13727" y="0"/>
                      <a:pt x="23398" y="9670"/>
                      <a:pt x="23398" y="21600"/>
                    </a:cubicBezTo>
                    <a:cubicBezTo>
                      <a:pt x="23398" y="33529"/>
                      <a:pt x="13727" y="43200"/>
                      <a:pt x="1798" y="43200"/>
                    </a:cubicBezTo>
                    <a:cubicBezTo>
                      <a:pt x="1197" y="43200"/>
                      <a:pt x="598" y="43174"/>
                      <a:pt x="-1" y="43125"/>
                    </a:cubicBezTo>
                    <a:lnTo>
                      <a:pt x="1798"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651282" name="Group 18">
              <a:extLst>
                <a:ext uri="{FF2B5EF4-FFF2-40B4-BE49-F238E27FC236}">
                  <a16:creationId xmlns:a16="http://schemas.microsoft.com/office/drawing/2014/main" id="{D31D8ECC-C072-4926-BB0D-138CF9A1B1CA}"/>
                </a:ext>
              </a:extLst>
            </p:cNvPr>
            <p:cNvGrpSpPr>
              <a:grpSpLocks/>
            </p:cNvGrpSpPr>
            <p:nvPr/>
          </p:nvGrpSpPr>
          <p:grpSpPr bwMode="auto">
            <a:xfrm>
              <a:off x="1707" y="1026"/>
              <a:ext cx="216" cy="68"/>
              <a:chOff x="2016" y="1926"/>
              <a:chExt cx="180" cy="96"/>
            </a:xfrm>
          </p:grpSpPr>
          <p:sp>
            <p:nvSpPr>
              <p:cNvPr id="651283" name="Line 19">
                <a:extLst>
                  <a:ext uri="{FF2B5EF4-FFF2-40B4-BE49-F238E27FC236}">
                    <a16:creationId xmlns:a16="http://schemas.microsoft.com/office/drawing/2014/main" id="{43E602AF-A1E4-4C35-90AD-2153C43D4DCA}"/>
                  </a:ext>
                </a:extLst>
              </p:cNvPr>
              <p:cNvSpPr>
                <a:spLocks noChangeShapeType="1"/>
              </p:cNvSpPr>
              <p:nvPr/>
            </p:nvSpPr>
            <p:spPr bwMode="auto">
              <a:xfrm>
                <a:off x="2016" y="1926"/>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4" name="Line 20">
                <a:extLst>
                  <a:ext uri="{FF2B5EF4-FFF2-40B4-BE49-F238E27FC236}">
                    <a16:creationId xmlns:a16="http://schemas.microsoft.com/office/drawing/2014/main" id="{B006B865-050D-4FC5-866D-5A26F2AEEDC2}"/>
                  </a:ext>
                </a:extLst>
              </p:cNvPr>
              <p:cNvSpPr>
                <a:spLocks noChangeShapeType="1"/>
              </p:cNvSpPr>
              <p:nvPr/>
            </p:nvSpPr>
            <p:spPr bwMode="auto">
              <a:xfrm>
                <a:off x="2016" y="2022"/>
                <a:ext cx="18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51285" name="Line 21">
              <a:extLst>
                <a:ext uri="{FF2B5EF4-FFF2-40B4-BE49-F238E27FC236}">
                  <a16:creationId xmlns:a16="http://schemas.microsoft.com/office/drawing/2014/main" id="{F8ECEDD3-E8A0-4691-866F-924E74F3FBA3}"/>
                </a:ext>
              </a:extLst>
            </p:cNvPr>
            <p:cNvSpPr>
              <a:spLocks noChangeShapeType="1"/>
            </p:cNvSpPr>
            <p:nvPr/>
          </p:nvSpPr>
          <p:spPr bwMode="auto">
            <a:xfrm>
              <a:off x="700" y="638"/>
              <a:ext cx="5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6" name="Line 22">
              <a:extLst>
                <a:ext uri="{FF2B5EF4-FFF2-40B4-BE49-F238E27FC236}">
                  <a16:creationId xmlns:a16="http://schemas.microsoft.com/office/drawing/2014/main" id="{BF57A2FA-7B9D-495F-BE53-389575D77CEF}"/>
                </a:ext>
              </a:extLst>
            </p:cNvPr>
            <p:cNvSpPr>
              <a:spLocks noChangeShapeType="1"/>
            </p:cNvSpPr>
            <p:nvPr/>
          </p:nvSpPr>
          <p:spPr bwMode="auto">
            <a:xfrm>
              <a:off x="1516" y="638"/>
              <a:ext cx="9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7" name="Line 23">
              <a:extLst>
                <a:ext uri="{FF2B5EF4-FFF2-40B4-BE49-F238E27FC236}">
                  <a16:creationId xmlns:a16="http://schemas.microsoft.com/office/drawing/2014/main" id="{C1B361E2-C9DE-47A1-9F0F-2ED042D7DA07}"/>
                </a:ext>
              </a:extLst>
            </p:cNvPr>
            <p:cNvSpPr>
              <a:spLocks noChangeShapeType="1"/>
            </p:cNvSpPr>
            <p:nvPr/>
          </p:nvSpPr>
          <p:spPr bwMode="auto">
            <a:xfrm>
              <a:off x="700" y="638"/>
              <a:ext cx="0" cy="8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8" name="Line 24">
              <a:extLst>
                <a:ext uri="{FF2B5EF4-FFF2-40B4-BE49-F238E27FC236}">
                  <a16:creationId xmlns:a16="http://schemas.microsoft.com/office/drawing/2014/main" id="{2C594886-7709-452E-8C17-94142FA57E11}"/>
                </a:ext>
              </a:extLst>
            </p:cNvPr>
            <p:cNvSpPr>
              <a:spLocks noChangeShapeType="1"/>
            </p:cNvSpPr>
            <p:nvPr/>
          </p:nvSpPr>
          <p:spPr bwMode="auto">
            <a:xfrm>
              <a:off x="700" y="1460"/>
              <a:ext cx="17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89" name="Line 25">
              <a:extLst>
                <a:ext uri="{FF2B5EF4-FFF2-40B4-BE49-F238E27FC236}">
                  <a16:creationId xmlns:a16="http://schemas.microsoft.com/office/drawing/2014/main" id="{8915434C-D3B0-437F-9211-E415F09A5804}"/>
                </a:ext>
              </a:extLst>
            </p:cNvPr>
            <p:cNvSpPr>
              <a:spLocks noChangeShapeType="1"/>
            </p:cNvSpPr>
            <p:nvPr/>
          </p:nvSpPr>
          <p:spPr bwMode="auto">
            <a:xfrm>
              <a:off x="2416" y="640"/>
              <a:ext cx="0" cy="8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90" name="Rectangle 26">
              <a:extLst>
                <a:ext uri="{FF2B5EF4-FFF2-40B4-BE49-F238E27FC236}">
                  <a16:creationId xmlns:a16="http://schemas.microsoft.com/office/drawing/2014/main" id="{3D06CAB9-B47E-4982-A4A8-13995F0DA824}"/>
                </a:ext>
              </a:extLst>
            </p:cNvPr>
            <p:cNvSpPr>
              <a:spLocks noChangeArrowheads="1"/>
            </p:cNvSpPr>
            <p:nvPr/>
          </p:nvSpPr>
          <p:spPr bwMode="auto">
            <a:xfrm>
              <a:off x="2369" y="937"/>
              <a:ext cx="96" cy="240"/>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51291" name="Line 27">
              <a:extLst>
                <a:ext uri="{FF2B5EF4-FFF2-40B4-BE49-F238E27FC236}">
                  <a16:creationId xmlns:a16="http://schemas.microsoft.com/office/drawing/2014/main" id="{6BE005FC-0B9E-413A-A446-1E04A809CF81}"/>
                </a:ext>
              </a:extLst>
            </p:cNvPr>
            <p:cNvSpPr>
              <a:spLocks noChangeShapeType="1"/>
            </p:cNvSpPr>
            <p:nvPr/>
          </p:nvSpPr>
          <p:spPr bwMode="auto">
            <a:xfrm>
              <a:off x="1822" y="640"/>
              <a:ext cx="0" cy="3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92" name="Line 28">
              <a:extLst>
                <a:ext uri="{FF2B5EF4-FFF2-40B4-BE49-F238E27FC236}">
                  <a16:creationId xmlns:a16="http://schemas.microsoft.com/office/drawing/2014/main" id="{C7AEAE0D-E46F-40D9-BD63-5ADE982B8A1A}"/>
                </a:ext>
              </a:extLst>
            </p:cNvPr>
            <p:cNvSpPr>
              <a:spLocks noChangeShapeType="1"/>
            </p:cNvSpPr>
            <p:nvPr/>
          </p:nvSpPr>
          <p:spPr bwMode="auto">
            <a:xfrm flipV="1">
              <a:off x="1828" y="1094"/>
              <a:ext cx="0" cy="3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93" name="Line 29">
              <a:extLst>
                <a:ext uri="{FF2B5EF4-FFF2-40B4-BE49-F238E27FC236}">
                  <a16:creationId xmlns:a16="http://schemas.microsoft.com/office/drawing/2014/main" id="{CC39D066-3FA5-419B-9595-527DDB8FA63F}"/>
                </a:ext>
              </a:extLst>
            </p:cNvPr>
            <p:cNvSpPr>
              <a:spLocks noChangeShapeType="1"/>
            </p:cNvSpPr>
            <p:nvPr/>
          </p:nvSpPr>
          <p:spPr bwMode="auto">
            <a:xfrm>
              <a:off x="804" y="1268"/>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651294" name="Group 30">
              <a:extLst>
                <a:ext uri="{FF2B5EF4-FFF2-40B4-BE49-F238E27FC236}">
                  <a16:creationId xmlns:a16="http://schemas.microsoft.com/office/drawing/2014/main" id="{E78C2175-759E-49F0-8375-76928976DB97}"/>
                </a:ext>
              </a:extLst>
            </p:cNvPr>
            <p:cNvGrpSpPr>
              <a:grpSpLocks/>
            </p:cNvGrpSpPr>
            <p:nvPr/>
          </p:nvGrpSpPr>
          <p:grpSpPr bwMode="auto">
            <a:xfrm>
              <a:off x="804" y="808"/>
              <a:ext cx="88" cy="88"/>
              <a:chOff x="1706" y="2449"/>
              <a:chExt cx="88" cy="88"/>
            </a:xfrm>
          </p:grpSpPr>
          <p:sp>
            <p:nvSpPr>
              <p:cNvPr id="651295" name="Line 31">
                <a:extLst>
                  <a:ext uri="{FF2B5EF4-FFF2-40B4-BE49-F238E27FC236}">
                    <a16:creationId xmlns:a16="http://schemas.microsoft.com/office/drawing/2014/main" id="{7E3829B6-EEC3-4A8E-B62D-5F26A438AA51}"/>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296" name="Line 32">
                <a:extLst>
                  <a:ext uri="{FF2B5EF4-FFF2-40B4-BE49-F238E27FC236}">
                    <a16:creationId xmlns:a16="http://schemas.microsoft.com/office/drawing/2014/main" id="{580630F2-7F46-4D6F-A527-3BF4FCB81043}"/>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51297" name="Text Box 33">
              <a:extLst>
                <a:ext uri="{FF2B5EF4-FFF2-40B4-BE49-F238E27FC236}">
                  <a16:creationId xmlns:a16="http://schemas.microsoft.com/office/drawing/2014/main" id="{C137BFB7-C186-4EF5-BE9A-D8991BCD1427}"/>
                </a:ext>
              </a:extLst>
            </p:cNvPr>
            <p:cNvSpPr txBox="1">
              <a:spLocks noChangeArrowheads="1"/>
            </p:cNvSpPr>
            <p:nvPr/>
          </p:nvSpPr>
          <p:spPr bwMode="auto">
            <a:xfrm>
              <a:off x="1147" y="608"/>
              <a:ext cx="4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X</a:t>
              </a:r>
              <a:r>
                <a:rPr kumimoji="1" lang="en-US" altLang="zh-CN" sz="2400" b="1" i="1" baseline="-25000">
                  <a:latin typeface="Times New Roman" panose="02020603050405020304" pitchFamily="18" charset="0"/>
                </a:rPr>
                <a:t>L</a:t>
              </a:r>
              <a:r>
                <a:rPr kumimoji="1" lang="en-US" altLang="zh-CN" sz="2400" b="1" baseline="-25000">
                  <a:latin typeface="Times New Roman" panose="02020603050405020304" pitchFamily="18" charset="0"/>
                </a:rPr>
                <a:t>4</a:t>
              </a:r>
              <a:endParaRPr kumimoji="1" lang="en-US" altLang="zh-CN" sz="2400" b="1" i="1" baseline="-25000">
                <a:latin typeface="Times New Roman" panose="02020603050405020304" pitchFamily="18" charset="0"/>
              </a:endParaRPr>
            </a:p>
          </p:txBody>
        </p:sp>
        <p:sp>
          <p:nvSpPr>
            <p:cNvPr id="651298" name="Text Box 34">
              <a:extLst>
                <a:ext uri="{FF2B5EF4-FFF2-40B4-BE49-F238E27FC236}">
                  <a16:creationId xmlns:a16="http://schemas.microsoft.com/office/drawing/2014/main" id="{9503931E-2856-40CC-BD6C-D850A4D03CE2}"/>
                </a:ext>
              </a:extLst>
            </p:cNvPr>
            <p:cNvSpPr txBox="1">
              <a:spLocks noChangeArrowheads="1"/>
            </p:cNvSpPr>
            <p:nvPr/>
          </p:nvSpPr>
          <p:spPr bwMode="auto">
            <a:xfrm>
              <a:off x="2131" y="91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b="1" i="1">
                  <a:latin typeface="Times New Roman" panose="02020603050405020304" pitchFamily="18" charset="0"/>
                </a:rPr>
                <a:t>R</a:t>
              </a:r>
            </a:p>
          </p:txBody>
        </p:sp>
        <p:grpSp>
          <p:nvGrpSpPr>
            <p:cNvPr id="651299" name="Group 35">
              <a:extLst>
                <a:ext uri="{FF2B5EF4-FFF2-40B4-BE49-F238E27FC236}">
                  <a16:creationId xmlns:a16="http://schemas.microsoft.com/office/drawing/2014/main" id="{9CD3CC83-08A2-40EB-A6F7-756942FFA605}"/>
                </a:ext>
              </a:extLst>
            </p:cNvPr>
            <p:cNvGrpSpPr>
              <a:grpSpLocks/>
            </p:cNvGrpSpPr>
            <p:nvPr/>
          </p:nvGrpSpPr>
          <p:grpSpPr bwMode="auto">
            <a:xfrm>
              <a:off x="2532" y="823"/>
              <a:ext cx="88" cy="88"/>
              <a:chOff x="1706" y="2449"/>
              <a:chExt cx="88" cy="88"/>
            </a:xfrm>
          </p:grpSpPr>
          <p:sp>
            <p:nvSpPr>
              <p:cNvPr id="651300" name="Line 36">
                <a:extLst>
                  <a:ext uri="{FF2B5EF4-FFF2-40B4-BE49-F238E27FC236}">
                    <a16:creationId xmlns:a16="http://schemas.microsoft.com/office/drawing/2014/main" id="{EB147252-EFBA-4760-80A2-30E365CBAE15}"/>
                  </a:ext>
                </a:extLst>
              </p:cNvPr>
              <p:cNvSpPr>
                <a:spLocks noChangeShapeType="1"/>
              </p:cNvSpPr>
              <p:nvPr/>
            </p:nvSpPr>
            <p:spPr bwMode="auto">
              <a:xfrm>
                <a:off x="1706" y="2496"/>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1301" name="Line 37">
                <a:extLst>
                  <a:ext uri="{FF2B5EF4-FFF2-40B4-BE49-F238E27FC236}">
                    <a16:creationId xmlns:a16="http://schemas.microsoft.com/office/drawing/2014/main" id="{DAB24E2A-E534-4225-B1D3-CF035CCDC4FA}"/>
                  </a:ext>
                </a:extLst>
              </p:cNvPr>
              <p:cNvSpPr>
                <a:spLocks noChangeShapeType="1"/>
              </p:cNvSpPr>
              <p:nvPr/>
            </p:nvSpPr>
            <p:spPr bwMode="auto">
              <a:xfrm rot="-5400000">
                <a:off x="1703" y="2493"/>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651302" name="Line 38">
              <a:extLst>
                <a:ext uri="{FF2B5EF4-FFF2-40B4-BE49-F238E27FC236}">
                  <a16:creationId xmlns:a16="http://schemas.microsoft.com/office/drawing/2014/main" id="{8913D725-D5D6-44C6-9249-DDF70210627F}"/>
                </a:ext>
              </a:extLst>
            </p:cNvPr>
            <p:cNvSpPr>
              <a:spLocks noChangeShapeType="1"/>
            </p:cNvSpPr>
            <p:nvPr/>
          </p:nvSpPr>
          <p:spPr bwMode="auto">
            <a:xfrm>
              <a:off x="2535" y="1247"/>
              <a:ext cx="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651303" name="Object 39">
              <a:extLst>
                <a:ext uri="{FF2B5EF4-FFF2-40B4-BE49-F238E27FC236}">
                  <a16:creationId xmlns:a16="http://schemas.microsoft.com/office/drawing/2014/main" id="{0F2B46BF-3735-490E-AB8D-4C1274A2F4C3}"/>
                </a:ext>
              </a:extLst>
            </p:cNvPr>
            <p:cNvGraphicFramePr>
              <a:graphicFrameLocks noChangeAspect="1"/>
            </p:cNvGraphicFramePr>
            <p:nvPr/>
          </p:nvGraphicFramePr>
          <p:xfrm>
            <a:off x="829" y="921"/>
            <a:ext cx="311" cy="268"/>
          </p:xfrm>
          <a:graphic>
            <a:graphicData uri="http://schemas.openxmlformats.org/presentationml/2006/ole">
              <mc:AlternateContent xmlns:mc="http://schemas.openxmlformats.org/markup-compatibility/2006">
                <mc:Choice xmlns:v="urn:schemas-microsoft-com:vml" Requires="v">
                  <p:oleObj name="Equation" r:id="rId17" imgW="279360" imgH="241200" progId="Equation.DSMT4">
                    <p:embed/>
                  </p:oleObj>
                </mc:Choice>
                <mc:Fallback>
                  <p:oleObj name="Equation" r:id="rId17" imgW="279360" imgH="241200" progId="Equation.DSMT4">
                    <p:embed/>
                    <p:pic>
                      <p:nvPicPr>
                        <p:cNvPr id="651303" name="Object 39">
                          <a:extLst>
                            <a:ext uri="{FF2B5EF4-FFF2-40B4-BE49-F238E27FC236}">
                              <a16:creationId xmlns:a16="http://schemas.microsoft.com/office/drawing/2014/main" id="{0F2B46BF-3735-490E-AB8D-4C1274A2F4C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9" y="921"/>
                          <a:ext cx="311"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1304" name="Object 40">
              <a:extLst>
                <a:ext uri="{FF2B5EF4-FFF2-40B4-BE49-F238E27FC236}">
                  <a16:creationId xmlns:a16="http://schemas.microsoft.com/office/drawing/2014/main" id="{7F408069-30AD-4C7B-819B-DBAB4A87A946}"/>
                </a:ext>
              </a:extLst>
            </p:cNvPr>
            <p:cNvGraphicFramePr>
              <a:graphicFrameLocks noChangeAspect="1"/>
            </p:cNvGraphicFramePr>
            <p:nvPr/>
          </p:nvGraphicFramePr>
          <p:xfrm>
            <a:off x="2478" y="904"/>
            <a:ext cx="350" cy="302"/>
          </p:xfrm>
          <a:graphic>
            <a:graphicData uri="http://schemas.openxmlformats.org/presentationml/2006/ole">
              <mc:AlternateContent xmlns:mc="http://schemas.openxmlformats.org/markup-compatibility/2006">
                <mc:Choice xmlns:v="urn:schemas-microsoft-com:vml" Requires="v">
                  <p:oleObj name="Equation" r:id="rId19" imgW="279360" imgH="241200" progId="Equation.DSMT4">
                    <p:embed/>
                  </p:oleObj>
                </mc:Choice>
                <mc:Fallback>
                  <p:oleObj name="Equation" r:id="rId19" imgW="279360" imgH="241200" progId="Equation.DSMT4">
                    <p:embed/>
                    <p:pic>
                      <p:nvPicPr>
                        <p:cNvPr id="651304" name="Object 40">
                          <a:extLst>
                            <a:ext uri="{FF2B5EF4-FFF2-40B4-BE49-F238E27FC236}">
                              <a16:creationId xmlns:a16="http://schemas.microsoft.com/office/drawing/2014/main" id="{7F408069-30AD-4C7B-819B-DBAB4A87A94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78" y="904"/>
                          <a:ext cx="350"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1305" name="Text Box 41">
              <a:extLst>
                <a:ext uri="{FF2B5EF4-FFF2-40B4-BE49-F238E27FC236}">
                  <a16:creationId xmlns:a16="http://schemas.microsoft.com/office/drawing/2014/main" id="{982A1B91-093C-4F83-A579-B9BF4FDE8EA7}"/>
                </a:ext>
              </a:extLst>
            </p:cNvPr>
            <p:cNvSpPr txBox="1">
              <a:spLocks noChangeArrowheads="1"/>
            </p:cNvSpPr>
            <p:nvPr/>
          </p:nvSpPr>
          <p:spPr bwMode="auto">
            <a:xfrm>
              <a:off x="1288" y="912"/>
              <a:ext cx="4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X</a:t>
              </a:r>
              <a:r>
                <a:rPr kumimoji="1" lang="en-US" altLang="zh-CN" sz="2400" b="1" i="1" baseline="-25000">
                  <a:latin typeface="Times New Roman" panose="02020603050405020304" pitchFamily="18" charset="0"/>
                </a:rPr>
                <a:t>C</a:t>
              </a:r>
              <a:r>
                <a:rPr kumimoji="1" lang="en-US" altLang="zh-CN" sz="2400" b="1" baseline="-25000">
                  <a:latin typeface="Times New Roman" panose="02020603050405020304" pitchFamily="18" charset="0"/>
                </a:rPr>
                <a:t>4</a:t>
              </a:r>
              <a:endParaRPr kumimoji="1" lang="en-US" altLang="zh-CN" sz="2400" b="1" i="1" baseline="-250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1270"/>
                                        </p:tgtEl>
                                        <p:attrNameLst>
                                          <p:attrName>style.visibility</p:attrName>
                                        </p:attrNameLst>
                                      </p:cBhvr>
                                      <p:to>
                                        <p:strVal val="visible"/>
                                      </p:to>
                                    </p:set>
                                    <p:animEffect transition="in" filter="dissolve">
                                      <p:cBhvr>
                                        <p:cTn id="7" dur="500"/>
                                        <p:tgtEl>
                                          <p:spTgt spid="6512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51266"/>
                                        </p:tgtEl>
                                        <p:attrNameLst>
                                          <p:attrName>style.visibility</p:attrName>
                                        </p:attrNameLst>
                                      </p:cBhvr>
                                      <p:to>
                                        <p:strVal val="visible"/>
                                      </p:to>
                                    </p:set>
                                    <p:animEffect transition="in" filter="dissolve">
                                      <p:cBhvr>
                                        <p:cTn id="12" dur="500"/>
                                        <p:tgtEl>
                                          <p:spTgt spid="6512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51267"/>
                                        </p:tgtEl>
                                        <p:attrNameLst>
                                          <p:attrName>style.visibility</p:attrName>
                                        </p:attrNameLst>
                                      </p:cBhvr>
                                      <p:to>
                                        <p:strVal val="visible"/>
                                      </p:to>
                                    </p:set>
                                    <p:animEffect transition="in" filter="dissolve">
                                      <p:cBhvr>
                                        <p:cTn id="17" dur="500"/>
                                        <p:tgtEl>
                                          <p:spTgt spid="6512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51268"/>
                                        </p:tgtEl>
                                        <p:attrNameLst>
                                          <p:attrName>style.visibility</p:attrName>
                                        </p:attrNameLst>
                                      </p:cBhvr>
                                      <p:to>
                                        <p:strVal val="visible"/>
                                      </p:to>
                                    </p:set>
                                    <p:animEffect transition="in" filter="dissolve">
                                      <p:cBhvr>
                                        <p:cTn id="22" dur="500"/>
                                        <p:tgtEl>
                                          <p:spTgt spid="6512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51269"/>
                                        </p:tgtEl>
                                        <p:attrNameLst>
                                          <p:attrName>style.visibility</p:attrName>
                                        </p:attrNameLst>
                                      </p:cBhvr>
                                      <p:to>
                                        <p:strVal val="visible"/>
                                      </p:to>
                                    </p:set>
                                    <p:animEffect transition="in" filter="dissolve">
                                      <p:cBhvr>
                                        <p:cTn id="27" dur="500"/>
                                        <p:tgtEl>
                                          <p:spTgt spid="6512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51274"/>
                                        </p:tgtEl>
                                        <p:attrNameLst>
                                          <p:attrName>style.visibility</p:attrName>
                                        </p:attrNameLst>
                                      </p:cBhvr>
                                      <p:to>
                                        <p:strVal val="visible"/>
                                      </p:to>
                                    </p:set>
                                    <p:animEffect transition="in" filter="dissolve">
                                      <p:cBhvr>
                                        <p:cTn id="32" dur="500"/>
                                        <p:tgtEl>
                                          <p:spTgt spid="651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2290" name="Object 2">
            <a:extLst>
              <a:ext uri="{FF2B5EF4-FFF2-40B4-BE49-F238E27FC236}">
                <a16:creationId xmlns:a16="http://schemas.microsoft.com/office/drawing/2014/main" id="{ADFDE524-4F45-40ED-9E54-E4CF09519AFF}"/>
              </a:ext>
            </a:extLst>
          </p:cNvPr>
          <p:cNvGraphicFramePr>
            <a:graphicFrameLocks noChangeAspect="1"/>
          </p:cNvGraphicFramePr>
          <p:nvPr/>
        </p:nvGraphicFramePr>
        <p:xfrm>
          <a:off x="1368425" y="4905375"/>
          <a:ext cx="2208213" cy="519113"/>
        </p:xfrm>
        <a:graphic>
          <a:graphicData uri="http://schemas.openxmlformats.org/presentationml/2006/ole">
            <mc:AlternateContent xmlns:mc="http://schemas.openxmlformats.org/markup-compatibility/2006">
              <mc:Choice xmlns:v="urn:schemas-microsoft-com:vml" Requires="v">
                <p:oleObj name="Equation" r:id="rId3" imgW="1015920" imgH="228600" progId="Equation.3">
                  <p:embed/>
                </p:oleObj>
              </mc:Choice>
              <mc:Fallback>
                <p:oleObj name="Equation" r:id="rId3" imgW="1015920" imgH="228600" progId="Equation.3">
                  <p:embed/>
                  <p:pic>
                    <p:nvPicPr>
                      <p:cNvPr id="652290" name="Object 2">
                        <a:extLst>
                          <a:ext uri="{FF2B5EF4-FFF2-40B4-BE49-F238E27FC236}">
                            <a16:creationId xmlns:a16="http://schemas.microsoft.com/office/drawing/2014/main" id="{ADFDE524-4F45-40ED-9E54-E4CF09519A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8425" y="4905375"/>
                        <a:ext cx="2208213" cy="519113"/>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1" name="Object 3">
            <a:extLst>
              <a:ext uri="{FF2B5EF4-FFF2-40B4-BE49-F238E27FC236}">
                <a16:creationId xmlns:a16="http://schemas.microsoft.com/office/drawing/2014/main" id="{7211AE03-B2BC-4CB3-BE7E-061D8BC289B4}"/>
              </a:ext>
            </a:extLst>
          </p:cNvPr>
          <p:cNvGraphicFramePr>
            <a:graphicFrameLocks noChangeAspect="1"/>
          </p:cNvGraphicFramePr>
          <p:nvPr/>
        </p:nvGraphicFramePr>
        <p:xfrm>
          <a:off x="1692275" y="5445125"/>
          <a:ext cx="4776788" cy="454025"/>
        </p:xfrm>
        <a:graphic>
          <a:graphicData uri="http://schemas.openxmlformats.org/presentationml/2006/ole">
            <mc:AlternateContent xmlns:mc="http://schemas.openxmlformats.org/markup-compatibility/2006">
              <mc:Choice xmlns:v="urn:schemas-microsoft-com:vml" Requires="v">
                <p:oleObj name="Equation" r:id="rId5" imgW="2501640" imgH="228600" progId="Equation.3">
                  <p:embed/>
                </p:oleObj>
              </mc:Choice>
              <mc:Fallback>
                <p:oleObj name="Equation" r:id="rId5" imgW="2501640" imgH="228600" progId="Equation.3">
                  <p:embed/>
                  <p:pic>
                    <p:nvPicPr>
                      <p:cNvPr id="652291" name="Object 3">
                        <a:extLst>
                          <a:ext uri="{FF2B5EF4-FFF2-40B4-BE49-F238E27FC236}">
                            <a16:creationId xmlns:a16="http://schemas.microsoft.com/office/drawing/2014/main" id="{7211AE03-B2BC-4CB3-BE7E-061D8BC289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5445125"/>
                        <a:ext cx="4776788"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2" name="Object 4">
            <a:extLst>
              <a:ext uri="{FF2B5EF4-FFF2-40B4-BE49-F238E27FC236}">
                <a16:creationId xmlns:a16="http://schemas.microsoft.com/office/drawing/2014/main" id="{AD5EBB22-EE58-4A66-B998-C015AE709623}"/>
              </a:ext>
            </a:extLst>
          </p:cNvPr>
          <p:cNvGraphicFramePr>
            <a:graphicFrameLocks noChangeAspect="1"/>
          </p:cNvGraphicFramePr>
          <p:nvPr/>
        </p:nvGraphicFramePr>
        <p:xfrm>
          <a:off x="1116013" y="765175"/>
          <a:ext cx="3128962" cy="552450"/>
        </p:xfrm>
        <a:graphic>
          <a:graphicData uri="http://schemas.openxmlformats.org/presentationml/2006/ole">
            <mc:AlternateContent xmlns:mc="http://schemas.openxmlformats.org/markup-compatibility/2006">
              <mc:Choice xmlns:v="urn:schemas-microsoft-com:vml" Requires="v">
                <p:oleObj name="Equation" r:id="rId7" imgW="1282680" imgH="228600" progId="Equation.3">
                  <p:embed/>
                </p:oleObj>
              </mc:Choice>
              <mc:Fallback>
                <p:oleObj name="Equation" r:id="rId7" imgW="1282680" imgH="228600" progId="Equation.3">
                  <p:embed/>
                  <p:pic>
                    <p:nvPicPr>
                      <p:cNvPr id="652292" name="Object 4">
                        <a:extLst>
                          <a:ext uri="{FF2B5EF4-FFF2-40B4-BE49-F238E27FC236}">
                            <a16:creationId xmlns:a16="http://schemas.microsoft.com/office/drawing/2014/main" id="{AD5EBB22-EE58-4A66-B998-C015AE7096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765175"/>
                        <a:ext cx="3128962"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3" name="Object 5">
            <a:extLst>
              <a:ext uri="{FF2B5EF4-FFF2-40B4-BE49-F238E27FC236}">
                <a16:creationId xmlns:a16="http://schemas.microsoft.com/office/drawing/2014/main" id="{3421DA98-BB51-476E-8F49-3E37D147CF9C}"/>
              </a:ext>
            </a:extLst>
          </p:cNvPr>
          <p:cNvGraphicFramePr>
            <a:graphicFrameLocks noChangeAspect="1"/>
          </p:cNvGraphicFramePr>
          <p:nvPr/>
        </p:nvGraphicFramePr>
        <p:xfrm>
          <a:off x="1655763" y="1449388"/>
          <a:ext cx="7156450" cy="493712"/>
        </p:xfrm>
        <a:graphic>
          <a:graphicData uri="http://schemas.openxmlformats.org/presentationml/2006/ole">
            <mc:AlternateContent xmlns:mc="http://schemas.openxmlformats.org/markup-compatibility/2006">
              <mc:Choice xmlns:v="urn:schemas-microsoft-com:vml" Requires="v">
                <p:oleObj name="Equation" r:id="rId9" imgW="3327120" imgH="228600" progId="Equation.3">
                  <p:embed/>
                </p:oleObj>
              </mc:Choice>
              <mc:Fallback>
                <p:oleObj name="Equation" r:id="rId9" imgW="3327120" imgH="228600" progId="Equation.3">
                  <p:embed/>
                  <p:pic>
                    <p:nvPicPr>
                      <p:cNvPr id="652293" name="Object 5">
                        <a:extLst>
                          <a:ext uri="{FF2B5EF4-FFF2-40B4-BE49-F238E27FC236}">
                            <a16:creationId xmlns:a16="http://schemas.microsoft.com/office/drawing/2014/main" id="{3421DA98-BB51-476E-8F49-3E37D147CF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5763" y="1449388"/>
                        <a:ext cx="7156450"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5" name="Object 7">
            <a:extLst>
              <a:ext uri="{FF2B5EF4-FFF2-40B4-BE49-F238E27FC236}">
                <a16:creationId xmlns:a16="http://schemas.microsoft.com/office/drawing/2014/main" id="{6C369EDC-B0CA-4B77-BEB2-35F1DDF5DABA}"/>
              </a:ext>
            </a:extLst>
          </p:cNvPr>
          <p:cNvGraphicFramePr>
            <a:graphicFrameLocks noChangeAspect="1"/>
          </p:cNvGraphicFramePr>
          <p:nvPr/>
        </p:nvGraphicFramePr>
        <p:xfrm>
          <a:off x="1770063" y="3708400"/>
          <a:ext cx="4276725" cy="498475"/>
        </p:xfrm>
        <a:graphic>
          <a:graphicData uri="http://schemas.openxmlformats.org/presentationml/2006/ole">
            <mc:AlternateContent xmlns:mc="http://schemas.openxmlformats.org/markup-compatibility/2006">
              <mc:Choice xmlns:v="urn:schemas-microsoft-com:vml" Requires="v">
                <p:oleObj name="Equation" r:id="rId11" imgW="2070000" imgH="241200" progId="Equation.3">
                  <p:embed/>
                </p:oleObj>
              </mc:Choice>
              <mc:Fallback>
                <p:oleObj name="Equation" r:id="rId11" imgW="2070000" imgH="241200" progId="Equation.3">
                  <p:embed/>
                  <p:pic>
                    <p:nvPicPr>
                      <p:cNvPr id="652295" name="Object 7">
                        <a:extLst>
                          <a:ext uri="{FF2B5EF4-FFF2-40B4-BE49-F238E27FC236}">
                            <a16:creationId xmlns:a16="http://schemas.microsoft.com/office/drawing/2014/main" id="{6C369EDC-B0CA-4B77-BEB2-35F1DDF5DAB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0063" y="3708400"/>
                        <a:ext cx="4276725" cy="4984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296" name="Object 8">
            <a:extLst>
              <a:ext uri="{FF2B5EF4-FFF2-40B4-BE49-F238E27FC236}">
                <a16:creationId xmlns:a16="http://schemas.microsoft.com/office/drawing/2014/main" id="{01746733-EBEA-42CF-83D1-3E3F89BDFD73}"/>
              </a:ext>
            </a:extLst>
          </p:cNvPr>
          <p:cNvGraphicFramePr>
            <a:graphicFrameLocks noChangeAspect="1"/>
          </p:cNvGraphicFramePr>
          <p:nvPr/>
        </p:nvGraphicFramePr>
        <p:xfrm>
          <a:off x="1331913" y="2636838"/>
          <a:ext cx="3709987" cy="933450"/>
        </p:xfrm>
        <a:graphic>
          <a:graphicData uri="http://schemas.openxmlformats.org/presentationml/2006/ole">
            <mc:AlternateContent xmlns:mc="http://schemas.openxmlformats.org/markup-compatibility/2006">
              <mc:Choice xmlns:v="urn:schemas-microsoft-com:vml" Requires="v">
                <p:oleObj name="Equation" r:id="rId13" imgW="1866600" imgH="469800" progId="Equation.3">
                  <p:embed/>
                </p:oleObj>
              </mc:Choice>
              <mc:Fallback>
                <p:oleObj name="Equation" r:id="rId13" imgW="1866600" imgH="469800" progId="Equation.3">
                  <p:embed/>
                  <p:pic>
                    <p:nvPicPr>
                      <p:cNvPr id="652296" name="Object 8">
                        <a:extLst>
                          <a:ext uri="{FF2B5EF4-FFF2-40B4-BE49-F238E27FC236}">
                            <a16:creationId xmlns:a16="http://schemas.microsoft.com/office/drawing/2014/main" id="{01746733-EBEA-42CF-83D1-3E3F89BDFD7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31913" y="2636838"/>
                        <a:ext cx="3709987" cy="9334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2303" name="Rectangle 15">
            <a:extLst>
              <a:ext uri="{FF2B5EF4-FFF2-40B4-BE49-F238E27FC236}">
                <a16:creationId xmlns:a16="http://schemas.microsoft.com/office/drawing/2014/main" id="{DB0929D4-4303-4B0C-A535-FA3CC1261792}"/>
              </a:ext>
            </a:extLst>
          </p:cNvPr>
          <p:cNvSpPr>
            <a:spLocks noChangeArrowheads="1"/>
          </p:cNvSpPr>
          <p:nvPr/>
        </p:nvSpPr>
        <p:spPr bwMode="auto">
          <a:xfrm>
            <a:off x="179388" y="260350"/>
            <a:ext cx="4425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latin typeface="宋体" panose="02010600030101010101" pitchFamily="2" charset="-122"/>
                <a:sym typeface="Wingdings" panose="05000000000000000000" pitchFamily="2" charset="2"/>
              </a:rPr>
              <a:t>电阻</a:t>
            </a:r>
            <a:r>
              <a:rPr kumimoji="1" lang="en-US" altLang="zh-CN" sz="2400" b="1" i="1">
                <a:latin typeface="Times New Roman" panose="02020603050405020304" pitchFamily="18" charset="0"/>
                <a:sym typeface="Wingdings" panose="05000000000000000000" pitchFamily="2" charset="2"/>
              </a:rPr>
              <a:t>R</a:t>
            </a:r>
            <a:r>
              <a:rPr kumimoji="1" lang="zh-CN" altLang="en-US" sz="2400" b="1">
                <a:latin typeface="宋体" panose="02010600030101010101" pitchFamily="2" charset="-122"/>
                <a:sym typeface="Wingdings" panose="05000000000000000000" pitchFamily="2" charset="2"/>
              </a:rPr>
              <a:t>上电压的瞬时值</a:t>
            </a:r>
            <a:r>
              <a:rPr kumimoji="1" lang="zh-CN" altLang="en-US" sz="2400" b="1">
                <a:latin typeface="Times New Roman" panose="02020603050405020304" pitchFamily="18" charset="0"/>
                <a:sym typeface="Wingdings" panose="05000000000000000000" pitchFamily="2" charset="2"/>
              </a:rPr>
              <a:t>为</a:t>
            </a:r>
            <a:endParaRPr kumimoji="1" lang="zh-CN" altLang="en-US" sz="2400" b="1" i="1">
              <a:latin typeface="宋体" panose="02010600030101010101" pitchFamily="2" charset="-122"/>
              <a:sym typeface="Wingdings" panose="05000000000000000000" pitchFamily="2" charset="2"/>
            </a:endParaRPr>
          </a:p>
        </p:txBody>
      </p:sp>
      <p:sp>
        <p:nvSpPr>
          <p:cNvPr id="652304" name="Rectangle 16">
            <a:extLst>
              <a:ext uri="{FF2B5EF4-FFF2-40B4-BE49-F238E27FC236}">
                <a16:creationId xmlns:a16="http://schemas.microsoft.com/office/drawing/2014/main" id="{2DD3AE61-99C3-4D67-A1F8-8DFF5F926F02}"/>
              </a:ext>
            </a:extLst>
          </p:cNvPr>
          <p:cNvSpPr>
            <a:spLocks noChangeArrowheads="1"/>
          </p:cNvSpPr>
          <p:nvPr/>
        </p:nvSpPr>
        <p:spPr bwMode="auto">
          <a:xfrm>
            <a:off x="611188" y="2133600"/>
            <a:ext cx="338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400" b="1">
                <a:latin typeface="宋体" panose="02010600030101010101" pitchFamily="2" charset="-122"/>
                <a:sym typeface="Wingdings" panose="05000000000000000000" pitchFamily="2" charset="2"/>
              </a:rPr>
              <a:t>电压</a:t>
            </a:r>
            <a:r>
              <a:rPr kumimoji="1" lang="en-US" altLang="zh-CN" sz="2400" b="1" i="1">
                <a:latin typeface="Times New Roman" panose="02020603050405020304" pitchFamily="18" charset="0"/>
                <a:sym typeface="Wingdings" panose="05000000000000000000" pitchFamily="2" charset="2"/>
              </a:rPr>
              <a:t>u</a:t>
            </a:r>
            <a:r>
              <a:rPr kumimoji="1" lang="en-US" altLang="zh-CN" sz="2400" b="1" i="1" baseline="-25000">
                <a:latin typeface="Times New Roman" panose="02020603050405020304" pitchFamily="18" charset="0"/>
                <a:sym typeface="Wingdings" panose="05000000000000000000" pitchFamily="2" charset="2"/>
              </a:rPr>
              <a:t>R</a:t>
            </a:r>
            <a:r>
              <a:rPr kumimoji="1" lang="zh-CN" altLang="en-US" sz="2400" b="1">
                <a:latin typeface="宋体" panose="02010600030101010101" pitchFamily="2" charset="-122"/>
                <a:sym typeface="Wingdings" panose="05000000000000000000" pitchFamily="2" charset="2"/>
              </a:rPr>
              <a:t>的有效值为</a:t>
            </a:r>
            <a:endParaRPr kumimoji="1" lang="zh-CN" altLang="en-US" sz="2400" b="1" i="1">
              <a:latin typeface="宋体" panose="02010600030101010101" pitchFamily="2" charset="-122"/>
              <a:sym typeface="Wingdings" panose="05000000000000000000" pitchFamily="2" charset="2"/>
            </a:endParaRPr>
          </a:p>
        </p:txBody>
      </p:sp>
      <p:sp>
        <p:nvSpPr>
          <p:cNvPr id="652305" name="Text Box 17">
            <a:extLst>
              <a:ext uri="{FF2B5EF4-FFF2-40B4-BE49-F238E27FC236}">
                <a16:creationId xmlns:a16="http://schemas.microsoft.com/office/drawing/2014/main" id="{3867A314-68B6-44A9-86FD-07D83D0E8184}"/>
              </a:ext>
            </a:extLst>
          </p:cNvPr>
          <p:cNvSpPr txBox="1">
            <a:spLocks noChangeArrowheads="1"/>
          </p:cNvSpPr>
          <p:nvPr/>
        </p:nvSpPr>
        <p:spPr bwMode="auto">
          <a:xfrm>
            <a:off x="611188" y="4292600"/>
            <a:ext cx="414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400" b="1">
                <a:latin typeface="宋体" panose="02010600030101010101" pitchFamily="2" charset="-122"/>
                <a:sym typeface="Wingdings" panose="05000000000000000000" pitchFamily="2" charset="2"/>
              </a:rPr>
              <a:t>电阻</a:t>
            </a:r>
            <a:r>
              <a:rPr kumimoji="1" lang="en-US" altLang="zh-CN" sz="2400" b="1" i="1">
                <a:latin typeface="Times New Roman" panose="02020603050405020304" pitchFamily="18" charset="0"/>
                <a:sym typeface="Wingdings" panose="05000000000000000000" pitchFamily="2" charset="2"/>
              </a:rPr>
              <a:t>R</a:t>
            </a:r>
            <a:r>
              <a:rPr kumimoji="1" lang="zh-CN" altLang="en-US" sz="2400" b="1">
                <a:latin typeface="Times New Roman" panose="02020603050405020304" pitchFamily="18" charset="0"/>
                <a:sym typeface="Wingdings" panose="05000000000000000000" pitchFamily="2" charset="2"/>
              </a:rPr>
              <a:t>消耗的的平均功率为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2292"/>
                                        </p:tgtEl>
                                        <p:attrNameLst>
                                          <p:attrName>style.visibility</p:attrName>
                                        </p:attrNameLst>
                                      </p:cBhvr>
                                      <p:to>
                                        <p:strVal val="visible"/>
                                      </p:to>
                                    </p:set>
                                    <p:animEffect transition="in" filter="blinds(horizontal)">
                                      <p:cBhvr>
                                        <p:cTn id="7" dur="500"/>
                                        <p:tgtEl>
                                          <p:spTgt spid="652292"/>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652293"/>
                                        </p:tgtEl>
                                        <p:attrNameLst>
                                          <p:attrName>style.visibility</p:attrName>
                                        </p:attrNameLst>
                                      </p:cBhvr>
                                      <p:to>
                                        <p:strVal val="visible"/>
                                      </p:to>
                                    </p:set>
                                    <p:animEffect transition="in" filter="blinds(horizontal)">
                                      <p:cBhvr>
                                        <p:cTn id="11" dur="500"/>
                                        <p:tgtEl>
                                          <p:spTgt spid="65229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1" fill="hold" grpId="0" nodeType="clickEffect">
                                  <p:stCondLst>
                                    <p:cond delay="0"/>
                                  </p:stCondLst>
                                  <p:childTnLst>
                                    <p:set>
                                      <p:cBhvr>
                                        <p:cTn id="15" dur="1" fill="hold">
                                          <p:stCondLst>
                                            <p:cond delay="0"/>
                                          </p:stCondLst>
                                        </p:cTn>
                                        <p:tgtEl>
                                          <p:spTgt spid="652304"/>
                                        </p:tgtEl>
                                        <p:attrNameLst>
                                          <p:attrName>style.visibility</p:attrName>
                                        </p:attrNameLst>
                                      </p:cBhvr>
                                      <p:to>
                                        <p:strVal val="visible"/>
                                      </p:to>
                                    </p:set>
                                    <p:animEffect transition="in" filter="slide(fromTop)">
                                      <p:cBhvr>
                                        <p:cTn id="16" dur="500"/>
                                        <p:tgtEl>
                                          <p:spTgt spid="6523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652296"/>
                                        </p:tgtEl>
                                        <p:attrNameLst>
                                          <p:attrName>style.visibility</p:attrName>
                                        </p:attrNameLst>
                                      </p:cBhvr>
                                      <p:to>
                                        <p:strVal val="visible"/>
                                      </p:to>
                                    </p:set>
                                    <p:animEffect transition="in" filter="blinds(horizontal)">
                                      <p:cBhvr>
                                        <p:cTn id="21" dur="500"/>
                                        <p:tgtEl>
                                          <p:spTgt spid="652296"/>
                                        </p:tgtEl>
                                      </p:cBhvr>
                                    </p:animEffect>
                                  </p:childTnLst>
                                </p:cTn>
                              </p:par>
                            </p:childTnLst>
                          </p:cTn>
                        </p:par>
                        <p:par>
                          <p:cTn id="22" fill="hold" nodeType="afterGroup">
                            <p:stCondLst>
                              <p:cond delay="500"/>
                            </p:stCondLst>
                            <p:childTnLst>
                              <p:par>
                                <p:cTn id="23" presetID="3" presetClass="entr" presetSubtype="10" fill="hold" nodeType="afterEffect">
                                  <p:stCondLst>
                                    <p:cond delay="100"/>
                                  </p:stCondLst>
                                  <p:childTnLst>
                                    <p:set>
                                      <p:cBhvr>
                                        <p:cTn id="24" dur="1" fill="hold">
                                          <p:stCondLst>
                                            <p:cond delay="0"/>
                                          </p:stCondLst>
                                        </p:cTn>
                                        <p:tgtEl>
                                          <p:spTgt spid="652295"/>
                                        </p:tgtEl>
                                        <p:attrNameLst>
                                          <p:attrName>style.visibility</p:attrName>
                                        </p:attrNameLst>
                                      </p:cBhvr>
                                      <p:to>
                                        <p:strVal val="visible"/>
                                      </p:to>
                                    </p:set>
                                    <p:animEffect transition="in" filter="blinds(horizontal)">
                                      <p:cBhvr>
                                        <p:cTn id="25" dur="500"/>
                                        <p:tgtEl>
                                          <p:spTgt spid="65229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1" fill="hold" grpId="0" nodeType="clickEffect">
                                  <p:stCondLst>
                                    <p:cond delay="0"/>
                                  </p:stCondLst>
                                  <p:childTnLst>
                                    <p:set>
                                      <p:cBhvr>
                                        <p:cTn id="29" dur="1" fill="hold">
                                          <p:stCondLst>
                                            <p:cond delay="0"/>
                                          </p:stCondLst>
                                        </p:cTn>
                                        <p:tgtEl>
                                          <p:spTgt spid="652305"/>
                                        </p:tgtEl>
                                        <p:attrNameLst>
                                          <p:attrName>style.visibility</p:attrName>
                                        </p:attrNameLst>
                                      </p:cBhvr>
                                      <p:to>
                                        <p:strVal val="visible"/>
                                      </p:to>
                                    </p:set>
                                    <p:animEffect transition="in" filter="slide(fromTop)">
                                      <p:cBhvr>
                                        <p:cTn id="30" dur="500"/>
                                        <p:tgtEl>
                                          <p:spTgt spid="65230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652290"/>
                                        </p:tgtEl>
                                        <p:attrNameLst>
                                          <p:attrName>style.visibility</p:attrName>
                                        </p:attrNameLst>
                                      </p:cBhvr>
                                      <p:to>
                                        <p:strVal val="visible"/>
                                      </p:to>
                                    </p:set>
                                    <p:animEffect transition="in" filter="blinds(horizontal)">
                                      <p:cBhvr>
                                        <p:cTn id="35" dur="500"/>
                                        <p:tgtEl>
                                          <p:spTgt spid="652290"/>
                                        </p:tgtEl>
                                      </p:cBhvr>
                                    </p:animEffect>
                                  </p:childTnLst>
                                </p:cTn>
                              </p:par>
                            </p:childTnLst>
                          </p:cTn>
                        </p:par>
                        <p:par>
                          <p:cTn id="36" fill="hold" nodeType="afterGroup">
                            <p:stCondLst>
                              <p:cond delay="500"/>
                            </p:stCondLst>
                            <p:childTnLst>
                              <p:par>
                                <p:cTn id="37" presetID="3" presetClass="entr" presetSubtype="10" fill="hold" nodeType="afterEffect">
                                  <p:stCondLst>
                                    <p:cond delay="0"/>
                                  </p:stCondLst>
                                  <p:childTnLst>
                                    <p:set>
                                      <p:cBhvr>
                                        <p:cTn id="38" dur="1" fill="hold">
                                          <p:stCondLst>
                                            <p:cond delay="0"/>
                                          </p:stCondLst>
                                        </p:cTn>
                                        <p:tgtEl>
                                          <p:spTgt spid="652291"/>
                                        </p:tgtEl>
                                        <p:attrNameLst>
                                          <p:attrName>style.visibility</p:attrName>
                                        </p:attrNameLst>
                                      </p:cBhvr>
                                      <p:to>
                                        <p:strVal val="visible"/>
                                      </p:to>
                                    </p:set>
                                    <p:animEffect transition="in" filter="blinds(horizontal)">
                                      <p:cBhvr>
                                        <p:cTn id="39" dur="500"/>
                                        <p:tgtEl>
                                          <p:spTgt spid="65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304" grpId="0"/>
      <p:bldP spid="652305" grpId="0"/>
    </p:bld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5046281" y="1342182"/>
          <a:ext cx="3919220" cy="1738630"/>
        </p:xfrm>
        <a:graphic>
          <a:graphicData uri="http://schemas.openxmlformats.org/presentationml/2006/ole">
            <mc:AlternateContent xmlns:mc="http://schemas.openxmlformats.org/markup-compatibility/2006">
              <mc:Choice xmlns:v="urn:schemas-microsoft-com:vml" Requires="v">
                <p:oleObj name="Visio" r:id="rId2" imgW="3540760" imgH="1576070" progId="Visio.Drawing.15">
                  <p:embed/>
                </p:oleObj>
              </mc:Choice>
              <mc:Fallback>
                <p:oleObj name="Visio" r:id="rId2" imgW="3540760" imgH="1576070" progId="Visio.Drawing.15">
                  <p:embed/>
                  <p:pic>
                    <p:nvPicPr>
                      <p:cNvPr id="0" name="对象 1"/>
                      <p:cNvPicPr/>
                      <p:nvPr/>
                    </p:nvPicPr>
                    <p:blipFill>
                      <a:blip r:embed="rId3"/>
                      <a:stretch>
                        <a:fillRect/>
                      </a:stretch>
                    </p:blipFill>
                    <p:spPr>
                      <a:xfrm>
                        <a:off x="5046281" y="1342182"/>
                        <a:ext cx="3919220" cy="1738630"/>
                      </a:xfrm>
                      <a:prstGeom prst="rect">
                        <a:avLst/>
                      </a:prstGeom>
                    </p:spPr>
                  </p:pic>
                </p:oleObj>
              </mc:Fallback>
            </mc:AlternateContent>
          </a:graphicData>
        </a:graphic>
      </p:graphicFrame>
      <p:sp>
        <p:nvSpPr>
          <p:cNvPr id="6" name="文本框 5"/>
          <p:cNvSpPr txBox="1"/>
          <p:nvPr/>
        </p:nvSpPr>
        <p:spPr>
          <a:xfrm>
            <a:off x="211006" y="235322"/>
            <a:ext cx="905179"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11</a:t>
            </a:r>
            <a:endParaRPr lang="zh-CN" altLang="en-US" sz="2800" b="1" dirty="0">
              <a:solidFill>
                <a:srgbClr val="FF0000"/>
              </a:solidFill>
            </a:endParaRPr>
          </a:p>
        </p:txBody>
      </p:sp>
      <p:sp>
        <p:nvSpPr>
          <p:cNvPr id="8" name="Text Box 2"/>
          <p:cNvSpPr txBox="1">
            <a:spLocks noChangeArrowheads="1"/>
          </p:cNvSpPr>
          <p:nvPr/>
        </p:nvSpPr>
        <p:spPr bwMode="auto">
          <a:xfrm>
            <a:off x="1148692" y="266100"/>
            <a:ext cx="7784302" cy="1200329"/>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0"/>
              </a:spcBef>
            </a:pPr>
            <a:r>
              <a:rPr kumimoji="1" lang="zh-CN" altLang="en-US" sz="2400" b="1" dirty="0">
                <a:latin typeface="Times New Roman" panose="02020603050405020304" pitchFamily="18" charset="0"/>
                <a:ea typeface="楷体" panose="02010609060101010101" charset="-122"/>
              </a:rPr>
              <a:t>在图示电路中，                                                     ，            ，</a:t>
            </a:r>
            <a:endParaRPr kumimoji="1" lang="en-US" altLang="zh-CN" sz="2400" b="1" dirty="0">
              <a:latin typeface="Times New Roman" panose="02020603050405020304" pitchFamily="18" charset="0"/>
              <a:ea typeface="楷体" panose="02010609060101010101" charset="-122"/>
            </a:endParaRPr>
          </a:p>
          <a:p>
            <a:pPr algn="l">
              <a:spcBef>
                <a:spcPct val="0"/>
              </a:spcBef>
            </a:pPr>
            <a:r>
              <a:rPr kumimoji="1" lang="en-US" altLang="zh-CN" sz="2400" b="1" dirty="0">
                <a:latin typeface="Times New Roman" panose="02020603050405020304" pitchFamily="18" charset="0"/>
                <a:ea typeface="楷体" panose="02010609060101010101" charset="-122"/>
              </a:rPr>
              <a:t>                 </a:t>
            </a:r>
            <a:r>
              <a:rPr kumimoji="1" lang="zh-CN" altLang="en-US" sz="2400" b="1" dirty="0">
                <a:latin typeface="Times New Roman" panose="02020603050405020304" pitchFamily="18" charset="0"/>
                <a:ea typeface="楷体" panose="02010609060101010101" charset="-122"/>
              </a:rPr>
              <a:t>，                ，                ，                  ，求电流表、功率表的读数</a:t>
            </a:r>
          </a:p>
        </p:txBody>
      </p:sp>
      <p:graphicFrame>
        <p:nvGraphicFramePr>
          <p:cNvPr id="18" name="对象 17"/>
          <p:cNvGraphicFramePr>
            <a:graphicFrameLocks noChangeAspect="1"/>
          </p:cNvGraphicFramePr>
          <p:nvPr/>
        </p:nvGraphicFramePr>
        <p:xfrm>
          <a:off x="3218498" y="311479"/>
          <a:ext cx="4241800" cy="419100"/>
        </p:xfrm>
        <a:graphic>
          <a:graphicData uri="http://schemas.openxmlformats.org/presentationml/2006/ole">
            <mc:AlternateContent xmlns:mc="http://schemas.openxmlformats.org/markup-compatibility/2006">
              <mc:Choice xmlns:v="urn:schemas-microsoft-com:vml" Requires="v">
                <p:oleObj r:id="rId4" imgW="101803200" imgH="10058400" progId="">
                  <p:embed/>
                </p:oleObj>
              </mc:Choice>
              <mc:Fallback>
                <p:oleObj r:id="rId4" imgW="101803200" imgH="10058400" progId="">
                  <p:embed/>
                  <p:pic>
                    <p:nvPicPr>
                      <p:cNvPr id="0" name="对象 17"/>
                      <p:cNvPicPr/>
                      <p:nvPr/>
                    </p:nvPicPr>
                    <p:blipFill>
                      <a:blip r:embed="rId5"/>
                      <a:stretch>
                        <a:fillRect/>
                      </a:stretch>
                    </p:blipFill>
                    <p:spPr>
                      <a:xfrm>
                        <a:off x="3218498" y="311479"/>
                        <a:ext cx="4241800" cy="41910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1233358" y="708418"/>
          <a:ext cx="1308100" cy="373063"/>
        </p:xfrm>
        <a:graphic>
          <a:graphicData uri="http://schemas.openxmlformats.org/presentationml/2006/ole">
            <mc:AlternateContent xmlns:mc="http://schemas.openxmlformats.org/markup-compatibility/2006">
              <mc:Choice xmlns:v="urn:schemas-microsoft-com:vml" Requires="v">
                <p:oleObj r:id="rId6" imgW="1342390" imgH="389255" progId="">
                  <p:embed/>
                </p:oleObj>
              </mc:Choice>
              <mc:Fallback>
                <p:oleObj r:id="rId6" imgW="1342390" imgH="389255" progId="">
                  <p:embed/>
                  <p:pic>
                    <p:nvPicPr>
                      <p:cNvPr id="0" name="对象 19"/>
                      <p:cNvPicPr/>
                      <p:nvPr/>
                    </p:nvPicPr>
                    <p:blipFill>
                      <a:blip r:embed="rId7"/>
                      <a:stretch>
                        <a:fillRect/>
                      </a:stretch>
                    </p:blipFill>
                    <p:spPr>
                      <a:xfrm>
                        <a:off x="1233358" y="708418"/>
                        <a:ext cx="1308100" cy="373063"/>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7558723" y="357232"/>
          <a:ext cx="1092200" cy="279400"/>
        </p:xfrm>
        <a:graphic>
          <a:graphicData uri="http://schemas.openxmlformats.org/presentationml/2006/ole">
            <mc:AlternateContent xmlns:mc="http://schemas.openxmlformats.org/markup-compatibility/2006">
              <mc:Choice xmlns:v="urn:schemas-microsoft-com:vml" Requires="v">
                <p:oleObj r:id="rId8" imgW="26212800" imgH="6705600" progId="">
                  <p:embed/>
                </p:oleObj>
              </mc:Choice>
              <mc:Fallback>
                <p:oleObj r:id="rId8" imgW="26212800" imgH="6705600" progId="">
                  <p:embed/>
                  <p:pic>
                    <p:nvPicPr>
                      <p:cNvPr id="0" name="对象 21"/>
                      <p:cNvPicPr/>
                      <p:nvPr/>
                    </p:nvPicPr>
                    <p:blipFill>
                      <a:blip r:embed="rId9"/>
                      <a:stretch>
                        <a:fillRect/>
                      </a:stretch>
                    </p:blipFill>
                    <p:spPr>
                      <a:xfrm>
                        <a:off x="7558723" y="357232"/>
                        <a:ext cx="1092200" cy="279400"/>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2657475" y="704449"/>
          <a:ext cx="1371600" cy="381000"/>
        </p:xfrm>
        <a:graphic>
          <a:graphicData uri="http://schemas.openxmlformats.org/presentationml/2006/ole">
            <mc:AlternateContent xmlns:mc="http://schemas.openxmlformats.org/markup-compatibility/2006">
              <mc:Choice xmlns:v="urn:schemas-microsoft-com:vml" Requires="v">
                <p:oleObj r:id="rId10" imgW="32918400" imgH="9144000" progId="">
                  <p:embed/>
                </p:oleObj>
              </mc:Choice>
              <mc:Fallback>
                <p:oleObj r:id="rId10" imgW="32918400" imgH="9144000" progId="">
                  <p:embed/>
                  <p:pic>
                    <p:nvPicPr>
                      <p:cNvPr id="0" name="对象 23"/>
                      <p:cNvPicPr/>
                      <p:nvPr/>
                    </p:nvPicPr>
                    <p:blipFill>
                      <a:blip r:embed="rId11"/>
                      <a:stretch>
                        <a:fillRect/>
                      </a:stretch>
                    </p:blipFill>
                    <p:spPr>
                      <a:xfrm>
                        <a:off x="2657475" y="704449"/>
                        <a:ext cx="1371600" cy="381000"/>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4191124" y="755249"/>
          <a:ext cx="1397000" cy="279400"/>
        </p:xfrm>
        <a:graphic>
          <a:graphicData uri="http://schemas.openxmlformats.org/presentationml/2006/ole">
            <mc:AlternateContent xmlns:mc="http://schemas.openxmlformats.org/markup-compatibility/2006">
              <mc:Choice xmlns:v="urn:schemas-microsoft-com:vml" Requires="v">
                <p:oleObj r:id="rId12" imgW="33528000" imgH="6705600" progId="">
                  <p:embed/>
                </p:oleObj>
              </mc:Choice>
              <mc:Fallback>
                <p:oleObj r:id="rId12" imgW="33528000" imgH="6705600" progId="">
                  <p:embed/>
                  <p:pic>
                    <p:nvPicPr>
                      <p:cNvPr id="0" name="对象 25"/>
                      <p:cNvPicPr/>
                      <p:nvPr/>
                    </p:nvPicPr>
                    <p:blipFill>
                      <a:blip r:embed="rId13"/>
                      <a:stretch>
                        <a:fillRect/>
                      </a:stretch>
                    </p:blipFill>
                    <p:spPr>
                      <a:xfrm>
                        <a:off x="4191124" y="755249"/>
                        <a:ext cx="1397000" cy="2794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5739312" y="710799"/>
          <a:ext cx="1511300" cy="368300"/>
        </p:xfrm>
        <a:graphic>
          <a:graphicData uri="http://schemas.openxmlformats.org/presentationml/2006/ole">
            <mc:AlternateContent xmlns:mc="http://schemas.openxmlformats.org/markup-compatibility/2006">
              <mc:Choice xmlns:v="urn:schemas-microsoft-com:vml" Requires="v">
                <p:oleObj r:id="rId14" imgW="36271200" imgH="8839200" progId="">
                  <p:embed/>
                </p:oleObj>
              </mc:Choice>
              <mc:Fallback>
                <p:oleObj r:id="rId14" imgW="36271200" imgH="8839200" progId="">
                  <p:embed/>
                  <p:pic>
                    <p:nvPicPr>
                      <p:cNvPr id="0" name="对象 27"/>
                      <p:cNvPicPr/>
                      <p:nvPr/>
                    </p:nvPicPr>
                    <p:blipFill>
                      <a:blip r:embed="rId15"/>
                      <a:stretch>
                        <a:fillRect/>
                      </a:stretch>
                    </p:blipFill>
                    <p:spPr>
                      <a:xfrm>
                        <a:off x="5739312" y="710799"/>
                        <a:ext cx="1511300" cy="368300"/>
                      </a:xfrm>
                      <a:prstGeom prst="rect">
                        <a:avLst/>
                      </a:prstGeom>
                    </p:spPr>
                  </p:pic>
                </p:oleObj>
              </mc:Fallback>
            </mc:AlternateContent>
          </a:graphicData>
        </a:graphic>
      </p:graphicFrame>
      <p:sp>
        <p:nvSpPr>
          <p:cNvPr id="29" name="文本框 28"/>
          <p:cNvSpPr txBox="1"/>
          <p:nvPr/>
        </p:nvSpPr>
        <p:spPr>
          <a:xfrm>
            <a:off x="211006" y="1511808"/>
            <a:ext cx="504056" cy="523220"/>
          </a:xfrm>
          <a:prstGeom prst="rect">
            <a:avLst/>
          </a:prstGeom>
          <a:solidFill>
            <a:schemeClr val="bg1">
              <a:lumMod val="85000"/>
            </a:schemeClr>
          </a:solidFill>
        </p:spPr>
        <p:txBody>
          <a:bodyPr wrap="square">
            <a:spAutoFit/>
          </a:bodyPr>
          <a:lstStyle/>
          <a:p>
            <a:r>
              <a:rPr lang="zh-CN" altLang="en-US" sz="2800" b="1" dirty="0">
                <a:solidFill>
                  <a:srgbClr val="0000FF"/>
                </a:solidFill>
                <a:latin typeface="Times New Roman" panose="02020603050405020304" pitchFamily="18" charset="0"/>
                <a:ea typeface="楷体" panose="02010609060101010101" charset="-122"/>
              </a:rPr>
              <a:t>解</a:t>
            </a:r>
            <a:endParaRPr lang="zh-CN" altLang="en-US" sz="2800" b="1" dirty="0">
              <a:solidFill>
                <a:srgbClr val="0000FF"/>
              </a:solidFill>
            </a:endParaRPr>
          </a:p>
        </p:txBody>
      </p:sp>
      <p:sp>
        <p:nvSpPr>
          <p:cNvPr id="32" name="文本框 31"/>
          <p:cNvSpPr txBox="1"/>
          <p:nvPr/>
        </p:nvSpPr>
        <p:spPr>
          <a:xfrm>
            <a:off x="663595" y="1557082"/>
            <a:ext cx="3628328" cy="461665"/>
          </a:xfrm>
          <a:prstGeom prst="rect">
            <a:avLst/>
          </a:prstGeom>
          <a:noFill/>
        </p:spPr>
        <p:txBody>
          <a:bodyPr wrap="square">
            <a:spAutoFit/>
          </a:bodyPr>
          <a:lstStyle/>
          <a:p>
            <a:pPr algn="l"/>
            <a:r>
              <a:rPr kumimoji="1" lang="zh-CN" altLang="en-US" sz="2400" dirty="0">
                <a:solidFill>
                  <a:srgbClr val="0000FF"/>
                </a:solidFill>
                <a:latin typeface="Times New Roman" panose="02020603050405020304" pitchFamily="18" charset="0"/>
                <a:ea typeface="楷体" panose="02010609060101010101" charset="-122"/>
              </a:rPr>
              <a:t>（</a:t>
            </a:r>
            <a:r>
              <a:rPr kumimoji="1" lang="en-US" altLang="zh-CN" sz="2400" dirty="0">
                <a:solidFill>
                  <a:srgbClr val="0000FF"/>
                </a:solidFill>
                <a:latin typeface="Times New Roman" panose="02020603050405020304" pitchFamily="18" charset="0"/>
                <a:ea typeface="楷体" panose="02010609060101010101" charset="-122"/>
              </a:rPr>
              <a:t>3</a:t>
            </a:r>
            <a:r>
              <a:rPr kumimoji="1" lang="zh-CN" altLang="en-US" sz="2400" dirty="0">
                <a:solidFill>
                  <a:srgbClr val="0000FF"/>
                </a:solidFill>
                <a:latin typeface="Times New Roman" panose="02020603050405020304" pitchFamily="18" charset="0"/>
                <a:ea typeface="楷体" panose="02010609060101010101" charset="-122"/>
              </a:rPr>
              <a:t>）二次谐波单独作用：</a:t>
            </a:r>
            <a:endParaRPr lang="zh-CN" altLang="en-US" sz="2400" dirty="0">
              <a:solidFill>
                <a:srgbClr val="0000FF"/>
              </a:solidFill>
            </a:endParaRPr>
          </a:p>
        </p:txBody>
      </p:sp>
      <p:graphicFrame>
        <p:nvGraphicFramePr>
          <p:cNvPr id="33" name="对象 32"/>
          <p:cNvGraphicFramePr>
            <a:graphicFrameLocks noChangeAspect="1"/>
          </p:cNvGraphicFramePr>
          <p:nvPr/>
        </p:nvGraphicFramePr>
        <p:xfrm>
          <a:off x="927418" y="2120029"/>
          <a:ext cx="1981200" cy="304800"/>
        </p:xfrm>
        <a:graphic>
          <a:graphicData uri="http://schemas.openxmlformats.org/presentationml/2006/ole">
            <mc:AlternateContent xmlns:mc="http://schemas.openxmlformats.org/markup-compatibility/2006">
              <mc:Choice xmlns:v="urn:schemas-microsoft-com:vml" Requires="v">
                <p:oleObj r:id="rId16" imgW="47548800" imgH="7315200" progId="">
                  <p:embed/>
                </p:oleObj>
              </mc:Choice>
              <mc:Fallback>
                <p:oleObj r:id="rId16" imgW="47548800" imgH="7315200" progId="">
                  <p:embed/>
                  <p:pic>
                    <p:nvPicPr>
                      <p:cNvPr id="0" name="对象 32"/>
                      <p:cNvPicPr/>
                      <p:nvPr/>
                    </p:nvPicPr>
                    <p:blipFill>
                      <a:blip r:embed="rId17"/>
                      <a:stretch>
                        <a:fillRect/>
                      </a:stretch>
                    </p:blipFill>
                    <p:spPr>
                      <a:xfrm>
                        <a:off x="927418" y="2120029"/>
                        <a:ext cx="1981200" cy="304800"/>
                      </a:xfrm>
                      <a:prstGeom prst="rect">
                        <a:avLst/>
                      </a:prstGeom>
                    </p:spPr>
                  </p:pic>
                </p:oleObj>
              </mc:Fallback>
            </mc:AlternateContent>
          </a:graphicData>
        </a:graphic>
      </p:graphicFrame>
      <p:graphicFrame>
        <p:nvGraphicFramePr>
          <p:cNvPr id="34" name="对象 33"/>
          <p:cNvGraphicFramePr>
            <a:graphicFrameLocks noChangeAspect="1"/>
          </p:cNvGraphicFramePr>
          <p:nvPr/>
        </p:nvGraphicFramePr>
        <p:xfrm>
          <a:off x="3005773" y="2058230"/>
          <a:ext cx="1511300" cy="444500"/>
        </p:xfrm>
        <a:graphic>
          <a:graphicData uri="http://schemas.openxmlformats.org/presentationml/2006/ole">
            <mc:AlternateContent xmlns:mc="http://schemas.openxmlformats.org/markup-compatibility/2006">
              <mc:Choice xmlns:v="urn:schemas-microsoft-com:vml" Requires="v">
                <p:oleObj r:id="rId18" imgW="36271200" imgH="10668000" progId="">
                  <p:embed/>
                </p:oleObj>
              </mc:Choice>
              <mc:Fallback>
                <p:oleObj r:id="rId18" imgW="36271200" imgH="10668000" progId="">
                  <p:embed/>
                  <p:pic>
                    <p:nvPicPr>
                      <p:cNvPr id="0" name="对象 33"/>
                      <p:cNvPicPr/>
                      <p:nvPr/>
                    </p:nvPicPr>
                    <p:blipFill>
                      <a:blip r:embed="rId19"/>
                      <a:stretch>
                        <a:fillRect/>
                      </a:stretch>
                    </p:blipFill>
                    <p:spPr>
                      <a:xfrm>
                        <a:off x="3005773" y="2058230"/>
                        <a:ext cx="1511300" cy="444500"/>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4633912" y="3222786"/>
          <a:ext cx="4510088" cy="1897062"/>
        </p:xfrm>
        <a:graphic>
          <a:graphicData uri="http://schemas.openxmlformats.org/presentationml/2006/ole">
            <mc:AlternateContent xmlns:mc="http://schemas.openxmlformats.org/markup-compatibility/2006">
              <mc:Choice xmlns:v="urn:schemas-microsoft-com:vml" Requires="v">
                <p:oleObj name="Visio" r:id="rId20" imgW="4085590" imgH="1721485" progId="Visio.Drawing.15">
                  <p:embed/>
                </p:oleObj>
              </mc:Choice>
              <mc:Fallback>
                <p:oleObj name="Visio" r:id="rId20" imgW="4085590" imgH="1721485" progId="Visio.Drawing.15">
                  <p:embed/>
                  <p:pic>
                    <p:nvPicPr>
                      <p:cNvPr id="0" name="对象 2"/>
                      <p:cNvPicPr/>
                      <p:nvPr/>
                    </p:nvPicPr>
                    <p:blipFill>
                      <a:blip r:embed="rId21"/>
                      <a:stretch>
                        <a:fillRect/>
                      </a:stretch>
                    </p:blipFill>
                    <p:spPr>
                      <a:xfrm>
                        <a:off x="4633912" y="3222786"/>
                        <a:ext cx="4510088" cy="1897062"/>
                      </a:xfrm>
                      <a:prstGeom prst="rect">
                        <a:avLst/>
                      </a:prstGeom>
                    </p:spPr>
                  </p:pic>
                </p:oleObj>
              </mc:Fallback>
            </mc:AlternateContent>
          </a:graphicData>
        </a:graphic>
      </p:graphicFrame>
      <p:sp>
        <p:nvSpPr>
          <p:cNvPr id="35" name="文本框 34"/>
          <p:cNvSpPr txBox="1"/>
          <p:nvPr/>
        </p:nvSpPr>
        <p:spPr>
          <a:xfrm>
            <a:off x="715062" y="2561125"/>
            <a:ext cx="3209238" cy="461665"/>
          </a:xfrm>
          <a:prstGeom prst="rect">
            <a:avLst/>
          </a:prstGeom>
          <a:noFill/>
        </p:spPr>
        <p:txBody>
          <a:bodyPr wrap="square">
            <a:spAutoFit/>
          </a:bodyPr>
          <a:lstStyle/>
          <a:p>
            <a:r>
              <a:rPr kumimoji="1"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rPr>
              <a:t>注意感抗和容抗变化！</a:t>
            </a:r>
            <a:endParaRPr lang="zh-CN" altLang="en-US" dirty="0">
              <a:solidFill>
                <a:srgbClr val="FF0000"/>
              </a:solidFill>
            </a:endParaRPr>
          </a:p>
        </p:txBody>
      </p:sp>
      <p:graphicFrame>
        <p:nvGraphicFramePr>
          <p:cNvPr id="36" name="对象 35"/>
          <p:cNvGraphicFramePr>
            <a:graphicFrameLocks noChangeAspect="1"/>
          </p:cNvGraphicFramePr>
          <p:nvPr/>
        </p:nvGraphicFramePr>
        <p:xfrm>
          <a:off x="484188" y="3141663"/>
          <a:ext cx="1498600" cy="381000"/>
        </p:xfrm>
        <a:graphic>
          <a:graphicData uri="http://schemas.openxmlformats.org/presentationml/2006/ole">
            <mc:AlternateContent xmlns:mc="http://schemas.openxmlformats.org/markup-compatibility/2006">
              <mc:Choice xmlns:v="urn:schemas-microsoft-com:vml" Requires="v">
                <p:oleObj r:id="rId22" imgW="35966400" imgH="9144000" progId="">
                  <p:embed/>
                </p:oleObj>
              </mc:Choice>
              <mc:Fallback>
                <p:oleObj r:id="rId22" imgW="35966400" imgH="9144000" progId="">
                  <p:embed/>
                  <p:pic>
                    <p:nvPicPr>
                      <p:cNvPr id="0" name="对象 19"/>
                      <p:cNvPicPr/>
                      <p:nvPr/>
                    </p:nvPicPr>
                    <p:blipFill>
                      <a:blip r:embed="rId23"/>
                      <a:stretch>
                        <a:fillRect/>
                      </a:stretch>
                    </p:blipFill>
                    <p:spPr>
                      <a:xfrm>
                        <a:off x="484188" y="3141663"/>
                        <a:ext cx="1498600" cy="381000"/>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2180273" y="3114238"/>
          <a:ext cx="1651000" cy="381000"/>
        </p:xfrm>
        <a:graphic>
          <a:graphicData uri="http://schemas.openxmlformats.org/presentationml/2006/ole">
            <mc:AlternateContent xmlns:mc="http://schemas.openxmlformats.org/markup-compatibility/2006">
              <mc:Choice xmlns:v="urn:schemas-microsoft-com:vml" Requires="v">
                <p:oleObj r:id="rId24" imgW="39624000" imgH="9144000" progId="">
                  <p:embed/>
                </p:oleObj>
              </mc:Choice>
              <mc:Fallback>
                <p:oleObj r:id="rId24" imgW="39624000" imgH="9144000" progId="">
                  <p:embed/>
                  <p:pic>
                    <p:nvPicPr>
                      <p:cNvPr id="0" name="对象 23"/>
                      <p:cNvPicPr/>
                      <p:nvPr/>
                    </p:nvPicPr>
                    <p:blipFill>
                      <a:blip r:embed="rId25"/>
                      <a:stretch>
                        <a:fillRect/>
                      </a:stretch>
                    </p:blipFill>
                    <p:spPr>
                      <a:xfrm>
                        <a:off x="2180273" y="3114238"/>
                        <a:ext cx="1651000" cy="381000"/>
                      </a:xfrm>
                      <a:prstGeom prst="rect">
                        <a:avLst/>
                      </a:prstGeom>
                    </p:spPr>
                  </p:pic>
                </p:oleObj>
              </mc:Fallback>
            </mc:AlternateContent>
          </a:graphicData>
        </a:graphic>
      </p:graphicFrame>
      <p:graphicFrame>
        <p:nvGraphicFramePr>
          <p:cNvPr id="38" name="对象 37"/>
          <p:cNvGraphicFramePr>
            <a:graphicFrameLocks noChangeAspect="1"/>
          </p:cNvGraphicFramePr>
          <p:nvPr/>
        </p:nvGraphicFramePr>
        <p:xfrm>
          <a:off x="442913" y="3657600"/>
          <a:ext cx="1549400" cy="279400"/>
        </p:xfrm>
        <a:graphic>
          <a:graphicData uri="http://schemas.openxmlformats.org/presentationml/2006/ole">
            <mc:AlternateContent xmlns:mc="http://schemas.openxmlformats.org/markup-compatibility/2006">
              <mc:Choice xmlns:v="urn:schemas-microsoft-com:vml" Requires="v">
                <p:oleObj r:id="rId26" imgW="37185600" imgH="6705600" progId="">
                  <p:embed/>
                </p:oleObj>
              </mc:Choice>
              <mc:Fallback>
                <p:oleObj r:id="rId26" imgW="37185600" imgH="6705600" progId="">
                  <p:embed/>
                  <p:pic>
                    <p:nvPicPr>
                      <p:cNvPr id="0" name="对象 25"/>
                      <p:cNvPicPr/>
                      <p:nvPr/>
                    </p:nvPicPr>
                    <p:blipFill>
                      <a:blip r:embed="rId27"/>
                      <a:stretch>
                        <a:fillRect/>
                      </a:stretch>
                    </p:blipFill>
                    <p:spPr>
                      <a:xfrm>
                        <a:off x="442913" y="3657600"/>
                        <a:ext cx="1549400" cy="279400"/>
                      </a:xfrm>
                      <a:prstGeom prst="rect">
                        <a:avLst/>
                      </a:prstGeom>
                    </p:spPr>
                  </p:pic>
                </p:oleObj>
              </mc:Fallback>
            </mc:AlternateContent>
          </a:graphicData>
        </a:graphic>
      </p:graphicFrame>
      <p:graphicFrame>
        <p:nvGraphicFramePr>
          <p:cNvPr id="39" name="对象 38"/>
          <p:cNvGraphicFramePr>
            <a:graphicFrameLocks noChangeAspect="1"/>
          </p:cNvGraphicFramePr>
          <p:nvPr/>
        </p:nvGraphicFramePr>
        <p:xfrm>
          <a:off x="2180273" y="3612961"/>
          <a:ext cx="1663700" cy="368300"/>
        </p:xfrm>
        <a:graphic>
          <a:graphicData uri="http://schemas.openxmlformats.org/presentationml/2006/ole">
            <mc:AlternateContent xmlns:mc="http://schemas.openxmlformats.org/markup-compatibility/2006">
              <mc:Choice xmlns:v="urn:schemas-microsoft-com:vml" Requires="v">
                <p:oleObj r:id="rId28" imgW="39928800" imgH="8839200" progId="">
                  <p:embed/>
                </p:oleObj>
              </mc:Choice>
              <mc:Fallback>
                <p:oleObj r:id="rId28" imgW="39928800" imgH="8839200" progId="">
                  <p:embed/>
                  <p:pic>
                    <p:nvPicPr>
                      <p:cNvPr id="0" name="对象 27"/>
                      <p:cNvPicPr/>
                      <p:nvPr/>
                    </p:nvPicPr>
                    <p:blipFill>
                      <a:blip r:embed="rId29"/>
                      <a:stretch>
                        <a:fillRect/>
                      </a:stretch>
                    </p:blipFill>
                    <p:spPr>
                      <a:xfrm>
                        <a:off x="2180273" y="3612961"/>
                        <a:ext cx="1663700" cy="368300"/>
                      </a:xfrm>
                      <a:prstGeom prst="rect">
                        <a:avLst/>
                      </a:prstGeom>
                    </p:spPr>
                  </p:pic>
                </p:oleObj>
              </mc:Fallback>
            </mc:AlternateContent>
          </a:graphicData>
        </a:graphic>
      </p:graphicFrame>
      <p:graphicFrame>
        <p:nvGraphicFramePr>
          <p:cNvPr id="40" name="对象 39"/>
          <p:cNvGraphicFramePr>
            <a:graphicFrameLocks noChangeAspect="1"/>
          </p:cNvGraphicFramePr>
          <p:nvPr/>
        </p:nvGraphicFramePr>
        <p:xfrm>
          <a:off x="268630" y="4154104"/>
          <a:ext cx="4102101" cy="368300"/>
        </p:xfrm>
        <a:graphic>
          <a:graphicData uri="http://schemas.openxmlformats.org/presentationml/2006/ole">
            <mc:AlternateContent xmlns:mc="http://schemas.openxmlformats.org/markup-compatibility/2006">
              <mc:Choice xmlns:v="urn:schemas-microsoft-com:vml" Requires="v">
                <p:oleObj r:id="rId30" imgW="98450400" imgH="8839200" progId="">
                  <p:embed/>
                </p:oleObj>
              </mc:Choice>
              <mc:Fallback>
                <p:oleObj r:id="rId30" imgW="98450400" imgH="8839200" progId="">
                  <p:embed/>
                  <p:pic>
                    <p:nvPicPr>
                      <p:cNvPr id="0" name="对象 16"/>
                      <p:cNvPicPr/>
                      <p:nvPr/>
                    </p:nvPicPr>
                    <p:blipFill>
                      <a:blip r:embed="rId31"/>
                      <a:stretch>
                        <a:fillRect/>
                      </a:stretch>
                    </p:blipFill>
                    <p:spPr>
                      <a:xfrm>
                        <a:off x="268630" y="4154104"/>
                        <a:ext cx="4102101" cy="368300"/>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332423" y="4593004"/>
          <a:ext cx="3695700" cy="876300"/>
        </p:xfrm>
        <a:graphic>
          <a:graphicData uri="http://schemas.openxmlformats.org/presentationml/2006/ole">
            <mc:AlternateContent xmlns:mc="http://schemas.openxmlformats.org/markup-compatibility/2006">
              <mc:Choice xmlns:v="urn:schemas-microsoft-com:vml" Requires="v">
                <p:oleObj r:id="rId32" imgW="88696800" imgH="21031200" progId="">
                  <p:embed/>
                </p:oleObj>
              </mc:Choice>
              <mc:Fallback>
                <p:oleObj r:id="rId32" imgW="88696800" imgH="21031200" progId="">
                  <p:embed/>
                  <p:pic>
                    <p:nvPicPr>
                      <p:cNvPr id="0" name="对象 39"/>
                      <p:cNvPicPr/>
                      <p:nvPr/>
                    </p:nvPicPr>
                    <p:blipFill>
                      <a:blip r:embed="rId33"/>
                      <a:stretch>
                        <a:fillRect/>
                      </a:stretch>
                    </p:blipFill>
                    <p:spPr>
                      <a:xfrm>
                        <a:off x="332423" y="4593004"/>
                        <a:ext cx="3695700" cy="876300"/>
                      </a:xfrm>
                      <a:prstGeom prst="rect">
                        <a:avLst/>
                      </a:prstGeom>
                    </p:spPr>
                  </p:pic>
                </p:oleObj>
              </mc:Fallback>
            </mc:AlternateContent>
          </a:graphicData>
        </a:graphic>
      </p:graphicFrame>
      <p:graphicFrame>
        <p:nvGraphicFramePr>
          <p:cNvPr id="42" name="对象 41"/>
          <p:cNvGraphicFramePr>
            <a:graphicFrameLocks noChangeAspect="1"/>
          </p:cNvGraphicFramePr>
          <p:nvPr/>
        </p:nvGraphicFramePr>
        <p:xfrm>
          <a:off x="715062" y="5627035"/>
          <a:ext cx="3327400" cy="444500"/>
        </p:xfrm>
        <a:graphic>
          <a:graphicData uri="http://schemas.openxmlformats.org/presentationml/2006/ole">
            <mc:AlternateContent xmlns:mc="http://schemas.openxmlformats.org/markup-compatibility/2006">
              <mc:Choice xmlns:v="urn:schemas-microsoft-com:vml" Requires="v">
                <p:oleObj r:id="rId34" imgW="79857600" imgH="10668000" progId="">
                  <p:embed/>
                </p:oleObj>
              </mc:Choice>
              <mc:Fallback>
                <p:oleObj r:id="rId34" imgW="79857600" imgH="10668000" progId="">
                  <p:embed/>
                  <p:pic>
                    <p:nvPicPr>
                      <p:cNvPr id="0" name="对象 40"/>
                      <p:cNvPicPr/>
                      <p:nvPr/>
                    </p:nvPicPr>
                    <p:blipFill>
                      <a:blip r:embed="rId35"/>
                      <a:stretch>
                        <a:fillRect/>
                      </a:stretch>
                    </p:blipFill>
                    <p:spPr>
                      <a:xfrm>
                        <a:off x="715062" y="5627035"/>
                        <a:ext cx="3327400" cy="444500"/>
                      </a:xfrm>
                      <a:prstGeom prst="rect">
                        <a:avLst/>
                      </a:prstGeom>
                    </p:spPr>
                  </p:pic>
                </p:oleObj>
              </mc:Fallback>
            </mc:AlternateContent>
          </a:graphicData>
        </a:graphic>
      </p:graphicFrame>
      <p:cxnSp>
        <p:nvCxnSpPr>
          <p:cNvPr id="12" name="直接连接符 11"/>
          <p:cNvCxnSpPr>
            <a:endCxn id="42" idx="3"/>
          </p:cNvCxnSpPr>
          <p:nvPr/>
        </p:nvCxnSpPr>
        <p:spPr>
          <a:xfrm>
            <a:off x="715062" y="5849285"/>
            <a:ext cx="3327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43" name="对象 42"/>
          <p:cNvGraphicFramePr>
            <a:graphicFrameLocks noChangeAspect="1"/>
          </p:cNvGraphicFramePr>
          <p:nvPr/>
        </p:nvGraphicFramePr>
        <p:xfrm>
          <a:off x="4469448" y="5366685"/>
          <a:ext cx="3543300" cy="965200"/>
        </p:xfrm>
        <a:graphic>
          <a:graphicData uri="http://schemas.openxmlformats.org/presentationml/2006/ole">
            <mc:AlternateContent xmlns:mc="http://schemas.openxmlformats.org/markup-compatibility/2006">
              <mc:Choice xmlns:v="urn:schemas-microsoft-com:vml" Requires="v">
                <p:oleObj r:id="rId36" imgW="85039200" imgH="23164800" progId="">
                  <p:embed/>
                </p:oleObj>
              </mc:Choice>
              <mc:Fallback>
                <p:oleObj r:id="rId36" imgW="85039200" imgH="23164800" progId="">
                  <p:embed/>
                  <p:pic>
                    <p:nvPicPr>
                      <p:cNvPr id="0" name="对象 41"/>
                      <p:cNvPicPr/>
                      <p:nvPr/>
                    </p:nvPicPr>
                    <p:blipFill>
                      <a:blip r:embed="rId37"/>
                      <a:stretch>
                        <a:fillRect/>
                      </a:stretch>
                    </p:blipFill>
                    <p:spPr>
                      <a:xfrm>
                        <a:off x="4469448" y="5366685"/>
                        <a:ext cx="3543300" cy="965200"/>
                      </a:xfrm>
                      <a:prstGeom prst="rect">
                        <a:avLst/>
                      </a:prstGeom>
                    </p:spPr>
                  </p:pic>
                </p:oleObj>
              </mc:Fallback>
            </mc:AlternateContent>
          </a:graphicData>
        </a:graphic>
      </p:graphicFrame>
      <p:sp>
        <p:nvSpPr>
          <p:cNvPr id="44" name="文本框 43"/>
          <p:cNvSpPr txBox="1"/>
          <p:nvPr/>
        </p:nvSpPr>
        <p:spPr>
          <a:xfrm>
            <a:off x="3001195" y="5119848"/>
            <a:ext cx="1254760" cy="461665"/>
          </a:xfrm>
          <a:prstGeom prst="rect">
            <a:avLst/>
          </a:prstGeom>
          <a:noFill/>
        </p:spPr>
        <p:txBody>
          <a:bodyPr wrap="square">
            <a:spAutoFit/>
          </a:bodyPr>
          <a:lstStyle/>
          <a:p>
            <a:r>
              <a:rPr kumimoji="1" lang="zh-CN" altLang="en-US" sz="2400" dirty="0">
                <a:solidFill>
                  <a:srgbClr val="FF0000"/>
                </a:solidFill>
                <a:latin typeface="Times New Roman" panose="02020603050405020304" pitchFamily="18" charset="0"/>
                <a:ea typeface="楷体" panose="02010609060101010101" charset="-122"/>
              </a:rPr>
              <a:t>最大值！</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left)">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par>
                                <p:cTn id="28" presetID="22" presetClass="entr" presetSubtype="8" fill="hold" nodeType="with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wipe(left)">
                                      <p:cBhvr>
                                        <p:cTn id="30" dur="500"/>
                                        <p:tgtEl>
                                          <p:spTgt spid="37"/>
                                        </p:tgtEl>
                                      </p:cBhvr>
                                    </p:animEffect>
                                  </p:childTnLst>
                                </p:cTn>
                              </p:par>
                              <p:par>
                                <p:cTn id="31" presetID="22" presetClass="entr" presetSubtype="8" fill="hold"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wipe(left)">
                                      <p:cBhvr>
                                        <p:cTn id="33" dur="500"/>
                                        <p:tgtEl>
                                          <p:spTgt spid="3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wipe(left)">
                                      <p:cBhvr>
                                        <p:cTn id="38" dur="50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1000"/>
                                        <p:tgtEl>
                                          <p:spTgt spid="31"/>
                                        </p:tgtEl>
                                      </p:cBhvr>
                                    </p:animEffect>
                                    <p:anim calcmode="lin" valueType="num">
                                      <p:cBhvr>
                                        <p:cTn id="44" dur="1000" fill="hold"/>
                                        <p:tgtEl>
                                          <p:spTgt spid="31"/>
                                        </p:tgtEl>
                                        <p:attrNameLst>
                                          <p:attrName>ppt_x</p:attrName>
                                        </p:attrNameLst>
                                      </p:cBhvr>
                                      <p:tavLst>
                                        <p:tav tm="0">
                                          <p:val>
                                            <p:strVal val="#ppt_x"/>
                                          </p:val>
                                        </p:tav>
                                        <p:tav tm="100000">
                                          <p:val>
                                            <p:strVal val="#ppt_x"/>
                                          </p:val>
                                        </p:tav>
                                      </p:tavLst>
                                    </p:anim>
                                    <p:anim calcmode="lin" valueType="num">
                                      <p:cBhvr>
                                        <p:cTn id="4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left)">
                                      <p:cBhvr>
                                        <p:cTn id="50" dur="500"/>
                                        <p:tgtEl>
                                          <p:spTgt spid="4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wipe(left)">
                                      <p:cBhvr>
                                        <p:cTn id="55" dur="500"/>
                                        <p:tgtEl>
                                          <p:spTgt spid="4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wipe(left)">
                                      <p:cBhvr>
                                        <p:cTn id="60" dur="500"/>
                                        <p:tgtEl>
                                          <p:spTgt spid="42"/>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barn(inVertical)">
                                      <p:cBhvr>
                                        <p:cTn id="65" dur="500"/>
                                        <p:tgtEl>
                                          <p:spTgt spid="12"/>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barn(inVertical)">
                                      <p:cBhvr>
                                        <p:cTn id="70" dur="500"/>
                                        <p:tgtEl>
                                          <p:spTgt spid="4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wipe(left)">
                                      <p:cBhvr>
                                        <p:cTn id="7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5" grpId="0"/>
      <p:bldP spid="44" grpId="0"/>
    </p:bld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5046281" y="1342182"/>
          <a:ext cx="3919220" cy="1738630"/>
        </p:xfrm>
        <a:graphic>
          <a:graphicData uri="http://schemas.openxmlformats.org/presentationml/2006/ole">
            <mc:AlternateContent xmlns:mc="http://schemas.openxmlformats.org/markup-compatibility/2006">
              <mc:Choice xmlns:v="urn:schemas-microsoft-com:vml" Requires="v">
                <p:oleObj name="Visio" r:id="rId2" imgW="3159760" imgH="1406525" progId="Visio.Drawing.15">
                  <p:embed/>
                </p:oleObj>
              </mc:Choice>
              <mc:Fallback>
                <p:oleObj name="Visio" r:id="rId2" imgW="3159760" imgH="1406525" progId="Visio.Drawing.15">
                  <p:embed/>
                  <p:pic>
                    <p:nvPicPr>
                      <p:cNvPr id="0" name="对象 1"/>
                      <p:cNvPicPr/>
                      <p:nvPr/>
                    </p:nvPicPr>
                    <p:blipFill>
                      <a:blip r:embed="rId3"/>
                      <a:stretch>
                        <a:fillRect/>
                      </a:stretch>
                    </p:blipFill>
                    <p:spPr>
                      <a:xfrm>
                        <a:off x="5046281" y="1342182"/>
                        <a:ext cx="3919220" cy="1738630"/>
                      </a:xfrm>
                      <a:prstGeom prst="rect">
                        <a:avLst/>
                      </a:prstGeom>
                    </p:spPr>
                  </p:pic>
                </p:oleObj>
              </mc:Fallback>
            </mc:AlternateContent>
          </a:graphicData>
        </a:graphic>
      </p:graphicFrame>
      <p:sp>
        <p:nvSpPr>
          <p:cNvPr id="6" name="文本框 5"/>
          <p:cNvSpPr txBox="1"/>
          <p:nvPr/>
        </p:nvSpPr>
        <p:spPr>
          <a:xfrm>
            <a:off x="211006" y="235322"/>
            <a:ext cx="905179" cy="523220"/>
          </a:xfrm>
          <a:prstGeom prst="rect">
            <a:avLst/>
          </a:prstGeom>
          <a:solidFill>
            <a:schemeClr val="bg1">
              <a:lumMod val="85000"/>
            </a:schemeClr>
          </a:solidFill>
        </p:spPr>
        <p:txBody>
          <a:bodyPr wrap="square">
            <a:spAutoFit/>
          </a:bodyPr>
          <a:lstStyle/>
          <a:p>
            <a:r>
              <a:rPr lang="zh-CN" altLang="en-US" sz="2800" b="1" dirty="0">
                <a:solidFill>
                  <a:srgbClr val="FF0000"/>
                </a:solidFill>
                <a:latin typeface="Times New Roman" panose="02020603050405020304" pitchFamily="18" charset="0"/>
                <a:ea typeface="楷体" panose="02010609060101010101" charset="-122"/>
              </a:rPr>
              <a:t>例</a:t>
            </a:r>
            <a:r>
              <a:rPr lang="en-US" altLang="zh-CN" sz="2800" b="1" dirty="0">
                <a:solidFill>
                  <a:srgbClr val="FF0000"/>
                </a:solidFill>
                <a:latin typeface="Times New Roman" panose="02020603050405020304" pitchFamily="18" charset="0"/>
                <a:ea typeface="楷体" panose="02010609060101010101" charset="-122"/>
              </a:rPr>
              <a:t>11</a:t>
            </a:r>
            <a:endParaRPr lang="zh-CN" altLang="en-US" sz="2800" b="1" dirty="0">
              <a:solidFill>
                <a:srgbClr val="FF0000"/>
              </a:solidFill>
            </a:endParaRPr>
          </a:p>
        </p:txBody>
      </p:sp>
      <p:sp>
        <p:nvSpPr>
          <p:cNvPr id="8" name="Text Box 2"/>
          <p:cNvSpPr txBox="1">
            <a:spLocks noChangeArrowheads="1"/>
          </p:cNvSpPr>
          <p:nvPr/>
        </p:nvSpPr>
        <p:spPr bwMode="auto">
          <a:xfrm>
            <a:off x="1148692" y="266100"/>
            <a:ext cx="7784302" cy="1200329"/>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0"/>
              </a:spcBef>
            </a:pPr>
            <a:r>
              <a:rPr kumimoji="1" lang="zh-CN" altLang="en-US" sz="2400" b="1" dirty="0">
                <a:latin typeface="Times New Roman" panose="02020603050405020304" pitchFamily="18" charset="0"/>
                <a:ea typeface="楷体" panose="02010609060101010101" charset="-122"/>
              </a:rPr>
              <a:t>在图示电路中，                                                     ，            ，</a:t>
            </a:r>
            <a:endParaRPr kumimoji="1" lang="en-US" altLang="zh-CN" sz="2400" b="1" dirty="0">
              <a:latin typeface="Times New Roman" panose="02020603050405020304" pitchFamily="18" charset="0"/>
              <a:ea typeface="楷体" panose="02010609060101010101" charset="-122"/>
            </a:endParaRPr>
          </a:p>
          <a:p>
            <a:pPr algn="l">
              <a:spcBef>
                <a:spcPct val="0"/>
              </a:spcBef>
            </a:pPr>
            <a:r>
              <a:rPr kumimoji="1" lang="en-US" altLang="zh-CN" sz="2400" b="1" dirty="0">
                <a:latin typeface="Times New Roman" panose="02020603050405020304" pitchFamily="18" charset="0"/>
                <a:ea typeface="楷体" panose="02010609060101010101" charset="-122"/>
              </a:rPr>
              <a:t>                 </a:t>
            </a:r>
            <a:r>
              <a:rPr kumimoji="1" lang="zh-CN" altLang="en-US" sz="2400" b="1" dirty="0">
                <a:latin typeface="Times New Roman" panose="02020603050405020304" pitchFamily="18" charset="0"/>
                <a:ea typeface="楷体" panose="02010609060101010101" charset="-122"/>
              </a:rPr>
              <a:t>，                ，                ，                  ，求电流表、功率表的读数</a:t>
            </a:r>
          </a:p>
        </p:txBody>
      </p:sp>
      <p:graphicFrame>
        <p:nvGraphicFramePr>
          <p:cNvPr id="18" name="对象 17"/>
          <p:cNvGraphicFramePr>
            <a:graphicFrameLocks noChangeAspect="1"/>
          </p:cNvGraphicFramePr>
          <p:nvPr/>
        </p:nvGraphicFramePr>
        <p:xfrm>
          <a:off x="3218498" y="311479"/>
          <a:ext cx="4241800" cy="419100"/>
        </p:xfrm>
        <a:graphic>
          <a:graphicData uri="http://schemas.openxmlformats.org/presentationml/2006/ole">
            <mc:AlternateContent xmlns:mc="http://schemas.openxmlformats.org/markup-compatibility/2006">
              <mc:Choice xmlns:v="urn:schemas-microsoft-com:vml" Requires="v">
                <p:oleObj r:id="rId4" imgW="101803200" imgH="10058400" progId="">
                  <p:embed/>
                </p:oleObj>
              </mc:Choice>
              <mc:Fallback>
                <p:oleObj r:id="rId4" imgW="101803200" imgH="10058400" progId="">
                  <p:embed/>
                  <p:pic>
                    <p:nvPicPr>
                      <p:cNvPr id="0" name="对象 17"/>
                      <p:cNvPicPr/>
                      <p:nvPr/>
                    </p:nvPicPr>
                    <p:blipFill>
                      <a:blip r:embed="rId5"/>
                      <a:stretch>
                        <a:fillRect/>
                      </a:stretch>
                    </p:blipFill>
                    <p:spPr>
                      <a:xfrm>
                        <a:off x="3218498" y="311479"/>
                        <a:ext cx="4241800" cy="41910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1233358" y="708418"/>
          <a:ext cx="1308100" cy="373063"/>
        </p:xfrm>
        <a:graphic>
          <a:graphicData uri="http://schemas.openxmlformats.org/presentationml/2006/ole">
            <mc:AlternateContent xmlns:mc="http://schemas.openxmlformats.org/markup-compatibility/2006">
              <mc:Choice xmlns:v="urn:schemas-microsoft-com:vml" Requires="v">
                <p:oleObj r:id="rId6" imgW="1342390" imgH="389255" progId="">
                  <p:embed/>
                </p:oleObj>
              </mc:Choice>
              <mc:Fallback>
                <p:oleObj r:id="rId6" imgW="1342390" imgH="389255" progId="">
                  <p:embed/>
                  <p:pic>
                    <p:nvPicPr>
                      <p:cNvPr id="0" name="对象 19"/>
                      <p:cNvPicPr/>
                      <p:nvPr/>
                    </p:nvPicPr>
                    <p:blipFill>
                      <a:blip r:embed="rId7"/>
                      <a:stretch>
                        <a:fillRect/>
                      </a:stretch>
                    </p:blipFill>
                    <p:spPr>
                      <a:xfrm>
                        <a:off x="1233358" y="708418"/>
                        <a:ext cx="1308100" cy="373063"/>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7558723" y="357232"/>
          <a:ext cx="1092200" cy="279400"/>
        </p:xfrm>
        <a:graphic>
          <a:graphicData uri="http://schemas.openxmlformats.org/presentationml/2006/ole">
            <mc:AlternateContent xmlns:mc="http://schemas.openxmlformats.org/markup-compatibility/2006">
              <mc:Choice xmlns:v="urn:schemas-microsoft-com:vml" Requires="v">
                <p:oleObj r:id="rId8" imgW="26212800" imgH="6705600" progId="">
                  <p:embed/>
                </p:oleObj>
              </mc:Choice>
              <mc:Fallback>
                <p:oleObj r:id="rId8" imgW="26212800" imgH="6705600" progId="">
                  <p:embed/>
                  <p:pic>
                    <p:nvPicPr>
                      <p:cNvPr id="0" name="对象 21"/>
                      <p:cNvPicPr/>
                      <p:nvPr/>
                    </p:nvPicPr>
                    <p:blipFill>
                      <a:blip r:embed="rId9"/>
                      <a:stretch>
                        <a:fillRect/>
                      </a:stretch>
                    </p:blipFill>
                    <p:spPr>
                      <a:xfrm>
                        <a:off x="7558723" y="357232"/>
                        <a:ext cx="1092200" cy="279400"/>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2657475" y="704449"/>
          <a:ext cx="1371600" cy="381000"/>
        </p:xfrm>
        <a:graphic>
          <a:graphicData uri="http://schemas.openxmlformats.org/presentationml/2006/ole">
            <mc:AlternateContent xmlns:mc="http://schemas.openxmlformats.org/markup-compatibility/2006">
              <mc:Choice xmlns:v="urn:schemas-microsoft-com:vml" Requires="v">
                <p:oleObj r:id="rId10" imgW="32918400" imgH="9144000" progId="">
                  <p:embed/>
                </p:oleObj>
              </mc:Choice>
              <mc:Fallback>
                <p:oleObj r:id="rId10" imgW="32918400" imgH="9144000" progId="">
                  <p:embed/>
                  <p:pic>
                    <p:nvPicPr>
                      <p:cNvPr id="0" name="对象 23"/>
                      <p:cNvPicPr/>
                      <p:nvPr/>
                    </p:nvPicPr>
                    <p:blipFill>
                      <a:blip r:embed="rId11"/>
                      <a:stretch>
                        <a:fillRect/>
                      </a:stretch>
                    </p:blipFill>
                    <p:spPr>
                      <a:xfrm>
                        <a:off x="2657475" y="704449"/>
                        <a:ext cx="1371600" cy="381000"/>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4191124" y="755249"/>
          <a:ext cx="1397000" cy="279400"/>
        </p:xfrm>
        <a:graphic>
          <a:graphicData uri="http://schemas.openxmlformats.org/presentationml/2006/ole">
            <mc:AlternateContent xmlns:mc="http://schemas.openxmlformats.org/markup-compatibility/2006">
              <mc:Choice xmlns:v="urn:schemas-microsoft-com:vml" Requires="v">
                <p:oleObj r:id="rId12" imgW="33528000" imgH="6705600" progId="">
                  <p:embed/>
                </p:oleObj>
              </mc:Choice>
              <mc:Fallback>
                <p:oleObj r:id="rId12" imgW="33528000" imgH="6705600" progId="">
                  <p:embed/>
                  <p:pic>
                    <p:nvPicPr>
                      <p:cNvPr id="0" name="对象 25"/>
                      <p:cNvPicPr/>
                      <p:nvPr/>
                    </p:nvPicPr>
                    <p:blipFill>
                      <a:blip r:embed="rId13"/>
                      <a:stretch>
                        <a:fillRect/>
                      </a:stretch>
                    </p:blipFill>
                    <p:spPr>
                      <a:xfrm>
                        <a:off x="4191124" y="755249"/>
                        <a:ext cx="1397000" cy="2794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5739312" y="710799"/>
          <a:ext cx="1511300" cy="368300"/>
        </p:xfrm>
        <a:graphic>
          <a:graphicData uri="http://schemas.openxmlformats.org/presentationml/2006/ole">
            <mc:AlternateContent xmlns:mc="http://schemas.openxmlformats.org/markup-compatibility/2006">
              <mc:Choice xmlns:v="urn:schemas-microsoft-com:vml" Requires="v">
                <p:oleObj r:id="rId14" imgW="36271200" imgH="8839200" progId="">
                  <p:embed/>
                </p:oleObj>
              </mc:Choice>
              <mc:Fallback>
                <p:oleObj r:id="rId14" imgW="36271200" imgH="8839200" progId="">
                  <p:embed/>
                  <p:pic>
                    <p:nvPicPr>
                      <p:cNvPr id="0" name="对象 27"/>
                      <p:cNvPicPr/>
                      <p:nvPr/>
                    </p:nvPicPr>
                    <p:blipFill>
                      <a:blip r:embed="rId15"/>
                      <a:stretch>
                        <a:fillRect/>
                      </a:stretch>
                    </p:blipFill>
                    <p:spPr>
                      <a:xfrm>
                        <a:off x="5739312" y="710799"/>
                        <a:ext cx="1511300" cy="368300"/>
                      </a:xfrm>
                      <a:prstGeom prst="rect">
                        <a:avLst/>
                      </a:prstGeom>
                    </p:spPr>
                  </p:pic>
                </p:oleObj>
              </mc:Fallback>
            </mc:AlternateContent>
          </a:graphicData>
        </a:graphic>
      </p:graphicFrame>
      <p:sp>
        <p:nvSpPr>
          <p:cNvPr id="29" name="文本框 28"/>
          <p:cNvSpPr txBox="1"/>
          <p:nvPr/>
        </p:nvSpPr>
        <p:spPr>
          <a:xfrm>
            <a:off x="211006" y="1511808"/>
            <a:ext cx="504056" cy="523220"/>
          </a:xfrm>
          <a:prstGeom prst="rect">
            <a:avLst/>
          </a:prstGeom>
          <a:solidFill>
            <a:schemeClr val="bg1">
              <a:lumMod val="85000"/>
            </a:schemeClr>
          </a:solidFill>
        </p:spPr>
        <p:txBody>
          <a:bodyPr wrap="square">
            <a:spAutoFit/>
          </a:bodyPr>
          <a:lstStyle/>
          <a:p>
            <a:r>
              <a:rPr lang="zh-CN" altLang="en-US" sz="2800" b="1" dirty="0">
                <a:solidFill>
                  <a:srgbClr val="0000FF"/>
                </a:solidFill>
                <a:latin typeface="Times New Roman" panose="02020603050405020304" pitchFamily="18" charset="0"/>
                <a:ea typeface="楷体" panose="02010609060101010101" charset="-122"/>
              </a:rPr>
              <a:t>解</a:t>
            </a:r>
            <a:endParaRPr lang="zh-CN" altLang="en-US" sz="2800" b="1" dirty="0">
              <a:solidFill>
                <a:srgbClr val="0000FF"/>
              </a:solidFill>
            </a:endParaRPr>
          </a:p>
        </p:txBody>
      </p:sp>
      <p:sp>
        <p:nvSpPr>
          <p:cNvPr id="30" name="文本框 29"/>
          <p:cNvSpPr txBox="1"/>
          <p:nvPr/>
        </p:nvSpPr>
        <p:spPr>
          <a:xfrm>
            <a:off x="559452" y="1545761"/>
            <a:ext cx="2883785" cy="461665"/>
          </a:xfrm>
          <a:prstGeom prst="rect">
            <a:avLst/>
          </a:prstGeom>
          <a:noFill/>
        </p:spPr>
        <p:txBody>
          <a:bodyPr wrap="square">
            <a:spAutoFit/>
          </a:bodyPr>
          <a:lstStyle/>
          <a:p>
            <a:pPr algn="l"/>
            <a:r>
              <a:rPr kumimoji="1" lang="zh-CN" altLang="en-US" sz="2400" dirty="0">
                <a:solidFill>
                  <a:srgbClr val="0000FF"/>
                </a:solidFill>
                <a:latin typeface="Times New Roman" panose="02020603050405020304" pitchFamily="18" charset="0"/>
                <a:ea typeface="楷体" panose="02010609060101010101" charset="-122"/>
              </a:rPr>
              <a:t>（</a:t>
            </a:r>
            <a:r>
              <a:rPr kumimoji="1" lang="en-US" altLang="zh-CN" sz="2400" dirty="0">
                <a:solidFill>
                  <a:srgbClr val="0000FF"/>
                </a:solidFill>
                <a:latin typeface="Times New Roman" panose="02020603050405020304" pitchFamily="18" charset="0"/>
                <a:ea typeface="楷体" panose="02010609060101010101" charset="-122"/>
              </a:rPr>
              <a:t>1</a:t>
            </a:r>
            <a:r>
              <a:rPr kumimoji="1" lang="zh-CN" altLang="en-US" sz="2400" dirty="0">
                <a:solidFill>
                  <a:srgbClr val="0000FF"/>
                </a:solidFill>
                <a:latin typeface="Times New Roman" panose="02020603050405020304" pitchFamily="18" charset="0"/>
                <a:ea typeface="楷体" panose="02010609060101010101" charset="-122"/>
              </a:rPr>
              <a:t>）直流单独作用：</a:t>
            </a:r>
            <a:endParaRPr lang="zh-CN" altLang="en-US" sz="2400" dirty="0">
              <a:solidFill>
                <a:srgbClr val="0000FF"/>
              </a:solidFill>
            </a:endParaRPr>
          </a:p>
        </p:txBody>
      </p:sp>
      <p:graphicFrame>
        <p:nvGraphicFramePr>
          <p:cNvPr id="17" name="对象 16"/>
          <p:cNvGraphicFramePr>
            <a:graphicFrameLocks noChangeAspect="1"/>
          </p:cNvGraphicFramePr>
          <p:nvPr/>
        </p:nvGraphicFramePr>
        <p:xfrm>
          <a:off x="815975" y="2114291"/>
          <a:ext cx="1841500" cy="393700"/>
        </p:xfrm>
        <a:graphic>
          <a:graphicData uri="http://schemas.openxmlformats.org/presentationml/2006/ole">
            <mc:AlternateContent xmlns:mc="http://schemas.openxmlformats.org/markup-compatibility/2006">
              <mc:Choice xmlns:v="urn:schemas-microsoft-com:vml" Requires="v">
                <p:oleObj r:id="rId16" imgW="44196000" imgH="9448800" progId="">
                  <p:embed/>
                </p:oleObj>
              </mc:Choice>
              <mc:Fallback>
                <p:oleObj r:id="rId16" imgW="44196000" imgH="9448800" progId="">
                  <p:embed/>
                  <p:pic>
                    <p:nvPicPr>
                      <p:cNvPr id="0" name="对象 16"/>
                      <p:cNvPicPr/>
                      <p:nvPr/>
                    </p:nvPicPr>
                    <p:blipFill>
                      <a:blip r:embed="rId17"/>
                      <a:stretch>
                        <a:fillRect/>
                      </a:stretch>
                    </p:blipFill>
                    <p:spPr>
                      <a:xfrm>
                        <a:off x="815975" y="2114291"/>
                        <a:ext cx="1841500" cy="39370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3462720" y="1545761"/>
          <a:ext cx="1270000" cy="393700"/>
        </p:xfrm>
        <a:graphic>
          <a:graphicData uri="http://schemas.openxmlformats.org/presentationml/2006/ole">
            <mc:AlternateContent xmlns:mc="http://schemas.openxmlformats.org/markup-compatibility/2006">
              <mc:Choice xmlns:v="urn:schemas-microsoft-com:vml" Requires="v">
                <p:oleObj r:id="rId18" imgW="30480000" imgH="9448800" progId="">
                  <p:embed/>
                </p:oleObj>
              </mc:Choice>
              <mc:Fallback>
                <p:oleObj r:id="rId18" imgW="30480000" imgH="9448800" progId="">
                  <p:embed/>
                  <p:pic>
                    <p:nvPicPr>
                      <p:cNvPr id="0" name="对象 18"/>
                      <p:cNvPicPr/>
                      <p:nvPr/>
                    </p:nvPicPr>
                    <p:blipFill>
                      <a:blip r:embed="rId19"/>
                      <a:stretch>
                        <a:fillRect/>
                      </a:stretch>
                    </p:blipFill>
                    <p:spPr>
                      <a:xfrm>
                        <a:off x="3462720" y="1545761"/>
                        <a:ext cx="1270000" cy="3937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863519" y="2120016"/>
          <a:ext cx="1397000" cy="393700"/>
        </p:xfrm>
        <a:graphic>
          <a:graphicData uri="http://schemas.openxmlformats.org/presentationml/2006/ole">
            <mc:AlternateContent xmlns:mc="http://schemas.openxmlformats.org/markup-compatibility/2006">
              <mc:Choice xmlns:v="urn:schemas-microsoft-com:vml" Requires="v">
                <p:oleObj r:id="rId20" imgW="33528000" imgH="9448800" progId="">
                  <p:embed/>
                </p:oleObj>
              </mc:Choice>
              <mc:Fallback>
                <p:oleObj r:id="rId20" imgW="33528000" imgH="9448800" progId="">
                  <p:embed/>
                  <p:pic>
                    <p:nvPicPr>
                      <p:cNvPr id="0" name="对象 8"/>
                      <p:cNvPicPr/>
                      <p:nvPr/>
                    </p:nvPicPr>
                    <p:blipFill>
                      <a:blip r:embed="rId21"/>
                      <a:stretch>
                        <a:fillRect/>
                      </a:stretch>
                    </p:blipFill>
                    <p:spPr>
                      <a:xfrm>
                        <a:off x="2863519" y="2120016"/>
                        <a:ext cx="1397000" cy="393700"/>
                      </a:xfrm>
                      <a:prstGeom prst="rect">
                        <a:avLst/>
                      </a:prstGeom>
                    </p:spPr>
                  </p:pic>
                </p:oleObj>
              </mc:Fallback>
            </mc:AlternateContent>
          </a:graphicData>
        </a:graphic>
      </p:graphicFrame>
      <p:sp>
        <p:nvSpPr>
          <p:cNvPr id="23" name="文本框 22"/>
          <p:cNvSpPr txBox="1"/>
          <p:nvPr/>
        </p:nvSpPr>
        <p:spPr>
          <a:xfrm>
            <a:off x="-132536" y="2616177"/>
            <a:ext cx="2883785" cy="461665"/>
          </a:xfrm>
          <a:prstGeom prst="rect">
            <a:avLst/>
          </a:prstGeom>
          <a:noFill/>
        </p:spPr>
        <p:txBody>
          <a:bodyPr wrap="square">
            <a:spAutoFit/>
          </a:bodyPr>
          <a:lstStyle/>
          <a:p>
            <a:pPr algn="l"/>
            <a:r>
              <a:rPr kumimoji="1" lang="zh-CN" altLang="en-US" sz="2400" dirty="0">
                <a:solidFill>
                  <a:srgbClr val="0000FF"/>
                </a:solidFill>
                <a:latin typeface="Times New Roman" panose="02020603050405020304" pitchFamily="18" charset="0"/>
                <a:ea typeface="楷体" panose="02010609060101010101" charset="-122"/>
              </a:rPr>
              <a:t>（</a:t>
            </a:r>
            <a:r>
              <a:rPr kumimoji="1" lang="en-US" altLang="zh-CN" sz="2400" dirty="0">
                <a:solidFill>
                  <a:srgbClr val="0000FF"/>
                </a:solidFill>
                <a:latin typeface="Times New Roman" panose="02020603050405020304" pitchFamily="18" charset="0"/>
                <a:ea typeface="楷体" panose="02010609060101010101" charset="-122"/>
              </a:rPr>
              <a:t>2</a:t>
            </a:r>
            <a:r>
              <a:rPr kumimoji="1" lang="zh-CN" altLang="en-US" sz="2400" dirty="0">
                <a:solidFill>
                  <a:srgbClr val="0000FF"/>
                </a:solidFill>
                <a:latin typeface="Times New Roman" panose="02020603050405020304" pitchFamily="18" charset="0"/>
                <a:ea typeface="楷体" panose="02010609060101010101" charset="-122"/>
              </a:rPr>
              <a:t>）基波单独作用：</a:t>
            </a:r>
            <a:endParaRPr lang="zh-CN" altLang="en-US" sz="2400" dirty="0">
              <a:solidFill>
                <a:srgbClr val="0000FF"/>
              </a:solidFill>
            </a:endParaRPr>
          </a:p>
        </p:txBody>
      </p:sp>
      <p:graphicFrame>
        <p:nvGraphicFramePr>
          <p:cNvPr id="25" name="对象 24"/>
          <p:cNvGraphicFramePr>
            <a:graphicFrameLocks noChangeAspect="1"/>
          </p:cNvGraphicFramePr>
          <p:nvPr/>
        </p:nvGraphicFramePr>
        <p:xfrm>
          <a:off x="2751249" y="2649352"/>
          <a:ext cx="2108200" cy="393700"/>
        </p:xfrm>
        <a:graphic>
          <a:graphicData uri="http://schemas.openxmlformats.org/presentationml/2006/ole">
            <mc:AlternateContent xmlns:mc="http://schemas.openxmlformats.org/markup-compatibility/2006">
              <mc:Choice xmlns:v="urn:schemas-microsoft-com:vml" Requires="v">
                <p:oleObj r:id="rId22" imgW="50596800" imgH="9448800" progId="">
                  <p:embed/>
                </p:oleObj>
              </mc:Choice>
              <mc:Fallback>
                <p:oleObj r:id="rId22" imgW="50596800" imgH="9448800" progId="">
                  <p:embed/>
                  <p:pic>
                    <p:nvPicPr>
                      <p:cNvPr id="0" name="对象 24"/>
                      <p:cNvPicPr/>
                      <p:nvPr/>
                    </p:nvPicPr>
                    <p:blipFill>
                      <a:blip r:embed="rId23"/>
                      <a:stretch>
                        <a:fillRect/>
                      </a:stretch>
                    </p:blipFill>
                    <p:spPr>
                      <a:xfrm>
                        <a:off x="2751249" y="2649352"/>
                        <a:ext cx="2108200" cy="39370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815975" y="3117024"/>
          <a:ext cx="1143000" cy="393700"/>
        </p:xfrm>
        <a:graphic>
          <a:graphicData uri="http://schemas.openxmlformats.org/presentationml/2006/ole">
            <mc:AlternateContent xmlns:mc="http://schemas.openxmlformats.org/markup-compatibility/2006">
              <mc:Choice xmlns:v="urn:schemas-microsoft-com:vml" Requires="v">
                <p:oleObj r:id="rId24" imgW="27432000" imgH="9448800" progId="">
                  <p:embed/>
                </p:oleObj>
              </mc:Choice>
              <mc:Fallback>
                <p:oleObj r:id="rId24" imgW="27432000" imgH="9448800" progId="">
                  <p:embed/>
                  <p:pic>
                    <p:nvPicPr>
                      <p:cNvPr id="0" name="对象 33"/>
                      <p:cNvPicPr/>
                      <p:nvPr/>
                    </p:nvPicPr>
                    <p:blipFill>
                      <a:blip r:embed="rId25"/>
                      <a:stretch>
                        <a:fillRect/>
                      </a:stretch>
                    </p:blipFill>
                    <p:spPr>
                      <a:xfrm>
                        <a:off x="815975" y="3117024"/>
                        <a:ext cx="1143000" cy="393700"/>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2294838" y="3116742"/>
          <a:ext cx="774700" cy="393700"/>
        </p:xfrm>
        <a:graphic>
          <a:graphicData uri="http://schemas.openxmlformats.org/presentationml/2006/ole">
            <mc:AlternateContent xmlns:mc="http://schemas.openxmlformats.org/markup-compatibility/2006">
              <mc:Choice xmlns:v="urn:schemas-microsoft-com:vml" Requires="v">
                <p:oleObj r:id="rId26" imgW="18592800" imgH="9448800" progId="">
                  <p:embed/>
                </p:oleObj>
              </mc:Choice>
              <mc:Fallback>
                <p:oleObj r:id="rId26" imgW="18592800" imgH="9448800" progId="">
                  <p:embed/>
                  <p:pic>
                    <p:nvPicPr>
                      <p:cNvPr id="0" name="对象 34"/>
                      <p:cNvPicPr/>
                      <p:nvPr/>
                    </p:nvPicPr>
                    <p:blipFill>
                      <a:blip r:embed="rId27"/>
                      <a:stretch>
                        <a:fillRect/>
                      </a:stretch>
                    </p:blipFill>
                    <p:spPr>
                      <a:xfrm>
                        <a:off x="2294838" y="3116742"/>
                        <a:ext cx="774700" cy="393700"/>
                      </a:xfrm>
                      <a:prstGeom prst="rect">
                        <a:avLst/>
                      </a:prstGeom>
                    </p:spPr>
                  </p:pic>
                </p:oleObj>
              </mc:Fallback>
            </mc:AlternateContent>
          </a:graphicData>
        </a:graphic>
      </p:graphicFrame>
      <p:sp>
        <p:nvSpPr>
          <p:cNvPr id="32" name="文本框 31"/>
          <p:cNvSpPr txBox="1"/>
          <p:nvPr/>
        </p:nvSpPr>
        <p:spPr>
          <a:xfrm>
            <a:off x="-108458" y="3549342"/>
            <a:ext cx="3628328" cy="461665"/>
          </a:xfrm>
          <a:prstGeom prst="rect">
            <a:avLst/>
          </a:prstGeom>
          <a:noFill/>
        </p:spPr>
        <p:txBody>
          <a:bodyPr wrap="square">
            <a:spAutoFit/>
          </a:bodyPr>
          <a:lstStyle/>
          <a:p>
            <a:pPr algn="l"/>
            <a:r>
              <a:rPr kumimoji="1" lang="zh-CN" altLang="en-US" sz="2400" dirty="0">
                <a:solidFill>
                  <a:srgbClr val="0000FF"/>
                </a:solidFill>
                <a:latin typeface="Times New Roman" panose="02020603050405020304" pitchFamily="18" charset="0"/>
                <a:ea typeface="楷体" panose="02010609060101010101" charset="-122"/>
              </a:rPr>
              <a:t>（</a:t>
            </a:r>
            <a:r>
              <a:rPr kumimoji="1" lang="en-US" altLang="zh-CN" sz="2400" dirty="0">
                <a:solidFill>
                  <a:srgbClr val="0000FF"/>
                </a:solidFill>
                <a:latin typeface="Times New Roman" panose="02020603050405020304" pitchFamily="18" charset="0"/>
                <a:ea typeface="楷体" panose="02010609060101010101" charset="-122"/>
              </a:rPr>
              <a:t>3</a:t>
            </a:r>
            <a:r>
              <a:rPr kumimoji="1" lang="zh-CN" altLang="en-US" sz="2400" dirty="0">
                <a:solidFill>
                  <a:srgbClr val="0000FF"/>
                </a:solidFill>
                <a:latin typeface="Times New Roman" panose="02020603050405020304" pitchFamily="18" charset="0"/>
                <a:ea typeface="楷体" panose="02010609060101010101" charset="-122"/>
              </a:rPr>
              <a:t>）二次谐波单独作用：</a:t>
            </a:r>
            <a:endParaRPr lang="zh-CN" altLang="en-US" sz="2400" dirty="0">
              <a:solidFill>
                <a:srgbClr val="0000FF"/>
              </a:solidFill>
            </a:endParaRPr>
          </a:p>
        </p:txBody>
      </p:sp>
      <p:graphicFrame>
        <p:nvGraphicFramePr>
          <p:cNvPr id="33" name="对象 32"/>
          <p:cNvGraphicFramePr>
            <a:graphicFrameLocks noChangeAspect="1"/>
          </p:cNvGraphicFramePr>
          <p:nvPr/>
        </p:nvGraphicFramePr>
        <p:xfrm>
          <a:off x="3449638" y="3589338"/>
          <a:ext cx="1981200" cy="304800"/>
        </p:xfrm>
        <a:graphic>
          <a:graphicData uri="http://schemas.openxmlformats.org/presentationml/2006/ole">
            <mc:AlternateContent xmlns:mc="http://schemas.openxmlformats.org/markup-compatibility/2006">
              <mc:Choice xmlns:v="urn:schemas-microsoft-com:vml" Requires="v">
                <p:oleObj r:id="rId28" imgW="47548800" imgH="7315200" progId="">
                  <p:embed/>
                </p:oleObj>
              </mc:Choice>
              <mc:Fallback>
                <p:oleObj r:id="rId28" imgW="47548800" imgH="7315200" progId="">
                  <p:embed/>
                  <p:pic>
                    <p:nvPicPr>
                      <p:cNvPr id="0" name="对象 24"/>
                      <p:cNvPicPr/>
                      <p:nvPr/>
                    </p:nvPicPr>
                    <p:blipFill>
                      <a:blip r:embed="rId29"/>
                      <a:stretch>
                        <a:fillRect/>
                      </a:stretch>
                    </p:blipFill>
                    <p:spPr>
                      <a:xfrm>
                        <a:off x="3449638" y="3589338"/>
                        <a:ext cx="1981200" cy="304800"/>
                      </a:xfrm>
                      <a:prstGeom prst="rect">
                        <a:avLst/>
                      </a:prstGeom>
                    </p:spPr>
                  </p:pic>
                </p:oleObj>
              </mc:Fallback>
            </mc:AlternateContent>
          </a:graphicData>
        </a:graphic>
      </p:graphicFrame>
      <p:graphicFrame>
        <p:nvGraphicFramePr>
          <p:cNvPr id="34" name="对象 33"/>
          <p:cNvGraphicFramePr>
            <a:graphicFrameLocks noChangeAspect="1"/>
          </p:cNvGraphicFramePr>
          <p:nvPr/>
        </p:nvGraphicFramePr>
        <p:xfrm>
          <a:off x="5505133" y="3488056"/>
          <a:ext cx="1511300" cy="444500"/>
        </p:xfrm>
        <a:graphic>
          <a:graphicData uri="http://schemas.openxmlformats.org/presentationml/2006/ole">
            <mc:AlternateContent xmlns:mc="http://schemas.openxmlformats.org/markup-compatibility/2006">
              <mc:Choice xmlns:v="urn:schemas-microsoft-com:vml" Requires="v">
                <p:oleObj r:id="rId30" imgW="36271200" imgH="10668000" progId="">
                  <p:embed/>
                </p:oleObj>
              </mc:Choice>
              <mc:Fallback>
                <p:oleObj r:id="rId30" imgW="36271200" imgH="10668000" progId="">
                  <p:embed/>
                  <p:pic>
                    <p:nvPicPr>
                      <p:cNvPr id="0" name="对象 31"/>
                      <p:cNvPicPr/>
                      <p:nvPr/>
                    </p:nvPicPr>
                    <p:blipFill>
                      <a:blip r:embed="rId31"/>
                      <a:stretch>
                        <a:fillRect/>
                      </a:stretch>
                    </p:blipFill>
                    <p:spPr>
                      <a:xfrm>
                        <a:off x="5505133" y="3488056"/>
                        <a:ext cx="1511300" cy="444500"/>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815975" y="4119500"/>
          <a:ext cx="1816100" cy="393700"/>
        </p:xfrm>
        <a:graphic>
          <a:graphicData uri="http://schemas.openxmlformats.org/presentationml/2006/ole">
            <mc:AlternateContent xmlns:mc="http://schemas.openxmlformats.org/markup-compatibility/2006">
              <mc:Choice xmlns:v="urn:schemas-microsoft-com:vml" Requires="v">
                <p:oleObj r:id="rId32" imgW="43586400" imgH="9448800" progId="">
                  <p:embed/>
                </p:oleObj>
              </mc:Choice>
              <mc:Fallback>
                <p:oleObj r:id="rId32" imgW="43586400" imgH="9448800" progId="">
                  <p:embed/>
                  <p:pic>
                    <p:nvPicPr>
                      <p:cNvPr id="0" name="对象 40"/>
                      <p:cNvPicPr/>
                      <p:nvPr/>
                    </p:nvPicPr>
                    <p:blipFill>
                      <a:blip r:embed="rId33"/>
                      <a:stretch>
                        <a:fillRect/>
                      </a:stretch>
                    </p:blipFill>
                    <p:spPr>
                      <a:xfrm>
                        <a:off x="815975" y="4119500"/>
                        <a:ext cx="1816100" cy="393700"/>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2972965" y="4119500"/>
          <a:ext cx="1562100" cy="393700"/>
        </p:xfrm>
        <a:graphic>
          <a:graphicData uri="http://schemas.openxmlformats.org/presentationml/2006/ole">
            <mc:AlternateContent xmlns:mc="http://schemas.openxmlformats.org/markup-compatibility/2006">
              <mc:Choice xmlns:v="urn:schemas-microsoft-com:vml" Requires="v">
                <p:oleObj r:id="rId34" imgW="37490400" imgH="9448800" progId="">
                  <p:embed/>
                </p:oleObj>
              </mc:Choice>
              <mc:Fallback>
                <p:oleObj r:id="rId34" imgW="37490400" imgH="9448800" progId="">
                  <p:embed/>
                  <p:pic>
                    <p:nvPicPr>
                      <p:cNvPr id="0" name="对象 42"/>
                      <p:cNvPicPr/>
                      <p:nvPr/>
                    </p:nvPicPr>
                    <p:blipFill>
                      <a:blip r:embed="rId35"/>
                      <a:stretch>
                        <a:fillRect/>
                      </a:stretch>
                    </p:blipFill>
                    <p:spPr>
                      <a:xfrm>
                        <a:off x="2972965" y="4119500"/>
                        <a:ext cx="1562100" cy="393700"/>
                      </a:xfrm>
                      <a:prstGeom prst="rect">
                        <a:avLst/>
                      </a:prstGeom>
                    </p:spPr>
                  </p:pic>
                </p:oleObj>
              </mc:Fallback>
            </mc:AlternateContent>
          </a:graphicData>
        </a:graphic>
      </p:graphicFrame>
      <p:sp>
        <p:nvSpPr>
          <p:cNvPr id="38" name="文本框 37"/>
          <p:cNvSpPr txBox="1"/>
          <p:nvPr/>
        </p:nvSpPr>
        <p:spPr>
          <a:xfrm>
            <a:off x="562796" y="4713810"/>
            <a:ext cx="1916244" cy="461665"/>
          </a:xfrm>
          <a:prstGeom prst="rect">
            <a:avLst/>
          </a:prstGeom>
          <a:noFill/>
        </p:spPr>
        <p:txBody>
          <a:bodyPr wrap="square">
            <a:spAutoFit/>
          </a:bodyPr>
          <a:lstStyle/>
          <a:p>
            <a:pPr algn="l"/>
            <a:r>
              <a:rPr kumimoji="1" lang="zh-CN" altLang="en-US" sz="2400" dirty="0">
                <a:latin typeface="Times New Roman" panose="02020603050405020304" pitchFamily="18" charset="0"/>
                <a:ea typeface="楷体" panose="02010609060101010101" charset="-122"/>
              </a:rPr>
              <a:t>电流表读数：</a:t>
            </a:r>
            <a:endParaRPr lang="zh-CN" altLang="en-US" sz="2400" dirty="0"/>
          </a:p>
        </p:txBody>
      </p:sp>
      <p:sp>
        <p:nvSpPr>
          <p:cNvPr id="39" name="文本框 38"/>
          <p:cNvSpPr txBox="1"/>
          <p:nvPr/>
        </p:nvSpPr>
        <p:spPr>
          <a:xfrm>
            <a:off x="562796" y="5747253"/>
            <a:ext cx="1916244" cy="461665"/>
          </a:xfrm>
          <a:prstGeom prst="rect">
            <a:avLst/>
          </a:prstGeom>
          <a:noFill/>
        </p:spPr>
        <p:txBody>
          <a:bodyPr wrap="square">
            <a:spAutoFit/>
          </a:bodyPr>
          <a:lstStyle/>
          <a:p>
            <a:pPr algn="l"/>
            <a:r>
              <a:rPr kumimoji="1" lang="zh-CN" altLang="en-US" sz="2400" dirty="0">
                <a:latin typeface="Times New Roman" panose="02020603050405020304" pitchFamily="18" charset="0"/>
                <a:ea typeface="楷体" panose="02010609060101010101" charset="-122"/>
              </a:rPr>
              <a:t>功率表读数：</a:t>
            </a:r>
            <a:endParaRPr lang="zh-CN" altLang="en-US" sz="2400" dirty="0"/>
          </a:p>
        </p:txBody>
      </p:sp>
      <p:graphicFrame>
        <p:nvGraphicFramePr>
          <p:cNvPr id="40" name="对象 39"/>
          <p:cNvGraphicFramePr>
            <a:graphicFrameLocks noChangeAspect="1"/>
          </p:cNvGraphicFramePr>
          <p:nvPr/>
        </p:nvGraphicFramePr>
        <p:xfrm>
          <a:off x="2471738" y="4557713"/>
          <a:ext cx="5207000" cy="774700"/>
        </p:xfrm>
        <a:graphic>
          <a:graphicData uri="http://schemas.openxmlformats.org/presentationml/2006/ole">
            <mc:AlternateContent xmlns:mc="http://schemas.openxmlformats.org/markup-compatibility/2006">
              <mc:Choice xmlns:v="urn:schemas-microsoft-com:vml" Requires="v">
                <p:oleObj r:id="rId36" imgW="124968000" imgH="18592800" progId="">
                  <p:embed/>
                </p:oleObj>
              </mc:Choice>
              <mc:Fallback>
                <p:oleObj r:id="rId36" imgW="124968000" imgH="18592800" progId="">
                  <p:embed/>
                  <p:pic>
                    <p:nvPicPr>
                      <p:cNvPr id="0" name="对象 35"/>
                      <p:cNvPicPr/>
                      <p:nvPr/>
                    </p:nvPicPr>
                    <p:blipFill>
                      <a:blip r:embed="rId37"/>
                      <a:stretch>
                        <a:fillRect/>
                      </a:stretch>
                    </p:blipFill>
                    <p:spPr>
                      <a:xfrm>
                        <a:off x="2471738" y="4557713"/>
                        <a:ext cx="5207000" cy="774700"/>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2479675" y="5844051"/>
          <a:ext cx="3098800" cy="292100"/>
        </p:xfrm>
        <a:graphic>
          <a:graphicData uri="http://schemas.openxmlformats.org/presentationml/2006/ole">
            <mc:AlternateContent xmlns:mc="http://schemas.openxmlformats.org/markup-compatibility/2006">
              <mc:Choice xmlns:v="urn:schemas-microsoft-com:vml" Requires="v">
                <p:oleObj r:id="rId38" imgW="74371200" imgH="7010400" progId="">
                  <p:embed/>
                </p:oleObj>
              </mc:Choice>
              <mc:Fallback>
                <p:oleObj r:id="rId38" imgW="74371200" imgH="7010400" progId="">
                  <p:embed/>
                  <p:pic>
                    <p:nvPicPr>
                      <p:cNvPr id="0" name="对象 39"/>
                      <p:cNvPicPr/>
                      <p:nvPr/>
                    </p:nvPicPr>
                    <p:blipFill>
                      <a:blip r:embed="rId39"/>
                      <a:stretch>
                        <a:fillRect/>
                      </a:stretch>
                    </p:blipFill>
                    <p:spPr>
                      <a:xfrm>
                        <a:off x="2479675" y="5844051"/>
                        <a:ext cx="3098800" cy="292100"/>
                      </a:xfrm>
                      <a:prstGeom prst="rect">
                        <a:avLst/>
                      </a:prstGeom>
                    </p:spPr>
                  </p:pic>
                </p:oleObj>
              </mc:Fallback>
            </mc:AlternateContent>
          </a:graphicData>
        </a:graphic>
      </p:graphicFrame>
      <p:sp>
        <p:nvSpPr>
          <p:cNvPr id="42" name="文本框 41"/>
          <p:cNvSpPr txBox="1"/>
          <p:nvPr/>
        </p:nvSpPr>
        <p:spPr>
          <a:xfrm>
            <a:off x="4435475" y="5203721"/>
            <a:ext cx="1143000" cy="461665"/>
          </a:xfrm>
          <a:prstGeom prst="rect">
            <a:avLst/>
          </a:prstGeom>
          <a:noFill/>
        </p:spPr>
        <p:txBody>
          <a:bodyPr wrap="square">
            <a:spAutoFit/>
          </a:bodyPr>
          <a:lstStyle/>
          <a:p>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 panose="02010609060101010101" charset="-122"/>
                <a:cs typeface="+mn-cs"/>
              </a:rPr>
              <a:t>有效值</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left)">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barn(inVertical)">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left)">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2" grpId="0"/>
    </p:bld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日期占位符 1"/>
          <p:cNvSpPr>
            <a:spLocks noGrp="1"/>
          </p:cNvSpPr>
          <p:nvPr>
            <p:ph type="dt" sz="quarter" idx="10"/>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b="1" kern="1200">
                <a:solidFill>
                  <a:srgbClr val="FF6600"/>
                </a:solidFill>
                <a:latin typeface="+mn-lt"/>
                <a:ea typeface="宋体" charset="-122"/>
                <a:cs typeface="+mn-cs"/>
              </a:defRPr>
            </a:lvl1pPr>
            <a:lvl2pPr marL="4572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2pPr>
            <a:lvl3pPr marL="9144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3pPr>
            <a:lvl4pPr marL="13716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4pPr>
            <a:lvl5pPr marL="18288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667A3524-3B20-4A1E-A1FC-E0D0AD896E8A}" type="datetime1">
              <a:rPr lang="zh-CN" altLang="en-US" b="0" smtClean="0">
                <a:latin typeface="Times New Roman"/>
              </a:rPr>
              <a:pPr marL="0" marR="0" lvl="0" indent="0" algn="l" defTabSz="914400" rtl="0" eaLnBrk="1" fontAlgn="base" latinLnBrk="0" hangingPunct="1">
                <a:lnSpc>
                  <a:spcPct val="100000"/>
                </a:lnSpc>
                <a:spcBef>
                  <a:spcPct val="0"/>
                </a:spcBef>
                <a:spcAft>
                  <a:spcPct val="0"/>
                </a:spcAft>
                <a:buClrTx/>
                <a:buSzTx/>
                <a:buFontTx/>
                <a:buNone/>
                <a:tabLst/>
                <a:defRPr/>
              </a:pPr>
              <a:t>2024/8/17</a:t>
            </a:fld>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18" name="页脚占位符 2"/>
          <p:cNvSpPr>
            <a:spLocks noGrp="1"/>
          </p:cNvSpPr>
          <p:nvPr>
            <p:ph type="ftr" sz="quarter" idx="11"/>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eaLnBrk="1" fontAlgn="base" hangingPunct="1">
              <a:spcBef>
                <a:spcPct val="0"/>
              </a:spcBef>
              <a:spcAft>
                <a:spcPct val="0"/>
              </a:spcAft>
              <a:defRPr kumimoji="1" sz="1400" b="1" kern="1200">
                <a:solidFill>
                  <a:srgbClr val="FF6600"/>
                </a:solidFill>
                <a:latin typeface="+mn-lt"/>
                <a:ea typeface="宋体" charset="-122"/>
                <a:cs typeface="+mn-cs"/>
              </a:defRPr>
            </a:lvl1pPr>
            <a:lvl2pPr marL="4572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2pPr>
            <a:lvl3pPr marL="9144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3pPr>
            <a:lvl4pPr marL="13716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4pPr>
            <a:lvl5pPr marL="18288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b="0">
                <a:latin typeface="Times New Roman"/>
              </a:rPr>
              <a:t>电路理论－颜秋容</a:t>
            </a:r>
            <a:endParaRPr kumimoji="1" lang="en-US" altLang="zh-CN" sz="1400" b="0" i="0" u="none" strike="noStrike" kern="1200" cap="none" spc="0" normalizeH="0" baseline="0" noProof="0">
              <a:ln>
                <a:noFill/>
              </a:ln>
              <a:solidFill>
                <a:srgbClr val="FF6600"/>
              </a:solidFill>
              <a:effectLst/>
              <a:uLnTx/>
              <a:uFillTx/>
              <a:latin typeface="Times New Roman"/>
              <a:ea typeface="宋体" charset="-122"/>
              <a:cs typeface="+mn-cs"/>
            </a:endParaRPr>
          </a:p>
        </p:txBody>
      </p:sp>
      <p:sp>
        <p:nvSpPr>
          <p:cNvPr id="4100" name="灯片编号占位符 3"/>
          <p:cNvSpPr>
            <a:spLocks noGrp="1"/>
          </p:cNvSpPr>
          <p:nvPr>
            <p:ph type="sldNum" sz="quarter" idx="12"/>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kumimoji="1" sz="1400" b="1" kern="1200">
                <a:solidFill>
                  <a:srgbClr val="FF6600"/>
                </a:solidFill>
                <a:latin typeface="Times New Roman" panose="02020603050405020304" pitchFamily="18" charset="0"/>
                <a:ea typeface="宋体" panose="02010600030101010101" pitchFamily="2" charset="-122"/>
                <a:cs typeface="+mn-cs"/>
              </a:defRPr>
            </a:lvl1pPr>
            <a:lvl2pPr marL="4572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2pPr>
            <a:lvl3pPr marL="9144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3pPr>
            <a:lvl4pPr marL="13716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4pPr>
            <a:lvl5pPr marL="1828800" algn="ctr" rtl="0" eaLnBrk="0" fontAlgn="base" hangingPunct="0">
              <a:spcBef>
                <a:spcPct val="0"/>
              </a:spcBef>
              <a:spcAft>
                <a:spcPct val="0"/>
              </a:spcAft>
              <a:defRPr kumimoji="1" sz="24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2400" b="1" kern="1200">
                <a:solidFill>
                  <a:schemeClr val="tx1"/>
                </a:solidFill>
                <a:latin typeface="宋体" panose="02010600030101010101" pitchFamily="2" charset="-122"/>
                <a:ea typeface="宋体" panose="02010600030101010101" pitchFamily="2" charset="-122"/>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CA8CB9E-9F10-447C-9D43-C91D93EFBF6E}" type="slidenum">
              <a:rPr lang="en-US" altLang="zh-CN" b="0" smtClean="0"/>
              <a:pPr marL="0" marR="0" lvl="0" indent="0" algn="r" defTabSz="914400" rtl="0" eaLnBrk="1" fontAlgn="base" latinLnBrk="0" hangingPunct="1">
                <a:lnSpc>
                  <a:spcPct val="100000"/>
                </a:lnSpc>
                <a:spcBef>
                  <a:spcPct val="0"/>
                </a:spcBef>
                <a:spcAft>
                  <a:spcPct val="0"/>
                </a:spcAft>
                <a:buClrTx/>
                <a:buSzTx/>
                <a:buFontTx/>
                <a:buNone/>
                <a:tabLst/>
                <a:defRPr/>
              </a:pPr>
              <a:t>260</a:t>
            </a:fld>
            <a:endParaRPr kumimoji="1" lang="en-US" altLang="zh-CN" sz="1400" b="0"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grpSp>
        <p:nvGrpSpPr>
          <p:cNvPr id="4101" name="Group 2"/>
          <p:cNvGrpSpPr>
            <a:grpSpLocks/>
          </p:cNvGrpSpPr>
          <p:nvPr/>
        </p:nvGrpSpPr>
        <p:grpSpPr bwMode="auto">
          <a:xfrm>
            <a:off x="0" y="0"/>
            <a:ext cx="9144000" cy="6858000"/>
            <a:chOff x="0" y="0"/>
            <a:chExt cx="5970" cy="4956"/>
          </a:xfrm>
        </p:grpSpPr>
        <p:pic>
          <p:nvPicPr>
            <p:cNvPr id="4112" name="Picture 3"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3" name="Picture 4"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4" name="Picture 5"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5" name="Picture 6"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9"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4145" name="Text Box 17"/>
          <p:cNvSpPr txBox="1">
            <a:spLocks noChangeArrowheads="1"/>
          </p:cNvSpPr>
          <p:nvPr/>
        </p:nvSpPr>
        <p:spPr bwMode="auto">
          <a:xfrm>
            <a:off x="969963" y="2060575"/>
            <a:ext cx="7850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16.2 </a:t>
            </a:r>
            <a:r>
              <a:rPr kumimoji="1" lang="zh-CN" altLang="en-US"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二端口网络的参数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Parameters of two-ports</a:t>
            </a:r>
          </a:p>
        </p:txBody>
      </p:sp>
      <p:sp>
        <p:nvSpPr>
          <p:cNvPr id="304147" name="Text Box 19"/>
          <p:cNvSpPr txBox="1">
            <a:spLocks noChangeArrowheads="1"/>
          </p:cNvSpPr>
          <p:nvPr/>
        </p:nvSpPr>
        <p:spPr bwMode="auto">
          <a:xfrm>
            <a:off x="969963" y="1511300"/>
            <a:ext cx="7850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16.1 </a:t>
            </a:r>
            <a:r>
              <a:rPr kumimoji="1" lang="zh-CN" altLang="en-US"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二端口网络的特性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Characteristics of </a:t>
            </a:r>
            <a:r>
              <a:rPr kumimoji="1" lang="en-US" altLang="zh-CN" sz="2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two-ports</a:t>
            </a:r>
          </a:p>
        </p:txBody>
      </p:sp>
      <p:sp>
        <p:nvSpPr>
          <p:cNvPr id="304149" name="Text Box 21"/>
          <p:cNvSpPr txBox="1">
            <a:spLocks noChangeArrowheads="1"/>
          </p:cNvSpPr>
          <p:nvPr/>
        </p:nvSpPr>
        <p:spPr bwMode="auto">
          <a:xfrm>
            <a:off x="971550" y="2540000"/>
            <a:ext cx="786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16.3 </a:t>
            </a:r>
            <a:r>
              <a:rPr kumimoji="1" lang="zh-CN" altLang="en-US" sz="2400" b="0" i="0" u="none" strike="noStrike" kern="1200" cap="none" spc="0" normalizeH="0" baseline="0" noProof="0" dirty="0">
                <a:ln>
                  <a:noFill/>
                </a:ln>
                <a:solidFill>
                  <a:srgbClr val="000000"/>
                </a:solidFill>
                <a:effectLst/>
                <a:uLnTx/>
                <a:uFillTx/>
                <a:latin typeface="Times New Roman" pitchFamily="18" charset="0"/>
                <a:ea typeface="隶书" pitchFamily="49" charset="-122"/>
                <a:cs typeface="+mn-cs"/>
              </a:rPr>
              <a:t>参数之间的关系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Relationships between parameters</a:t>
            </a:r>
          </a:p>
        </p:txBody>
      </p:sp>
      <p:sp>
        <p:nvSpPr>
          <p:cNvPr id="304150" name="Text Box 22"/>
          <p:cNvSpPr txBox="1">
            <a:spLocks noChangeArrowheads="1"/>
          </p:cNvSpPr>
          <p:nvPr/>
        </p:nvSpPr>
        <p:spPr bwMode="auto">
          <a:xfrm>
            <a:off x="298450" y="0"/>
            <a:ext cx="884555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rPr>
              <a:t>Chapter 16</a:t>
            </a:r>
            <a:r>
              <a:rPr kumimoji="1" lang="zh-CN" altLang="en-US"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rPr>
              <a:t>　</a:t>
            </a:r>
            <a:r>
              <a:rPr kumimoji="1" lang="zh-CN" altLang="en-US" sz="4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二端口网络</a:t>
            </a:r>
            <a:endParaRPr kumimoji="1" lang="zh-CN" altLang="en-US" sz="4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隶书"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44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隶书" pitchFamily="49" charset="-122"/>
                <a:cs typeface="+mn-cs"/>
              </a:rPr>
              <a:t>Two-port Networks</a:t>
            </a:r>
          </a:p>
        </p:txBody>
      </p:sp>
      <p:sp>
        <p:nvSpPr>
          <p:cNvPr id="304152" name="Text Box 24"/>
          <p:cNvSpPr txBox="1">
            <a:spLocks noChangeArrowheads="1"/>
          </p:cNvSpPr>
          <p:nvPr/>
        </p:nvSpPr>
        <p:spPr bwMode="auto">
          <a:xfrm>
            <a:off x="993775" y="2997200"/>
            <a:ext cx="789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16.4 </a:t>
            </a: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二端口网络的等效电路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Equivalent circuits</a:t>
            </a:r>
          </a:p>
        </p:txBody>
      </p:sp>
      <p:sp>
        <p:nvSpPr>
          <p:cNvPr id="304154" name="Text Box 26"/>
          <p:cNvSpPr txBox="1">
            <a:spLocks noChangeArrowheads="1"/>
          </p:cNvSpPr>
          <p:nvPr/>
        </p:nvSpPr>
        <p:spPr bwMode="auto">
          <a:xfrm>
            <a:off x="971550" y="3500438"/>
            <a:ext cx="7826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16.5 </a:t>
            </a:r>
            <a:r>
              <a:rPr kumimoji="1" lang="zh-CN" alt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二端口网络的相互连接　 </a:t>
            </a:r>
            <a:r>
              <a:rPr kumimoji="1" lang="en-US" altLang="zh-CN"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隶书" pitchFamily="49" charset="-122"/>
                <a:cs typeface="+mn-cs"/>
              </a:rPr>
              <a:t>Interconnections of two-ports</a:t>
            </a:r>
          </a:p>
        </p:txBody>
      </p:sp>
    </p:spTree>
    <p:extLst>
      <p:ext uri="{BB962C8B-B14F-4D97-AF65-F5344CB8AC3E}">
        <p14:creationId xmlns:p14="http://schemas.microsoft.com/office/powerpoint/2010/main" val="2784880419"/>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491192" y="3490887"/>
          <a:ext cx="2501900" cy="1028700"/>
        </p:xfrm>
        <a:graphic>
          <a:graphicData uri="http://schemas.openxmlformats.org/presentationml/2006/ole">
            <mc:AlternateContent xmlns:mc="http://schemas.openxmlformats.org/markup-compatibility/2006">
              <mc:Choice xmlns:v="urn:schemas-microsoft-com:vml" Requires="v">
                <p:oleObj name="Equation" r:id="rId2" imgW="60045600" imgH="24688800" progId="Equation.DSMT4">
                  <p:embed/>
                </p:oleObj>
              </mc:Choice>
              <mc:Fallback>
                <p:oleObj name="Equation" r:id="rId2" imgW="60045600" imgH="24688800" progId="Equation.DSMT4">
                  <p:embed/>
                  <p:pic>
                    <p:nvPicPr>
                      <p:cNvPr id="0" name="对象 5"/>
                      <p:cNvPicPr/>
                      <p:nvPr/>
                    </p:nvPicPr>
                    <p:blipFill>
                      <a:blip r:embed="rId3"/>
                      <a:stretch>
                        <a:fillRect/>
                      </a:stretch>
                    </p:blipFill>
                    <p:spPr>
                      <a:xfrm>
                        <a:off x="491192" y="3490887"/>
                        <a:ext cx="2501900" cy="1028700"/>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3512520" y="3490847"/>
          <a:ext cx="2578100" cy="1028700"/>
        </p:xfrm>
        <a:graphic>
          <a:graphicData uri="http://schemas.openxmlformats.org/presentationml/2006/ole">
            <mc:AlternateContent xmlns:mc="http://schemas.openxmlformats.org/markup-compatibility/2006">
              <mc:Choice xmlns:v="urn:schemas-microsoft-com:vml" Requires="v">
                <p:oleObj name="Equation" r:id="rId4" imgW="61874400" imgH="24688800" progId="Equation.DSMT4">
                  <p:embed/>
                </p:oleObj>
              </mc:Choice>
              <mc:Fallback>
                <p:oleObj name="Equation" r:id="rId4" imgW="61874400" imgH="24688800" progId="Equation.DSMT4">
                  <p:embed/>
                  <p:pic>
                    <p:nvPicPr>
                      <p:cNvPr id="0" name="对象 6"/>
                      <p:cNvPicPr/>
                      <p:nvPr/>
                    </p:nvPicPr>
                    <p:blipFill>
                      <a:blip r:embed="rId5"/>
                      <a:stretch>
                        <a:fillRect/>
                      </a:stretch>
                    </p:blipFill>
                    <p:spPr>
                      <a:xfrm>
                        <a:off x="3512520" y="3490847"/>
                        <a:ext cx="2578100" cy="1028700"/>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3512520" y="1956381"/>
          <a:ext cx="2476500" cy="1028700"/>
        </p:xfrm>
        <a:graphic>
          <a:graphicData uri="http://schemas.openxmlformats.org/presentationml/2006/ole">
            <mc:AlternateContent xmlns:mc="http://schemas.openxmlformats.org/markup-compatibility/2006">
              <mc:Choice xmlns:v="urn:schemas-microsoft-com:vml" Requires="v">
                <p:oleObj name="Equation" r:id="rId6" imgW="59436000" imgH="24688800" progId="Equation.DSMT4">
                  <p:embed/>
                </p:oleObj>
              </mc:Choice>
              <mc:Fallback>
                <p:oleObj name="Equation" r:id="rId6" imgW="59436000" imgH="24688800" progId="Equation.DSMT4">
                  <p:embed/>
                  <p:pic>
                    <p:nvPicPr>
                      <p:cNvPr id="0" name="对象 7"/>
                      <p:cNvPicPr/>
                      <p:nvPr/>
                    </p:nvPicPr>
                    <p:blipFill>
                      <a:blip r:embed="rId7"/>
                      <a:stretch>
                        <a:fillRect/>
                      </a:stretch>
                    </p:blipFill>
                    <p:spPr>
                      <a:xfrm>
                        <a:off x="3512520" y="1956381"/>
                        <a:ext cx="2476500" cy="10287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91192" y="1954238"/>
          <a:ext cx="2514600" cy="1028700"/>
        </p:xfrm>
        <a:graphic>
          <a:graphicData uri="http://schemas.openxmlformats.org/presentationml/2006/ole">
            <mc:AlternateContent xmlns:mc="http://schemas.openxmlformats.org/markup-compatibility/2006">
              <mc:Choice xmlns:v="urn:schemas-microsoft-com:vml" Requires="v">
                <p:oleObj name="Equation" r:id="rId8" imgW="60350400" imgH="24688800" progId="Equation.DSMT4">
                  <p:embed/>
                </p:oleObj>
              </mc:Choice>
              <mc:Fallback>
                <p:oleObj name="Equation" r:id="rId8" imgW="60350400" imgH="24688800" progId="Equation.DSMT4">
                  <p:embed/>
                  <p:pic>
                    <p:nvPicPr>
                      <p:cNvPr id="0" name="对象 8"/>
                      <p:cNvPicPr/>
                      <p:nvPr/>
                    </p:nvPicPr>
                    <p:blipFill>
                      <a:blip r:embed="rId9"/>
                      <a:stretch>
                        <a:fillRect/>
                      </a:stretch>
                    </p:blipFill>
                    <p:spPr>
                      <a:xfrm>
                        <a:off x="491192" y="1954238"/>
                        <a:ext cx="2514600" cy="10287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91192" y="5049416"/>
          <a:ext cx="2794000" cy="1231900"/>
        </p:xfrm>
        <a:graphic>
          <a:graphicData uri="http://schemas.openxmlformats.org/presentationml/2006/ole">
            <mc:AlternateContent xmlns:mc="http://schemas.openxmlformats.org/markup-compatibility/2006">
              <mc:Choice xmlns:v="urn:schemas-microsoft-com:vml" Requires="v">
                <p:oleObj name="Equation" r:id="rId10" imgW="67056000" imgH="29565600" progId="Equation.DSMT4">
                  <p:embed/>
                </p:oleObj>
              </mc:Choice>
              <mc:Fallback>
                <p:oleObj name="Equation" r:id="rId10" imgW="67056000" imgH="29565600" progId="Equation.DSMT4">
                  <p:embed/>
                  <p:pic>
                    <p:nvPicPr>
                      <p:cNvPr id="0" name="对象 9"/>
                      <p:cNvPicPr/>
                      <p:nvPr/>
                    </p:nvPicPr>
                    <p:blipFill>
                      <a:blip r:embed="rId11"/>
                      <a:stretch>
                        <a:fillRect/>
                      </a:stretch>
                    </p:blipFill>
                    <p:spPr>
                      <a:xfrm>
                        <a:off x="491192" y="5049416"/>
                        <a:ext cx="2794000" cy="12319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512520" y="5049416"/>
          <a:ext cx="2946400" cy="1231900"/>
        </p:xfrm>
        <a:graphic>
          <a:graphicData uri="http://schemas.openxmlformats.org/presentationml/2006/ole">
            <mc:AlternateContent xmlns:mc="http://schemas.openxmlformats.org/markup-compatibility/2006">
              <mc:Choice xmlns:v="urn:schemas-microsoft-com:vml" Requires="v">
                <p:oleObj name="Equation" r:id="rId12" imgW="70713600" imgH="29565600" progId="Equation.DSMT4">
                  <p:embed/>
                </p:oleObj>
              </mc:Choice>
              <mc:Fallback>
                <p:oleObj name="Equation" r:id="rId12" imgW="70713600" imgH="29565600" progId="Equation.DSMT4">
                  <p:embed/>
                  <p:pic>
                    <p:nvPicPr>
                      <p:cNvPr id="0" name="对象 10"/>
                      <p:cNvPicPr/>
                      <p:nvPr/>
                    </p:nvPicPr>
                    <p:blipFill>
                      <a:blip r:embed="rId13"/>
                      <a:stretch>
                        <a:fillRect/>
                      </a:stretch>
                    </p:blipFill>
                    <p:spPr>
                      <a:xfrm>
                        <a:off x="3512520" y="5049416"/>
                        <a:ext cx="2946400" cy="1231900"/>
                      </a:xfrm>
                      <a:prstGeom prst="rect">
                        <a:avLst/>
                      </a:prstGeom>
                    </p:spPr>
                  </p:pic>
                </p:oleObj>
              </mc:Fallback>
            </mc:AlternateContent>
          </a:graphicData>
        </a:graphic>
      </p:graphicFrame>
      <p:sp>
        <p:nvSpPr>
          <p:cNvPr id="8" name="Rectangle 29"/>
          <p:cNvSpPr>
            <a:spLocks noChangeArrowheads="1"/>
          </p:cNvSpPr>
          <p:nvPr/>
        </p:nvSpPr>
        <p:spPr bwMode="auto">
          <a:xfrm>
            <a:off x="469937" y="1506200"/>
            <a:ext cx="25571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defRPr/>
            </a:pPr>
            <a:r>
              <a:rPr lang="zh-CN" altLang="en-US" b="1" dirty="0">
                <a:solidFill>
                  <a:srgbClr val="3333CC"/>
                </a:solidFill>
                <a:latin typeface="楷体" panose="02010609060101010101" charset="-122"/>
                <a:ea typeface="楷体" panose="02010609060101010101" charset="-122"/>
              </a:rPr>
              <a:t>阻抗参数方程</a:t>
            </a:r>
            <a:r>
              <a:rPr lang="en-US" altLang="zh-CN" b="1" dirty="0">
                <a:solidFill>
                  <a:srgbClr val="3333CC"/>
                </a:solidFill>
                <a:latin typeface="楷体" panose="02010609060101010101" charset="-122"/>
                <a:ea typeface="楷体" panose="02010609060101010101" charset="-122"/>
              </a:rPr>
              <a:t>(</a:t>
            </a:r>
            <a:r>
              <a:rPr lang="en-US" altLang="zh-CN" b="1" dirty="0">
                <a:solidFill>
                  <a:srgbClr val="3333CC"/>
                </a:solidFill>
                <a:latin typeface="Times New Roman" panose="02020603050405020304"/>
                <a:ea typeface="楷体" panose="02010609060101010101" charset="-122"/>
              </a:rPr>
              <a:t>Z</a:t>
            </a:r>
            <a:r>
              <a:rPr lang="en-US" altLang="zh-CN" b="1" dirty="0">
                <a:solidFill>
                  <a:srgbClr val="3333CC"/>
                </a:solidFill>
                <a:latin typeface="楷体" panose="02010609060101010101" charset="-122"/>
                <a:ea typeface="楷体" panose="02010609060101010101" charset="-122"/>
              </a:rPr>
              <a:t>)</a:t>
            </a:r>
          </a:p>
        </p:txBody>
      </p:sp>
      <p:sp>
        <p:nvSpPr>
          <p:cNvPr id="9" name="Rectangle 30"/>
          <p:cNvSpPr>
            <a:spLocks noChangeArrowheads="1"/>
          </p:cNvSpPr>
          <p:nvPr/>
        </p:nvSpPr>
        <p:spPr bwMode="auto">
          <a:xfrm>
            <a:off x="3514198" y="1506200"/>
            <a:ext cx="25747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defRPr/>
            </a:pPr>
            <a:r>
              <a:rPr lang="zh-CN" altLang="en-US" b="1" dirty="0">
                <a:solidFill>
                  <a:srgbClr val="3333CC"/>
                </a:solidFill>
                <a:latin typeface="楷体" panose="02010609060101010101" charset="-122"/>
                <a:ea typeface="楷体" panose="02010609060101010101" charset="-122"/>
              </a:rPr>
              <a:t>导纳参数方程</a:t>
            </a:r>
            <a:r>
              <a:rPr lang="en-US" altLang="zh-CN" b="1" dirty="0">
                <a:solidFill>
                  <a:srgbClr val="3333CC"/>
                </a:solidFill>
                <a:latin typeface="楷体" panose="02010609060101010101" charset="-122"/>
                <a:ea typeface="楷体" panose="02010609060101010101" charset="-122"/>
              </a:rPr>
              <a:t>(</a:t>
            </a:r>
            <a:r>
              <a:rPr lang="en-US" altLang="zh-CN" b="1" dirty="0">
                <a:solidFill>
                  <a:srgbClr val="3333CC"/>
                </a:solidFill>
                <a:latin typeface="Times New Roman" panose="02020603050405020304"/>
                <a:ea typeface="楷体" panose="02010609060101010101" charset="-122"/>
              </a:rPr>
              <a:t>Y</a:t>
            </a:r>
            <a:r>
              <a:rPr lang="en-US" altLang="zh-CN" b="1" dirty="0">
                <a:solidFill>
                  <a:srgbClr val="3333CC"/>
                </a:solidFill>
                <a:latin typeface="楷体" panose="02010609060101010101" charset="-122"/>
                <a:ea typeface="楷体" panose="02010609060101010101" charset="-122"/>
              </a:rPr>
              <a:t>)</a:t>
            </a:r>
          </a:p>
        </p:txBody>
      </p:sp>
      <p:sp>
        <p:nvSpPr>
          <p:cNvPr id="10" name="Rectangle 31"/>
          <p:cNvSpPr>
            <a:spLocks noChangeArrowheads="1"/>
          </p:cNvSpPr>
          <p:nvPr/>
        </p:nvSpPr>
        <p:spPr bwMode="auto">
          <a:xfrm>
            <a:off x="591983" y="3036047"/>
            <a:ext cx="56166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lgn="ctr" eaLnBrk="1" hangingPunct="1">
              <a:spcBef>
                <a:spcPct val="0"/>
              </a:spcBef>
              <a:buFontTx/>
              <a:buNone/>
              <a:defRPr/>
            </a:pPr>
            <a:r>
              <a:rPr lang="zh-CN" altLang="en-US" b="1" dirty="0">
                <a:solidFill>
                  <a:srgbClr val="3333CC"/>
                </a:solidFill>
                <a:ea typeface="楷体" panose="02010609060101010101" charset="-122"/>
              </a:rPr>
              <a:t>混合参数方程 </a:t>
            </a:r>
            <a:r>
              <a:rPr lang="en-US" altLang="zh-CN" b="1" dirty="0">
                <a:solidFill>
                  <a:srgbClr val="3333CC"/>
                </a:solidFill>
                <a:ea typeface="楷体" panose="02010609060101010101" charset="-122"/>
              </a:rPr>
              <a:t>Hybrid Parameters (H</a:t>
            </a:r>
            <a:r>
              <a:rPr lang="zh-CN" altLang="en-US" b="1" dirty="0">
                <a:solidFill>
                  <a:srgbClr val="3333CC"/>
                </a:solidFill>
                <a:ea typeface="楷体" panose="02010609060101010101" charset="-122"/>
              </a:rPr>
              <a:t>和</a:t>
            </a:r>
            <a:r>
              <a:rPr lang="en-US" altLang="zh-CN" b="1" dirty="0">
                <a:solidFill>
                  <a:srgbClr val="3333CC"/>
                </a:solidFill>
                <a:ea typeface="楷体" panose="02010609060101010101" charset="-122"/>
              </a:rPr>
              <a:t>G)</a:t>
            </a:r>
            <a:endParaRPr lang="zh-CN" altLang="en-US" b="1" dirty="0">
              <a:solidFill>
                <a:srgbClr val="3333CC"/>
              </a:solidFill>
              <a:ea typeface="楷体" panose="02010609060101010101" charset="-122"/>
            </a:endParaRPr>
          </a:p>
        </p:txBody>
      </p:sp>
      <p:sp>
        <p:nvSpPr>
          <p:cNvPr id="11" name="Rectangle 32"/>
          <p:cNvSpPr>
            <a:spLocks noChangeArrowheads="1"/>
          </p:cNvSpPr>
          <p:nvPr/>
        </p:nvSpPr>
        <p:spPr bwMode="auto">
          <a:xfrm>
            <a:off x="644507" y="4587751"/>
            <a:ext cx="65517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1" lang="zh-CN" altLang="en-US" sz="2400" b="1" i="0" u="none" strike="noStrike" kern="0" cap="none" spc="0" normalizeH="0" noProof="0" dirty="0">
                <a:ln>
                  <a:noFill/>
                </a:ln>
                <a:solidFill>
                  <a:srgbClr val="3333CC"/>
                </a:solidFill>
                <a:effectLst/>
                <a:uLnTx/>
                <a:uFillTx/>
                <a:ea typeface="楷体" panose="02010609060101010101" charset="-122"/>
              </a:rPr>
              <a:t>传输参数方程 </a:t>
            </a:r>
            <a:r>
              <a:rPr kumimoji="1" lang="en-US" altLang="zh-CN" sz="2400" b="1" i="0" u="none" strike="noStrike" kern="0" cap="none" spc="0" normalizeH="0" noProof="0" dirty="0">
                <a:ln>
                  <a:noFill/>
                </a:ln>
                <a:solidFill>
                  <a:srgbClr val="3333CC"/>
                </a:solidFill>
                <a:effectLst/>
                <a:uLnTx/>
                <a:uFillTx/>
                <a:ea typeface="楷体" panose="02010609060101010101" charset="-122"/>
              </a:rPr>
              <a:t>Transmission Parameters </a:t>
            </a:r>
            <a:r>
              <a:rPr lang="en-US" altLang="zh-CN" b="1" kern="0" dirty="0">
                <a:solidFill>
                  <a:srgbClr val="3333CC"/>
                </a:solidFill>
                <a:ea typeface="楷体" panose="02010609060101010101" charset="-122"/>
              </a:rPr>
              <a:t>(</a:t>
            </a:r>
            <a:r>
              <a:rPr kumimoji="1" lang="en-US" altLang="zh-CN" sz="2400" b="1" i="0" u="none" strike="noStrike" kern="0" cap="none" spc="0" normalizeH="0" noProof="0" dirty="0">
                <a:ln>
                  <a:noFill/>
                </a:ln>
                <a:solidFill>
                  <a:srgbClr val="3333CC"/>
                </a:solidFill>
                <a:effectLst/>
                <a:uLnTx/>
                <a:uFillTx/>
                <a:ea typeface="楷体" panose="02010609060101010101" charset="-122"/>
              </a:rPr>
              <a:t>T</a:t>
            </a:r>
            <a:r>
              <a:rPr kumimoji="1" lang="zh-CN" altLang="en-US" sz="2400" b="1" i="0" u="none" strike="noStrike" kern="0" cap="none" spc="0" normalizeH="0" noProof="0" dirty="0">
                <a:ln>
                  <a:noFill/>
                </a:ln>
                <a:solidFill>
                  <a:srgbClr val="3333CC"/>
                </a:solidFill>
                <a:effectLst/>
                <a:uLnTx/>
                <a:uFillTx/>
                <a:ea typeface="楷体" panose="02010609060101010101" charset="-122"/>
              </a:rPr>
              <a:t>和</a:t>
            </a:r>
            <a:r>
              <a:rPr kumimoji="1" lang="en-US" altLang="zh-CN" sz="2400" b="1" i="0" u="none" strike="noStrike" kern="0" cap="none" spc="0" normalizeH="0" noProof="0" dirty="0">
                <a:ln>
                  <a:noFill/>
                </a:ln>
                <a:solidFill>
                  <a:srgbClr val="3333CC"/>
                </a:solidFill>
                <a:effectLst/>
                <a:uLnTx/>
                <a:uFillTx/>
                <a:ea typeface="楷体" panose="02010609060101010101" charset="-122"/>
              </a:rPr>
              <a:t>T</a:t>
            </a:r>
            <a:r>
              <a:rPr kumimoji="1" lang="en-US" altLang="zh-CN" sz="2400" b="0" i="0" u="none" strike="noStrike" kern="0" cap="none" spc="0" normalizeH="0" noProof="0" dirty="0">
                <a:ln>
                  <a:noFill/>
                </a:ln>
                <a:solidFill>
                  <a:srgbClr val="3333CC"/>
                </a:solidFill>
                <a:effectLst/>
                <a:uLnTx/>
                <a:uFillTx/>
                <a:ea typeface="楷体" panose="02010609060101010101" charset="-122"/>
              </a:rPr>
              <a:t>’</a:t>
            </a:r>
            <a:r>
              <a:rPr lang="en-US" altLang="zh-CN" b="1" kern="0" dirty="0">
                <a:solidFill>
                  <a:srgbClr val="3333CC"/>
                </a:solidFill>
                <a:ea typeface="楷体" panose="02010609060101010101" charset="-122"/>
              </a:rPr>
              <a:t>)</a:t>
            </a:r>
            <a:endParaRPr kumimoji="1" lang="zh-CN" altLang="en-US" sz="2400" b="1" i="0" u="none" strike="noStrike" kern="0" cap="none" spc="0" normalizeH="0" noProof="0" dirty="0">
              <a:ln>
                <a:noFill/>
              </a:ln>
              <a:solidFill>
                <a:srgbClr val="3333CC"/>
              </a:solidFill>
              <a:effectLst/>
              <a:uLnTx/>
              <a:uFillTx/>
              <a:ea typeface="楷体" panose="02010609060101010101" charset="-122"/>
            </a:endParaRPr>
          </a:p>
        </p:txBody>
      </p:sp>
      <p:sp>
        <p:nvSpPr>
          <p:cNvPr id="12" name="文本框 11"/>
          <p:cNvSpPr txBox="1"/>
          <p:nvPr/>
        </p:nvSpPr>
        <p:spPr>
          <a:xfrm>
            <a:off x="6563992" y="2053089"/>
            <a:ext cx="2088815" cy="830997"/>
          </a:xfrm>
          <a:prstGeom prst="rect">
            <a:avLst/>
          </a:prstGeom>
          <a:noFill/>
        </p:spPr>
        <p:txBody>
          <a:bodyPr wrap="square">
            <a:spAutoFit/>
          </a:bodyPr>
          <a:lstStyle/>
          <a:p>
            <a:pPr algn="ctr"/>
            <a:r>
              <a:rPr lang="zh-CN" altLang="en-US" sz="2400" b="1" dirty="0">
                <a:solidFill>
                  <a:srgbClr val="FF0000"/>
                </a:solidFill>
                <a:latin typeface="楷体" panose="02010609060101010101" charset="-122"/>
                <a:ea typeface="楷体" panose="02010609060101010101" charset="-122"/>
              </a:rPr>
              <a:t>同一</a:t>
            </a:r>
            <a:r>
              <a:rPr lang="zh-CN" altLang="en-US" sz="2400" b="1" dirty="0">
                <a:solidFill>
                  <a:srgbClr val="000000"/>
                </a:solidFill>
                <a:latin typeface="楷体" panose="02010609060101010101" charset="-122"/>
                <a:ea typeface="楷体" panose="02010609060101010101" charset="-122"/>
              </a:rPr>
              <a:t>类型变量</a:t>
            </a:r>
            <a:endParaRPr lang="en-US" altLang="zh-CN" sz="2400" b="1" dirty="0">
              <a:solidFill>
                <a:srgbClr val="000000"/>
              </a:solidFill>
              <a:latin typeface="楷体" panose="02010609060101010101" charset="-122"/>
              <a:ea typeface="楷体" panose="02010609060101010101" charset="-122"/>
            </a:endParaRPr>
          </a:p>
          <a:p>
            <a:pPr algn="ctr"/>
            <a:r>
              <a:rPr lang="zh-CN" altLang="en-US" sz="2400" b="1" dirty="0">
                <a:solidFill>
                  <a:srgbClr val="000000"/>
                </a:solidFill>
                <a:latin typeface="楷体" panose="02010609060101010101" charset="-122"/>
                <a:ea typeface="楷体" panose="02010609060101010101" charset="-122"/>
              </a:rPr>
              <a:t>位于</a:t>
            </a:r>
            <a:r>
              <a:rPr lang="zh-CN" altLang="en-US" sz="2400" b="1" dirty="0">
                <a:solidFill>
                  <a:srgbClr val="FF0000"/>
                </a:solidFill>
                <a:latin typeface="楷体" panose="02010609060101010101" charset="-122"/>
                <a:ea typeface="楷体" panose="02010609060101010101" charset="-122"/>
              </a:rPr>
              <a:t>不同</a:t>
            </a:r>
            <a:r>
              <a:rPr lang="zh-CN" altLang="en-US" sz="2400" b="1" dirty="0">
                <a:solidFill>
                  <a:srgbClr val="000000"/>
                </a:solidFill>
                <a:latin typeface="楷体" panose="02010609060101010101" charset="-122"/>
                <a:ea typeface="楷体" panose="02010609060101010101" charset="-122"/>
              </a:rPr>
              <a:t>端口</a:t>
            </a:r>
            <a:endParaRPr lang="zh-CN" altLang="en-US" sz="2400" b="1" dirty="0">
              <a:solidFill>
                <a:srgbClr val="000000"/>
              </a:solidFill>
              <a:latin typeface="宋体" panose="02010600030101010101" pitchFamily="2" charset="-122"/>
              <a:ea typeface="宋体" panose="02010600030101010101" pitchFamily="2" charset="-122"/>
            </a:endParaRPr>
          </a:p>
        </p:txBody>
      </p:sp>
      <p:sp>
        <p:nvSpPr>
          <p:cNvPr id="13" name="文本框 12"/>
          <p:cNvSpPr txBox="1"/>
          <p:nvPr/>
        </p:nvSpPr>
        <p:spPr>
          <a:xfrm>
            <a:off x="6563992" y="3460913"/>
            <a:ext cx="2088815" cy="830997"/>
          </a:xfrm>
          <a:prstGeom prst="rect">
            <a:avLst/>
          </a:prstGeom>
          <a:noFill/>
        </p:spPr>
        <p:txBody>
          <a:bodyPr wrap="square">
            <a:spAutoFit/>
          </a:bodyPr>
          <a:lstStyle/>
          <a:p>
            <a:pPr algn="ctr"/>
            <a:r>
              <a:rPr lang="zh-CN" altLang="en-US" sz="2400" b="1" dirty="0">
                <a:solidFill>
                  <a:srgbClr val="FF0000"/>
                </a:solidFill>
                <a:latin typeface="楷体" panose="02010609060101010101" charset="-122"/>
                <a:ea typeface="楷体" panose="02010609060101010101" charset="-122"/>
              </a:rPr>
              <a:t>不同</a:t>
            </a:r>
            <a:r>
              <a:rPr lang="zh-CN" altLang="en-US" sz="2400" b="1" dirty="0">
                <a:solidFill>
                  <a:srgbClr val="000000"/>
                </a:solidFill>
                <a:latin typeface="楷体" panose="02010609060101010101" charset="-122"/>
                <a:ea typeface="楷体" panose="02010609060101010101" charset="-122"/>
              </a:rPr>
              <a:t>类型变量</a:t>
            </a:r>
            <a:endParaRPr lang="en-US" altLang="zh-CN" sz="2400" b="1" dirty="0">
              <a:solidFill>
                <a:srgbClr val="000000"/>
              </a:solidFill>
              <a:latin typeface="楷体" panose="02010609060101010101" charset="-122"/>
              <a:ea typeface="楷体" panose="02010609060101010101" charset="-122"/>
            </a:endParaRPr>
          </a:p>
          <a:p>
            <a:pPr algn="ctr"/>
            <a:r>
              <a:rPr lang="zh-CN" altLang="en-US" sz="2400" b="1" dirty="0">
                <a:solidFill>
                  <a:srgbClr val="000000"/>
                </a:solidFill>
                <a:latin typeface="楷体" panose="02010609060101010101" charset="-122"/>
                <a:ea typeface="楷体" panose="02010609060101010101" charset="-122"/>
              </a:rPr>
              <a:t>位于</a:t>
            </a:r>
            <a:r>
              <a:rPr lang="zh-CN" altLang="en-US" sz="2400" b="1" dirty="0">
                <a:solidFill>
                  <a:srgbClr val="FF0000"/>
                </a:solidFill>
                <a:latin typeface="楷体" panose="02010609060101010101" charset="-122"/>
                <a:ea typeface="楷体" panose="02010609060101010101" charset="-122"/>
              </a:rPr>
              <a:t>不同</a:t>
            </a:r>
            <a:r>
              <a:rPr lang="zh-CN" altLang="en-US" sz="2400" b="1" dirty="0">
                <a:solidFill>
                  <a:srgbClr val="000000"/>
                </a:solidFill>
                <a:latin typeface="楷体" panose="02010609060101010101" charset="-122"/>
                <a:ea typeface="楷体" panose="02010609060101010101" charset="-122"/>
              </a:rPr>
              <a:t>端口</a:t>
            </a:r>
            <a:endParaRPr lang="zh-CN" altLang="en-US" sz="2400" b="1" dirty="0">
              <a:solidFill>
                <a:srgbClr val="000000"/>
              </a:solidFill>
              <a:latin typeface="宋体" panose="02010600030101010101" pitchFamily="2" charset="-122"/>
              <a:ea typeface="宋体" panose="02010600030101010101" pitchFamily="2" charset="-122"/>
            </a:endParaRPr>
          </a:p>
        </p:txBody>
      </p:sp>
      <p:sp>
        <p:nvSpPr>
          <p:cNvPr id="14" name="文本框 13"/>
          <p:cNvSpPr txBox="1"/>
          <p:nvPr/>
        </p:nvSpPr>
        <p:spPr>
          <a:xfrm>
            <a:off x="6563992" y="5249867"/>
            <a:ext cx="2088815" cy="830997"/>
          </a:xfrm>
          <a:prstGeom prst="rect">
            <a:avLst/>
          </a:prstGeom>
          <a:noFill/>
        </p:spPr>
        <p:txBody>
          <a:bodyPr wrap="square">
            <a:spAutoFit/>
          </a:bodyPr>
          <a:lstStyle/>
          <a:p>
            <a:pPr algn="ctr"/>
            <a:r>
              <a:rPr lang="zh-CN" altLang="en-US" sz="2400" b="1" dirty="0">
                <a:solidFill>
                  <a:srgbClr val="FF0000"/>
                </a:solidFill>
                <a:latin typeface="楷体" panose="02010609060101010101" charset="-122"/>
                <a:ea typeface="楷体" panose="02010609060101010101" charset="-122"/>
              </a:rPr>
              <a:t>不同</a:t>
            </a:r>
            <a:r>
              <a:rPr lang="zh-CN" altLang="en-US" sz="2400" b="1" dirty="0">
                <a:solidFill>
                  <a:srgbClr val="000000"/>
                </a:solidFill>
                <a:latin typeface="楷体" panose="02010609060101010101" charset="-122"/>
                <a:ea typeface="楷体" panose="02010609060101010101" charset="-122"/>
              </a:rPr>
              <a:t>类型变量</a:t>
            </a:r>
            <a:endParaRPr lang="en-US" altLang="zh-CN" sz="2400" b="1" dirty="0">
              <a:solidFill>
                <a:srgbClr val="000000"/>
              </a:solidFill>
              <a:latin typeface="楷体" panose="02010609060101010101" charset="-122"/>
              <a:ea typeface="楷体" panose="02010609060101010101" charset="-122"/>
            </a:endParaRPr>
          </a:p>
          <a:p>
            <a:pPr algn="ctr"/>
            <a:r>
              <a:rPr lang="zh-CN" altLang="en-US" sz="2400" b="1" dirty="0">
                <a:solidFill>
                  <a:srgbClr val="000000"/>
                </a:solidFill>
                <a:latin typeface="楷体" panose="02010609060101010101" charset="-122"/>
                <a:ea typeface="楷体" panose="02010609060101010101" charset="-122"/>
              </a:rPr>
              <a:t>位于</a:t>
            </a:r>
            <a:r>
              <a:rPr lang="zh-CN" altLang="en-US" sz="2400" b="1" dirty="0">
                <a:solidFill>
                  <a:srgbClr val="FF0000"/>
                </a:solidFill>
                <a:latin typeface="楷体" panose="02010609060101010101" charset="-122"/>
                <a:ea typeface="楷体" panose="02010609060101010101" charset="-122"/>
              </a:rPr>
              <a:t>同一</a:t>
            </a:r>
            <a:r>
              <a:rPr lang="zh-CN" altLang="en-US" sz="2400" b="1" dirty="0">
                <a:solidFill>
                  <a:srgbClr val="000000"/>
                </a:solidFill>
                <a:latin typeface="楷体" panose="02010609060101010101" charset="-122"/>
                <a:ea typeface="楷体" panose="02010609060101010101" charset="-122"/>
              </a:rPr>
              <a:t>端口</a:t>
            </a:r>
            <a:endParaRPr lang="zh-CN" altLang="en-US" sz="2400" b="1" dirty="0">
              <a:solidFill>
                <a:srgbClr val="000000"/>
              </a:solidFill>
              <a:latin typeface="宋体" panose="02010600030101010101" pitchFamily="2" charset="-122"/>
              <a:ea typeface="宋体" panose="02010600030101010101" pitchFamily="2" charset="-122"/>
            </a:endParaRPr>
          </a:p>
        </p:txBody>
      </p:sp>
      <p:cxnSp>
        <p:nvCxnSpPr>
          <p:cNvPr id="15" name="直接连接符 14"/>
          <p:cNvCxnSpPr/>
          <p:nvPr/>
        </p:nvCxnSpPr>
        <p:spPr bwMode="auto">
          <a:xfrm>
            <a:off x="491192" y="3007419"/>
            <a:ext cx="8161615" cy="0"/>
          </a:xfrm>
          <a:prstGeom prst="line">
            <a:avLst/>
          </a:prstGeom>
          <a:solidFill>
            <a:srgbClr val="D5FFFF"/>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 name="直接连接符 15"/>
          <p:cNvCxnSpPr/>
          <p:nvPr/>
        </p:nvCxnSpPr>
        <p:spPr bwMode="auto">
          <a:xfrm>
            <a:off x="491192" y="4540740"/>
            <a:ext cx="8161615" cy="0"/>
          </a:xfrm>
          <a:prstGeom prst="line">
            <a:avLst/>
          </a:prstGeom>
          <a:solidFill>
            <a:srgbClr val="D5FFFF"/>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 name="直接连接符 16"/>
          <p:cNvCxnSpPr/>
          <p:nvPr/>
        </p:nvCxnSpPr>
        <p:spPr bwMode="auto">
          <a:xfrm>
            <a:off x="491192" y="6342414"/>
            <a:ext cx="8161615" cy="0"/>
          </a:xfrm>
          <a:prstGeom prst="line">
            <a:avLst/>
          </a:prstGeom>
          <a:solidFill>
            <a:srgbClr val="D5FFFF"/>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 name="文本框 17"/>
          <p:cNvSpPr txBox="1"/>
          <p:nvPr/>
        </p:nvSpPr>
        <p:spPr>
          <a:xfrm>
            <a:off x="180740" y="87343"/>
            <a:ext cx="2717800" cy="523220"/>
          </a:xfrm>
          <a:prstGeom prst="rect">
            <a:avLst/>
          </a:prstGeom>
          <a:noFill/>
        </p:spPr>
        <p:txBody>
          <a:bodyPr wrap="square">
            <a:spAutoFit/>
          </a:bodyPr>
          <a:lstStyle/>
          <a:p>
            <a:r>
              <a:rPr lang="zh-CN" altLang="en-US" sz="2800" b="1" dirty="0">
                <a:ea typeface="楷体" panose="02010609060101010101" charset="-122"/>
              </a:rPr>
              <a:t>二端口网络</a:t>
            </a:r>
          </a:p>
        </p:txBody>
      </p:sp>
      <p:sp>
        <p:nvSpPr>
          <p:cNvPr id="19" name="文本框 18"/>
          <p:cNvSpPr txBox="1"/>
          <p:nvPr/>
        </p:nvSpPr>
        <p:spPr>
          <a:xfrm>
            <a:off x="383241" y="645179"/>
            <a:ext cx="8269565" cy="830997"/>
          </a:xfrm>
          <a:prstGeom prst="rect">
            <a:avLst/>
          </a:prstGeom>
          <a:noFill/>
        </p:spPr>
        <p:txBody>
          <a:bodyPr wrap="square">
            <a:spAutoFit/>
          </a:bodyPr>
          <a:lstStyle/>
          <a:p>
            <a:pPr marL="342900" indent="-342900">
              <a:buFont typeface="Wingdings" panose="05000000000000000000" pitchFamily="2" charset="2"/>
              <a:buChar char="Ø"/>
            </a:pPr>
            <a:r>
              <a:rPr lang="zh-CN" altLang="en-US" sz="2400" b="1" dirty="0">
                <a:solidFill>
                  <a:srgbClr val="FF0000"/>
                </a:solidFill>
                <a:latin typeface="Times New Roman" panose="02020603050405020304" pitchFamily="18" charset="0"/>
                <a:ea typeface="楷体" panose="02010609060101010101" charset="-122"/>
              </a:rPr>
              <a:t>记住参数方程，可通过实验测量法或</a:t>
            </a:r>
            <a:r>
              <a:rPr lang="en-US" altLang="zh-CN" sz="2400" b="1" dirty="0">
                <a:solidFill>
                  <a:srgbClr val="FF0000"/>
                </a:solidFill>
                <a:latin typeface="Times New Roman" panose="02020603050405020304" pitchFamily="18" charset="0"/>
                <a:ea typeface="楷体" panose="02010609060101010101" charset="-122"/>
              </a:rPr>
              <a:t>KCL/KVL</a:t>
            </a:r>
            <a:r>
              <a:rPr lang="zh-CN" altLang="en-US" sz="2400" b="1" dirty="0">
                <a:solidFill>
                  <a:srgbClr val="FF0000"/>
                </a:solidFill>
                <a:latin typeface="Times New Roman" panose="02020603050405020304" pitchFamily="18" charset="0"/>
                <a:ea typeface="楷体" panose="02010609060101010101" charset="-122"/>
              </a:rPr>
              <a:t>、结点</a:t>
            </a:r>
            <a:r>
              <a:rPr lang="en-US" altLang="zh-CN" sz="2400" b="1" dirty="0">
                <a:solidFill>
                  <a:srgbClr val="FF0000"/>
                </a:solidFill>
                <a:latin typeface="Times New Roman" panose="02020603050405020304" pitchFamily="18" charset="0"/>
                <a:ea typeface="楷体" panose="02010609060101010101" charset="-122"/>
              </a:rPr>
              <a:t>/</a:t>
            </a:r>
            <a:r>
              <a:rPr lang="zh-CN" altLang="en-US" sz="2400" b="1" dirty="0">
                <a:solidFill>
                  <a:srgbClr val="FF0000"/>
                </a:solidFill>
                <a:latin typeface="Times New Roman" panose="02020603050405020304" pitchFamily="18" charset="0"/>
                <a:ea typeface="楷体" panose="02010609060101010101" charset="-122"/>
              </a:rPr>
              <a:t>网孔方程等方法求得；不同参数方程间可相互转换</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614363" y="1412301"/>
            <a:ext cx="30035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dirty="0">
                <a:latin typeface="Times New Roman" panose="02020603050405020304" pitchFamily="18" charset="0"/>
              </a:rPr>
              <a:t>其矩阵形式为</a:t>
            </a:r>
          </a:p>
        </p:txBody>
      </p:sp>
      <p:graphicFrame>
        <p:nvGraphicFramePr>
          <p:cNvPr id="30723" name="Object 3"/>
          <p:cNvGraphicFramePr>
            <a:graphicFrameLocks noChangeAspect="1"/>
          </p:cNvGraphicFramePr>
          <p:nvPr/>
        </p:nvGraphicFramePr>
        <p:xfrm>
          <a:off x="1401763" y="2050476"/>
          <a:ext cx="3011487" cy="992188"/>
        </p:xfrm>
        <a:graphic>
          <a:graphicData uri="http://schemas.openxmlformats.org/presentationml/2006/ole">
            <mc:AlternateContent xmlns:mc="http://schemas.openxmlformats.org/markup-compatibility/2006">
              <mc:Choice xmlns:v="urn:schemas-microsoft-com:vml" Requires="v">
                <p:oleObj name="公式" r:id="rId2" imgW="1498320" imgH="495000" progId="Equation.3">
                  <p:embed/>
                </p:oleObj>
              </mc:Choice>
              <mc:Fallback>
                <p:oleObj name="公式" r:id="rId2" imgW="1498320" imgH="495000" progId="Equation.3">
                  <p:embed/>
                  <p:pic>
                    <p:nvPicPr>
                      <p:cNvPr id="3072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2050476"/>
                        <a:ext cx="3011487" cy="9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4" name="Object 4"/>
          <p:cNvGraphicFramePr>
            <a:graphicFrameLocks noChangeAspect="1"/>
          </p:cNvGraphicFramePr>
          <p:nvPr/>
        </p:nvGraphicFramePr>
        <p:xfrm>
          <a:off x="1477963" y="3279201"/>
          <a:ext cx="2065337" cy="942975"/>
        </p:xfrm>
        <a:graphic>
          <a:graphicData uri="http://schemas.openxmlformats.org/presentationml/2006/ole">
            <mc:AlternateContent xmlns:mc="http://schemas.openxmlformats.org/markup-compatibility/2006">
              <mc:Choice xmlns:v="urn:schemas-microsoft-com:vml" Requires="v">
                <p:oleObj name="公式" r:id="rId4" imgW="1028520" imgH="469800" progId="Equation.3">
                  <p:embed/>
                </p:oleObj>
              </mc:Choice>
              <mc:Fallback>
                <p:oleObj name="公式" r:id="rId4" imgW="1028520" imgH="469800" progId="Equation.3">
                  <p:embed/>
                  <p:pic>
                    <p:nvPicPr>
                      <p:cNvPr id="3072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7963" y="3279201"/>
                        <a:ext cx="2065337"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5" name="Text Box 5"/>
          <p:cNvSpPr txBox="1">
            <a:spLocks noChangeArrowheads="1"/>
          </p:cNvSpPr>
          <p:nvPr/>
        </p:nvSpPr>
        <p:spPr bwMode="auto">
          <a:xfrm>
            <a:off x="3884613" y="3510976"/>
            <a:ext cx="317658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t>称为</a:t>
            </a:r>
            <a:r>
              <a:rPr lang="en-US" altLang="zh-CN" i="1">
                <a:solidFill>
                  <a:srgbClr val="3366FF"/>
                </a:solidFill>
                <a:latin typeface="Times New Roman" panose="02020603050405020304" pitchFamily="18" charset="0"/>
              </a:rPr>
              <a:t>Z</a:t>
            </a:r>
            <a:r>
              <a:rPr lang="zh-CN" altLang="en-US"/>
              <a:t>参数矩阵。</a:t>
            </a:r>
          </a:p>
        </p:txBody>
      </p:sp>
      <p:sp>
        <p:nvSpPr>
          <p:cNvPr id="30726" name="Text Box 6"/>
          <p:cNvSpPr txBox="1">
            <a:spLocks noChangeArrowheads="1"/>
          </p:cNvSpPr>
          <p:nvPr/>
        </p:nvSpPr>
        <p:spPr bwMode="auto">
          <a:xfrm>
            <a:off x="704850" y="4539676"/>
            <a:ext cx="32194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i="1">
                <a:solidFill>
                  <a:srgbClr val="FF3300"/>
                </a:solidFill>
                <a:latin typeface="Times New Roman" panose="02020603050405020304" pitchFamily="18" charset="0"/>
              </a:rPr>
              <a:t>Z</a:t>
            </a:r>
            <a:r>
              <a:rPr lang="zh-CN" altLang="en-US">
                <a:solidFill>
                  <a:srgbClr val="FF3300"/>
                </a:solidFill>
              </a:rPr>
              <a:t>参数的实验测定 </a:t>
            </a:r>
          </a:p>
        </p:txBody>
      </p:sp>
      <p:graphicFrame>
        <p:nvGraphicFramePr>
          <p:cNvPr id="30729" name="Object 9"/>
          <p:cNvGraphicFramePr>
            <a:graphicFrameLocks noChangeAspect="1"/>
          </p:cNvGraphicFramePr>
          <p:nvPr/>
        </p:nvGraphicFramePr>
        <p:xfrm>
          <a:off x="1539875" y="5366764"/>
          <a:ext cx="2355850" cy="960437"/>
        </p:xfrm>
        <a:graphic>
          <a:graphicData uri="http://schemas.openxmlformats.org/presentationml/2006/ole">
            <mc:AlternateContent xmlns:mc="http://schemas.openxmlformats.org/markup-compatibility/2006">
              <mc:Choice xmlns:v="urn:schemas-microsoft-com:vml" Requires="v">
                <p:oleObj name="公式" r:id="rId6" imgW="1180800" imgH="482400" progId="Equation.3">
                  <p:embed/>
                </p:oleObj>
              </mc:Choice>
              <mc:Fallback>
                <p:oleObj name="公式" r:id="rId6" imgW="1180800" imgH="482400" progId="Equation.3">
                  <p:embed/>
                  <p:pic>
                    <p:nvPicPr>
                      <p:cNvPr id="3072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9875" y="5366764"/>
                        <a:ext cx="2355850" cy="9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770" name="Group 50"/>
          <p:cNvGrpSpPr>
            <a:grpSpLocks/>
          </p:cNvGrpSpPr>
          <p:nvPr/>
        </p:nvGrpSpPr>
        <p:grpSpPr bwMode="auto">
          <a:xfrm>
            <a:off x="4833938" y="1393251"/>
            <a:ext cx="4059237" cy="1403350"/>
            <a:chOff x="3045" y="162"/>
            <a:chExt cx="2557" cy="884"/>
          </a:xfrm>
        </p:grpSpPr>
        <p:sp>
          <p:nvSpPr>
            <p:cNvPr id="30752" name="Line 32"/>
            <p:cNvSpPr>
              <a:spLocks noChangeShapeType="1"/>
            </p:cNvSpPr>
            <p:nvPr/>
          </p:nvSpPr>
          <p:spPr bwMode="auto">
            <a:xfrm>
              <a:off x="3415" y="518"/>
              <a:ext cx="18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53" name="Line 33"/>
            <p:cNvSpPr>
              <a:spLocks noChangeShapeType="1"/>
            </p:cNvSpPr>
            <p:nvPr/>
          </p:nvSpPr>
          <p:spPr bwMode="auto">
            <a:xfrm>
              <a:off x="3415" y="950"/>
              <a:ext cx="18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54" name="Rectangle 34"/>
            <p:cNvSpPr>
              <a:spLocks noChangeArrowheads="1"/>
            </p:cNvSpPr>
            <p:nvPr/>
          </p:nvSpPr>
          <p:spPr bwMode="auto">
            <a:xfrm>
              <a:off x="3847" y="422"/>
              <a:ext cx="864" cy="624"/>
            </a:xfrm>
            <a:prstGeom prst="rect">
              <a:avLst/>
            </a:prstGeom>
            <a:solidFill>
              <a:srgbClr val="F9FFE1"/>
            </a:solidFill>
            <a:ln w="31750">
              <a:solidFill>
                <a:schemeClr val="tx1"/>
              </a:solidFill>
              <a:miter lim="800000"/>
              <a:headEnd/>
              <a:tailEnd/>
            </a:ln>
          </p:spPr>
          <p:txBody>
            <a:bodyPr wrap="none" anchor="ctr"/>
            <a:lstStyle/>
            <a:p>
              <a:endParaRPr lang="zh-CN" altLang="en-US"/>
            </a:p>
          </p:txBody>
        </p:sp>
        <p:sp>
          <p:nvSpPr>
            <p:cNvPr id="30755" name="Text Box 35"/>
            <p:cNvSpPr txBox="1">
              <a:spLocks noChangeArrowheads="1"/>
            </p:cNvSpPr>
            <p:nvPr/>
          </p:nvSpPr>
          <p:spPr bwMode="auto">
            <a:xfrm>
              <a:off x="3158" y="442"/>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30756" name="Text Box 36"/>
            <p:cNvSpPr txBox="1">
              <a:spLocks noChangeArrowheads="1"/>
            </p:cNvSpPr>
            <p:nvPr/>
          </p:nvSpPr>
          <p:spPr bwMode="auto">
            <a:xfrm>
              <a:off x="3165" y="750"/>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sp>
          <p:nvSpPr>
            <p:cNvPr id="30757" name="Text Box 37"/>
            <p:cNvSpPr txBox="1">
              <a:spLocks noChangeArrowheads="1"/>
            </p:cNvSpPr>
            <p:nvPr/>
          </p:nvSpPr>
          <p:spPr bwMode="auto">
            <a:xfrm>
              <a:off x="5323" y="396"/>
              <a:ext cx="22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endParaRPr lang="en-US" altLang="zh-CN" b="0">
                <a:latin typeface="Times New Roman" panose="02020603050405020304" pitchFamily="18" charset="0"/>
              </a:endParaRPr>
            </a:p>
          </p:txBody>
        </p:sp>
        <p:sp>
          <p:nvSpPr>
            <p:cNvPr id="30758" name="Text Box 38"/>
            <p:cNvSpPr txBox="1">
              <a:spLocks noChangeArrowheads="1"/>
            </p:cNvSpPr>
            <p:nvPr/>
          </p:nvSpPr>
          <p:spPr bwMode="auto">
            <a:xfrm>
              <a:off x="5344" y="758"/>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en-US" altLang="zh-CN">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Times New Roman" panose="02020603050405020304" pitchFamily="18" charset="0"/>
              </a:endParaRPr>
            </a:p>
          </p:txBody>
        </p:sp>
        <p:graphicFrame>
          <p:nvGraphicFramePr>
            <p:cNvPr id="30759" name="Object 39"/>
            <p:cNvGraphicFramePr>
              <a:graphicFrameLocks noChangeAspect="1"/>
            </p:cNvGraphicFramePr>
            <p:nvPr/>
          </p:nvGraphicFramePr>
          <p:xfrm>
            <a:off x="3045" y="606"/>
            <a:ext cx="256" cy="290"/>
          </p:xfrm>
          <a:graphic>
            <a:graphicData uri="http://schemas.openxmlformats.org/presentationml/2006/ole">
              <mc:AlternateContent xmlns:mc="http://schemas.openxmlformats.org/markup-compatibility/2006">
                <mc:Choice xmlns:v="urn:schemas-microsoft-com:vml" Requires="v">
                  <p:oleObj name="Equation" r:id="rId8" imgW="203040" imgH="228600" progId="Equation.3">
                    <p:embed/>
                  </p:oleObj>
                </mc:Choice>
                <mc:Fallback>
                  <p:oleObj name="Equation" r:id="rId8" imgW="203040" imgH="228600" progId="Equation.3">
                    <p:embed/>
                    <p:pic>
                      <p:nvPicPr>
                        <p:cNvPr id="30759" name="Object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5" y="606"/>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0" name="Object 40"/>
            <p:cNvGraphicFramePr>
              <a:graphicFrameLocks noChangeAspect="1"/>
            </p:cNvGraphicFramePr>
            <p:nvPr/>
          </p:nvGraphicFramePr>
          <p:xfrm>
            <a:off x="3399" y="164"/>
            <a:ext cx="208" cy="290"/>
          </p:xfrm>
          <a:graphic>
            <a:graphicData uri="http://schemas.openxmlformats.org/presentationml/2006/ole">
              <mc:AlternateContent xmlns:mc="http://schemas.openxmlformats.org/markup-compatibility/2006">
                <mc:Choice xmlns:v="urn:schemas-microsoft-com:vml" Requires="v">
                  <p:oleObj name="Equation" r:id="rId10" imgW="164880" imgH="228600" progId="Equation.3">
                    <p:embed/>
                  </p:oleObj>
                </mc:Choice>
                <mc:Fallback>
                  <p:oleObj name="Equation" r:id="rId10" imgW="164880" imgH="228600" progId="Equation.3">
                    <p:embed/>
                    <p:pic>
                      <p:nvPicPr>
                        <p:cNvPr id="30760" name="Object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99" y="164"/>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1" name="Object 41"/>
            <p:cNvGraphicFramePr>
              <a:graphicFrameLocks noChangeAspect="1"/>
            </p:cNvGraphicFramePr>
            <p:nvPr/>
          </p:nvGraphicFramePr>
          <p:xfrm>
            <a:off x="5007" y="162"/>
            <a:ext cx="224" cy="290"/>
          </p:xfrm>
          <a:graphic>
            <a:graphicData uri="http://schemas.openxmlformats.org/presentationml/2006/ole">
              <mc:AlternateContent xmlns:mc="http://schemas.openxmlformats.org/markup-compatibility/2006">
                <mc:Choice xmlns:v="urn:schemas-microsoft-com:vml" Requires="v">
                  <p:oleObj name="Equation" r:id="rId12" imgW="177480" imgH="228600" progId="Equation.3">
                    <p:embed/>
                  </p:oleObj>
                </mc:Choice>
                <mc:Fallback>
                  <p:oleObj name="Equation" r:id="rId12" imgW="177480" imgH="228600" progId="Equation.3">
                    <p:embed/>
                    <p:pic>
                      <p:nvPicPr>
                        <p:cNvPr id="30761"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07" y="16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2" name="Object 42"/>
            <p:cNvGraphicFramePr>
              <a:graphicFrameLocks noChangeAspect="1"/>
            </p:cNvGraphicFramePr>
            <p:nvPr/>
          </p:nvGraphicFramePr>
          <p:xfrm>
            <a:off x="5346" y="588"/>
            <a:ext cx="256" cy="290"/>
          </p:xfrm>
          <a:graphic>
            <a:graphicData uri="http://schemas.openxmlformats.org/presentationml/2006/ole">
              <mc:AlternateContent xmlns:mc="http://schemas.openxmlformats.org/markup-compatibility/2006">
                <mc:Choice xmlns:v="urn:schemas-microsoft-com:vml" Requires="v">
                  <p:oleObj name="Equation" r:id="rId14" imgW="203040" imgH="228600" progId="Equation.3">
                    <p:embed/>
                  </p:oleObj>
                </mc:Choice>
                <mc:Fallback>
                  <p:oleObj name="Equation" r:id="rId14" imgW="203040" imgH="228600" progId="Equation.3">
                    <p:embed/>
                    <p:pic>
                      <p:nvPicPr>
                        <p:cNvPr id="30762" name="Object 4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46" y="588"/>
                          <a:ext cx="256"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63" name="Text Box 43"/>
            <p:cNvSpPr txBox="1">
              <a:spLocks noChangeArrowheads="1"/>
            </p:cNvSpPr>
            <p:nvPr/>
          </p:nvSpPr>
          <p:spPr bwMode="auto">
            <a:xfrm>
              <a:off x="4025" y="484"/>
              <a:ext cx="502"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1" hangingPunct="1"/>
              <a:r>
                <a:rPr lang="zh-CN" altLang="en-US">
                  <a:solidFill>
                    <a:srgbClr val="3366FF"/>
                  </a:solidFill>
                  <a:latin typeface="Times New Roman" panose="02020603050405020304" pitchFamily="18" charset="0"/>
                </a:rPr>
                <a:t>线性</a:t>
              </a:r>
            </a:p>
            <a:p>
              <a:pPr algn="l" eaLnBrk="1" hangingPunct="1"/>
              <a:r>
                <a:rPr lang="zh-CN" altLang="en-US">
                  <a:solidFill>
                    <a:srgbClr val="3366FF"/>
                  </a:solidFill>
                  <a:latin typeface="Times New Roman" panose="02020603050405020304" pitchFamily="18" charset="0"/>
                </a:rPr>
                <a:t>无源</a:t>
              </a:r>
              <a:endParaRPr lang="zh-CN" altLang="en-US" b="0">
                <a:latin typeface="Times New Roman" panose="02020603050405020304" pitchFamily="18" charset="0"/>
              </a:endParaRPr>
            </a:p>
          </p:txBody>
        </p:sp>
        <p:sp>
          <p:nvSpPr>
            <p:cNvPr id="30764" name="Line 44"/>
            <p:cNvSpPr>
              <a:spLocks noChangeShapeType="1"/>
            </p:cNvSpPr>
            <p:nvPr/>
          </p:nvSpPr>
          <p:spPr bwMode="auto">
            <a:xfrm>
              <a:off x="3503" y="478"/>
              <a:ext cx="21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65" name="Line 45"/>
            <p:cNvSpPr>
              <a:spLocks noChangeShapeType="1"/>
            </p:cNvSpPr>
            <p:nvPr/>
          </p:nvSpPr>
          <p:spPr bwMode="auto">
            <a:xfrm flipH="1">
              <a:off x="4911" y="462"/>
              <a:ext cx="224"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66" name="Oval 46"/>
            <p:cNvSpPr>
              <a:spLocks noChangeArrowheads="1"/>
            </p:cNvSpPr>
            <p:nvPr/>
          </p:nvSpPr>
          <p:spPr bwMode="auto">
            <a:xfrm>
              <a:off x="5237" y="47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0767" name="Oval 47"/>
            <p:cNvSpPr>
              <a:spLocks noChangeArrowheads="1"/>
            </p:cNvSpPr>
            <p:nvPr/>
          </p:nvSpPr>
          <p:spPr bwMode="auto">
            <a:xfrm>
              <a:off x="5249" y="903"/>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0768" name="Oval 48"/>
            <p:cNvSpPr>
              <a:spLocks noChangeArrowheads="1"/>
            </p:cNvSpPr>
            <p:nvPr/>
          </p:nvSpPr>
          <p:spPr bwMode="auto">
            <a:xfrm>
              <a:off x="3347" y="905"/>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0769" name="Oval 49"/>
            <p:cNvSpPr>
              <a:spLocks noChangeArrowheads="1"/>
            </p:cNvSpPr>
            <p:nvPr/>
          </p:nvSpPr>
          <p:spPr bwMode="auto">
            <a:xfrm>
              <a:off x="3347" y="479"/>
              <a:ext cx="68" cy="68"/>
            </a:xfrm>
            <a:prstGeom prst="ellipse">
              <a:avLst/>
            </a:prstGeom>
            <a:noFill/>
            <a:ln w="19050">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30773" name="Text Box 53"/>
          <p:cNvSpPr txBox="1">
            <a:spLocks noChangeArrowheads="1"/>
          </p:cNvSpPr>
          <p:nvPr/>
        </p:nvSpPr>
        <p:spPr bwMode="auto">
          <a:xfrm>
            <a:off x="4400550" y="5539801"/>
            <a:ext cx="4244975" cy="457200"/>
          </a:xfrm>
          <a:prstGeom prst="rect">
            <a:avLst/>
          </a:prstGeom>
          <a:noFill/>
          <a:ln>
            <a:noFill/>
          </a:ln>
          <a:effectLst/>
          <a:extLst>
            <a:ext uri="{909E8E84-426E-40DD-AFC4-6F175D3DCCD1}">
              <a14:hiddenFill xmlns:a14="http://schemas.microsoft.com/office/drawing/2010/main">
                <a:solidFill>
                  <a:srgbClr val="FFFFCC">
                    <a:alpha val="50000"/>
                  </a:srgbClr>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lang="zh-CN" altLang="en-US"/>
              <a:t>用端口开路实验测</a:t>
            </a:r>
            <a:r>
              <a:rPr lang="en-US" altLang="zh-CN" i="1">
                <a:latin typeface="Times New Roman" panose="02020603050405020304" pitchFamily="18" charset="0"/>
              </a:rPr>
              <a:t>Z</a:t>
            </a:r>
            <a:r>
              <a:rPr lang="zh-CN" altLang="en-US"/>
              <a:t>参数。  </a:t>
            </a:r>
          </a:p>
        </p:txBody>
      </p:sp>
      <p:sp>
        <p:nvSpPr>
          <p:cNvPr id="30" name="Rectangle 2"/>
          <p:cNvSpPr>
            <a:spLocks noChangeArrowheads="1"/>
          </p:cNvSpPr>
          <p:nvPr/>
        </p:nvSpPr>
        <p:spPr bwMode="auto">
          <a:xfrm>
            <a:off x="1857375" y="137539"/>
            <a:ext cx="4532313" cy="531812"/>
          </a:xfrm>
          <a:prstGeom prst="rect">
            <a:avLst/>
          </a:prstGeom>
          <a:noFill/>
          <a:ln w="12700" algn="ctr">
            <a:solidFill>
              <a:srgbClr val="FFFFAF"/>
            </a:solidFill>
            <a:miter lim="800000"/>
            <a:headEnd/>
            <a:tailEnd/>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anchor="ctr">
            <a:spAutoFit/>
          </a:bodyP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just">
              <a:spcBef>
                <a:spcPct val="50000"/>
              </a:spcBef>
            </a:pPr>
            <a:r>
              <a:rPr lang="en-US" altLang="zh-CN" sz="2800" dirty="0">
                <a:latin typeface="楷体_GB2312" pitchFamily="49" charset="-122"/>
                <a:ea typeface="楷体_GB2312" pitchFamily="49" charset="-122"/>
              </a:rPr>
              <a:t>16.3  </a:t>
            </a:r>
            <a:r>
              <a:rPr lang="zh-CN" altLang="en-US" sz="2800" dirty="0">
                <a:latin typeface="楷体_GB2312" pitchFamily="49" charset="-122"/>
                <a:ea typeface="楷体_GB2312" pitchFamily="49" charset="-122"/>
              </a:rPr>
              <a:t>二端口的参数和方程 </a:t>
            </a:r>
          </a:p>
        </p:txBody>
      </p:sp>
      <p:sp>
        <p:nvSpPr>
          <p:cNvPr id="31" name="Text Box 2"/>
          <p:cNvSpPr txBox="1">
            <a:spLocks noChangeArrowheads="1"/>
          </p:cNvSpPr>
          <p:nvPr/>
        </p:nvSpPr>
        <p:spPr bwMode="auto">
          <a:xfrm>
            <a:off x="239712" y="787840"/>
            <a:ext cx="7795923"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pPr>
            <a:r>
              <a:rPr lang="zh-CN" altLang="en-US" dirty="0">
                <a:solidFill>
                  <a:srgbClr val="CC0066"/>
                </a:solidFill>
                <a:latin typeface="Times New Roman" panose="02020603050405020304" pitchFamily="18" charset="0"/>
              </a:rPr>
              <a:t>一、  </a:t>
            </a:r>
            <a:r>
              <a:rPr lang="en-US" altLang="zh-CN" i="1" dirty="0">
                <a:solidFill>
                  <a:srgbClr val="CC0066"/>
                </a:solidFill>
                <a:latin typeface="Times New Roman" panose="02020603050405020304" pitchFamily="18" charset="0"/>
              </a:rPr>
              <a:t>Z</a:t>
            </a:r>
            <a:r>
              <a:rPr lang="en-US" altLang="zh-CN" dirty="0">
                <a:solidFill>
                  <a:srgbClr val="CC0066"/>
                </a:solidFill>
                <a:latin typeface="Times New Roman" panose="02020603050405020304" pitchFamily="18" charset="0"/>
              </a:rPr>
              <a:t> </a:t>
            </a:r>
            <a:r>
              <a:rPr lang="zh-CN" altLang="en-US" dirty="0">
                <a:solidFill>
                  <a:srgbClr val="CC0066"/>
                </a:solidFill>
                <a:latin typeface="Times New Roman" panose="02020603050405020304" pitchFamily="18" charset="0"/>
              </a:rPr>
              <a:t>参数（阻抗参数</a:t>
            </a:r>
            <a:r>
              <a:rPr lang="en-US" altLang="zh-CN" dirty="0">
                <a:solidFill>
                  <a:srgbClr val="CC0066"/>
                </a:solidFill>
                <a:latin typeface="Times New Roman" panose="02020603050405020304" pitchFamily="18" charset="0"/>
              </a:rPr>
              <a:t>admittance parameters</a:t>
            </a:r>
            <a:r>
              <a:rPr lang="zh-CN" altLang="en-US" dirty="0">
                <a:solidFill>
                  <a:srgbClr val="CC0066"/>
                </a:solidFill>
                <a:latin typeface="Times New Roman" panose="02020603050405020304" pitchFamily="18" charset="0"/>
              </a:rPr>
              <a:t>）方程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wipe(left)">
                                      <p:cBhvr>
                                        <p:cTn id="11" dur="500"/>
                                        <p:tgtEl>
                                          <p:spTgt spid="3072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0724"/>
                                        </p:tgtEl>
                                        <p:attrNameLst>
                                          <p:attrName>style.visibility</p:attrName>
                                        </p:attrNameLst>
                                      </p:cBhvr>
                                      <p:to>
                                        <p:strVal val="visible"/>
                                      </p:to>
                                    </p:set>
                                    <p:animEffect transition="in" filter="wipe(left)">
                                      <p:cBhvr>
                                        <p:cTn id="16" dur="500"/>
                                        <p:tgtEl>
                                          <p:spTgt spid="307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725">
                                            <p:txEl>
                                              <p:pRg st="0" end="0"/>
                                            </p:txEl>
                                          </p:spTgt>
                                        </p:tgtEl>
                                        <p:attrNameLst>
                                          <p:attrName>style.visibility</p:attrName>
                                        </p:attrNameLst>
                                      </p:cBhvr>
                                      <p:to>
                                        <p:strVal val="visible"/>
                                      </p:to>
                                    </p:set>
                                    <p:animEffect transition="in" filter="wipe(left)">
                                      <p:cBhvr>
                                        <p:cTn id="21" dur="500"/>
                                        <p:tgtEl>
                                          <p:spTgt spid="30725">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0726">
                                            <p:txEl>
                                              <p:pRg st="0" end="0"/>
                                            </p:txEl>
                                          </p:spTgt>
                                        </p:tgtEl>
                                        <p:attrNameLst>
                                          <p:attrName>style.visibility</p:attrName>
                                        </p:attrNameLst>
                                      </p:cBhvr>
                                      <p:to>
                                        <p:strVal val="visible"/>
                                      </p:to>
                                    </p:set>
                                    <p:animEffect transition="in" filter="wipe(left)">
                                      <p:cBhvr>
                                        <p:cTn id="26" dur="500"/>
                                        <p:tgtEl>
                                          <p:spTgt spid="30726">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0729"/>
                                        </p:tgtEl>
                                        <p:attrNameLst>
                                          <p:attrName>style.visibility</p:attrName>
                                        </p:attrNameLst>
                                      </p:cBhvr>
                                      <p:to>
                                        <p:strVal val="visible"/>
                                      </p:to>
                                    </p:set>
                                    <p:animEffect transition="in" filter="wipe(left)">
                                      <p:cBhvr>
                                        <p:cTn id="31" dur="500"/>
                                        <p:tgtEl>
                                          <p:spTgt spid="3072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30773"/>
                                        </p:tgtEl>
                                        <p:attrNameLst>
                                          <p:attrName>style.visibility</p:attrName>
                                        </p:attrNameLst>
                                      </p:cBhvr>
                                      <p:to>
                                        <p:strVal val="visible"/>
                                      </p:to>
                                    </p:set>
                                    <p:animEffect transition="in" filter="slide(fromBottom)">
                                      <p:cBhvr>
                                        <p:cTn id="36" dur="500"/>
                                        <p:tgtEl>
                                          <p:spTgt spid="30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5" grpId="0" build="p" autoUpdateAnimBg="0"/>
      <p:bldP spid="30726" grpId="0" build="p" autoUpdateAnimBg="0"/>
      <p:bldP spid="30773" grpId="0" autoUpdateAnimBg="0"/>
    </p:bld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457835" y="0"/>
            <a:ext cx="7727315" cy="4883150"/>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457835" y="5029200"/>
            <a:ext cx="7791450" cy="1828800"/>
          </a:xfrm>
          <a:prstGeom prst="rect">
            <a:avLst/>
          </a:prstGeom>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57200" y="880745"/>
            <a:ext cx="8229600" cy="5095875"/>
          </a:xfrm>
          <a:prstGeom prst="rect">
            <a:avLst/>
          </a:prstGeom>
        </p:spPr>
      </p:pic>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47370" y="933450"/>
            <a:ext cx="8048625" cy="4991100"/>
          </a:xfrm>
          <a:prstGeom prst="rect">
            <a:avLst/>
          </a:prstGeom>
        </p:spPr>
      </p:pic>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90550" y="899795"/>
            <a:ext cx="7962900" cy="5057775"/>
          </a:xfrm>
          <a:prstGeom prst="rect">
            <a:avLst/>
          </a:prstGeom>
        </p:spPr>
      </p:pic>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33070" y="914400"/>
            <a:ext cx="8277225" cy="5029200"/>
          </a:xfrm>
          <a:prstGeom prst="rect">
            <a:avLst/>
          </a:prstGeom>
        </p:spPr>
      </p:pic>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61975" y="823595"/>
            <a:ext cx="8020050" cy="5210175"/>
          </a:xfrm>
          <a:prstGeom prst="rect">
            <a:avLst/>
          </a:prstGeom>
        </p:spPr>
      </p:pic>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99745" y="918845"/>
            <a:ext cx="8143875" cy="5019675"/>
          </a:xfrm>
          <a:prstGeom prst="rect">
            <a:avLst/>
          </a:prstGeom>
        </p:spPr>
      </p:pic>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09270" y="857250"/>
            <a:ext cx="8124825" cy="5143500"/>
          </a:xfrm>
          <a:prstGeom prst="rect">
            <a:avLst/>
          </a:prstGeom>
        </p:spPr>
      </p:pic>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90220" y="876300"/>
            <a:ext cx="8162925" cy="5105400"/>
          </a:xfrm>
          <a:prstGeom prst="rect">
            <a:avLst/>
          </a:prstGeom>
        </p:spPr>
      </p:pic>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09270" y="981075"/>
            <a:ext cx="8124825" cy="4895850"/>
          </a:xfrm>
          <a:prstGeom prst="rect">
            <a:avLst/>
          </a:prstGeom>
        </p:spPr>
      </p:pic>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690245" y="909320"/>
            <a:ext cx="7762875" cy="5038725"/>
          </a:xfrm>
          <a:prstGeom prst="rect">
            <a:avLst/>
          </a:prstGeom>
        </p:spPr>
      </p:pic>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66420" y="975995"/>
            <a:ext cx="8010525" cy="4905375"/>
          </a:xfrm>
          <a:prstGeom prst="rect">
            <a:avLst/>
          </a:prstGeom>
        </p:spPr>
      </p:pic>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99745" y="937895"/>
            <a:ext cx="8143875" cy="4981575"/>
          </a:xfrm>
          <a:prstGeom prst="rect">
            <a:avLst/>
          </a:prstGeom>
        </p:spPr>
      </p:pic>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490220" y="852170"/>
            <a:ext cx="8162925" cy="5153025"/>
          </a:xfrm>
          <a:prstGeom prst="rect">
            <a:avLst/>
          </a:prstGeom>
        </p:spPr>
      </p:pic>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80740" y="87343"/>
            <a:ext cx="2717800" cy="523220"/>
          </a:xfrm>
          <a:prstGeom prst="rect">
            <a:avLst/>
          </a:prstGeom>
          <a:noFill/>
        </p:spPr>
        <p:txBody>
          <a:bodyPr wrap="square">
            <a:spAutoFit/>
          </a:bodyPr>
          <a:lstStyle/>
          <a:p>
            <a:r>
              <a:rPr lang="zh-CN" altLang="en-US" sz="2800" b="1" dirty="0">
                <a:ea typeface="楷体" panose="02010609060101010101" charset="-122"/>
              </a:rPr>
              <a:t>二端口网络</a:t>
            </a:r>
          </a:p>
        </p:txBody>
      </p:sp>
      <p:sp>
        <p:nvSpPr>
          <p:cNvPr id="3" name="文本框 2"/>
          <p:cNvSpPr txBox="1"/>
          <p:nvPr/>
        </p:nvSpPr>
        <p:spPr>
          <a:xfrm>
            <a:off x="383241" y="645179"/>
            <a:ext cx="8269565" cy="461665"/>
          </a:xfrm>
          <a:prstGeom prst="rect">
            <a:avLst/>
          </a:prstGeom>
          <a:noFill/>
        </p:spPr>
        <p:txBody>
          <a:bodyPr wrap="square">
            <a:spAutoFit/>
          </a:bodyPr>
          <a:lstStyle/>
          <a:p>
            <a:pPr marL="342900" indent="-342900">
              <a:buFont typeface="Wingdings" panose="05000000000000000000" pitchFamily="2" charset="2"/>
              <a:buChar char="Ø"/>
            </a:pPr>
            <a:r>
              <a:rPr lang="zh-CN" altLang="en-US" sz="2400" b="1" dirty="0">
                <a:solidFill>
                  <a:srgbClr val="FF0000"/>
                </a:solidFill>
                <a:latin typeface="Times New Roman" panose="02020603050405020304" pitchFamily="18" charset="0"/>
                <a:ea typeface="楷体" panose="02010609060101010101" charset="-122"/>
              </a:rPr>
              <a:t>记住等效电路形式，参数可现场推导</a:t>
            </a:r>
          </a:p>
        </p:txBody>
      </p:sp>
      <p:graphicFrame>
        <p:nvGraphicFramePr>
          <p:cNvPr id="5" name="Object 14"/>
          <p:cNvGraphicFramePr>
            <a:graphicFrameLocks noChangeAspect="1"/>
          </p:cNvGraphicFramePr>
          <p:nvPr/>
        </p:nvGraphicFramePr>
        <p:xfrm>
          <a:off x="180740" y="1450242"/>
          <a:ext cx="4043509" cy="2146896"/>
        </p:xfrm>
        <a:graphic>
          <a:graphicData uri="http://schemas.openxmlformats.org/presentationml/2006/ole">
            <mc:AlternateContent xmlns:mc="http://schemas.openxmlformats.org/markup-compatibility/2006">
              <mc:Choice xmlns:v="urn:schemas-microsoft-com:vml" Requires="v">
                <p:oleObj name="Visio" r:id="rId2" imgW="2683510" imgH="1427480" progId="Visio.Drawing.11">
                  <p:embed/>
                </p:oleObj>
              </mc:Choice>
              <mc:Fallback>
                <p:oleObj name="Visio" r:id="rId2" imgW="2683510" imgH="1427480" progId="Visio.Drawing.11">
                  <p:embed/>
                  <p:pic>
                    <p:nvPicPr>
                      <p:cNvPr id="0" name="Object 14"/>
                      <p:cNvPicPr>
                        <a:picLocks noChangeAspect="1" noChangeArrowheads="1"/>
                      </p:cNvPicPr>
                      <p:nvPr/>
                    </p:nvPicPr>
                    <p:blipFill>
                      <a:blip r:embed="rId3"/>
                      <a:srcRect/>
                      <a:stretch>
                        <a:fillRect/>
                      </a:stretch>
                    </p:blipFill>
                    <p:spPr bwMode="auto">
                      <a:xfrm>
                        <a:off x="180740" y="1450242"/>
                        <a:ext cx="4043509" cy="2146896"/>
                      </a:xfrm>
                      <a:prstGeom prst="rect">
                        <a:avLst/>
                      </a:prstGeom>
                      <a:noFill/>
                      <a:ln>
                        <a:noFill/>
                      </a:ln>
                    </p:spPr>
                  </p:pic>
                </p:oleObj>
              </mc:Fallback>
            </mc:AlternateContent>
          </a:graphicData>
        </a:graphic>
      </p:graphicFrame>
      <p:graphicFrame>
        <p:nvGraphicFramePr>
          <p:cNvPr id="7" name="Object 19"/>
          <p:cNvGraphicFramePr>
            <a:graphicFrameLocks noChangeAspect="1"/>
          </p:cNvGraphicFramePr>
          <p:nvPr/>
        </p:nvGraphicFramePr>
        <p:xfrm>
          <a:off x="4572000" y="1520890"/>
          <a:ext cx="4186247" cy="2005599"/>
        </p:xfrm>
        <a:graphic>
          <a:graphicData uri="http://schemas.openxmlformats.org/presentationml/2006/ole">
            <mc:AlternateContent xmlns:mc="http://schemas.openxmlformats.org/markup-compatibility/2006">
              <mc:Choice xmlns:v="urn:schemas-microsoft-com:vml" Requires="v">
                <p:oleObj name="Visio" r:id="rId4" imgW="2704465" imgH="1225550" progId="Visio.Drawing.11">
                  <p:embed/>
                </p:oleObj>
              </mc:Choice>
              <mc:Fallback>
                <p:oleObj name="Visio" r:id="rId4" imgW="2704465" imgH="1225550" progId="Visio.Drawing.11">
                  <p:embed/>
                  <p:pic>
                    <p:nvPicPr>
                      <p:cNvPr id="0" name="Object 19"/>
                      <p:cNvPicPr>
                        <a:picLocks noChangeAspect="1" noChangeArrowheads="1"/>
                      </p:cNvPicPr>
                      <p:nvPr/>
                    </p:nvPicPr>
                    <p:blipFill>
                      <a:blip r:embed="rId5"/>
                      <a:srcRect/>
                      <a:stretch>
                        <a:fillRect/>
                      </a:stretch>
                    </p:blipFill>
                    <p:spPr bwMode="auto">
                      <a:xfrm>
                        <a:off x="4572000" y="1520890"/>
                        <a:ext cx="4186247" cy="2005599"/>
                      </a:xfrm>
                      <a:prstGeom prst="rect">
                        <a:avLst/>
                      </a:prstGeom>
                      <a:noFill/>
                      <a:ln>
                        <a:noFill/>
                      </a:ln>
                      <a:effectLst/>
                    </p:spPr>
                  </p:pic>
                </p:oleObj>
              </mc:Fallback>
            </mc:AlternateContent>
          </a:graphicData>
        </a:graphic>
      </p:graphicFrame>
      <p:graphicFrame>
        <p:nvGraphicFramePr>
          <p:cNvPr id="8" name="对象 7"/>
          <p:cNvGraphicFramePr>
            <a:graphicFrameLocks noChangeAspect="1"/>
          </p:cNvGraphicFramePr>
          <p:nvPr/>
        </p:nvGraphicFramePr>
        <p:xfrm>
          <a:off x="249869" y="4155506"/>
          <a:ext cx="2514600" cy="1028700"/>
        </p:xfrm>
        <a:graphic>
          <a:graphicData uri="http://schemas.openxmlformats.org/presentationml/2006/ole">
            <mc:AlternateContent xmlns:mc="http://schemas.openxmlformats.org/markup-compatibility/2006">
              <mc:Choice xmlns:v="urn:schemas-microsoft-com:vml" Requires="v">
                <p:oleObj name="Equation" r:id="rId6" imgW="60350400" imgH="24688800" progId="Equation.DSMT4">
                  <p:embed/>
                </p:oleObj>
              </mc:Choice>
              <mc:Fallback>
                <p:oleObj name="Equation" r:id="rId6" imgW="60350400" imgH="24688800" progId="Equation.DSMT4">
                  <p:embed/>
                  <p:pic>
                    <p:nvPicPr>
                      <p:cNvPr id="0" name="对象 35"/>
                      <p:cNvPicPr/>
                      <p:nvPr/>
                    </p:nvPicPr>
                    <p:blipFill>
                      <a:blip r:embed="rId7"/>
                      <a:stretch>
                        <a:fillRect/>
                      </a:stretch>
                    </p:blipFill>
                    <p:spPr>
                      <a:xfrm>
                        <a:off x="249869" y="4155506"/>
                        <a:ext cx="2514600" cy="1028700"/>
                      </a:xfrm>
                      <a:prstGeom prst="rect">
                        <a:avLst/>
                      </a:prstGeom>
                    </p:spPr>
                  </p:pic>
                </p:oleObj>
              </mc:Fallback>
            </mc:AlternateContent>
          </a:graphicData>
        </a:graphic>
      </p:graphicFrame>
      <p:sp>
        <p:nvSpPr>
          <p:cNvPr id="9" name="文本框 8"/>
          <p:cNvSpPr txBox="1"/>
          <p:nvPr/>
        </p:nvSpPr>
        <p:spPr>
          <a:xfrm>
            <a:off x="180740" y="3559290"/>
            <a:ext cx="2210802" cy="492443"/>
          </a:xfrm>
          <a:prstGeom prst="rect">
            <a:avLst/>
          </a:prstGeom>
          <a:noFill/>
        </p:spPr>
        <p:txBody>
          <a:bodyPr wrap="square">
            <a:spAutoFit/>
          </a:bodyPr>
          <a:lstStyle/>
          <a:p>
            <a:r>
              <a:rPr kumimoji="1" lang="en-US" altLang="zh-CN" sz="2600" b="1" i="0" u="none" strike="noStrike" kern="1200" cap="none" spc="0" normalizeH="0" baseline="0" noProof="0" dirty="0">
                <a:ln>
                  <a:noFill/>
                </a:ln>
                <a:effectLst/>
                <a:uLnTx/>
                <a:uFillTx/>
                <a:latin typeface="Times New Roman" panose="02020603050405020304" pitchFamily="18" charset="0"/>
                <a:ea typeface="楷体" panose="02010609060101010101" charset="-122"/>
                <a:cs typeface="+mn-cs"/>
              </a:rPr>
              <a:t>Z</a:t>
            </a:r>
            <a:r>
              <a:rPr kumimoji="1" lang="zh-CN" altLang="en-US" sz="2600" b="1" i="0" u="none" strike="noStrike" kern="1200" cap="none" spc="0" normalizeH="0" baseline="0" noProof="0" dirty="0">
                <a:ln>
                  <a:noFill/>
                </a:ln>
                <a:effectLst/>
                <a:uLnTx/>
                <a:uFillTx/>
                <a:latin typeface="Times New Roman" panose="02020603050405020304" pitchFamily="18" charset="0"/>
                <a:ea typeface="楷体" panose="02010609060101010101" charset="-122"/>
                <a:cs typeface="+mn-cs"/>
              </a:rPr>
              <a:t>参数方程：</a:t>
            </a:r>
            <a:endParaRPr lang="zh-CN" altLang="en-US" dirty="0"/>
          </a:p>
        </p:txBody>
      </p:sp>
      <p:sp>
        <p:nvSpPr>
          <p:cNvPr id="10" name="文本框 9"/>
          <p:cNvSpPr txBox="1"/>
          <p:nvPr/>
        </p:nvSpPr>
        <p:spPr>
          <a:xfrm>
            <a:off x="2972462" y="3540204"/>
            <a:ext cx="2210802" cy="492443"/>
          </a:xfrm>
          <a:prstGeom prst="rect">
            <a:avLst/>
          </a:prstGeom>
          <a:noFill/>
        </p:spPr>
        <p:txBody>
          <a:bodyPr wrap="square">
            <a:spAutoFit/>
          </a:bodyPr>
          <a:lstStyle/>
          <a:p>
            <a:r>
              <a:rPr kumimoji="1" lang="zh-CN" altLang="en-US" sz="2600" b="1" i="0" u="none" strike="noStrike" kern="1200" cap="none" spc="0" normalizeH="0" baseline="0" noProof="0" dirty="0">
                <a:ln>
                  <a:noFill/>
                </a:ln>
                <a:effectLst/>
                <a:uLnTx/>
                <a:uFillTx/>
                <a:latin typeface="Times New Roman" panose="02020603050405020304" pitchFamily="18" charset="0"/>
                <a:ea typeface="楷体" panose="02010609060101010101" charset="-122"/>
                <a:cs typeface="+mn-cs"/>
              </a:rPr>
              <a:t>网孔方程：</a:t>
            </a:r>
            <a:endParaRPr lang="zh-CN" altLang="en-US" dirty="0"/>
          </a:p>
        </p:txBody>
      </p:sp>
      <p:graphicFrame>
        <p:nvGraphicFramePr>
          <p:cNvPr id="11" name="对象 10"/>
          <p:cNvGraphicFramePr>
            <a:graphicFrameLocks noChangeAspect="1"/>
          </p:cNvGraphicFramePr>
          <p:nvPr/>
        </p:nvGraphicFramePr>
        <p:xfrm>
          <a:off x="3022898" y="4144491"/>
          <a:ext cx="2997200" cy="1003300"/>
        </p:xfrm>
        <a:graphic>
          <a:graphicData uri="http://schemas.openxmlformats.org/presentationml/2006/ole">
            <mc:AlternateContent xmlns:mc="http://schemas.openxmlformats.org/markup-compatibility/2006">
              <mc:Choice xmlns:v="urn:schemas-microsoft-com:vml" Requires="v">
                <p:oleObj name="Equation" r:id="rId8" imgW="71932800" imgH="24079200" progId="Equation.DSMT4">
                  <p:embed/>
                </p:oleObj>
              </mc:Choice>
              <mc:Fallback>
                <p:oleObj name="Equation" r:id="rId8" imgW="71932800" imgH="24079200" progId="Equation.DSMT4">
                  <p:embed/>
                  <p:pic>
                    <p:nvPicPr>
                      <p:cNvPr id="0" name="对象 6"/>
                      <p:cNvPicPr/>
                      <p:nvPr/>
                    </p:nvPicPr>
                    <p:blipFill>
                      <a:blip r:embed="rId9"/>
                      <a:stretch>
                        <a:fillRect/>
                      </a:stretch>
                    </p:blipFill>
                    <p:spPr>
                      <a:xfrm>
                        <a:off x="3022898" y="4144491"/>
                        <a:ext cx="2997200" cy="10033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972462" y="5209521"/>
          <a:ext cx="3721100" cy="1003300"/>
        </p:xfrm>
        <a:graphic>
          <a:graphicData uri="http://schemas.openxmlformats.org/presentationml/2006/ole">
            <mc:AlternateContent xmlns:mc="http://schemas.openxmlformats.org/markup-compatibility/2006">
              <mc:Choice xmlns:v="urn:schemas-microsoft-com:vml" Requires="v">
                <p:oleObj name="Equation" r:id="rId10" imgW="89306400" imgH="24079200" progId="Equation.DSMT4">
                  <p:embed/>
                </p:oleObj>
              </mc:Choice>
              <mc:Fallback>
                <p:oleObj name="Equation" r:id="rId10" imgW="89306400" imgH="24079200" progId="Equation.DSMT4">
                  <p:embed/>
                  <p:pic>
                    <p:nvPicPr>
                      <p:cNvPr id="0" name="对象 37"/>
                      <p:cNvPicPr/>
                      <p:nvPr/>
                    </p:nvPicPr>
                    <p:blipFill>
                      <a:blip r:embed="rId11"/>
                      <a:stretch>
                        <a:fillRect/>
                      </a:stretch>
                    </p:blipFill>
                    <p:spPr>
                      <a:xfrm>
                        <a:off x="2972462" y="5209521"/>
                        <a:ext cx="3721100" cy="10033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6881101" y="3966505"/>
          <a:ext cx="1778000" cy="901700"/>
        </p:xfrm>
        <a:graphic>
          <a:graphicData uri="http://schemas.openxmlformats.org/presentationml/2006/ole">
            <mc:AlternateContent xmlns:mc="http://schemas.openxmlformats.org/markup-compatibility/2006">
              <mc:Choice xmlns:v="urn:schemas-microsoft-com:vml" Requires="v">
                <p:oleObj name="Equation" r:id="rId12" imgW="42672000" imgH="21640800" progId="Equation.DSMT4">
                  <p:embed/>
                </p:oleObj>
              </mc:Choice>
              <mc:Fallback>
                <p:oleObj name="Equation" r:id="rId12" imgW="42672000" imgH="21640800" progId="Equation.DSMT4">
                  <p:embed/>
                  <p:pic>
                    <p:nvPicPr>
                      <p:cNvPr id="0" name="对象 38"/>
                      <p:cNvPicPr/>
                      <p:nvPr/>
                    </p:nvPicPr>
                    <p:blipFill>
                      <a:blip r:embed="rId13"/>
                      <a:stretch>
                        <a:fillRect/>
                      </a:stretch>
                    </p:blipFill>
                    <p:spPr>
                      <a:xfrm>
                        <a:off x="6881101" y="3966505"/>
                        <a:ext cx="1778000" cy="9017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6876732" y="4973678"/>
          <a:ext cx="1803400" cy="901700"/>
        </p:xfrm>
        <a:graphic>
          <a:graphicData uri="http://schemas.openxmlformats.org/presentationml/2006/ole">
            <mc:AlternateContent xmlns:mc="http://schemas.openxmlformats.org/markup-compatibility/2006">
              <mc:Choice xmlns:v="urn:schemas-microsoft-com:vml" Requires="v">
                <p:oleObj name="Equation" r:id="rId14" imgW="43281600" imgH="21640800" progId="Equation.DSMT4">
                  <p:embed/>
                </p:oleObj>
              </mc:Choice>
              <mc:Fallback>
                <p:oleObj name="Equation" r:id="rId14" imgW="43281600" imgH="21640800" progId="Equation.DSMT4">
                  <p:embed/>
                  <p:pic>
                    <p:nvPicPr>
                      <p:cNvPr id="0" name="对象 40"/>
                      <p:cNvPicPr/>
                      <p:nvPr/>
                    </p:nvPicPr>
                    <p:blipFill>
                      <a:blip r:embed="rId15"/>
                      <a:stretch>
                        <a:fillRect/>
                      </a:stretch>
                    </p:blipFill>
                    <p:spPr>
                      <a:xfrm>
                        <a:off x="6876732" y="4973678"/>
                        <a:ext cx="1803400" cy="9017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1360992" y="1418838"/>
          <a:ext cx="330200" cy="381000"/>
        </p:xfrm>
        <a:graphic>
          <a:graphicData uri="http://schemas.openxmlformats.org/presentationml/2006/ole">
            <mc:AlternateContent xmlns:mc="http://schemas.openxmlformats.org/markup-compatibility/2006">
              <mc:Choice xmlns:v="urn:schemas-microsoft-com:vml" Requires="v">
                <p:oleObj name="Equation" r:id="rId16" imgW="7924800" imgH="9144000" progId="Equation.DSMT4">
                  <p:embed/>
                </p:oleObj>
              </mc:Choice>
              <mc:Fallback>
                <p:oleObj name="Equation" r:id="rId16" imgW="7924800" imgH="9144000" progId="Equation.DSMT4">
                  <p:embed/>
                  <p:pic>
                    <p:nvPicPr>
                      <p:cNvPr id="0" name="对象 3"/>
                      <p:cNvPicPr/>
                      <p:nvPr/>
                    </p:nvPicPr>
                    <p:blipFill>
                      <a:blip r:embed="rId17"/>
                      <a:stretch>
                        <a:fillRect/>
                      </a:stretch>
                    </p:blipFill>
                    <p:spPr>
                      <a:xfrm>
                        <a:off x="1360992" y="1418838"/>
                        <a:ext cx="330200" cy="3810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1980248" y="2366707"/>
          <a:ext cx="317500" cy="381000"/>
        </p:xfrm>
        <a:graphic>
          <a:graphicData uri="http://schemas.openxmlformats.org/presentationml/2006/ole">
            <mc:AlternateContent xmlns:mc="http://schemas.openxmlformats.org/markup-compatibility/2006">
              <mc:Choice xmlns:v="urn:schemas-microsoft-com:vml" Requires="v">
                <p:oleObj name="Equation" r:id="rId18" imgW="7620000" imgH="9144000" progId="Equation.DSMT4">
                  <p:embed/>
                </p:oleObj>
              </mc:Choice>
              <mc:Fallback>
                <p:oleObj name="Equation" r:id="rId18" imgW="7620000" imgH="9144000" progId="Equation.DSMT4">
                  <p:embed/>
                  <p:pic>
                    <p:nvPicPr>
                      <p:cNvPr id="0" name="对象 31"/>
                      <p:cNvPicPr/>
                      <p:nvPr/>
                    </p:nvPicPr>
                    <p:blipFill>
                      <a:blip r:embed="rId19"/>
                      <a:stretch>
                        <a:fillRect/>
                      </a:stretch>
                    </p:blipFill>
                    <p:spPr>
                      <a:xfrm>
                        <a:off x="1980248" y="2366707"/>
                        <a:ext cx="317500" cy="3810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2251715" y="1418838"/>
          <a:ext cx="317500" cy="381000"/>
        </p:xfrm>
        <a:graphic>
          <a:graphicData uri="http://schemas.openxmlformats.org/presentationml/2006/ole">
            <mc:AlternateContent xmlns:mc="http://schemas.openxmlformats.org/markup-compatibility/2006">
              <mc:Choice xmlns:v="urn:schemas-microsoft-com:vml" Requires="v">
                <p:oleObj name="Equation" r:id="rId20" imgW="7620000" imgH="9144000" progId="Equation.DSMT4">
                  <p:embed/>
                </p:oleObj>
              </mc:Choice>
              <mc:Fallback>
                <p:oleObj name="Equation" r:id="rId20" imgW="7620000" imgH="9144000" progId="Equation.DSMT4">
                  <p:embed/>
                  <p:pic>
                    <p:nvPicPr>
                      <p:cNvPr id="0" name="对象 32"/>
                      <p:cNvPicPr/>
                      <p:nvPr/>
                    </p:nvPicPr>
                    <p:blipFill>
                      <a:blip r:embed="rId21"/>
                      <a:stretch>
                        <a:fillRect/>
                      </a:stretch>
                    </p:blipFill>
                    <p:spPr>
                      <a:xfrm>
                        <a:off x="2251715" y="1418838"/>
                        <a:ext cx="317500" cy="38100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2991385" y="2014282"/>
          <a:ext cx="342900" cy="419100"/>
        </p:xfrm>
        <a:graphic>
          <a:graphicData uri="http://schemas.openxmlformats.org/presentationml/2006/ole">
            <mc:AlternateContent xmlns:mc="http://schemas.openxmlformats.org/markup-compatibility/2006">
              <mc:Choice xmlns:v="urn:schemas-microsoft-com:vml" Requires="v">
                <p:oleObj name="Equation" r:id="rId22" imgW="8229600" imgH="10058400" progId="Equation.DSMT4">
                  <p:embed/>
                </p:oleObj>
              </mc:Choice>
              <mc:Fallback>
                <p:oleObj name="Equation" r:id="rId22" imgW="8229600" imgH="10058400" progId="Equation.DSMT4">
                  <p:embed/>
                  <p:pic>
                    <p:nvPicPr>
                      <p:cNvPr id="0" name="对象 33"/>
                      <p:cNvPicPr/>
                      <p:nvPr/>
                    </p:nvPicPr>
                    <p:blipFill>
                      <a:blip r:embed="rId23"/>
                      <a:stretch>
                        <a:fillRect/>
                      </a:stretch>
                    </p:blipFill>
                    <p:spPr>
                      <a:xfrm>
                        <a:off x="2991385" y="2014282"/>
                        <a:ext cx="342900" cy="4191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barn(inVertical)">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barn(inVertical)">
                                      <p:cBhvr>
                                        <p:cTn id="56"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barn(inVertical)">
                                      <p:cBhvr>
                                        <p:cTn id="6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7" name="Group 3"/>
          <p:cNvGrpSpPr>
            <a:grpSpLocks/>
          </p:cNvGrpSpPr>
          <p:nvPr/>
        </p:nvGrpSpPr>
        <p:grpSpPr bwMode="auto">
          <a:xfrm>
            <a:off x="4238625" y="2324100"/>
            <a:ext cx="762000" cy="923925"/>
            <a:chOff x="2790" y="1164"/>
            <a:chExt cx="480" cy="582"/>
          </a:xfrm>
        </p:grpSpPr>
        <p:sp>
          <p:nvSpPr>
            <p:cNvPr id="52228" name="Line 4"/>
            <p:cNvSpPr>
              <a:spLocks noChangeShapeType="1"/>
            </p:cNvSpPr>
            <p:nvPr/>
          </p:nvSpPr>
          <p:spPr bwMode="auto">
            <a:xfrm>
              <a:off x="2790" y="1164"/>
              <a:ext cx="474"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29" name="Line 5"/>
            <p:cNvSpPr>
              <a:spLocks noChangeShapeType="1"/>
            </p:cNvSpPr>
            <p:nvPr/>
          </p:nvSpPr>
          <p:spPr bwMode="auto">
            <a:xfrm>
              <a:off x="2796" y="1746"/>
              <a:ext cx="474"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52230" name="Text Box 6"/>
          <p:cNvSpPr txBox="1">
            <a:spLocks noChangeArrowheads="1"/>
          </p:cNvSpPr>
          <p:nvPr/>
        </p:nvSpPr>
        <p:spPr bwMode="auto">
          <a:xfrm>
            <a:off x="395288" y="962025"/>
            <a:ext cx="64389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CC0066"/>
                </a:solidFill>
                <a:latin typeface="Times New Roman" panose="02020603050405020304" pitchFamily="18" charset="0"/>
              </a:rPr>
              <a:t>一、级联（</a:t>
            </a:r>
            <a:r>
              <a:rPr lang="en-US" altLang="zh-CN">
                <a:solidFill>
                  <a:srgbClr val="CC0066"/>
                </a:solidFill>
                <a:latin typeface="Times New Roman" panose="02020603050405020304" pitchFamily="18" charset="0"/>
              </a:rPr>
              <a:t>cascade connection</a:t>
            </a:r>
            <a:r>
              <a:rPr lang="zh-CN" altLang="en-US">
                <a:solidFill>
                  <a:srgbClr val="CC0066"/>
                </a:solidFill>
                <a:latin typeface="Times New Roman" panose="02020603050405020304" pitchFamily="18" charset="0"/>
              </a:rPr>
              <a:t>）（链联）    </a:t>
            </a:r>
          </a:p>
        </p:txBody>
      </p:sp>
      <p:sp>
        <p:nvSpPr>
          <p:cNvPr id="52231" name="Text Box 7"/>
          <p:cNvSpPr txBox="1">
            <a:spLocks noChangeArrowheads="1"/>
          </p:cNvSpPr>
          <p:nvPr/>
        </p:nvSpPr>
        <p:spPr bwMode="auto">
          <a:xfrm>
            <a:off x="1138238" y="4016375"/>
            <a:ext cx="8001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设</a:t>
            </a:r>
          </a:p>
        </p:txBody>
      </p:sp>
      <p:graphicFrame>
        <p:nvGraphicFramePr>
          <p:cNvPr id="52232" name="Object 8"/>
          <p:cNvGraphicFramePr>
            <a:graphicFrameLocks noChangeAspect="1"/>
          </p:cNvGraphicFramePr>
          <p:nvPr/>
        </p:nvGraphicFramePr>
        <p:xfrm>
          <a:off x="1990725" y="3814763"/>
          <a:ext cx="1989138" cy="885825"/>
        </p:xfrm>
        <a:graphic>
          <a:graphicData uri="http://schemas.openxmlformats.org/presentationml/2006/ole">
            <mc:AlternateContent xmlns:mc="http://schemas.openxmlformats.org/markup-compatibility/2006">
              <mc:Choice xmlns:v="urn:schemas-microsoft-com:vml" Requires="v">
                <p:oleObj name="公式" r:id="rId2" imgW="1079280" imgH="482400" progId="Equation.3">
                  <p:embed/>
                </p:oleObj>
              </mc:Choice>
              <mc:Fallback>
                <p:oleObj name="公式" r:id="rId2" imgW="1079280" imgH="482400" progId="Equation.3">
                  <p:embed/>
                  <p:pic>
                    <p:nvPicPr>
                      <p:cNvPr id="52232"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25" y="3814763"/>
                        <a:ext cx="1989138"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3" name="Text Box 9"/>
          <p:cNvSpPr txBox="1">
            <a:spLocks noChangeArrowheads="1"/>
          </p:cNvSpPr>
          <p:nvPr/>
        </p:nvSpPr>
        <p:spPr bwMode="auto">
          <a:xfrm>
            <a:off x="304800" y="5181600"/>
            <a:ext cx="838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即 </a:t>
            </a:r>
          </a:p>
        </p:txBody>
      </p:sp>
      <p:grpSp>
        <p:nvGrpSpPr>
          <p:cNvPr id="52234" name="Group 10"/>
          <p:cNvGrpSpPr>
            <a:grpSpLocks/>
          </p:cNvGrpSpPr>
          <p:nvPr/>
        </p:nvGrpSpPr>
        <p:grpSpPr bwMode="auto">
          <a:xfrm>
            <a:off x="1422400" y="1546225"/>
            <a:ext cx="6477000" cy="2098675"/>
            <a:chOff x="896" y="974"/>
            <a:chExt cx="4080" cy="1322"/>
          </a:xfrm>
        </p:grpSpPr>
        <p:sp>
          <p:nvSpPr>
            <p:cNvPr id="52235" name="Rectangle 11"/>
            <p:cNvSpPr>
              <a:spLocks noChangeArrowheads="1"/>
            </p:cNvSpPr>
            <p:nvPr/>
          </p:nvSpPr>
          <p:spPr bwMode="auto">
            <a:xfrm>
              <a:off x="896" y="1024"/>
              <a:ext cx="4080" cy="1272"/>
            </a:xfrm>
            <a:prstGeom prst="rect">
              <a:avLst/>
            </a:prstGeom>
            <a:noFill/>
            <a:ln w="127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2236" name="Rectangle 12"/>
            <p:cNvSpPr>
              <a:spLocks noChangeArrowheads="1"/>
            </p:cNvSpPr>
            <p:nvPr/>
          </p:nvSpPr>
          <p:spPr bwMode="auto">
            <a:xfrm>
              <a:off x="2662" y="974"/>
              <a:ext cx="4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en-US" altLang="zh-CN" sz="3600" i="1">
                  <a:solidFill>
                    <a:srgbClr val="FF3300"/>
                  </a:solidFill>
                  <a:latin typeface="Times New Roman" panose="02020603050405020304" pitchFamily="18" charset="0"/>
                </a:rPr>
                <a:t>T</a:t>
              </a:r>
              <a:endParaRPr lang="en-US" altLang="zh-CN" sz="3600">
                <a:solidFill>
                  <a:srgbClr val="FF3300"/>
                </a:solidFill>
                <a:latin typeface="Times New Roman" panose="02020603050405020304" pitchFamily="18" charset="0"/>
                <a:sym typeface="Symbol" panose="05050102010706020507" pitchFamily="18" charset="2"/>
              </a:endParaRPr>
            </a:p>
          </p:txBody>
        </p:sp>
      </p:grpSp>
      <p:graphicFrame>
        <p:nvGraphicFramePr>
          <p:cNvPr id="52303" name="Object 79"/>
          <p:cNvGraphicFramePr>
            <a:graphicFrameLocks noChangeAspect="1"/>
          </p:cNvGraphicFramePr>
          <p:nvPr/>
        </p:nvGraphicFramePr>
        <p:xfrm>
          <a:off x="5122863" y="3797300"/>
          <a:ext cx="2103437" cy="904875"/>
        </p:xfrm>
        <a:graphic>
          <a:graphicData uri="http://schemas.openxmlformats.org/presentationml/2006/ole">
            <mc:AlternateContent xmlns:mc="http://schemas.openxmlformats.org/markup-compatibility/2006">
              <mc:Choice xmlns:v="urn:schemas-microsoft-com:vml" Requires="v">
                <p:oleObj name="公式" r:id="rId4" imgW="1117440" imgH="482400" progId="Equation.3">
                  <p:embed/>
                </p:oleObj>
              </mc:Choice>
              <mc:Fallback>
                <p:oleObj name="公式" r:id="rId4" imgW="1117440" imgH="482400" progId="Equation.3">
                  <p:embed/>
                  <p:pic>
                    <p:nvPicPr>
                      <p:cNvPr id="52303" name="Object 7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2863" y="3797300"/>
                        <a:ext cx="2103437"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304" name="Object 80"/>
          <p:cNvGraphicFramePr>
            <a:graphicFrameLocks noChangeAspect="1"/>
          </p:cNvGraphicFramePr>
          <p:nvPr/>
        </p:nvGraphicFramePr>
        <p:xfrm>
          <a:off x="1400175" y="4899025"/>
          <a:ext cx="3125788" cy="987425"/>
        </p:xfrm>
        <a:graphic>
          <a:graphicData uri="http://schemas.openxmlformats.org/presentationml/2006/ole">
            <mc:AlternateContent xmlns:mc="http://schemas.openxmlformats.org/markup-compatibility/2006">
              <mc:Choice xmlns:v="urn:schemas-microsoft-com:vml" Requires="v">
                <p:oleObj name="公式" r:id="rId6" imgW="1562040" imgH="495000" progId="Equation.3">
                  <p:embed/>
                </p:oleObj>
              </mc:Choice>
              <mc:Fallback>
                <p:oleObj name="公式" r:id="rId6" imgW="1562040" imgH="495000" progId="Equation.3">
                  <p:embed/>
                  <p:pic>
                    <p:nvPicPr>
                      <p:cNvPr id="52304" name="Object 8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0175" y="4899025"/>
                        <a:ext cx="31257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305" name="Object 81"/>
          <p:cNvGraphicFramePr>
            <a:graphicFrameLocks noChangeAspect="1"/>
          </p:cNvGraphicFramePr>
          <p:nvPr/>
        </p:nvGraphicFramePr>
        <p:xfrm>
          <a:off x="4930775" y="4975225"/>
          <a:ext cx="3125788" cy="987425"/>
        </p:xfrm>
        <a:graphic>
          <a:graphicData uri="http://schemas.openxmlformats.org/presentationml/2006/ole">
            <mc:AlternateContent xmlns:mc="http://schemas.openxmlformats.org/markup-compatibility/2006">
              <mc:Choice xmlns:v="urn:schemas-microsoft-com:vml" Requires="v">
                <p:oleObj name="公式" r:id="rId8" imgW="1562040" imgH="495000" progId="Equation.3">
                  <p:embed/>
                </p:oleObj>
              </mc:Choice>
              <mc:Fallback>
                <p:oleObj name="公式" r:id="rId8" imgW="1562040" imgH="495000" progId="Equation.3">
                  <p:embed/>
                  <p:pic>
                    <p:nvPicPr>
                      <p:cNvPr id="52305" name="Object 8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30775" y="4975225"/>
                        <a:ext cx="31257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333" name="Group 109"/>
          <p:cNvGrpSpPr>
            <a:grpSpLocks/>
          </p:cNvGrpSpPr>
          <p:nvPr/>
        </p:nvGrpSpPr>
        <p:grpSpPr bwMode="auto">
          <a:xfrm>
            <a:off x="1431925" y="1749425"/>
            <a:ext cx="3009900" cy="1700213"/>
            <a:chOff x="902" y="1102"/>
            <a:chExt cx="1896" cy="1071"/>
          </a:xfrm>
        </p:grpSpPr>
        <p:grpSp>
          <p:nvGrpSpPr>
            <p:cNvPr id="52324" name="Group 100"/>
            <p:cNvGrpSpPr>
              <a:grpSpLocks/>
            </p:cNvGrpSpPr>
            <p:nvPr/>
          </p:nvGrpSpPr>
          <p:grpSpPr bwMode="auto">
            <a:xfrm>
              <a:off x="902" y="1102"/>
              <a:ext cx="1896" cy="1071"/>
              <a:chOff x="902" y="1102"/>
              <a:chExt cx="1896" cy="1071"/>
            </a:xfrm>
          </p:grpSpPr>
          <p:sp>
            <p:nvSpPr>
              <p:cNvPr id="52238" name="Text Box 14"/>
              <p:cNvSpPr txBox="1">
                <a:spLocks noChangeArrowheads="1"/>
              </p:cNvSpPr>
              <p:nvPr/>
            </p:nvSpPr>
            <p:spPr bwMode="auto">
              <a:xfrm>
                <a:off x="2531" y="1443"/>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pSp>
            <p:nvGrpSpPr>
              <p:cNvPr id="52323" name="Group 99"/>
              <p:cNvGrpSpPr>
                <a:grpSpLocks/>
              </p:cNvGrpSpPr>
              <p:nvPr/>
            </p:nvGrpSpPr>
            <p:grpSpPr bwMode="auto">
              <a:xfrm>
                <a:off x="902" y="1102"/>
                <a:ext cx="1882" cy="1071"/>
                <a:chOff x="902" y="1102"/>
                <a:chExt cx="1882" cy="1071"/>
              </a:xfrm>
            </p:grpSpPr>
            <p:sp>
              <p:nvSpPr>
                <p:cNvPr id="52240" name="Rectangle 16"/>
                <p:cNvSpPr>
                  <a:spLocks noChangeArrowheads="1"/>
                </p:cNvSpPr>
                <p:nvPr/>
              </p:nvSpPr>
              <p:spPr bwMode="auto">
                <a:xfrm>
                  <a:off x="1476" y="1341"/>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2241" name="Rectangle 17"/>
                <p:cNvSpPr>
                  <a:spLocks noChangeArrowheads="1"/>
                </p:cNvSpPr>
                <p:nvPr/>
              </p:nvSpPr>
              <p:spPr bwMode="auto">
                <a:xfrm>
                  <a:off x="1713" y="1538"/>
                  <a:ext cx="249" cy="26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sym typeface="Symbol" panose="05050102010706020507" pitchFamily="18" charset="2"/>
                  </a:endParaRPr>
                </a:p>
              </p:txBody>
            </p:sp>
            <p:sp>
              <p:nvSpPr>
                <p:cNvPr id="52242" name="Line 18"/>
                <p:cNvSpPr>
                  <a:spLocks noChangeShapeType="1"/>
                </p:cNvSpPr>
                <p:nvPr/>
              </p:nvSpPr>
              <p:spPr bwMode="auto">
                <a:xfrm>
                  <a:off x="1092" y="1459"/>
                  <a:ext cx="388" cy="1"/>
                </a:xfrm>
                <a:prstGeom prst="line">
                  <a:avLst/>
                </a:prstGeom>
                <a:noFill/>
                <a:ln w="19050">
                  <a:solidFill>
                    <a:srgbClr val="000000"/>
                  </a:solidFill>
                  <a:round/>
                  <a:headEnd/>
                  <a:tailEnd/>
                </a:ln>
              </p:spPr>
              <p:txBody>
                <a:bodyPr/>
                <a:lstStyle/>
                <a:p>
                  <a:endParaRPr lang="zh-CN" altLang="en-US"/>
                </a:p>
              </p:txBody>
            </p:sp>
            <p:sp>
              <p:nvSpPr>
                <p:cNvPr id="52243" name="Line 19"/>
                <p:cNvSpPr>
                  <a:spLocks noChangeShapeType="1"/>
                </p:cNvSpPr>
                <p:nvPr/>
              </p:nvSpPr>
              <p:spPr bwMode="auto">
                <a:xfrm flipV="1">
                  <a:off x="1070" y="2049"/>
                  <a:ext cx="418" cy="0"/>
                </a:xfrm>
                <a:prstGeom prst="line">
                  <a:avLst/>
                </a:prstGeom>
                <a:noFill/>
                <a:ln w="19050">
                  <a:solidFill>
                    <a:srgbClr val="000000"/>
                  </a:solidFill>
                  <a:round/>
                  <a:headEnd/>
                  <a:tailEnd/>
                </a:ln>
              </p:spPr>
              <p:txBody>
                <a:bodyPr/>
                <a:lstStyle/>
                <a:p>
                  <a:endParaRPr lang="zh-CN" altLang="en-US"/>
                </a:p>
              </p:txBody>
            </p:sp>
            <p:sp>
              <p:nvSpPr>
                <p:cNvPr id="52244" name="Text Box 20"/>
                <p:cNvSpPr txBox="1">
                  <a:spLocks noChangeArrowheads="1"/>
                </p:cNvSpPr>
                <p:nvPr/>
              </p:nvSpPr>
              <p:spPr bwMode="auto">
                <a:xfrm>
                  <a:off x="911" y="1437"/>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52245" name="Line 21"/>
                <p:cNvSpPr>
                  <a:spLocks noChangeShapeType="1"/>
                </p:cNvSpPr>
                <p:nvPr/>
              </p:nvSpPr>
              <p:spPr bwMode="auto">
                <a:xfrm>
                  <a:off x="2191" y="1465"/>
                  <a:ext cx="418" cy="3"/>
                </a:xfrm>
                <a:prstGeom prst="line">
                  <a:avLst/>
                </a:prstGeom>
                <a:noFill/>
                <a:ln w="19050">
                  <a:solidFill>
                    <a:srgbClr val="000000"/>
                  </a:solidFill>
                  <a:round/>
                  <a:headEnd/>
                  <a:tailEnd/>
                </a:ln>
              </p:spPr>
              <p:txBody>
                <a:bodyPr/>
                <a:lstStyle/>
                <a:p>
                  <a:endParaRPr lang="zh-CN" altLang="en-US"/>
                </a:p>
              </p:txBody>
            </p:sp>
            <p:sp>
              <p:nvSpPr>
                <p:cNvPr id="52246" name="Line 22"/>
                <p:cNvSpPr>
                  <a:spLocks noChangeShapeType="1"/>
                </p:cNvSpPr>
                <p:nvPr/>
              </p:nvSpPr>
              <p:spPr bwMode="auto">
                <a:xfrm>
                  <a:off x="2195" y="2054"/>
                  <a:ext cx="418" cy="1"/>
                </a:xfrm>
                <a:prstGeom prst="line">
                  <a:avLst/>
                </a:prstGeom>
                <a:noFill/>
                <a:ln w="19050">
                  <a:solidFill>
                    <a:srgbClr val="000000"/>
                  </a:solidFill>
                  <a:round/>
                  <a:headEnd/>
                  <a:tailEnd/>
                </a:ln>
              </p:spPr>
              <p:txBody>
                <a:bodyPr/>
                <a:lstStyle/>
                <a:p>
                  <a:endParaRPr lang="zh-CN" altLang="en-US"/>
                </a:p>
              </p:txBody>
            </p:sp>
            <p:graphicFrame>
              <p:nvGraphicFramePr>
                <p:cNvPr id="52247" name="Object 23"/>
                <p:cNvGraphicFramePr>
                  <a:graphicFrameLocks noChangeAspect="1"/>
                </p:cNvGraphicFramePr>
                <p:nvPr/>
              </p:nvGraphicFramePr>
              <p:xfrm>
                <a:off x="1184" y="1102"/>
                <a:ext cx="207" cy="290"/>
              </p:xfrm>
              <a:graphic>
                <a:graphicData uri="http://schemas.openxmlformats.org/presentationml/2006/ole">
                  <mc:AlternateContent xmlns:mc="http://schemas.openxmlformats.org/markup-compatibility/2006">
                    <mc:Choice xmlns:v="urn:schemas-microsoft-com:vml" Requires="v">
                      <p:oleObj name="公式" r:id="rId10" imgW="164880" imgH="228600" progId="Equation.3">
                        <p:embed/>
                      </p:oleObj>
                    </mc:Choice>
                    <mc:Fallback>
                      <p:oleObj name="公式" r:id="rId10" imgW="164880" imgH="228600" progId="Equation.3">
                        <p:embed/>
                        <p:pic>
                          <p:nvPicPr>
                            <p:cNvPr id="52247"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4" y="1102"/>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48" name="Oval 24"/>
                <p:cNvSpPr>
                  <a:spLocks noChangeArrowheads="1"/>
                </p:cNvSpPr>
                <p:nvPr/>
              </p:nvSpPr>
              <p:spPr bwMode="auto">
                <a:xfrm>
                  <a:off x="1018" y="142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49" name="Oval 25"/>
                <p:cNvSpPr>
                  <a:spLocks noChangeArrowheads="1"/>
                </p:cNvSpPr>
                <p:nvPr/>
              </p:nvSpPr>
              <p:spPr bwMode="auto">
                <a:xfrm>
                  <a:off x="1018" y="201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50" name="Oval 26"/>
                <p:cNvSpPr>
                  <a:spLocks noChangeArrowheads="1"/>
                </p:cNvSpPr>
                <p:nvPr/>
              </p:nvSpPr>
              <p:spPr bwMode="auto">
                <a:xfrm>
                  <a:off x="2610" y="143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51" name="Oval 27"/>
                <p:cNvSpPr>
                  <a:spLocks noChangeArrowheads="1"/>
                </p:cNvSpPr>
                <p:nvPr/>
              </p:nvSpPr>
              <p:spPr bwMode="auto">
                <a:xfrm>
                  <a:off x="2616" y="201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2252" name="Object 28"/>
                <p:cNvGraphicFramePr>
                  <a:graphicFrameLocks noChangeAspect="1"/>
                </p:cNvGraphicFramePr>
                <p:nvPr/>
              </p:nvGraphicFramePr>
              <p:xfrm>
                <a:off x="912" y="1632"/>
                <a:ext cx="256" cy="290"/>
              </p:xfrm>
              <a:graphic>
                <a:graphicData uri="http://schemas.openxmlformats.org/presentationml/2006/ole">
                  <mc:AlternateContent xmlns:mc="http://schemas.openxmlformats.org/markup-compatibility/2006">
                    <mc:Choice xmlns:v="urn:schemas-microsoft-com:vml" Requires="v">
                      <p:oleObj name="公式" r:id="rId12" imgW="203040" imgH="228600" progId="Equation.3">
                        <p:embed/>
                      </p:oleObj>
                    </mc:Choice>
                    <mc:Fallback>
                      <p:oleObj name="公式" r:id="rId12" imgW="203040" imgH="228600" progId="Equation.3">
                        <p:embed/>
                        <p:pic>
                          <p:nvPicPr>
                            <p:cNvPr id="52252" name="Object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2" y="1632"/>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53" name="Object 29"/>
                <p:cNvGraphicFramePr>
                  <a:graphicFrameLocks noChangeAspect="1"/>
                </p:cNvGraphicFramePr>
                <p:nvPr/>
              </p:nvGraphicFramePr>
              <p:xfrm>
                <a:off x="2496" y="1632"/>
                <a:ext cx="256" cy="290"/>
              </p:xfrm>
              <a:graphic>
                <a:graphicData uri="http://schemas.openxmlformats.org/presentationml/2006/ole">
                  <mc:AlternateContent xmlns:mc="http://schemas.openxmlformats.org/markup-compatibility/2006">
                    <mc:Choice xmlns:v="urn:schemas-microsoft-com:vml" Requires="v">
                      <p:oleObj name="公式" r:id="rId14" imgW="203040" imgH="228600" progId="Equation.3">
                        <p:embed/>
                      </p:oleObj>
                    </mc:Choice>
                    <mc:Fallback>
                      <p:oleObj name="公式" r:id="rId14" imgW="203040" imgH="228600" progId="Equation.3">
                        <p:embed/>
                        <p:pic>
                          <p:nvPicPr>
                            <p:cNvPr id="52253" name="Object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6" y="1632"/>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54" name="Text Box 30"/>
                <p:cNvSpPr txBox="1">
                  <a:spLocks noChangeArrowheads="1"/>
                </p:cNvSpPr>
                <p:nvPr/>
              </p:nvSpPr>
              <p:spPr bwMode="auto">
                <a:xfrm>
                  <a:off x="902" y="1824"/>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2255" name="Text Box 31"/>
                <p:cNvSpPr txBox="1">
                  <a:spLocks noChangeArrowheads="1"/>
                </p:cNvSpPr>
                <p:nvPr/>
              </p:nvSpPr>
              <p:spPr bwMode="auto">
                <a:xfrm>
                  <a:off x="2534" y="1824"/>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52256" name="Object 32"/>
                <p:cNvGraphicFramePr>
                  <a:graphicFrameLocks noChangeAspect="1"/>
                </p:cNvGraphicFramePr>
                <p:nvPr/>
              </p:nvGraphicFramePr>
              <p:xfrm>
                <a:off x="2297" y="1112"/>
                <a:ext cx="207" cy="290"/>
              </p:xfrm>
              <a:graphic>
                <a:graphicData uri="http://schemas.openxmlformats.org/presentationml/2006/ole">
                  <mc:AlternateContent xmlns:mc="http://schemas.openxmlformats.org/markup-compatibility/2006">
                    <mc:Choice xmlns:v="urn:schemas-microsoft-com:vml" Requires="v">
                      <p:oleObj name="公式" r:id="rId16" imgW="177480" imgH="228600" progId="Equation.3">
                        <p:embed/>
                      </p:oleObj>
                    </mc:Choice>
                    <mc:Fallback>
                      <p:oleObj name="公式" r:id="rId16" imgW="177480" imgH="228600" progId="Equation.3">
                        <p:embed/>
                        <p:pic>
                          <p:nvPicPr>
                            <p:cNvPr id="52256" name="Object 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97" y="1112"/>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52306" name="Line 82"/>
            <p:cNvSpPr>
              <a:spLocks noChangeShapeType="1"/>
            </p:cNvSpPr>
            <p:nvPr/>
          </p:nvSpPr>
          <p:spPr bwMode="auto">
            <a:xfrm>
              <a:off x="1152" y="1410"/>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307" name="Line 83"/>
            <p:cNvSpPr>
              <a:spLocks noChangeShapeType="1"/>
            </p:cNvSpPr>
            <p:nvPr/>
          </p:nvSpPr>
          <p:spPr bwMode="auto">
            <a:xfrm flipH="1">
              <a:off x="2268" y="1410"/>
              <a:ext cx="27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52327" name="Group 103"/>
          <p:cNvGrpSpPr>
            <a:grpSpLocks/>
          </p:cNvGrpSpPr>
          <p:nvPr/>
        </p:nvGrpSpPr>
        <p:grpSpPr bwMode="auto">
          <a:xfrm>
            <a:off x="4840288" y="1704975"/>
            <a:ext cx="3041650" cy="1744663"/>
            <a:chOff x="3049" y="1074"/>
            <a:chExt cx="1916" cy="1099"/>
          </a:xfrm>
        </p:grpSpPr>
        <p:grpSp>
          <p:nvGrpSpPr>
            <p:cNvPr id="52326" name="Group 102"/>
            <p:cNvGrpSpPr>
              <a:grpSpLocks/>
            </p:cNvGrpSpPr>
            <p:nvPr/>
          </p:nvGrpSpPr>
          <p:grpSpPr bwMode="auto">
            <a:xfrm>
              <a:off x="3049" y="1074"/>
              <a:ext cx="1916" cy="1099"/>
              <a:chOff x="3049" y="1074"/>
              <a:chExt cx="1916" cy="1099"/>
            </a:xfrm>
          </p:grpSpPr>
          <p:sp>
            <p:nvSpPr>
              <p:cNvPr id="52260" name="Text Box 36"/>
              <p:cNvSpPr txBox="1">
                <a:spLocks noChangeArrowheads="1"/>
              </p:cNvSpPr>
              <p:nvPr/>
            </p:nvSpPr>
            <p:spPr bwMode="auto">
              <a:xfrm>
                <a:off x="3059" y="1437"/>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2261" name="Object 37"/>
              <p:cNvGraphicFramePr>
                <a:graphicFrameLocks noChangeAspect="1"/>
              </p:cNvGraphicFramePr>
              <p:nvPr/>
            </p:nvGraphicFramePr>
            <p:xfrm>
              <a:off x="3049" y="1626"/>
              <a:ext cx="290" cy="290"/>
            </p:xfrm>
            <a:graphic>
              <a:graphicData uri="http://schemas.openxmlformats.org/presentationml/2006/ole">
                <mc:AlternateContent xmlns:mc="http://schemas.openxmlformats.org/markup-compatibility/2006">
                  <mc:Choice xmlns:v="urn:schemas-microsoft-com:vml" Requires="v">
                    <p:oleObj name="公式" r:id="rId18" imgW="228600" imgH="228600" progId="Equation.3">
                      <p:embed/>
                    </p:oleObj>
                  </mc:Choice>
                  <mc:Fallback>
                    <p:oleObj name="公式" r:id="rId18" imgW="228600" imgH="228600" progId="Equation.3">
                      <p:embed/>
                      <p:pic>
                        <p:nvPicPr>
                          <p:cNvPr id="52261" name="Object 3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49" y="1626"/>
                            <a:ext cx="290"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62" name="Text Box 38"/>
              <p:cNvSpPr txBox="1">
                <a:spLocks noChangeArrowheads="1"/>
              </p:cNvSpPr>
              <p:nvPr/>
            </p:nvSpPr>
            <p:spPr bwMode="auto">
              <a:xfrm>
                <a:off x="3056" y="1814"/>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pSp>
            <p:nvGrpSpPr>
              <p:cNvPr id="52325" name="Group 101"/>
              <p:cNvGrpSpPr>
                <a:grpSpLocks/>
              </p:cNvGrpSpPr>
              <p:nvPr/>
            </p:nvGrpSpPr>
            <p:grpSpPr bwMode="auto">
              <a:xfrm>
                <a:off x="3144" y="1074"/>
                <a:ext cx="1821" cy="1099"/>
                <a:chOff x="3144" y="1074"/>
                <a:chExt cx="1821" cy="1099"/>
              </a:xfrm>
            </p:grpSpPr>
            <p:sp>
              <p:nvSpPr>
                <p:cNvPr id="52264" name="Rectangle 40"/>
                <p:cNvSpPr>
                  <a:spLocks noChangeArrowheads="1"/>
                </p:cNvSpPr>
                <p:nvPr/>
              </p:nvSpPr>
              <p:spPr bwMode="auto">
                <a:xfrm>
                  <a:off x="3624" y="1341"/>
                  <a:ext cx="713" cy="832"/>
                </a:xfrm>
                <a:prstGeom prst="rect">
                  <a:avLst/>
                </a:prstGeom>
                <a:solidFill>
                  <a:srgbClr val="FFFFCC"/>
                </a:solidFill>
                <a:ln w="31750">
                  <a:solidFill>
                    <a:srgbClr val="000000"/>
                  </a:solidFill>
                  <a:miter lim="800000"/>
                  <a:headEnd/>
                  <a:tailEnd/>
                </a:ln>
              </p:spPr>
              <p:txBody>
                <a:bodyPr/>
                <a:lstStyle/>
                <a:p>
                  <a:endParaRPr lang="zh-CN" altLang="zh-CN">
                    <a:latin typeface="Times New Roman" panose="02020603050405020304" pitchFamily="18" charset="0"/>
                    <a:ea typeface="黑体" panose="02010609060101010101" pitchFamily="49" charset="-122"/>
                  </a:endParaRPr>
                </a:p>
              </p:txBody>
            </p:sp>
            <p:sp>
              <p:nvSpPr>
                <p:cNvPr id="52265" name="Rectangle 41"/>
                <p:cNvSpPr>
                  <a:spLocks noChangeArrowheads="1"/>
                </p:cNvSpPr>
                <p:nvPr/>
              </p:nvSpPr>
              <p:spPr bwMode="auto">
                <a:xfrm>
                  <a:off x="3779" y="1538"/>
                  <a:ext cx="414" cy="269"/>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52266" name="Line 42"/>
                <p:cNvSpPr>
                  <a:spLocks noChangeShapeType="1"/>
                </p:cNvSpPr>
                <p:nvPr/>
              </p:nvSpPr>
              <p:spPr bwMode="auto">
                <a:xfrm>
                  <a:off x="3218" y="1459"/>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7" name="Line 43"/>
                <p:cNvSpPr>
                  <a:spLocks noChangeShapeType="1"/>
                </p:cNvSpPr>
                <p:nvPr/>
              </p:nvSpPr>
              <p:spPr bwMode="auto">
                <a:xfrm flipV="1">
                  <a:off x="3212" y="2049"/>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8" name="Line 44"/>
                <p:cNvSpPr>
                  <a:spLocks noChangeShapeType="1"/>
                </p:cNvSpPr>
                <p:nvPr/>
              </p:nvSpPr>
              <p:spPr bwMode="auto">
                <a:xfrm>
                  <a:off x="4339" y="1465"/>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69" name="Line 45"/>
                <p:cNvSpPr>
                  <a:spLocks noChangeShapeType="1"/>
                </p:cNvSpPr>
                <p:nvPr/>
              </p:nvSpPr>
              <p:spPr bwMode="auto">
                <a:xfrm>
                  <a:off x="4343" y="2054"/>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70" name="Text Box 46"/>
                <p:cNvSpPr txBox="1">
                  <a:spLocks noChangeArrowheads="1"/>
                </p:cNvSpPr>
                <p:nvPr/>
              </p:nvSpPr>
              <p:spPr bwMode="auto">
                <a:xfrm>
                  <a:off x="4679" y="1443"/>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2271" name="Object 47"/>
                <p:cNvGraphicFramePr>
                  <a:graphicFrameLocks noChangeAspect="1"/>
                </p:cNvGraphicFramePr>
                <p:nvPr/>
              </p:nvGraphicFramePr>
              <p:xfrm>
                <a:off x="3283" y="1074"/>
                <a:ext cx="242" cy="290"/>
              </p:xfrm>
              <a:graphic>
                <a:graphicData uri="http://schemas.openxmlformats.org/presentationml/2006/ole">
                  <mc:AlternateContent xmlns:mc="http://schemas.openxmlformats.org/markup-compatibility/2006">
                    <mc:Choice xmlns:v="urn:schemas-microsoft-com:vml" Requires="v">
                      <p:oleObj name="公式" r:id="rId20" imgW="190440" imgH="228600" progId="Equation.3">
                        <p:embed/>
                      </p:oleObj>
                    </mc:Choice>
                    <mc:Fallback>
                      <p:oleObj name="公式" r:id="rId20" imgW="190440" imgH="228600" progId="Equation.3">
                        <p:embed/>
                        <p:pic>
                          <p:nvPicPr>
                            <p:cNvPr id="52271" name="Object 4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83" y="1074"/>
                              <a:ext cx="242"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72" name="Oval 48"/>
                <p:cNvSpPr>
                  <a:spLocks noChangeArrowheads="1"/>
                </p:cNvSpPr>
                <p:nvPr/>
              </p:nvSpPr>
              <p:spPr bwMode="auto">
                <a:xfrm>
                  <a:off x="3144" y="142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73" name="Oval 49"/>
                <p:cNvSpPr>
                  <a:spLocks noChangeArrowheads="1"/>
                </p:cNvSpPr>
                <p:nvPr/>
              </p:nvSpPr>
              <p:spPr bwMode="auto">
                <a:xfrm>
                  <a:off x="3144" y="201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74" name="Oval 50"/>
                <p:cNvSpPr>
                  <a:spLocks noChangeArrowheads="1"/>
                </p:cNvSpPr>
                <p:nvPr/>
              </p:nvSpPr>
              <p:spPr bwMode="auto">
                <a:xfrm>
                  <a:off x="4758" y="143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75" name="Oval 51"/>
                <p:cNvSpPr>
                  <a:spLocks noChangeArrowheads="1"/>
                </p:cNvSpPr>
                <p:nvPr/>
              </p:nvSpPr>
              <p:spPr bwMode="auto">
                <a:xfrm>
                  <a:off x="4764" y="201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2276" name="Object 52"/>
                <p:cNvGraphicFramePr>
                  <a:graphicFrameLocks noChangeAspect="1"/>
                </p:cNvGraphicFramePr>
                <p:nvPr/>
              </p:nvGraphicFramePr>
              <p:xfrm>
                <a:off x="4429" y="1100"/>
                <a:ext cx="242" cy="290"/>
              </p:xfrm>
              <a:graphic>
                <a:graphicData uri="http://schemas.openxmlformats.org/presentationml/2006/ole">
                  <mc:AlternateContent xmlns:mc="http://schemas.openxmlformats.org/markup-compatibility/2006">
                    <mc:Choice xmlns:v="urn:schemas-microsoft-com:vml" Requires="v">
                      <p:oleObj name="公式" r:id="rId22" imgW="190440" imgH="228600" progId="Equation.3">
                        <p:embed/>
                      </p:oleObj>
                    </mc:Choice>
                    <mc:Fallback>
                      <p:oleObj name="公式" r:id="rId22" imgW="190440" imgH="228600" progId="Equation.3">
                        <p:embed/>
                        <p:pic>
                          <p:nvPicPr>
                            <p:cNvPr id="52276" name="Object 5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429" y="1100"/>
                              <a:ext cx="242"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77" name="Object 53"/>
                <p:cNvGraphicFramePr>
                  <a:graphicFrameLocks noChangeAspect="1"/>
                </p:cNvGraphicFramePr>
                <p:nvPr/>
              </p:nvGraphicFramePr>
              <p:xfrm>
                <a:off x="4675" y="1640"/>
                <a:ext cx="290" cy="290"/>
              </p:xfrm>
              <a:graphic>
                <a:graphicData uri="http://schemas.openxmlformats.org/presentationml/2006/ole">
                  <mc:AlternateContent xmlns:mc="http://schemas.openxmlformats.org/markup-compatibility/2006">
                    <mc:Choice xmlns:v="urn:schemas-microsoft-com:vml" Requires="v">
                      <p:oleObj name="公式" r:id="rId24" imgW="228600" imgH="228600" progId="Equation.3">
                        <p:embed/>
                      </p:oleObj>
                    </mc:Choice>
                    <mc:Fallback>
                      <p:oleObj name="公式" r:id="rId24" imgW="228600" imgH="228600" progId="Equation.3">
                        <p:embed/>
                        <p:pic>
                          <p:nvPicPr>
                            <p:cNvPr id="52277" name="Object 5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675" y="1640"/>
                              <a:ext cx="290"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78" name="Text Box 54"/>
                <p:cNvSpPr txBox="1">
                  <a:spLocks noChangeArrowheads="1"/>
                </p:cNvSpPr>
                <p:nvPr/>
              </p:nvSpPr>
              <p:spPr bwMode="auto">
                <a:xfrm>
                  <a:off x="4672" y="1822"/>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pSp>
        </p:grpSp>
        <p:sp>
          <p:nvSpPr>
            <p:cNvPr id="52310" name="Line 86"/>
            <p:cNvSpPr>
              <a:spLocks noChangeShapeType="1"/>
            </p:cNvSpPr>
            <p:nvPr/>
          </p:nvSpPr>
          <p:spPr bwMode="auto">
            <a:xfrm>
              <a:off x="3294" y="1398"/>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311" name="Line 87"/>
            <p:cNvSpPr>
              <a:spLocks noChangeShapeType="1"/>
            </p:cNvSpPr>
            <p:nvPr/>
          </p:nvSpPr>
          <p:spPr bwMode="auto">
            <a:xfrm flipH="1">
              <a:off x="4416" y="1410"/>
              <a:ext cx="24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52319" name="Group 95"/>
          <p:cNvGrpSpPr>
            <a:grpSpLocks/>
          </p:cNvGrpSpPr>
          <p:nvPr/>
        </p:nvGrpSpPr>
        <p:grpSpPr bwMode="auto">
          <a:xfrm>
            <a:off x="7667625" y="1797050"/>
            <a:ext cx="1174750" cy="1557338"/>
            <a:chOff x="4830" y="1132"/>
            <a:chExt cx="740" cy="981"/>
          </a:xfrm>
        </p:grpSpPr>
        <p:grpSp>
          <p:nvGrpSpPr>
            <p:cNvPr id="52318" name="Group 94"/>
            <p:cNvGrpSpPr>
              <a:grpSpLocks/>
            </p:cNvGrpSpPr>
            <p:nvPr/>
          </p:nvGrpSpPr>
          <p:grpSpPr bwMode="auto">
            <a:xfrm>
              <a:off x="4830" y="1132"/>
              <a:ext cx="740" cy="981"/>
              <a:chOff x="4830" y="1132"/>
              <a:chExt cx="740" cy="981"/>
            </a:xfrm>
          </p:grpSpPr>
          <p:sp>
            <p:nvSpPr>
              <p:cNvPr id="52292" name="Text Box 68"/>
              <p:cNvSpPr txBox="1">
                <a:spLocks noChangeArrowheads="1"/>
              </p:cNvSpPr>
              <p:nvPr/>
            </p:nvSpPr>
            <p:spPr bwMode="auto">
              <a:xfrm>
                <a:off x="5302" y="144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grpSp>
            <p:nvGrpSpPr>
              <p:cNvPr id="52317" name="Group 93"/>
              <p:cNvGrpSpPr>
                <a:grpSpLocks/>
              </p:cNvGrpSpPr>
              <p:nvPr/>
            </p:nvGrpSpPr>
            <p:grpSpPr bwMode="auto">
              <a:xfrm>
                <a:off x="4830" y="1132"/>
                <a:ext cx="740" cy="981"/>
                <a:chOff x="4830" y="1132"/>
                <a:chExt cx="740" cy="981"/>
              </a:xfrm>
            </p:grpSpPr>
            <p:sp>
              <p:nvSpPr>
                <p:cNvPr id="52294" name="Line 70"/>
                <p:cNvSpPr>
                  <a:spLocks noChangeShapeType="1"/>
                </p:cNvSpPr>
                <p:nvPr/>
              </p:nvSpPr>
              <p:spPr bwMode="auto">
                <a:xfrm>
                  <a:off x="4830" y="1473"/>
                  <a:ext cx="556"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5" name="Line 71"/>
                <p:cNvSpPr>
                  <a:spLocks noChangeShapeType="1"/>
                </p:cNvSpPr>
                <p:nvPr/>
              </p:nvSpPr>
              <p:spPr bwMode="auto">
                <a:xfrm>
                  <a:off x="4834" y="2054"/>
                  <a:ext cx="550"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2296" name="Object 72"/>
                <p:cNvGraphicFramePr>
                  <a:graphicFrameLocks noChangeAspect="1"/>
                </p:cNvGraphicFramePr>
                <p:nvPr/>
              </p:nvGraphicFramePr>
              <p:xfrm>
                <a:off x="5315" y="1648"/>
                <a:ext cx="255" cy="291"/>
              </p:xfrm>
              <a:graphic>
                <a:graphicData uri="http://schemas.openxmlformats.org/presentationml/2006/ole">
                  <mc:AlternateContent xmlns:mc="http://schemas.openxmlformats.org/markup-compatibility/2006">
                    <mc:Choice xmlns:v="urn:schemas-microsoft-com:vml" Requires="v">
                      <p:oleObj name="公式" r:id="rId26" imgW="203040" imgH="228600" progId="Equation.3">
                        <p:embed/>
                      </p:oleObj>
                    </mc:Choice>
                    <mc:Fallback>
                      <p:oleObj name="公式" r:id="rId26" imgW="203040" imgH="228600" progId="Equation.3">
                        <p:embed/>
                        <p:pic>
                          <p:nvPicPr>
                            <p:cNvPr id="52296" name="Object 7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315" y="1648"/>
                              <a:ext cx="25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316" name="Group 92"/>
                <p:cNvGrpSpPr>
                  <a:grpSpLocks/>
                </p:cNvGrpSpPr>
                <p:nvPr/>
              </p:nvGrpSpPr>
              <p:grpSpPr bwMode="auto">
                <a:xfrm>
                  <a:off x="5092" y="1132"/>
                  <a:ext cx="464" cy="981"/>
                  <a:chOff x="5092" y="1132"/>
                  <a:chExt cx="464" cy="981"/>
                </a:xfrm>
              </p:grpSpPr>
              <p:sp>
                <p:nvSpPr>
                  <p:cNvPr id="52298" name="Text Box 74"/>
                  <p:cNvSpPr txBox="1">
                    <a:spLocks noChangeArrowheads="1"/>
                  </p:cNvSpPr>
                  <p:nvPr/>
                </p:nvSpPr>
                <p:spPr bwMode="auto">
                  <a:xfrm>
                    <a:off x="5289" y="1825"/>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sp>
                <p:nvSpPr>
                  <p:cNvPr id="52299" name="Oval 75"/>
                  <p:cNvSpPr>
                    <a:spLocks noChangeArrowheads="1"/>
                  </p:cNvSpPr>
                  <p:nvPr/>
                </p:nvSpPr>
                <p:spPr bwMode="auto">
                  <a:xfrm>
                    <a:off x="5381" y="1434"/>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300" name="Oval 76"/>
                  <p:cNvSpPr>
                    <a:spLocks noChangeArrowheads="1"/>
                  </p:cNvSpPr>
                  <p:nvPr/>
                </p:nvSpPr>
                <p:spPr bwMode="auto">
                  <a:xfrm>
                    <a:off x="5387" y="2016"/>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2301" name="Object 77"/>
                  <p:cNvGraphicFramePr>
                    <a:graphicFrameLocks noChangeAspect="1"/>
                  </p:cNvGraphicFramePr>
                  <p:nvPr/>
                </p:nvGraphicFramePr>
                <p:xfrm>
                  <a:off x="5092" y="1132"/>
                  <a:ext cx="224" cy="290"/>
                </p:xfrm>
                <a:graphic>
                  <a:graphicData uri="http://schemas.openxmlformats.org/presentationml/2006/ole">
                    <mc:AlternateContent xmlns:mc="http://schemas.openxmlformats.org/markup-compatibility/2006">
                      <mc:Choice xmlns:v="urn:schemas-microsoft-com:vml" Requires="v">
                        <p:oleObj name="公式" r:id="rId28" imgW="177480" imgH="228600" progId="Equation.3">
                          <p:embed/>
                        </p:oleObj>
                      </mc:Choice>
                      <mc:Fallback>
                        <p:oleObj name="公式" r:id="rId28" imgW="177480" imgH="228600" progId="Equation.3">
                          <p:embed/>
                          <p:pic>
                            <p:nvPicPr>
                              <p:cNvPr id="52301" name="Object 7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092" y="1132"/>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sp>
          <p:nvSpPr>
            <p:cNvPr id="52315" name="Line 91"/>
            <p:cNvSpPr>
              <a:spLocks noChangeShapeType="1"/>
            </p:cNvSpPr>
            <p:nvPr/>
          </p:nvSpPr>
          <p:spPr bwMode="auto">
            <a:xfrm flipH="1">
              <a:off x="5034" y="1422"/>
              <a:ext cx="282"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52322" name="Group 98"/>
          <p:cNvGrpSpPr>
            <a:grpSpLocks/>
          </p:cNvGrpSpPr>
          <p:nvPr/>
        </p:nvGrpSpPr>
        <p:grpSpPr bwMode="auto">
          <a:xfrm>
            <a:off x="474663" y="1749425"/>
            <a:ext cx="1163637" cy="1598613"/>
            <a:chOff x="299" y="1102"/>
            <a:chExt cx="733" cy="1007"/>
          </a:xfrm>
        </p:grpSpPr>
        <p:sp>
          <p:nvSpPr>
            <p:cNvPr id="52282" name="Line 58"/>
            <p:cNvSpPr>
              <a:spLocks noChangeShapeType="1"/>
            </p:cNvSpPr>
            <p:nvPr/>
          </p:nvSpPr>
          <p:spPr bwMode="auto">
            <a:xfrm>
              <a:off x="458" y="1459"/>
              <a:ext cx="574"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3" name="Line 59"/>
            <p:cNvSpPr>
              <a:spLocks noChangeShapeType="1"/>
            </p:cNvSpPr>
            <p:nvPr/>
          </p:nvSpPr>
          <p:spPr bwMode="auto">
            <a:xfrm flipV="1">
              <a:off x="458" y="2055"/>
              <a:ext cx="56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84" name="Text Box 60"/>
            <p:cNvSpPr txBox="1">
              <a:spLocks noChangeArrowheads="1"/>
            </p:cNvSpPr>
            <p:nvPr/>
          </p:nvSpPr>
          <p:spPr bwMode="auto">
            <a:xfrm>
              <a:off x="299" y="143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sp>
          <p:nvSpPr>
            <p:cNvPr id="52285" name="Text Box 61"/>
            <p:cNvSpPr txBox="1">
              <a:spLocks noChangeArrowheads="1"/>
            </p:cNvSpPr>
            <p:nvPr/>
          </p:nvSpPr>
          <p:spPr bwMode="auto">
            <a:xfrm>
              <a:off x="324" y="182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graphicFrame>
          <p:nvGraphicFramePr>
            <p:cNvPr id="52286" name="Object 62"/>
            <p:cNvGraphicFramePr>
              <a:graphicFrameLocks noChangeAspect="1"/>
            </p:cNvGraphicFramePr>
            <p:nvPr/>
          </p:nvGraphicFramePr>
          <p:xfrm>
            <a:off x="528" y="1102"/>
            <a:ext cx="208" cy="290"/>
          </p:xfrm>
          <a:graphic>
            <a:graphicData uri="http://schemas.openxmlformats.org/presentationml/2006/ole">
              <mc:AlternateContent xmlns:mc="http://schemas.openxmlformats.org/markup-compatibility/2006">
                <mc:Choice xmlns:v="urn:schemas-microsoft-com:vml" Requires="v">
                  <p:oleObj name="公式" r:id="rId30" imgW="164880" imgH="228600" progId="Equation.3">
                    <p:embed/>
                  </p:oleObj>
                </mc:Choice>
                <mc:Fallback>
                  <p:oleObj name="公式" r:id="rId30" imgW="164880" imgH="228600" progId="Equation.3">
                    <p:embed/>
                    <p:pic>
                      <p:nvPicPr>
                        <p:cNvPr id="52286" name="Object 6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28" y="1102"/>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87" name="Oval 63"/>
            <p:cNvSpPr>
              <a:spLocks noChangeArrowheads="1"/>
            </p:cNvSpPr>
            <p:nvPr/>
          </p:nvSpPr>
          <p:spPr bwMode="auto">
            <a:xfrm>
              <a:off x="384" y="1422"/>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288" name="Oval 64"/>
            <p:cNvSpPr>
              <a:spLocks noChangeArrowheads="1"/>
            </p:cNvSpPr>
            <p:nvPr/>
          </p:nvSpPr>
          <p:spPr bwMode="auto">
            <a:xfrm>
              <a:off x="384" y="2016"/>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2289" name="Object 65"/>
            <p:cNvGraphicFramePr>
              <a:graphicFrameLocks noChangeAspect="1"/>
            </p:cNvGraphicFramePr>
            <p:nvPr/>
          </p:nvGraphicFramePr>
          <p:xfrm>
            <a:off x="306" y="1634"/>
            <a:ext cx="256" cy="291"/>
          </p:xfrm>
          <a:graphic>
            <a:graphicData uri="http://schemas.openxmlformats.org/presentationml/2006/ole">
              <mc:AlternateContent xmlns:mc="http://schemas.openxmlformats.org/markup-compatibility/2006">
                <mc:Choice xmlns:v="urn:schemas-microsoft-com:vml" Requires="v">
                  <p:oleObj name="公式" r:id="rId32" imgW="203040" imgH="228600" progId="Equation.3">
                    <p:embed/>
                  </p:oleObj>
                </mc:Choice>
                <mc:Fallback>
                  <p:oleObj name="公式" r:id="rId32" imgW="203040" imgH="228600" progId="Equation.3">
                    <p:embed/>
                    <p:pic>
                      <p:nvPicPr>
                        <p:cNvPr id="52289" name="Object 6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06" y="1634"/>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321" name="Line 97"/>
            <p:cNvSpPr>
              <a:spLocks noChangeShapeType="1"/>
            </p:cNvSpPr>
            <p:nvPr/>
          </p:nvSpPr>
          <p:spPr bwMode="auto">
            <a:xfrm>
              <a:off x="520" y="1416"/>
              <a:ext cx="296"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2334" name="Rectangle 110"/>
          <p:cNvSpPr>
            <a:spLocks noChangeArrowheads="1"/>
          </p:cNvSpPr>
          <p:nvPr/>
        </p:nvSpPr>
        <p:spPr bwMode="auto">
          <a:xfrm>
            <a:off x="2178050" y="239713"/>
            <a:ext cx="3657600" cy="531812"/>
          </a:xfrm>
          <a:prstGeom prst="rect">
            <a:avLst/>
          </a:prstGeom>
          <a:noFill/>
          <a:ln w="12700" algn="ctr">
            <a:solidFill>
              <a:srgbClr val="FFFFAF"/>
            </a:solidFill>
            <a:miter lim="800000"/>
            <a:headEnd/>
            <a:tailEnd type="none" w="med" len="lg"/>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anchor="ctr">
            <a:spAutoFit/>
          </a:bodyPr>
          <a:lstStyle>
            <a:lvl1pPr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marL="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50000"/>
              </a:spcBef>
            </a:pPr>
            <a:r>
              <a:rPr lang="en-US" altLang="zh-CN" sz="2800" dirty="0">
                <a:solidFill>
                  <a:schemeClr val="tx2"/>
                </a:solidFill>
                <a:latin typeface="楷体_GB2312" pitchFamily="49" charset="-122"/>
                <a:ea typeface="楷体_GB2312" pitchFamily="49" charset="-122"/>
              </a:rPr>
              <a:t>16.5  </a:t>
            </a:r>
            <a:r>
              <a:rPr lang="zh-CN" altLang="en-US" sz="2800" dirty="0">
                <a:solidFill>
                  <a:schemeClr val="tx2"/>
                </a:solidFill>
                <a:latin typeface="楷体_GB2312" pitchFamily="49" charset="-122"/>
                <a:ea typeface="楷体_GB2312" pitchFamily="49" charset="-122"/>
              </a:rPr>
              <a:t>二端口的联接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30">
                                            <p:txEl>
                                              <p:pRg st="0" end="0"/>
                                            </p:txEl>
                                          </p:spTgt>
                                        </p:tgtEl>
                                        <p:attrNameLst>
                                          <p:attrName>style.visibility</p:attrName>
                                        </p:attrNameLst>
                                      </p:cBhvr>
                                      <p:to>
                                        <p:strVal val="visible"/>
                                      </p:to>
                                    </p:set>
                                    <p:animEffect transition="in" filter="wipe(left)">
                                      <p:cBhvr>
                                        <p:cTn id="7" dur="500"/>
                                        <p:tgtEl>
                                          <p:spTgt spid="522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272" fill="hold" nodeType="clickEffect">
                                  <p:stCondLst>
                                    <p:cond delay="0"/>
                                  </p:stCondLst>
                                  <p:childTnLst>
                                    <p:set>
                                      <p:cBhvr>
                                        <p:cTn id="11" dur="1" fill="hold">
                                          <p:stCondLst>
                                            <p:cond delay="0"/>
                                          </p:stCondLst>
                                        </p:cTn>
                                        <p:tgtEl>
                                          <p:spTgt spid="52333"/>
                                        </p:tgtEl>
                                        <p:attrNameLst>
                                          <p:attrName>style.visibility</p:attrName>
                                        </p:attrNameLst>
                                      </p:cBhvr>
                                      <p:to>
                                        <p:strVal val="visible"/>
                                      </p:to>
                                    </p:set>
                                    <p:anim calcmode="lin" valueType="num">
                                      <p:cBhvr>
                                        <p:cTn id="12" dur="500" fill="hold"/>
                                        <p:tgtEl>
                                          <p:spTgt spid="52333"/>
                                        </p:tgtEl>
                                        <p:attrNameLst>
                                          <p:attrName>ppt_w</p:attrName>
                                        </p:attrNameLst>
                                      </p:cBhvr>
                                      <p:tavLst>
                                        <p:tav tm="0">
                                          <p:val>
                                            <p:strVal val="2/3*#ppt_w"/>
                                          </p:val>
                                        </p:tav>
                                        <p:tav tm="100000">
                                          <p:val>
                                            <p:strVal val="#ppt_w"/>
                                          </p:val>
                                        </p:tav>
                                      </p:tavLst>
                                    </p:anim>
                                    <p:anim calcmode="lin" valueType="num">
                                      <p:cBhvr>
                                        <p:cTn id="13" dur="500" fill="hold"/>
                                        <p:tgtEl>
                                          <p:spTgt spid="52333"/>
                                        </p:tgtEl>
                                        <p:attrNameLst>
                                          <p:attrName>ppt_h</p:attrName>
                                        </p:attrNameLst>
                                      </p:cBhvr>
                                      <p:tavLst>
                                        <p:tav tm="0">
                                          <p:val>
                                            <p:strVal val="2/3*#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272" fill="hold" nodeType="clickEffect">
                                  <p:stCondLst>
                                    <p:cond delay="0"/>
                                  </p:stCondLst>
                                  <p:childTnLst>
                                    <p:set>
                                      <p:cBhvr>
                                        <p:cTn id="17" dur="1" fill="hold">
                                          <p:stCondLst>
                                            <p:cond delay="0"/>
                                          </p:stCondLst>
                                        </p:cTn>
                                        <p:tgtEl>
                                          <p:spTgt spid="52327"/>
                                        </p:tgtEl>
                                        <p:attrNameLst>
                                          <p:attrName>style.visibility</p:attrName>
                                        </p:attrNameLst>
                                      </p:cBhvr>
                                      <p:to>
                                        <p:strVal val="visible"/>
                                      </p:to>
                                    </p:set>
                                    <p:anim calcmode="lin" valueType="num">
                                      <p:cBhvr>
                                        <p:cTn id="18" dur="500" fill="hold"/>
                                        <p:tgtEl>
                                          <p:spTgt spid="52327"/>
                                        </p:tgtEl>
                                        <p:attrNameLst>
                                          <p:attrName>ppt_w</p:attrName>
                                        </p:attrNameLst>
                                      </p:cBhvr>
                                      <p:tavLst>
                                        <p:tav tm="0">
                                          <p:val>
                                            <p:strVal val="2/3*#ppt_w"/>
                                          </p:val>
                                        </p:tav>
                                        <p:tav tm="100000">
                                          <p:val>
                                            <p:strVal val="#ppt_w"/>
                                          </p:val>
                                        </p:tav>
                                      </p:tavLst>
                                    </p:anim>
                                    <p:anim calcmode="lin" valueType="num">
                                      <p:cBhvr>
                                        <p:cTn id="19" dur="500" fill="hold"/>
                                        <p:tgtEl>
                                          <p:spTgt spid="52327"/>
                                        </p:tgtEl>
                                        <p:attrNameLst>
                                          <p:attrName>ppt_h</p:attrName>
                                        </p:attrNameLst>
                                      </p:cBhvr>
                                      <p:tavLst>
                                        <p:tav tm="0">
                                          <p:val>
                                            <p:strVal val="2/3*#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288" fill="hold" nodeType="clickEffect">
                                  <p:stCondLst>
                                    <p:cond delay="0"/>
                                  </p:stCondLst>
                                  <p:childTnLst>
                                    <p:set>
                                      <p:cBhvr>
                                        <p:cTn id="23" dur="1" fill="hold">
                                          <p:stCondLst>
                                            <p:cond delay="0"/>
                                          </p:stCondLst>
                                        </p:cTn>
                                        <p:tgtEl>
                                          <p:spTgt spid="52227"/>
                                        </p:tgtEl>
                                        <p:attrNameLst>
                                          <p:attrName>style.visibility</p:attrName>
                                        </p:attrNameLst>
                                      </p:cBhvr>
                                      <p:to>
                                        <p:strVal val="visible"/>
                                      </p:to>
                                    </p:set>
                                    <p:anim calcmode="lin" valueType="num">
                                      <p:cBhvr>
                                        <p:cTn id="24" dur="500" fill="hold"/>
                                        <p:tgtEl>
                                          <p:spTgt spid="52227"/>
                                        </p:tgtEl>
                                        <p:attrNameLst>
                                          <p:attrName>ppt_w</p:attrName>
                                        </p:attrNameLst>
                                      </p:cBhvr>
                                      <p:tavLst>
                                        <p:tav tm="0">
                                          <p:val>
                                            <p:strVal val="4/3*#ppt_w"/>
                                          </p:val>
                                        </p:tav>
                                        <p:tav tm="100000">
                                          <p:val>
                                            <p:strVal val="#ppt_w"/>
                                          </p:val>
                                        </p:tav>
                                      </p:tavLst>
                                    </p:anim>
                                    <p:anim calcmode="lin" valueType="num">
                                      <p:cBhvr>
                                        <p:cTn id="25" dur="500" fill="hold"/>
                                        <p:tgtEl>
                                          <p:spTgt spid="52227"/>
                                        </p:tgtEl>
                                        <p:attrNameLst>
                                          <p:attrName>ppt_h</p:attrName>
                                        </p:attrNameLst>
                                      </p:cBhvr>
                                      <p:tavLst>
                                        <p:tav tm="0">
                                          <p:val>
                                            <p:strVal val="4/3*#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52322"/>
                                        </p:tgtEl>
                                        <p:attrNameLst>
                                          <p:attrName>style.visibility</p:attrName>
                                        </p:attrNameLst>
                                      </p:cBhvr>
                                      <p:to>
                                        <p:strVal val="visible"/>
                                      </p:to>
                                    </p:set>
                                    <p:anim calcmode="lin" valueType="num">
                                      <p:cBhvr additive="base">
                                        <p:cTn id="30" dur="500" fill="hold"/>
                                        <p:tgtEl>
                                          <p:spTgt spid="52322"/>
                                        </p:tgtEl>
                                        <p:attrNameLst>
                                          <p:attrName>ppt_x</p:attrName>
                                        </p:attrNameLst>
                                      </p:cBhvr>
                                      <p:tavLst>
                                        <p:tav tm="0">
                                          <p:val>
                                            <p:strVal val="0-#ppt_w/2"/>
                                          </p:val>
                                        </p:tav>
                                        <p:tav tm="100000">
                                          <p:val>
                                            <p:strVal val="#ppt_x"/>
                                          </p:val>
                                        </p:tav>
                                      </p:tavLst>
                                    </p:anim>
                                    <p:anim calcmode="lin" valueType="num">
                                      <p:cBhvr additive="base">
                                        <p:cTn id="31" dur="500" fill="hold"/>
                                        <p:tgtEl>
                                          <p:spTgt spid="52322"/>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2" fill="hold" nodeType="clickEffect">
                                  <p:stCondLst>
                                    <p:cond delay="0"/>
                                  </p:stCondLst>
                                  <p:childTnLst>
                                    <p:set>
                                      <p:cBhvr>
                                        <p:cTn id="35" dur="1" fill="hold">
                                          <p:stCondLst>
                                            <p:cond delay="0"/>
                                          </p:stCondLst>
                                        </p:cTn>
                                        <p:tgtEl>
                                          <p:spTgt spid="52319"/>
                                        </p:tgtEl>
                                        <p:attrNameLst>
                                          <p:attrName>style.visibility</p:attrName>
                                        </p:attrNameLst>
                                      </p:cBhvr>
                                      <p:to>
                                        <p:strVal val="visible"/>
                                      </p:to>
                                    </p:set>
                                    <p:anim calcmode="lin" valueType="num">
                                      <p:cBhvr additive="base">
                                        <p:cTn id="36" dur="500" fill="hold"/>
                                        <p:tgtEl>
                                          <p:spTgt spid="52319"/>
                                        </p:tgtEl>
                                        <p:attrNameLst>
                                          <p:attrName>ppt_x</p:attrName>
                                        </p:attrNameLst>
                                      </p:cBhvr>
                                      <p:tavLst>
                                        <p:tav tm="0">
                                          <p:val>
                                            <p:strVal val="1+#ppt_w/2"/>
                                          </p:val>
                                        </p:tav>
                                        <p:tav tm="100000">
                                          <p:val>
                                            <p:strVal val="#ppt_x"/>
                                          </p:val>
                                        </p:tav>
                                      </p:tavLst>
                                    </p:anim>
                                    <p:anim calcmode="lin" valueType="num">
                                      <p:cBhvr additive="base">
                                        <p:cTn id="37" dur="500" fill="hold"/>
                                        <p:tgtEl>
                                          <p:spTgt spid="52319"/>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52234"/>
                                        </p:tgtEl>
                                        <p:attrNameLst>
                                          <p:attrName>style.visibility</p:attrName>
                                        </p:attrNameLst>
                                      </p:cBhvr>
                                      <p:to>
                                        <p:strVal val="visible"/>
                                      </p:to>
                                    </p:set>
                                    <p:animEffect transition="in" filter="dissolve">
                                      <p:cBhvr>
                                        <p:cTn id="42" dur="500"/>
                                        <p:tgtEl>
                                          <p:spTgt spid="5223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2231">
                                            <p:txEl>
                                              <p:pRg st="0" end="0"/>
                                            </p:txEl>
                                          </p:spTgt>
                                        </p:tgtEl>
                                        <p:attrNameLst>
                                          <p:attrName>style.visibility</p:attrName>
                                        </p:attrNameLst>
                                      </p:cBhvr>
                                      <p:to>
                                        <p:strVal val="visible"/>
                                      </p:to>
                                    </p:set>
                                    <p:animEffect transition="in" filter="wipe(left)">
                                      <p:cBhvr>
                                        <p:cTn id="47" dur="500"/>
                                        <p:tgtEl>
                                          <p:spTgt spid="52231">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2232"/>
                                        </p:tgtEl>
                                        <p:attrNameLst>
                                          <p:attrName>style.visibility</p:attrName>
                                        </p:attrNameLst>
                                      </p:cBhvr>
                                      <p:to>
                                        <p:strVal val="visible"/>
                                      </p:to>
                                    </p:set>
                                    <p:animEffect transition="in" filter="wipe(left)">
                                      <p:cBhvr>
                                        <p:cTn id="52" dur="500"/>
                                        <p:tgtEl>
                                          <p:spTgt spid="5223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2303"/>
                                        </p:tgtEl>
                                        <p:attrNameLst>
                                          <p:attrName>style.visibility</p:attrName>
                                        </p:attrNameLst>
                                      </p:cBhvr>
                                      <p:to>
                                        <p:strVal val="visible"/>
                                      </p:to>
                                    </p:set>
                                    <p:animEffect transition="in" filter="wipe(left)">
                                      <p:cBhvr>
                                        <p:cTn id="57" dur="500"/>
                                        <p:tgtEl>
                                          <p:spTgt spid="5230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2233">
                                            <p:txEl>
                                              <p:pRg st="0" end="0"/>
                                            </p:txEl>
                                          </p:spTgt>
                                        </p:tgtEl>
                                        <p:attrNameLst>
                                          <p:attrName>style.visibility</p:attrName>
                                        </p:attrNameLst>
                                      </p:cBhvr>
                                      <p:to>
                                        <p:strVal val="visible"/>
                                      </p:to>
                                    </p:set>
                                    <p:animEffect transition="in" filter="wipe(left)">
                                      <p:cBhvr>
                                        <p:cTn id="62" dur="500"/>
                                        <p:tgtEl>
                                          <p:spTgt spid="52233">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2304"/>
                                        </p:tgtEl>
                                        <p:attrNameLst>
                                          <p:attrName>style.visibility</p:attrName>
                                        </p:attrNameLst>
                                      </p:cBhvr>
                                      <p:to>
                                        <p:strVal val="visible"/>
                                      </p:to>
                                    </p:set>
                                    <p:animEffect transition="in" filter="wipe(left)">
                                      <p:cBhvr>
                                        <p:cTn id="67" dur="500"/>
                                        <p:tgtEl>
                                          <p:spTgt spid="5230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52305"/>
                                        </p:tgtEl>
                                        <p:attrNameLst>
                                          <p:attrName>style.visibility</p:attrName>
                                        </p:attrNameLst>
                                      </p:cBhvr>
                                      <p:to>
                                        <p:strVal val="visible"/>
                                      </p:to>
                                    </p:set>
                                    <p:animEffect transition="in" filter="wipe(left)">
                                      <p:cBhvr>
                                        <p:cTn id="72" dur="500"/>
                                        <p:tgtEl>
                                          <p:spTgt spid="52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0" grpId="0" build="p" autoUpdateAnimBg="0"/>
      <p:bldP spid="52231" grpId="0" build="p" autoUpdateAnimBg="0"/>
      <p:bldP spid="52233" grpId="0" build="p" autoUpdateAnimBg="0"/>
    </p:bld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23" name="Text Box 75"/>
          <p:cNvSpPr txBox="1">
            <a:spLocks noChangeArrowheads="1"/>
          </p:cNvSpPr>
          <p:nvPr/>
        </p:nvSpPr>
        <p:spPr bwMode="auto">
          <a:xfrm>
            <a:off x="495300" y="4565650"/>
            <a:ext cx="9017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得    </a:t>
            </a:r>
          </a:p>
        </p:txBody>
      </p:sp>
      <p:graphicFrame>
        <p:nvGraphicFramePr>
          <p:cNvPr id="53324" name="Object 76"/>
          <p:cNvGraphicFramePr>
            <a:graphicFrameLocks noChangeAspect="1"/>
          </p:cNvGraphicFramePr>
          <p:nvPr/>
        </p:nvGraphicFramePr>
        <p:xfrm>
          <a:off x="1400175" y="4594225"/>
          <a:ext cx="3125788" cy="987425"/>
        </p:xfrm>
        <a:graphic>
          <a:graphicData uri="http://schemas.openxmlformats.org/presentationml/2006/ole">
            <mc:AlternateContent xmlns:mc="http://schemas.openxmlformats.org/markup-compatibility/2006">
              <mc:Choice xmlns:v="urn:schemas-microsoft-com:vml" Requires="v">
                <p:oleObj name="公式" r:id="rId2" imgW="1562040" imgH="495000" progId="Equation.3">
                  <p:embed/>
                </p:oleObj>
              </mc:Choice>
              <mc:Fallback>
                <p:oleObj name="公式" r:id="rId2" imgW="1562040" imgH="495000" progId="Equation.3">
                  <p:embed/>
                  <p:pic>
                    <p:nvPicPr>
                      <p:cNvPr id="53324" name="Object 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0175" y="4594225"/>
                        <a:ext cx="31257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25" name="Object 77"/>
          <p:cNvGraphicFramePr>
            <a:graphicFrameLocks noChangeAspect="1"/>
          </p:cNvGraphicFramePr>
          <p:nvPr/>
        </p:nvGraphicFramePr>
        <p:xfrm>
          <a:off x="4486275" y="4619625"/>
          <a:ext cx="3760788" cy="987425"/>
        </p:xfrm>
        <a:graphic>
          <a:graphicData uri="http://schemas.openxmlformats.org/presentationml/2006/ole">
            <mc:AlternateContent xmlns:mc="http://schemas.openxmlformats.org/markup-compatibility/2006">
              <mc:Choice xmlns:v="urn:schemas-microsoft-com:vml" Requires="v">
                <p:oleObj name="公式" r:id="rId4" imgW="1879560" imgH="495000" progId="Equation.3">
                  <p:embed/>
                </p:oleObj>
              </mc:Choice>
              <mc:Fallback>
                <p:oleObj name="公式" r:id="rId4" imgW="1879560" imgH="495000" progId="Equation.3">
                  <p:embed/>
                  <p:pic>
                    <p:nvPicPr>
                      <p:cNvPr id="53325" name="Object 7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6275" y="4619625"/>
                        <a:ext cx="37607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529" name="Group 281"/>
          <p:cNvGrpSpPr>
            <a:grpSpLocks/>
          </p:cNvGrpSpPr>
          <p:nvPr/>
        </p:nvGrpSpPr>
        <p:grpSpPr bwMode="auto">
          <a:xfrm>
            <a:off x="474663" y="2174875"/>
            <a:ext cx="8367712" cy="2098675"/>
            <a:chOff x="299" y="1370"/>
            <a:chExt cx="5271" cy="1322"/>
          </a:xfrm>
        </p:grpSpPr>
        <p:sp>
          <p:nvSpPr>
            <p:cNvPr id="53452" name="Rectangle 204"/>
            <p:cNvSpPr>
              <a:spLocks noChangeArrowheads="1"/>
            </p:cNvSpPr>
            <p:nvPr/>
          </p:nvSpPr>
          <p:spPr bwMode="auto">
            <a:xfrm>
              <a:off x="896" y="1420"/>
              <a:ext cx="4080" cy="1272"/>
            </a:xfrm>
            <a:prstGeom prst="rect">
              <a:avLst/>
            </a:prstGeom>
            <a:noFill/>
            <a:ln w="127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3453" name="Rectangle 205"/>
            <p:cNvSpPr>
              <a:spLocks noChangeArrowheads="1"/>
            </p:cNvSpPr>
            <p:nvPr/>
          </p:nvSpPr>
          <p:spPr bwMode="auto">
            <a:xfrm>
              <a:off x="2662" y="1370"/>
              <a:ext cx="4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en-US" altLang="zh-CN" sz="3600" i="1">
                  <a:solidFill>
                    <a:srgbClr val="FF3300"/>
                  </a:solidFill>
                  <a:latin typeface="Times New Roman" panose="02020603050405020304" pitchFamily="18" charset="0"/>
                </a:rPr>
                <a:t>T</a:t>
              </a:r>
              <a:endParaRPr lang="en-US" altLang="zh-CN" sz="3600">
                <a:solidFill>
                  <a:srgbClr val="FF3300"/>
                </a:solidFill>
                <a:latin typeface="Times New Roman" panose="02020603050405020304" pitchFamily="18" charset="0"/>
                <a:sym typeface="Symbol" panose="05050102010706020507" pitchFamily="18" charset="2"/>
              </a:endParaRPr>
            </a:p>
          </p:txBody>
        </p:sp>
        <p:sp>
          <p:nvSpPr>
            <p:cNvPr id="53455" name="Text Box 207"/>
            <p:cNvSpPr txBox="1">
              <a:spLocks noChangeArrowheads="1"/>
            </p:cNvSpPr>
            <p:nvPr/>
          </p:nvSpPr>
          <p:spPr bwMode="auto">
            <a:xfrm>
              <a:off x="2759" y="1827"/>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3470" name="Object 222"/>
            <p:cNvGraphicFramePr>
              <a:graphicFrameLocks noChangeAspect="1"/>
            </p:cNvGraphicFramePr>
            <p:nvPr/>
          </p:nvGraphicFramePr>
          <p:xfrm>
            <a:off x="2724" y="2016"/>
            <a:ext cx="256" cy="290"/>
          </p:xfrm>
          <a:graphic>
            <a:graphicData uri="http://schemas.openxmlformats.org/presentationml/2006/ole">
              <mc:AlternateContent xmlns:mc="http://schemas.openxmlformats.org/markup-compatibility/2006">
                <mc:Choice xmlns:v="urn:schemas-microsoft-com:vml" Requires="v">
                  <p:oleObj name="公式" r:id="rId6" imgW="203040" imgH="228600" progId="Equation.3">
                    <p:embed/>
                  </p:oleObj>
                </mc:Choice>
                <mc:Fallback>
                  <p:oleObj name="公式" r:id="rId6" imgW="203040" imgH="228600" progId="Equation.3">
                    <p:embed/>
                    <p:pic>
                      <p:nvPicPr>
                        <p:cNvPr id="53470" name="Object 2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24" y="2016"/>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72" name="Text Box 224"/>
            <p:cNvSpPr txBox="1">
              <a:spLocks noChangeArrowheads="1"/>
            </p:cNvSpPr>
            <p:nvPr/>
          </p:nvSpPr>
          <p:spPr bwMode="auto">
            <a:xfrm>
              <a:off x="2762" y="2208"/>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53473" name="Object 225"/>
            <p:cNvGraphicFramePr>
              <a:graphicFrameLocks noChangeAspect="1"/>
            </p:cNvGraphicFramePr>
            <p:nvPr/>
          </p:nvGraphicFramePr>
          <p:xfrm>
            <a:off x="2297" y="1508"/>
            <a:ext cx="207" cy="290"/>
          </p:xfrm>
          <a:graphic>
            <a:graphicData uri="http://schemas.openxmlformats.org/presentationml/2006/ole">
              <mc:AlternateContent xmlns:mc="http://schemas.openxmlformats.org/markup-compatibility/2006">
                <mc:Choice xmlns:v="urn:schemas-microsoft-com:vml" Requires="v">
                  <p:oleObj name="公式" r:id="rId8" imgW="177480" imgH="228600" progId="Equation.3">
                    <p:embed/>
                  </p:oleObj>
                </mc:Choice>
                <mc:Fallback>
                  <p:oleObj name="公式" r:id="rId8" imgW="177480" imgH="228600" progId="Equation.3">
                    <p:embed/>
                    <p:pic>
                      <p:nvPicPr>
                        <p:cNvPr id="53473" name="Object 2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97" y="1508"/>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77" name="Text Box 229"/>
            <p:cNvSpPr txBox="1">
              <a:spLocks noChangeArrowheads="1"/>
            </p:cNvSpPr>
            <p:nvPr/>
          </p:nvSpPr>
          <p:spPr bwMode="auto">
            <a:xfrm>
              <a:off x="299" y="183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sp>
          <p:nvSpPr>
            <p:cNvPr id="53478" name="Text Box 230"/>
            <p:cNvSpPr txBox="1">
              <a:spLocks noChangeArrowheads="1"/>
            </p:cNvSpPr>
            <p:nvPr/>
          </p:nvSpPr>
          <p:spPr bwMode="auto">
            <a:xfrm>
              <a:off x="324" y="221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graphicFrame>
          <p:nvGraphicFramePr>
            <p:cNvPr id="53479" name="Object 231"/>
            <p:cNvGraphicFramePr>
              <a:graphicFrameLocks noChangeAspect="1"/>
            </p:cNvGraphicFramePr>
            <p:nvPr/>
          </p:nvGraphicFramePr>
          <p:xfrm>
            <a:off x="528" y="1554"/>
            <a:ext cx="208" cy="290"/>
          </p:xfrm>
          <a:graphic>
            <a:graphicData uri="http://schemas.openxmlformats.org/presentationml/2006/ole">
              <mc:AlternateContent xmlns:mc="http://schemas.openxmlformats.org/markup-compatibility/2006">
                <mc:Choice xmlns:v="urn:schemas-microsoft-com:vml" Requires="v">
                  <p:oleObj name="公式" r:id="rId10" imgW="164880" imgH="228600" progId="Equation.3">
                    <p:embed/>
                  </p:oleObj>
                </mc:Choice>
                <mc:Fallback>
                  <p:oleObj name="公式" r:id="rId10" imgW="164880" imgH="228600" progId="Equation.3">
                    <p:embed/>
                    <p:pic>
                      <p:nvPicPr>
                        <p:cNvPr id="53479" name="Object 2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8" y="1554"/>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80" name="Oval 232"/>
            <p:cNvSpPr>
              <a:spLocks noChangeArrowheads="1"/>
            </p:cNvSpPr>
            <p:nvPr/>
          </p:nvSpPr>
          <p:spPr bwMode="auto">
            <a:xfrm>
              <a:off x="384" y="1818"/>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81" name="Oval 233"/>
            <p:cNvSpPr>
              <a:spLocks noChangeArrowheads="1"/>
            </p:cNvSpPr>
            <p:nvPr/>
          </p:nvSpPr>
          <p:spPr bwMode="auto">
            <a:xfrm>
              <a:off x="384" y="2412"/>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482" name="Object 234"/>
            <p:cNvGraphicFramePr>
              <a:graphicFrameLocks noChangeAspect="1"/>
            </p:cNvGraphicFramePr>
            <p:nvPr/>
          </p:nvGraphicFramePr>
          <p:xfrm>
            <a:off x="306" y="2030"/>
            <a:ext cx="256" cy="291"/>
          </p:xfrm>
          <a:graphic>
            <a:graphicData uri="http://schemas.openxmlformats.org/presentationml/2006/ole">
              <mc:AlternateContent xmlns:mc="http://schemas.openxmlformats.org/markup-compatibility/2006">
                <mc:Choice xmlns:v="urn:schemas-microsoft-com:vml" Requires="v">
                  <p:oleObj name="公式" r:id="rId12" imgW="203040" imgH="228600" progId="Equation.3">
                    <p:embed/>
                  </p:oleObj>
                </mc:Choice>
                <mc:Fallback>
                  <p:oleObj name="公式" r:id="rId12" imgW="203040" imgH="228600" progId="Equation.3">
                    <p:embed/>
                    <p:pic>
                      <p:nvPicPr>
                        <p:cNvPr id="53482" name="Object 2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6" y="2030"/>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84" name="Line 236"/>
            <p:cNvSpPr>
              <a:spLocks noChangeShapeType="1"/>
            </p:cNvSpPr>
            <p:nvPr/>
          </p:nvSpPr>
          <p:spPr bwMode="auto">
            <a:xfrm>
              <a:off x="744" y="1806"/>
              <a:ext cx="270"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85" name="Line 237"/>
            <p:cNvSpPr>
              <a:spLocks noChangeShapeType="1"/>
            </p:cNvSpPr>
            <p:nvPr/>
          </p:nvSpPr>
          <p:spPr bwMode="auto">
            <a:xfrm flipH="1">
              <a:off x="2268" y="1806"/>
              <a:ext cx="27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53499" name="Object 251"/>
            <p:cNvGraphicFramePr>
              <a:graphicFrameLocks noChangeAspect="1"/>
            </p:cNvGraphicFramePr>
            <p:nvPr/>
          </p:nvGraphicFramePr>
          <p:xfrm>
            <a:off x="3227" y="1470"/>
            <a:ext cx="355" cy="290"/>
          </p:xfrm>
          <a:graphic>
            <a:graphicData uri="http://schemas.openxmlformats.org/presentationml/2006/ole">
              <mc:AlternateContent xmlns:mc="http://schemas.openxmlformats.org/markup-compatibility/2006">
                <mc:Choice xmlns:v="urn:schemas-microsoft-com:vml" Requires="v">
                  <p:oleObj name="Equation" r:id="rId14" imgW="279360" imgH="228600" progId="Equation.3">
                    <p:embed/>
                  </p:oleObj>
                </mc:Choice>
                <mc:Fallback>
                  <p:oleObj name="Equation" r:id="rId14" imgW="279360" imgH="228600" progId="Equation.3">
                    <p:embed/>
                    <p:pic>
                      <p:nvPicPr>
                        <p:cNvPr id="53499" name="Object 25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27" y="1470"/>
                          <a:ext cx="355"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507" name="Line 259"/>
            <p:cNvSpPr>
              <a:spLocks noChangeShapeType="1"/>
            </p:cNvSpPr>
            <p:nvPr/>
          </p:nvSpPr>
          <p:spPr bwMode="auto">
            <a:xfrm>
              <a:off x="3294" y="1802"/>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511" name="Text Box 263"/>
            <p:cNvSpPr txBox="1">
              <a:spLocks noChangeArrowheads="1"/>
            </p:cNvSpPr>
            <p:nvPr/>
          </p:nvSpPr>
          <p:spPr bwMode="auto">
            <a:xfrm>
              <a:off x="5302" y="183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graphicFrame>
          <p:nvGraphicFramePr>
            <p:cNvPr id="53515" name="Object 267"/>
            <p:cNvGraphicFramePr>
              <a:graphicFrameLocks noChangeAspect="1"/>
            </p:cNvGraphicFramePr>
            <p:nvPr/>
          </p:nvGraphicFramePr>
          <p:xfrm>
            <a:off x="5315" y="2044"/>
            <a:ext cx="255" cy="291"/>
          </p:xfrm>
          <a:graphic>
            <a:graphicData uri="http://schemas.openxmlformats.org/presentationml/2006/ole">
              <mc:AlternateContent xmlns:mc="http://schemas.openxmlformats.org/markup-compatibility/2006">
                <mc:Choice xmlns:v="urn:schemas-microsoft-com:vml" Requires="v">
                  <p:oleObj name="公式" r:id="rId16" imgW="203040" imgH="228600" progId="Equation.3">
                    <p:embed/>
                  </p:oleObj>
                </mc:Choice>
                <mc:Fallback>
                  <p:oleObj name="公式" r:id="rId16" imgW="203040" imgH="228600" progId="Equation.3">
                    <p:embed/>
                    <p:pic>
                      <p:nvPicPr>
                        <p:cNvPr id="53515" name="Object 26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15" y="2044"/>
                          <a:ext cx="25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517" name="Text Box 269"/>
            <p:cNvSpPr txBox="1">
              <a:spLocks noChangeArrowheads="1"/>
            </p:cNvSpPr>
            <p:nvPr/>
          </p:nvSpPr>
          <p:spPr bwMode="auto">
            <a:xfrm>
              <a:off x="5289" y="222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sp>
          <p:nvSpPr>
            <p:cNvPr id="53518" name="Oval 270"/>
            <p:cNvSpPr>
              <a:spLocks noChangeArrowheads="1"/>
            </p:cNvSpPr>
            <p:nvPr/>
          </p:nvSpPr>
          <p:spPr bwMode="auto">
            <a:xfrm>
              <a:off x="5381" y="1806"/>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519" name="Oval 271"/>
            <p:cNvSpPr>
              <a:spLocks noChangeArrowheads="1"/>
            </p:cNvSpPr>
            <p:nvPr/>
          </p:nvSpPr>
          <p:spPr bwMode="auto">
            <a:xfrm>
              <a:off x="5387" y="2412"/>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520" name="Object 272"/>
            <p:cNvGraphicFramePr>
              <a:graphicFrameLocks noChangeAspect="1"/>
            </p:cNvGraphicFramePr>
            <p:nvPr/>
          </p:nvGraphicFramePr>
          <p:xfrm>
            <a:off x="5092" y="1528"/>
            <a:ext cx="224" cy="290"/>
          </p:xfrm>
          <a:graphic>
            <a:graphicData uri="http://schemas.openxmlformats.org/presentationml/2006/ole">
              <mc:AlternateContent xmlns:mc="http://schemas.openxmlformats.org/markup-compatibility/2006">
                <mc:Choice xmlns:v="urn:schemas-microsoft-com:vml" Requires="v">
                  <p:oleObj name="公式" r:id="rId18" imgW="177480" imgH="228600" progId="Equation.3">
                    <p:embed/>
                  </p:oleObj>
                </mc:Choice>
                <mc:Fallback>
                  <p:oleObj name="公式" r:id="rId18" imgW="177480" imgH="228600" progId="Equation.3">
                    <p:embed/>
                    <p:pic>
                      <p:nvPicPr>
                        <p:cNvPr id="53520" name="Object 27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92" y="1528"/>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521" name="Line 273"/>
            <p:cNvSpPr>
              <a:spLocks noChangeShapeType="1"/>
            </p:cNvSpPr>
            <p:nvPr/>
          </p:nvSpPr>
          <p:spPr bwMode="auto">
            <a:xfrm flipH="1">
              <a:off x="5034" y="1818"/>
              <a:ext cx="282"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522" name="Line 274"/>
            <p:cNvSpPr>
              <a:spLocks noChangeShapeType="1"/>
            </p:cNvSpPr>
            <p:nvPr/>
          </p:nvSpPr>
          <p:spPr bwMode="auto">
            <a:xfrm>
              <a:off x="448" y="1848"/>
              <a:ext cx="4936" cy="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523" name="Line 275"/>
            <p:cNvSpPr>
              <a:spLocks noChangeShapeType="1"/>
            </p:cNvSpPr>
            <p:nvPr/>
          </p:nvSpPr>
          <p:spPr bwMode="auto">
            <a:xfrm>
              <a:off x="456" y="2448"/>
              <a:ext cx="4936" cy="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57" name="Rectangle 209"/>
            <p:cNvSpPr>
              <a:spLocks noChangeArrowheads="1"/>
            </p:cNvSpPr>
            <p:nvPr/>
          </p:nvSpPr>
          <p:spPr bwMode="auto">
            <a:xfrm>
              <a:off x="1476" y="1737"/>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3458" name="Rectangle 210"/>
            <p:cNvSpPr>
              <a:spLocks noChangeArrowheads="1"/>
            </p:cNvSpPr>
            <p:nvPr/>
          </p:nvSpPr>
          <p:spPr bwMode="auto">
            <a:xfrm>
              <a:off x="1697" y="2006"/>
              <a:ext cx="249" cy="26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sym typeface="Symbol" panose="05050102010706020507" pitchFamily="18" charset="2"/>
              </a:endParaRPr>
            </a:p>
          </p:txBody>
        </p:sp>
        <p:sp>
          <p:nvSpPr>
            <p:cNvPr id="53492" name="Rectangle 244"/>
            <p:cNvSpPr>
              <a:spLocks noChangeArrowheads="1"/>
            </p:cNvSpPr>
            <p:nvPr/>
          </p:nvSpPr>
          <p:spPr bwMode="auto">
            <a:xfrm>
              <a:off x="3624" y="1737"/>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3493" name="Rectangle 245"/>
            <p:cNvSpPr>
              <a:spLocks noChangeArrowheads="1"/>
            </p:cNvSpPr>
            <p:nvPr/>
          </p:nvSpPr>
          <p:spPr bwMode="auto">
            <a:xfrm>
              <a:off x="3803" y="1998"/>
              <a:ext cx="414" cy="269"/>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53500" name="Oval 252"/>
            <p:cNvSpPr>
              <a:spLocks noChangeArrowheads="1"/>
            </p:cNvSpPr>
            <p:nvPr/>
          </p:nvSpPr>
          <p:spPr bwMode="auto">
            <a:xfrm>
              <a:off x="2792" y="1818"/>
              <a:ext cx="68" cy="68"/>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68" name="Oval 220"/>
            <p:cNvSpPr>
              <a:spLocks noChangeArrowheads="1"/>
            </p:cNvSpPr>
            <p:nvPr/>
          </p:nvSpPr>
          <p:spPr bwMode="auto">
            <a:xfrm>
              <a:off x="2836" y="2416"/>
              <a:ext cx="68" cy="68"/>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53532" name="Group 284"/>
          <p:cNvGrpSpPr>
            <a:grpSpLocks/>
          </p:cNvGrpSpPr>
          <p:nvPr/>
        </p:nvGrpSpPr>
        <p:grpSpPr bwMode="auto">
          <a:xfrm>
            <a:off x="590550" y="0"/>
            <a:ext cx="8367713" cy="2098675"/>
            <a:chOff x="372" y="0"/>
            <a:chExt cx="5271" cy="1322"/>
          </a:xfrm>
        </p:grpSpPr>
        <p:sp>
          <p:nvSpPr>
            <p:cNvPr id="53378" name="Rectangle 130"/>
            <p:cNvSpPr>
              <a:spLocks noChangeArrowheads="1"/>
            </p:cNvSpPr>
            <p:nvPr/>
          </p:nvSpPr>
          <p:spPr bwMode="auto">
            <a:xfrm>
              <a:off x="2735" y="0"/>
              <a:ext cx="4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en-US" altLang="zh-CN" sz="3600" i="1">
                  <a:solidFill>
                    <a:srgbClr val="FF3300"/>
                  </a:solidFill>
                  <a:latin typeface="Times New Roman" panose="02020603050405020304" pitchFamily="18" charset="0"/>
                </a:rPr>
                <a:t>T</a:t>
              </a:r>
              <a:endParaRPr lang="en-US" altLang="zh-CN" sz="3600">
                <a:solidFill>
                  <a:srgbClr val="FF3300"/>
                </a:solidFill>
                <a:latin typeface="Times New Roman" panose="02020603050405020304" pitchFamily="18" charset="0"/>
                <a:sym typeface="Symbol" panose="05050102010706020507" pitchFamily="18" charset="2"/>
              </a:endParaRPr>
            </a:p>
          </p:txBody>
        </p:sp>
        <p:grpSp>
          <p:nvGrpSpPr>
            <p:cNvPr id="53528" name="Group 280"/>
            <p:cNvGrpSpPr>
              <a:grpSpLocks/>
            </p:cNvGrpSpPr>
            <p:nvPr/>
          </p:nvGrpSpPr>
          <p:grpSpPr bwMode="auto">
            <a:xfrm>
              <a:off x="372" y="50"/>
              <a:ext cx="5271" cy="1272"/>
              <a:chOff x="372" y="50"/>
              <a:chExt cx="5271" cy="1272"/>
            </a:xfrm>
          </p:grpSpPr>
          <p:sp>
            <p:nvSpPr>
              <p:cNvPr id="53374" name="Line 126"/>
              <p:cNvSpPr>
                <a:spLocks noChangeShapeType="1"/>
              </p:cNvSpPr>
              <p:nvPr/>
            </p:nvSpPr>
            <p:spPr bwMode="auto">
              <a:xfrm>
                <a:off x="2743" y="490"/>
                <a:ext cx="474"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75" name="Line 127"/>
              <p:cNvSpPr>
                <a:spLocks noChangeShapeType="1"/>
              </p:cNvSpPr>
              <p:nvPr/>
            </p:nvSpPr>
            <p:spPr bwMode="auto">
              <a:xfrm>
                <a:off x="2749" y="1072"/>
                <a:ext cx="474" cy="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77" name="Rectangle 129"/>
              <p:cNvSpPr>
                <a:spLocks noChangeArrowheads="1"/>
              </p:cNvSpPr>
              <p:nvPr/>
            </p:nvSpPr>
            <p:spPr bwMode="auto">
              <a:xfrm>
                <a:off x="969" y="50"/>
                <a:ext cx="4080" cy="1272"/>
              </a:xfrm>
              <a:prstGeom prst="rect">
                <a:avLst/>
              </a:prstGeom>
              <a:noFill/>
              <a:ln w="127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3380" name="Text Box 132"/>
              <p:cNvSpPr txBox="1">
                <a:spLocks noChangeArrowheads="1"/>
              </p:cNvSpPr>
              <p:nvPr/>
            </p:nvSpPr>
            <p:spPr bwMode="auto">
              <a:xfrm>
                <a:off x="2604" y="469"/>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53382" name="Rectangle 134"/>
              <p:cNvSpPr>
                <a:spLocks noChangeArrowheads="1"/>
              </p:cNvSpPr>
              <p:nvPr/>
            </p:nvSpPr>
            <p:spPr bwMode="auto">
              <a:xfrm>
                <a:off x="1549" y="367"/>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3383" name="Rectangle 135"/>
              <p:cNvSpPr>
                <a:spLocks noChangeArrowheads="1"/>
              </p:cNvSpPr>
              <p:nvPr/>
            </p:nvSpPr>
            <p:spPr bwMode="auto">
              <a:xfrm>
                <a:off x="1786" y="564"/>
                <a:ext cx="249" cy="26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sz="3600">
                  <a:latin typeface="Times New Roman" panose="02020603050405020304" pitchFamily="18" charset="0"/>
                  <a:sym typeface="Symbol" panose="05050102010706020507" pitchFamily="18" charset="2"/>
                </a:endParaRPr>
              </a:p>
            </p:txBody>
          </p:sp>
          <p:sp>
            <p:nvSpPr>
              <p:cNvPr id="53384" name="Line 136"/>
              <p:cNvSpPr>
                <a:spLocks noChangeShapeType="1"/>
              </p:cNvSpPr>
              <p:nvPr/>
            </p:nvSpPr>
            <p:spPr bwMode="auto">
              <a:xfrm flipV="1">
                <a:off x="1165" y="480"/>
                <a:ext cx="376" cy="5"/>
              </a:xfrm>
              <a:prstGeom prst="line">
                <a:avLst/>
              </a:prstGeom>
              <a:noFill/>
              <a:ln w="19050">
                <a:solidFill>
                  <a:srgbClr val="000000"/>
                </a:solidFill>
                <a:round/>
                <a:headEnd/>
                <a:tailEnd/>
              </a:ln>
            </p:spPr>
            <p:txBody>
              <a:bodyPr/>
              <a:lstStyle/>
              <a:p>
                <a:endParaRPr lang="zh-CN" altLang="en-US"/>
              </a:p>
            </p:txBody>
          </p:sp>
          <p:sp>
            <p:nvSpPr>
              <p:cNvPr id="53385" name="Line 137"/>
              <p:cNvSpPr>
                <a:spLocks noChangeShapeType="1"/>
              </p:cNvSpPr>
              <p:nvPr/>
            </p:nvSpPr>
            <p:spPr bwMode="auto">
              <a:xfrm flipV="1">
                <a:off x="1143" y="1075"/>
                <a:ext cx="418" cy="0"/>
              </a:xfrm>
              <a:prstGeom prst="line">
                <a:avLst/>
              </a:prstGeom>
              <a:noFill/>
              <a:ln w="19050">
                <a:solidFill>
                  <a:srgbClr val="000000"/>
                </a:solidFill>
                <a:round/>
                <a:headEnd/>
                <a:tailEnd/>
              </a:ln>
            </p:spPr>
            <p:txBody>
              <a:bodyPr/>
              <a:lstStyle/>
              <a:p>
                <a:endParaRPr lang="zh-CN" altLang="en-US"/>
              </a:p>
            </p:txBody>
          </p:sp>
          <p:sp>
            <p:nvSpPr>
              <p:cNvPr id="53386" name="Text Box 138"/>
              <p:cNvSpPr txBox="1">
                <a:spLocks noChangeArrowheads="1"/>
              </p:cNvSpPr>
              <p:nvPr/>
            </p:nvSpPr>
            <p:spPr bwMode="auto">
              <a:xfrm>
                <a:off x="984" y="463"/>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sp>
            <p:nvSpPr>
              <p:cNvPr id="53387" name="Line 139"/>
              <p:cNvSpPr>
                <a:spLocks noChangeShapeType="1"/>
              </p:cNvSpPr>
              <p:nvPr/>
            </p:nvSpPr>
            <p:spPr bwMode="auto">
              <a:xfrm>
                <a:off x="2264" y="491"/>
                <a:ext cx="418" cy="3"/>
              </a:xfrm>
              <a:prstGeom prst="line">
                <a:avLst/>
              </a:prstGeom>
              <a:noFill/>
              <a:ln w="19050">
                <a:solidFill>
                  <a:srgbClr val="000000"/>
                </a:solidFill>
                <a:round/>
                <a:headEnd/>
                <a:tailEnd/>
              </a:ln>
            </p:spPr>
            <p:txBody>
              <a:bodyPr/>
              <a:lstStyle/>
              <a:p>
                <a:endParaRPr lang="zh-CN" altLang="en-US"/>
              </a:p>
            </p:txBody>
          </p:sp>
          <p:sp>
            <p:nvSpPr>
              <p:cNvPr id="53388" name="Line 140"/>
              <p:cNvSpPr>
                <a:spLocks noChangeShapeType="1"/>
              </p:cNvSpPr>
              <p:nvPr/>
            </p:nvSpPr>
            <p:spPr bwMode="auto">
              <a:xfrm>
                <a:off x="2268" y="1080"/>
                <a:ext cx="418" cy="1"/>
              </a:xfrm>
              <a:prstGeom prst="line">
                <a:avLst/>
              </a:prstGeom>
              <a:noFill/>
              <a:ln w="19050">
                <a:solidFill>
                  <a:srgbClr val="000000"/>
                </a:solidFill>
                <a:round/>
                <a:headEnd/>
                <a:tailEnd/>
              </a:ln>
            </p:spPr>
            <p:txBody>
              <a:bodyPr/>
              <a:lstStyle/>
              <a:p>
                <a:endParaRPr lang="zh-CN" altLang="en-US"/>
              </a:p>
            </p:txBody>
          </p:sp>
          <p:graphicFrame>
            <p:nvGraphicFramePr>
              <p:cNvPr id="53389" name="Object 141"/>
              <p:cNvGraphicFramePr>
                <a:graphicFrameLocks noChangeAspect="1"/>
              </p:cNvGraphicFramePr>
              <p:nvPr/>
            </p:nvGraphicFramePr>
            <p:xfrm>
              <a:off x="1257" y="128"/>
              <a:ext cx="207" cy="290"/>
            </p:xfrm>
            <a:graphic>
              <a:graphicData uri="http://schemas.openxmlformats.org/presentationml/2006/ole">
                <mc:AlternateContent xmlns:mc="http://schemas.openxmlformats.org/markup-compatibility/2006">
                  <mc:Choice xmlns:v="urn:schemas-microsoft-com:vml" Requires="v">
                    <p:oleObj name="公式" r:id="rId20" imgW="164880" imgH="228600" progId="Equation.3">
                      <p:embed/>
                    </p:oleObj>
                  </mc:Choice>
                  <mc:Fallback>
                    <p:oleObj name="公式" r:id="rId20" imgW="164880" imgH="228600" progId="Equation.3">
                      <p:embed/>
                      <p:pic>
                        <p:nvPicPr>
                          <p:cNvPr id="53389" name="Object 14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57" y="128"/>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390" name="Oval 142"/>
              <p:cNvSpPr>
                <a:spLocks noChangeArrowheads="1"/>
              </p:cNvSpPr>
              <p:nvPr/>
            </p:nvSpPr>
            <p:spPr bwMode="auto">
              <a:xfrm>
                <a:off x="1091" y="44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91" name="Oval 143"/>
              <p:cNvSpPr>
                <a:spLocks noChangeArrowheads="1"/>
              </p:cNvSpPr>
              <p:nvPr/>
            </p:nvSpPr>
            <p:spPr bwMode="auto">
              <a:xfrm>
                <a:off x="1091" y="104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92" name="Oval 144"/>
              <p:cNvSpPr>
                <a:spLocks noChangeArrowheads="1"/>
              </p:cNvSpPr>
              <p:nvPr/>
            </p:nvSpPr>
            <p:spPr bwMode="auto">
              <a:xfrm>
                <a:off x="2683" y="46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393" name="Oval 145"/>
              <p:cNvSpPr>
                <a:spLocks noChangeArrowheads="1"/>
              </p:cNvSpPr>
              <p:nvPr/>
            </p:nvSpPr>
            <p:spPr bwMode="auto">
              <a:xfrm>
                <a:off x="2689" y="104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394" name="Object 146"/>
              <p:cNvGraphicFramePr>
                <a:graphicFrameLocks noChangeAspect="1"/>
              </p:cNvGraphicFramePr>
              <p:nvPr/>
            </p:nvGraphicFramePr>
            <p:xfrm>
              <a:off x="985" y="658"/>
              <a:ext cx="256" cy="290"/>
            </p:xfrm>
            <a:graphic>
              <a:graphicData uri="http://schemas.openxmlformats.org/presentationml/2006/ole">
                <mc:AlternateContent xmlns:mc="http://schemas.openxmlformats.org/markup-compatibility/2006">
                  <mc:Choice xmlns:v="urn:schemas-microsoft-com:vml" Requires="v">
                    <p:oleObj name="公式" r:id="rId22" imgW="203040" imgH="228600" progId="Equation.3">
                      <p:embed/>
                    </p:oleObj>
                  </mc:Choice>
                  <mc:Fallback>
                    <p:oleObj name="公式" r:id="rId22" imgW="203040" imgH="228600" progId="Equation.3">
                      <p:embed/>
                      <p:pic>
                        <p:nvPicPr>
                          <p:cNvPr id="53394" name="Object 14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85" y="658"/>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95" name="Object 147"/>
              <p:cNvGraphicFramePr>
                <a:graphicFrameLocks noChangeAspect="1"/>
              </p:cNvGraphicFramePr>
              <p:nvPr/>
            </p:nvGraphicFramePr>
            <p:xfrm>
              <a:off x="2569" y="658"/>
              <a:ext cx="256" cy="290"/>
            </p:xfrm>
            <a:graphic>
              <a:graphicData uri="http://schemas.openxmlformats.org/presentationml/2006/ole">
                <mc:AlternateContent xmlns:mc="http://schemas.openxmlformats.org/markup-compatibility/2006">
                  <mc:Choice xmlns:v="urn:schemas-microsoft-com:vml" Requires="v">
                    <p:oleObj name="公式" r:id="rId24" imgW="203040" imgH="228600" progId="Equation.3">
                      <p:embed/>
                    </p:oleObj>
                  </mc:Choice>
                  <mc:Fallback>
                    <p:oleObj name="公式" r:id="rId24" imgW="203040" imgH="228600" progId="Equation.3">
                      <p:embed/>
                      <p:pic>
                        <p:nvPicPr>
                          <p:cNvPr id="53395" name="Object 1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9" y="658"/>
                            <a:ext cx="256"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396" name="Text Box 148"/>
              <p:cNvSpPr txBox="1">
                <a:spLocks noChangeArrowheads="1"/>
              </p:cNvSpPr>
              <p:nvPr/>
            </p:nvSpPr>
            <p:spPr bwMode="auto">
              <a:xfrm>
                <a:off x="975" y="850"/>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3397" name="Text Box 149"/>
              <p:cNvSpPr txBox="1">
                <a:spLocks noChangeArrowheads="1"/>
              </p:cNvSpPr>
              <p:nvPr/>
            </p:nvSpPr>
            <p:spPr bwMode="auto">
              <a:xfrm>
                <a:off x="2607" y="850"/>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graphicFrame>
            <p:nvGraphicFramePr>
              <p:cNvPr id="53398" name="Object 150"/>
              <p:cNvGraphicFramePr>
                <a:graphicFrameLocks noChangeAspect="1"/>
              </p:cNvGraphicFramePr>
              <p:nvPr/>
            </p:nvGraphicFramePr>
            <p:xfrm>
              <a:off x="2370" y="138"/>
              <a:ext cx="207" cy="290"/>
            </p:xfrm>
            <a:graphic>
              <a:graphicData uri="http://schemas.openxmlformats.org/presentationml/2006/ole">
                <mc:AlternateContent xmlns:mc="http://schemas.openxmlformats.org/markup-compatibility/2006">
                  <mc:Choice xmlns:v="urn:schemas-microsoft-com:vml" Requires="v">
                    <p:oleObj name="公式" r:id="rId25" imgW="177480" imgH="228600" progId="Equation.3">
                      <p:embed/>
                    </p:oleObj>
                  </mc:Choice>
                  <mc:Fallback>
                    <p:oleObj name="公式" r:id="rId25" imgW="177480" imgH="228600" progId="Equation.3">
                      <p:embed/>
                      <p:pic>
                        <p:nvPicPr>
                          <p:cNvPr id="53398" name="Object 15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70" y="138"/>
                            <a:ext cx="207"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00" name="Line 152"/>
              <p:cNvSpPr>
                <a:spLocks noChangeShapeType="1"/>
              </p:cNvSpPr>
              <p:nvPr/>
            </p:nvSpPr>
            <p:spPr bwMode="auto">
              <a:xfrm>
                <a:off x="531" y="485"/>
                <a:ext cx="574"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01" name="Line 153"/>
              <p:cNvSpPr>
                <a:spLocks noChangeShapeType="1"/>
              </p:cNvSpPr>
              <p:nvPr/>
            </p:nvSpPr>
            <p:spPr bwMode="auto">
              <a:xfrm flipV="1">
                <a:off x="531" y="1081"/>
                <a:ext cx="56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02" name="Text Box 154"/>
              <p:cNvSpPr txBox="1">
                <a:spLocks noChangeArrowheads="1"/>
              </p:cNvSpPr>
              <p:nvPr/>
            </p:nvSpPr>
            <p:spPr bwMode="auto">
              <a:xfrm>
                <a:off x="372" y="463"/>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sp>
            <p:nvSpPr>
              <p:cNvPr id="53403" name="Text Box 155"/>
              <p:cNvSpPr txBox="1">
                <a:spLocks noChangeArrowheads="1"/>
              </p:cNvSpPr>
              <p:nvPr/>
            </p:nvSpPr>
            <p:spPr bwMode="auto">
              <a:xfrm>
                <a:off x="397" y="847"/>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graphicFrame>
            <p:nvGraphicFramePr>
              <p:cNvPr id="53404" name="Object 156"/>
              <p:cNvGraphicFramePr>
                <a:graphicFrameLocks noChangeAspect="1"/>
              </p:cNvGraphicFramePr>
              <p:nvPr/>
            </p:nvGraphicFramePr>
            <p:xfrm>
              <a:off x="601" y="72"/>
              <a:ext cx="208" cy="290"/>
            </p:xfrm>
            <a:graphic>
              <a:graphicData uri="http://schemas.openxmlformats.org/presentationml/2006/ole">
                <mc:AlternateContent xmlns:mc="http://schemas.openxmlformats.org/markup-compatibility/2006">
                  <mc:Choice xmlns:v="urn:schemas-microsoft-com:vml" Requires="v">
                    <p:oleObj name="公式" r:id="rId26" imgW="164880" imgH="228600" progId="Equation.3">
                      <p:embed/>
                    </p:oleObj>
                  </mc:Choice>
                  <mc:Fallback>
                    <p:oleObj name="公式" r:id="rId26" imgW="164880" imgH="228600" progId="Equation.3">
                      <p:embed/>
                      <p:pic>
                        <p:nvPicPr>
                          <p:cNvPr id="53404" name="Object 15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01" y="72"/>
                            <a:ext cx="208"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05" name="Oval 157"/>
              <p:cNvSpPr>
                <a:spLocks noChangeArrowheads="1"/>
              </p:cNvSpPr>
              <p:nvPr/>
            </p:nvSpPr>
            <p:spPr bwMode="auto">
              <a:xfrm>
                <a:off x="457" y="448"/>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06" name="Oval 158"/>
              <p:cNvSpPr>
                <a:spLocks noChangeArrowheads="1"/>
              </p:cNvSpPr>
              <p:nvPr/>
            </p:nvSpPr>
            <p:spPr bwMode="auto">
              <a:xfrm>
                <a:off x="457" y="1042"/>
                <a:ext cx="68" cy="6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407" name="Object 159"/>
              <p:cNvGraphicFramePr>
                <a:graphicFrameLocks noChangeAspect="1"/>
              </p:cNvGraphicFramePr>
              <p:nvPr/>
            </p:nvGraphicFramePr>
            <p:xfrm>
              <a:off x="379" y="660"/>
              <a:ext cx="256" cy="291"/>
            </p:xfrm>
            <a:graphic>
              <a:graphicData uri="http://schemas.openxmlformats.org/presentationml/2006/ole">
                <mc:AlternateContent xmlns:mc="http://schemas.openxmlformats.org/markup-compatibility/2006">
                  <mc:Choice xmlns:v="urn:schemas-microsoft-com:vml" Requires="v">
                    <p:oleObj name="公式" r:id="rId28" imgW="203040" imgH="228600" progId="Equation.3">
                      <p:embed/>
                    </p:oleObj>
                  </mc:Choice>
                  <mc:Fallback>
                    <p:oleObj name="公式" r:id="rId28" imgW="203040" imgH="228600" progId="Equation.3">
                      <p:embed/>
                      <p:pic>
                        <p:nvPicPr>
                          <p:cNvPr id="53407" name="Object 15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79" y="660"/>
                            <a:ext cx="2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09" name="Line 161"/>
              <p:cNvSpPr>
                <a:spLocks noChangeShapeType="1"/>
              </p:cNvSpPr>
              <p:nvPr/>
            </p:nvSpPr>
            <p:spPr bwMode="auto">
              <a:xfrm>
                <a:off x="1225" y="436"/>
                <a:ext cx="27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10" name="Line 162"/>
              <p:cNvSpPr>
                <a:spLocks noChangeShapeType="1"/>
              </p:cNvSpPr>
              <p:nvPr/>
            </p:nvSpPr>
            <p:spPr bwMode="auto">
              <a:xfrm flipH="1">
                <a:off x="2341" y="436"/>
                <a:ext cx="27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13" name="Text Box 165"/>
              <p:cNvSpPr txBox="1">
                <a:spLocks noChangeArrowheads="1"/>
              </p:cNvSpPr>
              <p:nvPr/>
            </p:nvSpPr>
            <p:spPr bwMode="auto">
              <a:xfrm>
                <a:off x="3132" y="463"/>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3414" name="Object 166"/>
              <p:cNvGraphicFramePr>
                <a:graphicFrameLocks noChangeAspect="1"/>
              </p:cNvGraphicFramePr>
              <p:nvPr/>
            </p:nvGraphicFramePr>
            <p:xfrm>
              <a:off x="3122" y="652"/>
              <a:ext cx="290" cy="290"/>
            </p:xfrm>
            <a:graphic>
              <a:graphicData uri="http://schemas.openxmlformats.org/presentationml/2006/ole">
                <mc:AlternateContent xmlns:mc="http://schemas.openxmlformats.org/markup-compatibility/2006">
                  <mc:Choice xmlns:v="urn:schemas-microsoft-com:vml" Requires="v">
                    <p:oleObj name="公式" r:id="rId30" imgW="228600" imgH="228600" progId="Equation.3">
                      <p:embed/>
                    </p:oleObj>
                  </mc:Choice>
                  <mc:Fallback>
                    <p:oleObj name="公式" r:id="rId30" imgW="228600" imgH="228600" progId="Equation.3">
                      <p:embed/>
                      <p:pic>
                        <p:nvPicPr>
                          <p:cNvPr id="53414" name="Object 16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122" y="652"/>
                            <a:ext cx="290"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15" name="Text Box 167"/>
              <p:cNvSpPr txBox="1">
                <a:spLocks noChangeArrowheads="1"/>
              </p:cNvSpPr>
              <p:nvPr/>
            </p:nvSpPr>
            <p:spPr bwMode="auto">
              <a:xfrm>
                <a:off x="3129" y="840"/>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3417" name="Rectangle 169"/>
              <p:cNvSpPr>
                <a:spLocks noChangeArrowheads="1"/>
              </p:cNvSpPr>
              <p:nvPr/>
            </p:nvSpPr>
            <p:spPr bwMode="auto">
              <a:xfrm>
                <a:off x="3697" y="367"/>
                <a:ext cx="713" cy="832"/>
              </a:xfrm>
              <a:prstGeom prst="rect">
                <a:avLst/>
              </a:prstGeom>
              <a:solidFill>
                <a:srgbClr val="FFFFCC"/>
              </a:solidFill>
              <a:ln w="31750">
                <a:solidFill>
                  <a:srgbClr val="000000"/>
                </a:solidFill>
                <a:miter lim="800000"/>
                <a:headEnd/>
                <a:tailEnd/>
              </a:ln>
            </p:spPr>
            <p:txBody>
              <a:bodyPr/>
              <a:lstStyle/>
              <a:p>
                <a:endParaRPr lang="zh-CN" altLang="en-US"/>
              </a:p>
            </p:txBody>
          </p:sp>
          <p:sp>
            <p:nvSpPr>
              <p:cNvPr id="53418" name="Rectangle 170"/>
              <p:cNvSpPr>
                <a:spLocks noChangeArrowheads="1"/>
              </p:cNvSpPr>
              <p:nvPr/>
            </p:nvSpPr>
            <p:spPr bwMode="auto">
              <a:xfrm>
                <a:off x="3852" y="564"/>
                <a:ext cx="414" cy="269"/>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lang="en-US" altLang="zh-CN" sz="2800" i="1">
                    <a:latin typeface="Times New Roman" panose="02020603050405020304" pitchFamily="18" charset="0"/>
                  </a:rPr>
                  <a:t>T </a:t>
                </a:r>
                <a:r>
                  <a:rPr lang="en-US" altLang="zh-CN" sz="2800">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p:txBody>
          </p:sp>
          <p:sp>
            <p:nvSpPr>
              <p:cNvPr id="53419" name="Line 171"/>
              <p:cNvSpPr>
                <a:spLocks noChangeShapeType="1"/>
              </p:cNvSpPr>
              <p:nvPr/>
            </p:nvSpPr>
            <p:spPr bwMode="auto">
              <a:xfrm>
                <a:off x="3291" y="485"/>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20" name="Line 172"/>
              <p:cNvSpPr>
                <a:spLocks noChangeShapeType="1"/>
              </p:cNvSpPr>
              <p:nvPr/>
            </p:nvSpPr>
            <p:spPr bwMode="auto">
              <a:xfrm flipV="1">
                <a:off x="3285" y="1075"/>
                <a:ext cx="41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21" name="Line 173"/>
              <p:cNvSpPr>
                <a:spLocks noChangeShapeType="1"/>
              </p:cNvSpPr>
              <p:nvPr/>
            </p:nvSpPr>
            <p:spPr bwMode="auto">
              <a:xfrm>
                <a:off x="4412" y="491"/>
                <a:ext cx="418"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22" name="Line 174"/>
              <p:cNvSpPr>
                <a:spLocks noChangeShapeType="1"/>
              </p:cNvSpPr>
              <p:nvPr/>
            </p:nvSpPr>
            <p:spPr bwMode="auto">
              <a:xfrm>
                <a:off x="4416" y="1080"/>
                <a:ext cx="41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23" name="Text Box 175"/>
              <p:cNvSpPr txBox="1">
                <a:spLocks noChangeArrowheads="1"/>
              </p:cNvSpPr>
              <p:nvPr/>
            </p:nvSpPr>
            <p:spPr bwMode="auto">
              <a:xfrm>
                <a:off x="4752" y="469"/>
                <a:ext cx="267" cy="288"/>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latin typeface="Times New Roman" panose="02020603050405020304" pitchFamily="18" charset="0"/>
                  </a:rPr>
                  <a:t>+</a:t>
                </a:r>
              </a:p>
            </p:txBody>
          </p:sp>
          <p:graphicFrame>
            <p:nvGraphicFramePr>
              <p:cNvPr id="53424" name="Object 176"/>
              <p:cNvGraphicFramePr>
                <a:graphicFrameLocks noChangeAspect="1"/>
              </p:cNvGraphicFramePr>
              <p:nvPr/>
            </p:nvGraphicFramePr>
            <p:xfrm>
              <a:off x="3356" y="100"/>
              <a:ext cx="242" cy="290"/>
            </p:xfrm>
            <a:graphic>
              <a:graphicData uri="http://schemas.openxmlformats.org/presentationml/2006/ole">
                <mc:AlternateContent xmlns:mc="http://schemas.openxmlformats.org/markup-compatibility/2006">
                  <mc:Choice xmlns:v="urn:schemas-microsoft-com:vml" Requires="v">
                    <p:oleObj name="公式" r:id="rId32" imgW="190440" imgH="228600" progId="Equation.3">
                      <p:embed/>
                    </p:oleObj>
                  </mc:Choice>
                  <mc:Fallback>
                    <p:oleObj name="公式" r:id="rId32" imgW="190440" imgH="228600" progId="Equation.3">
                      <p:embed/>
                      <p:pic>
                        <p:nvPicPr>
                          <p:cNvPr id="53424" name="Object 176"/>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356" y="100"/>
                            <a:ext cx="242"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25" name="Oval 177"/>
              <p:cNvSpPr>
                <a:spLocks noChangeArrowheads="1"/>
              </p:cNvSpPr>
              <p:nvPr/>
            </p:nvSpPr>
            <p:spPr bwMode="auto">
              <a:xfrm>
                <a:off x="3217" y="44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26" name="Oval 178"/>
              <p:cNvSpPr>
                <a:spLocks noChangeArrowheads="1"/>
              </p:cNvSpPr>
              <p:nvPr/>
            </p:nvSpPr>
            <p:spPr bwMode="auto">
              <a:xfrm>
                <a:off x="3217" y="104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27" name="Oval 179"/>
              <p:cNvSpPr>
                <a:spLocks noChangeArrowheads="1"/>
              </p:cNvSpPr>
              <p:nvPr/>
            </p:nvSpPr>
            <p:spPr bwMode="auto">
              <a:xfrm>
                <a:off x="4831" y="46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28" name="Oval 180"/>
              <p:cNvSpPr>
                <a:spLocks noChangeArrowheads="1"/>
              </p:cNvSpPr>
              <p:nvPr/>
            </p:nvSpPr>
            <p:spPr bwMode="auto">
              <a:xfrm>
                <a:off x="4837" y="104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429" name="Object 181"/>
              <p:cNvGraphicFramePr>
                <a:graphicFrameLocks noChangeAspect="1"/>
              </p:cNvGraphicFramePr>
              <p:nvPr/>
            </p:nvGraphicFramePr>
            <p:xfrm>
              <a:off x="4502" y="126"/>
              <a:ext cx="242" cy="290"/>
            </p:xfrm>
            <a:graphic>
              <a:graphicData uri="http://schemas.openxmlformats.org/presentationml/2006/ole">
                <mc:AlternateContent xmlns:mc="http://schemas.openxmlformats.org/markup-compatibility/2006">
                  <mc:Choice xmlns:v="urn:schemas-microsoft-com:vml" Requires="v">
                    <p:oleObj name="公式" r:id="rId34" imgW="190440" imgH="228600" progId="Equation.3">
                      <p:embed/>
                    </p:oleObj>
                  </mc:Choice>
                  <mc:Fallback>
                    <p:oleObj name="公式" r:id="rId34" imgW="190440" imgH="228600" progId="Equation.3">
                      <p:embed/>
                      <p:pic>
                        <p:nvPicPr>
                          <p:cNvPr id="53429" name="Object 181"/>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502" y="126"/>
                            <a:ext cx="242"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430" name="Object 182"/>
              <p:cNvGraphicFramePr>
                <a:graphicFrameLocks noChangeAspect="1"/>
              </p:cNvGraphicFramePr>
              <p:nvPr/>
            </p:nvGraphicFramePr>
            <p:xfrm>
              <a:off x="4748" y="666"/>
              <a:ext cx="290" cy="290"/>
            </p:xfrm>
            <a:graphic>
              <a:graphicData uri="http://schemas.openxmlformats.org/presentationml/2006/ole">
                <mc:AlternateContent xmlns:mc="http://schemas.openxmlformats.org/markup-compatibility/2006">
                  <mc:Choice xmlns:v="urn:schemas-microsoft-com:vml" Requires="v">
                    <p:oleObj name="公式" r:id="rId36" imgW="228600" imgH="228600" progId="Equation.3">
                      <p:embed/>
                    </p:oleObj>
                  </mc:Choice>
                  <mc:Fallback>
                    <p:oleObj name="公式" r:id="rId36" imgW="228600" imgH="228600" progId="Equation.3">
                      <p:embed/>
                      <p:pic>
                        <p:nvPicPr>
                          <p:cNvPr id="53430" name="Object 182"/>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748" y="666"/>
                            <a:ext cx="290" cy="29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31" name="Text Box 183"/>
              <p:cNvSpPr txBox="1">
                <a:spLocks noChangeArrowheads="1"/>
              </p:cNvSpPr>
              <p:nvPr/>
            </p:nvSpPr>
            <p:spPr bwMode="auto">
              <a:xfrm>
                <a:off x="4745" y="848"/>
                <a:ext cx="2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b="0">
                    <a:latin typeface="黑体" panose="02010609060101010101" pitchFamily="49" charset="-122"/>
                    <a:ea typeface="黑体" panose="02010609060101010101" pitchFamily="49" charset="-122"/>
                    <a:sym typeface="Symbol" panose="05050102010706020507" pitchFamily="18" charset="2"/>
                  </a:rPr>
                  <a:t>-</a:t>
                </a:r>
              </a:p>
            </p:txBody>
          </p:sp>
          <p:sp>
            <p:nvSpPr>
              <p:cNvPr id="53432" name="Line 184"/>
              <p:cNvSpPr>
                <a:spLocks noChangeShapeType="1"/>
              </p:cNvSpPr>
              <p:nvPr/>
            </p:nvSpPr>
            <p:spPr bwMode="auto">
              <a:xfrm>
                <a:off x="3367" y="424"/>
                <a:ext cx="24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33" name="Line 185"/>
              <p:cNvSpPr>
                <a:spLocks noChangeShapeType="1"/>
              </p:cNvSpPr>
              <p:nvPr/>
            </p:nvSpPr>
            <p:spPr bwMode="auto">
              <a:xfrm flipH="1">
                <a:off x="4489" y="436"/>
                <a:ext cx="246"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436" name="Text Box 188"/>
              <p:cNvSpPr txBox="1">
                <a:spLocks noChangeArrowheads="1"/>
              </p:cNvSpPr>
              <p:nvPr/>
            </p:nvSpPr>
            <p:spPr bwMode="auto">
              <a:xfrm>
                <a:off x="5375" y="469"/>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a:solidFill>
                      <a:srgbClr val="FF0000"/>
                    </a:solidFill>
                    <a:latin typeface="Times New Roman" panose="02020603050405020304" pitchFamily="18" charset="0"/>
                  </a:rPr>
                  <a:t>+</a:t>
                </a:r>
                <a:endParaRPr lang="en-US" altLang="zh-CN">
                  <a:latin typeface="Times New Roman" panose="02020603050405020304" pitchFamily="18" charset="0"/>
                </a:endParaRPr>
              </a:p>
            </p:txBody>
          </p:sp>
          <p:sp>
            <p:nvSpPr>
              <p:cNvPr id="53438" name="Line 190"/>
              <p:cNvSpPr>
                <a:spLocks noChangeShapeType="1"/>
              </p:cNvSpPr>
              <p:nvPr/>
            </p:nvSpPr>
            <p:spPr bwMode="auto">
              <a:xfrm>
                <a:off x="4903" y="499"/>
                <a:ext cx="556"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439" name="Line 191"/>
              <p:cNvSpPr>
                <a:spLocks noChangeShapeType="1"/>
              </p:cNvSpPr>
              <p:nvPr/>
            </p:nvSpPr>
            <p:spPr bwMode="auto">
              <a:xfrm>
                <a:off x="4907" y="1080"/>
                <a:ext cx="550" cy="1"/>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3440" name="Object 192"/>
              <p:cNvGraphicFramePr>
                <a:graphicFrameLocks noChangeAspect="1"/>
              </p:cNvGraphicFramePr>
              <p:nvPr/>
            </p:nvGraphicFramePr>
            <p:xfrm>
              <a:off x="5388" y="674"/>
              <a:ext cx="255" cy="291"/>
            </p:xfrm>
            <a:graphic>
              <a:graphicData uri="http://schemas.openxmlformats.org/presentationml/2006/ole">
                <mc:AlternateContent xmlns:mc="http://schemas.openxmlformats.org/markup-compatibility/2006">
                  <mc:Choice xmlns:v="urn:schemas-microsoft-com:vml" Requires="v">
                    <p:oleObj name="公式" r:id="rId38" imgW="203040" imgH="228600" progId="Equation.3">
                      <p:embed/>
                    </p:oleObj>
                  </mc:Choice>
                  <mc:Fallback>
                    <p:oleObj name="公式" r:id="rId38" imgW="203040" imgH="228600" progId="Equation.3">
                      <p:embed/>
                      <p:pic>
                        <p:nvPicPr>
                          <p:cNvPr id="53440" name="Object 192"/>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388" y="674"/>
                            <a:ext cx="25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42" name="Text Box 194"/>
              <p:cNvSpPr txBox="1">
                <a:spLocks noChangeArrowheads="1"/>
              </p:cNvSpPr>
              <p:nvPr/>
            </p:nvSpPr>
            <p:spPr bwMode="auto">
              <a:xfrm>
                <a:off x="5362" y="851"/>
                <a:ext cx="26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0">
                    <a:solidFill>
                      <a:srgbClr val="FF0000"/>
                    </a:solidFill>
                    <a:latin typeface="黑体" panose="02010609060101010101" pitchFamily="49" charset="-122"/>
                    <a:ea typeface="黑体" panose="02010609060101010101" pitchFamily="49" charset="-122"/>
                    <a:sym typeface="Symbol" panose="05050102010706020507" pitchFamily="18" charset="2"/>
                  </a:rPr>
                  <a:t>-</a:t>
                </a:r>
                <a:endParaRPr lang="en-US" altLang="zh-CN" b="0">
                  <a:latin typeface="黑体" panose="02010609060101010101" pitchFamily="49" charset="-122"/>
                  <a:ea typeface="黑体" panose="02010609060101010101" pitchFamily="49" charset="-122"/>
                  <a:sym typeface="Symbol" panose="05050102010706020507" pitchFamily="18" charset="2"/>
                </a:endParaRPr>
              </a:p>
            </p:txBody>
          </p:sp>
          <p:sp>
            <p:nvSpPr>
              <p:cNvPr id="53443" name="Oval 195"/>
              <p:cNvSpPr>
                <a:spLocks noChangeArrowheads="1"/>
              </p:cNvSpPr>
              <p:nvPr/>
            </p:nvSpPr>
            <p:spPr bwMode="auto">
              <a:xfrm>
                <a:off x="5454" y="460"/>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444" name="Oval 196"/>
              <p:cNvSpPr>
                <a:spLocks noChangeArrowheads="1"/>
              </p:cNvSpPr>
              <p:nvPr/>
            </p:nvSpPr>
            <p:spPr bwMode="auto">
              <a:xfrm>
                <a:off x="5460" y="1042"/>
                <a:ext cx="68" cy="68"/>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53445" name="Object 197"/>
              <p:cNvGraphicFramePr>
                <a:graphicFrameLocks noChangeAspect="1"/>
              </p:cNvGraphicFramePr>
              <p:nvPr/>
            </p:nvGraphicFramePr>
            <p:xfrm>
              <a:off x="5165" y="158"/>
              <a:ext cx="224" cy="290"/>
            </p:xfrm>
            <a:graphic>
              <a:graphicData uri="http://schemas.openxmlformats.org/presentationml/2006/ole">
                <mc:AlternateContent xmlns:mc="http://schemas.openxmlformats.org/markup-compatibility/2006">
                  <mc:Choice xmlns:v="urn:schemas-microsoft-com:vml" Requires="v">
                    <p:oleObj name="公式" r:id="rId40" imgW="177480" imgH="228600" progId="Equation.3">
                      <p:embed/>
                    </p:oleObj>
                  </mc:Choice>
                  <mc:Fallback>
                    <p:oleObj name="公式" r:id="rId40" imgW="177480" imgH="228600" progId="Equation.3">
                      <p:embed/>
                      <p:pic>
                        <p:nvPicPr>
                          <p:cNvPr id="53445" name="Object 197"/>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5165" y="158"/>
                            <a:ext cx="224"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446" name="Line 198"/>
              <p:cNvSpPr>
                <a:spLocks noChangeShapeType="1"/>
              </p:cNvSpPr>
              <p:nvPr/>
            </p:nvSpPr>
            <p:spPr bwMode="auto">
              <a:xfrm flipH="1">
                <a:off x="5107" y="448"/>
                <a:ext cx="282"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526" name="Line 278"/>
              <p:cNvSpPr>
                <a:spLocks noChangeShapeType="1"/>
              </p:cNvSpPr>
              <p:nvPr/>
            </p:nvSpPr>
            <p:spPr bwMode="auto">
              <a:xfrm>
                <a:off x="584" y="424"/>
                <a:ext cx="248" cy="0"/>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53529"/>
                                        </p:tgtEl>
                                        <p:attrNameLst>
                                          <p:attrName>style.visibility</p:attrName>
                                        </p:attrNameLst>
                                      </p:cBhvr>
                                      <p:to>
                                        <p:strVal val="visible"/>
                                      </p:to>
                                    </p:set>
                                    <p:anim calcmode="lin" valueType="num">
                                      <p:cBhvr>
                                        <p:cTn id="7" dur="500" fill="hold"/>
                                        <p:tgtEl>
                                          <p:spTgt spid="53529"/>
                                        </p:tgtEl>
                                        <p:attrNameLst>
                                          <p:attrName>ppt_w</p:attrName>
                                        </p:attrNameLst>
                                      </p:cBhvr>
                                      <p:tavLst>
                                        <p:tav tm="0">
                                          <p:val>
                                            <p:strVal val="2/3*#ppt_w"/>
                                          </p:val>
                                        </p:tav>
                                        <p:tav tm="100000">
                                          <p:val>
                                            <p:strVal val="#ppt_w"/>
                                          </p:val>
                                        </p:tav>
                                      </p:tavLst>
                                    </p:anim>
                                    <p:anim calcmode="lin" valueType="num">
                                      <p:cBhvr>
                                        <p:cTn id="8" dur="500" fill="hold"/>
                                        <p:tgtEl>
                                          <p:spTgt spid="53529"/>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3323">
                                            <p:txEl>
                                              <p:pRg st="0" end="0"/>
                                            </p:txEl>
                                          </p:spTgt>
                                        </p:tgtEl>
                                        <p:attrNameLst>
                                          <p:attrName>style.visibility</p:attrName>
                                        </p:attrNameLst>
                                      </p:cBhvr>
                                      <p:to>
                                        <p:strVal val="visible"/>
                                      </p:to>
                                    </p:set>
                                    <p:animEffect transition="in" filter="wipe(left)">
                                      <p:cBhvr>
                                        <p:cTn id="13" dur="500"/>
                                        <p:tgtEl>
                                          <p:spTgt spid="53323">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53324"/>
                                        </p:tgtEl>
                                        <p:attrNameLst>
                                          <p:attrName>style.visibility</p:attrName>
                                        </p:attrNameLst>
                                      </p:cBhvr>
                                      <p:to>
                                        <p:strVal val="visible"/>
                                      </p:to>
                                    </p:set>
                                    <p:animEffect transition="in" filter="wipe(left)">
                                      <p:cBhvr>
                                        <p:cTn id="18" dur="500"/>
                                        <p:tgtEl>
                                          <p:spTgt spid="5332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53325"/>
                                        </p:tgtEl>
                                        <p:attrNameLst>
                                          <p:attrName>style.visibility</p:attrName>
                                        </p:attrNameLst>
                                      </p:cBhvr>
                                      <p:to>
                                        <p:strVal val="visible"/>
                                      </p:to>
                                    </p:set>
                                    <p:animEffect transition="in" filter="wipe(left)">
                                      <p:cBhvr>
                                        <p:cTn id="23" dur="500"/>
                                        <p:tgtEl>
                                          <p:spTgt spid="53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23" grpId="0" build="p" autoUpdateAnimBg="0"/>
    </p:bld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552450" y="1876425"/>
            <a:ext cx="8763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latin typeface="Times New Roman" panose="02020603050405020304" pitchFamily="18" charset="0"/>
              </a:rPr>
              <a:t>得</a:t>
            </a:r>
          </a:p>
        </p:txBody>
      </p:sp>
      <p:sp>
        <p:nvSpPr>
          <p:cNvPr id="54275" name="Text Box 3"/>
          <p:cNvSpPr txBox="1">
            <a:spLocks noChangeArrowheads="1"/>
          </p:cNvSpPr>
          <p:nvPr/>
        </p:nvSpPr>
        <p:spPr bwMode="auto">
          <a:xfrm>
            <a:off x="604838" y="2400300"/>
            <a:ext cx="1371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a:solidFill>
                  <a:srgbClr val="FF3300"/>
                </a:solidFill>
                <a:latin typeface="Times New Roman" panose="02020603050405020304" pitchFamily="18" charset="0"/>
              </a:rPr>
              <a:t>结论</a:t>
            </a:r>
          </a:p>
        </p:txBody>
      </p:sp>
      <p:sp>
        <p:nvSpPr>
          <p:cNvPr id="54276" name="Text Box 4"/>
          <p:cNvSpPr txBox="1">
            <a:spLocks noChangeArrowheads="1"/>
          </p:cNvSpPr>
          <p:nvPr/>
        </p:nvSpPr>
        <p:spPr bwMode="auto">
          <a:xfrm>
            <a:off x="592138" y="2879725"/>
            <a:ext cx="7883525" cy="140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just" eaLnBrk="1" hangingPunct="1">
              <a:lnSpc>
                <a:spcPct val="120000"/>
              </a:lnSpc>
              <a:spcBef>
                <a:spcPct val="50000"/>
              </a:spcBef>
            </a:pPr>
            <a:r>
              <a:rPr lang="en-US" altLang="zh-CN">
                <a:latin typeface="Times New Roman" panose="02020603050405020304" pitchFamily="18" charset="0"/>
              </a:rPr>
              <a:t>        </a:t>
            </a:r>
            <a:r>
              <a:rPr lang="zh-CN" altLang="en-US">
                <a:latin typeface="Times New Roman" panose="02020603050405020304" pitchFamily="18" charset="0"/>
              </a:rPr>
              <a:t>级联后所得复合二端口（</a:t>
            </a:r>
            <a:r>
              <a:rPr lang="en-US" altLang="zh-CN">
                <a:latin typeface="Times New Roman" panose="02020603050405020304" pitchFamily="18" charset="0"/>
              </a:rPr>
              <a:t>composite two-port</a:t>
            </a:r>
            <a:r>
              <a:rPr lang="zh-CN" altLang="en-US">
                <a:latin typeface="Times New Roman" panose="02020603050405020304" pitchFamily="18" charset="0"/>
              </a:rPr>
              <a:t>）</a:t>
            </a:r>
            <a:r>
              <a:rPr lang="en-US" altLang="zh-CN" i="1">
                <a:latin typeface="Times New Roman" panose="02020603050405020304" pitchFamily="18" charset="0"/>
              </a:rPr>
              <a:t>T</a:t>
            </a:r>
            <a:r>
              <a:rPr lang="zh-CN" altLang="en-US">
                <a:latin typeface="Times New Roman" panose="02020603050405020304" pitchFamily="18" charset="0"/>
              </a:rPr>
              <a:t>参  数矩阵等于级联的二端口</a:t>
            </a:r>
            <a:r>
              <a:rPr lang="en-US" altLang="zh-CN" i="1">
                <a:latin typeface="Times New Roman" panose="02020603050405020304" pitchFamily="18" charset="0"/>
              </a:rPr>
              <a:t>T</a:t>
            </a:r>
            <a:r>
              <a:rPr lang="en-US" altLang="zh-CN">
                <a:latin typeface="Times New Roman" panose="02020603050405020304" pitchFamily="18" charset="0"/>
              </a:rPr>
              <a:t> </a:t>
            </a:r>
            <a:r>
              <a:rPr lang="zh-CN" altLang="en-US">
                <a:latin typeface="Times New Roman" panose="02020603050405020304" pitchFamily="18" charset="0"/>
              </a:rPr>
              <a:t>参数矩阵相乘。上述结论可推  广到</a:t>
            </a:r>
            <a:r>
              <a:rPr lang="en-US" altLang="zh-CN" i="1">
                <a:latin typeface="Times New Roman" panose="02020603050405020304" pitchFamily="18" charset="0"/>
              </a:rPr>
              <a:t>n</a:t>
            </a:r>
            <a:r>
              <a:rPr lang="zh-CN" altLang="en-US">
                <a:latin typeface="Times New Roman" panose="02020603050405020304" pitchFamily="18" charset="0"/>
              </a:rPr>
              <a:t>个二端口级联的关系。                                                     </a:t>
            </a:r>
          </a:p>
        </p:txBody>
      </p:sp>
      <p:graphicFrame>
        <p:nvGraphicFramePr>
          <p:cNvPr id="54277" name="Object 5"/>
          <p:cNvGraphicFramePr>
            <a:graphicFrameLocks noChangeAspect="1"/>
          </p:cNvGraphicFramePr>
          <p:nvPr/>
        </p:nvGraphicFramePr>
        <p:xfrm>
          <a:off x="1171575" y="403225"/>
          <a:ext cx="4446588" cy="987425"/>
        </p:xfrm>
        <a:graphic>
          <a:graphicData uri="http://schemas.openxmlformats.org/presentationml/2006/ole">
            <mc:AlternateContent xmlns:mc="http://schemas.openxmlformats.org/markup-compatibility/2006">
              <mc:Choice xmlns:v="urn:schemas-microsoft-com:vml" Requires="v">
                <p:oleObj name="公式" r:id="rId2" imgW="2222280" imgH="495000" progId="Equation.3">
                  <p:embed/>
                </p:oleObj>
              </mc:Choice>
              <mc:Fallback>
                <p:oleObj name="公式" r:id="rId2" imgW="2222280" imgH="495000" progId="Equation.3">
                  <p:embed/>
                  <p:pic>
                    <p:nvPicPr>
                      <p:cNvPr id="5427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403225"/>
                        <a:ext cx="44465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8" name="Object 6"/>
          <p:cNvGraphicFramePr>
            <a:graphicFrameLocks noChangeAspect="1"/>
          </p:cNvGraphicFramePr>
          <p:nvPr/>
        </p:nvGraphicFramePr>
        <p:xfrm>
          <a:off x="1714500" y="1955800"/>
          <a:ext cx="1562100" cy="485775"/>
        </p:xfrm>
        <a:graphic>
          <a:graphicData uri="http://schemas.openxmlformats.org/presentationml/2006/ole">
            <mc:AlternateContent xmlns:mc="http://schemas.openxmlformats.org/markup-compatibility/2006">
              <mc:Choice xmlns:v="urn:schemas-microsoft-com:vml" Requires="v">
                <p:oleObj name="公式" r:id="rId4" imgW="647640" imgH="203040" progId="Equation.3">
                  <p:embed/>
                </p:oleObj>
              </mc:Choice>
              <mc:Fallback>
                <p:oleObj name="公式" r:id="rId4" imgW="647640" imgH="203040" progId="Equation.3">
                  <p:embed/>
                  <p:pic>
                    <p:nvPicPr>
                      <p:cNvPr id="5427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1955800"/>
                        <a:ext cx="1562100"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0" name="Text Box 8"/>
          <p:cNvSpPr txBox="1">
            <a:spLocks noChangeArrowheads="1"/>
          </p:cNvSpPr>
          <p:nvPr/>
        </p:nvSpPr>
        <p:spPr bwMode="auto">
          <a:xfrm>
            <a:off x="703263" y="5872163"/>
            <a:ext cx="340836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r>
              <a:rPr lang="en-US" altLang="zh-CN" i="1">
                <a:latin typeface="Times New Roman" panose="02020603050405020304" pitchFamily="18" charset="0"/>
              </a:rPr>
              <a:t>T</a:t>
            </a:r>
            <a:r>
              <a:rPr lang="en-US" altLang="zh-CN">
                <a:latin typeface="Times New Roman" panose="02020603050405020304" pitchFamily="18" charset="0"/>
              </a:rPr>
              <a:t>=[</a:t>
            </a:r>
            <a:r>
              <a:rPr lang="en-US" altLang="zh-CN" i="1">
                <a:latin typeface="Times New Roman" panose="02020603050405020304" pitchFamily="18" charset="0"/>
              </a:rPr>
              <a:t>T</a:t>
            </a:r>
            <a:r>
              <a:rPr lang="en-US" altLang="zh-CN" baseline="-25000">
                <a:latin typeface="Times New Roman" panose="02020603050405020304" pitchFamily="18" charset="0"/>
              </a:rPr>
              <a:t>1</a:t>
            </a:r>
            <a:r>
              <a:rPr lang="en-US" altLang="zh-CN">
                <a:latin typeface="Times New Roman" panose="02020603050405020304" pitchFamily="18" charset="0"/>
              </a:rPr>
              <a:t>][</a:t>
            </a:r>
            <a:r>
              <a:rPr lang="en-US" altLang="zh-CN" i="1">
                <a:latin typeface="Times New Roman" panose="02020603050405020304" pitchFamily="18" charset="0"/>
              </a:rPr>
              <a:t>T</a:t>
            </a:r>
            <a:r>
              <a:rPr lang="en-US" altLang="zh-CN" baseline="-25000">
                <a:latin typeface="Times New Roman" panose="02020603050405020304" pitchFamily="18" charset="0"/>
              </a:rPr>
              <a:t>2</a:t>
            </a:r>
            <a:r>
              <a:rPr lang="en-US" altLang="zh-CN">
                <a:latin typeface="Times New Roman" panose="02020603050405020304" pitchFamily="18" charset="0"/>
              </a:rPr>
              <a:t>]  ….  [</a:t>
            </a:r>
            <a:r>
              <a:rPr lang="en-US" altLang="zh-CN" i="1">
                <a:latin typeface="Times New Roman" panose="02020603050405020304" pitchFamily="18" charset="0"/>
              </a:rPr>
              <a:t>T</a:t>
            </a:r>
            <a:r>
              <a:rPr lang="en-US" altLang="zh-CN" baseline="-25000">
                <a:latin typeface="Times New Roman" panose="02020603050405020304" pitchFamily="18" charset="0"/>
              </a:rPr>
              <a:t>n</a:t>
            </a:r>
            <a:r>
              <a:rPr lang="en-US" altLang="zh-CN">
                <a:latin typeface="Times New Roman" panose="02020603050405020304" pitchFamily="18" charset="0"/>
              </a:rPr>
              <a:t>]     </a:t>
            </a:r>
          </a:p>
        </p:txBody>
      </p:sp>
      <p:grpSp>
        <p:nvGrpSpPr>
          <p:cNvPr id="54332" name="Group 60"/>
          <p:cNvGrpSpPr>
            <a:grpSpLocks/>
          </p:cNvGrpSpPr>
          <p:nvPr/>
        </p:nvGrpSpPr>
        <p:grpSpPr bwMode="auto">
          <a:xfrm>
            <a:off x="1787525" y="4500563"/>
            <a:ext cx="5713413" cy="1143000"/>
            <a:chOff x="942" y="2478"/>
            <a:chExt cx="3599" cy="720"/>
          </a:xfrm>
        </p:grpSpPr>
        <p:sp>
          <p:nvSpPr>
            <p:cNvPr id="54281" name="Rectangle 9"/>
            <p:cNvSpPr>
              <a:spLocks noChangeArrowheads="1"/>
            </p:cNvSpPr>
            <p:nvPr/>
          </p:nvSpPr>
          <p:spPr bwMode="auto">
            <a:xfrm>
              <a:off x="1122" y="2478"/>
              <a:ext cx="3240" cy="720"/>
            </a:xfrm>
            <a:prstGeom prst="rect">
              <a:avLst/>
            </a:prstGeom>
            <a:solidFill>
              <a:schemeClr val="bg1"/>
            </a:solidFill>
            <a:ln w="28575">
              <a:solidFill>
                <a:srgbClr val="FF0000"/>
              </a:solidFill>
              <a:prstDash val="dash"/>
              <a:miter lim="800000"/>
              <a:headEnd/>
              <a:tailEnd/>
            </a:ln>
          </p:spPr>
          <p:txBody>
            <a:bodyPr wrap="none" anchor="ctr"/>
            <a:lstStyle/>
            <a:p>
              <a:endParaRPr lang="zh-CN" altLang="en-US"/>
            </a:p>
          </p:txBody>
        </p:sp>
        <p:grpSp>
          <p:nvGrpSpPr>
            <p:cNvPr id="54329" name="Group 57"/>
            <p:cNvGrpSpPr>
              <a:grpSpLocks/>
            </p:cNvGrpSpPr>
            <p:nvPr/>
          </p:nvGrpSpPr>
          <p:grpSpPr bwMode="auto">
            <a:xfrm>
              <a:off x="942" y="2516"/>
              <a:ext cx="3599" cy="556"/>
              <a:chOff x="942" y="2516"/>
              <a:chExt cx="3599" cy="556"/>
            </a:xfrm>
          </p:grpSpPr>
          <p:sp>
            <p:nvSpPr>
              <p:cNvPr id="54283" name="Rectangle 11"/>
              <p:cNvSpPr>
                <a:spLocks noChangeArrowheads="1"/>
              </p:cNvSpPr>
              <p:nvPr/>
            </p:nvSpPr>
            <p:spPr bwMode="auto">
              <a:xfrm>
                <a:off x="1284" y="2592"/>
                <a:ext cx="564" cy="468"/>
              </a:xfrm>
              <a:prstGeom prst="rect">
                <a:avLst/>
              </a:prstGeom>
              <a:solidFill>
                <a:schemeClr val="accent1"/>
              </a:solidFill>
              <a:ln w="31750">
                <a:solidFill>
                  <a:schemeClr val="tx1"/>
                </a:solidFill>
                <a:miter lim="800000"/>
                <a:headEnd/>
                <a:tailEnd/>
              </a:ln>
            </p:spPr>
            <p:txBody>
              <a:bodyPr wrap="none" anchor="ctr"/>
              <a:lstStyle/>
              <a:p>
                <a:pPr eaLnBrk="1" hangingPunct="1"/>
                <a:r>
                  <a:rPr lang="en-US" altLang="zh-CN" i="1">
                    <a:latin typeface="Times New Roman" panose="02020603050405020304" pitchFamily="18" charset="0"/>
                  </a:rPr>
                  <a:t>T</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54284" name="Line 12"/>
              <p:cNvSpPr>
                <a:spLocks noChangeShapeType="1"/>
              </p:cNvSpPr>
              <p:nvPr/>
            </p:nvSpPr>
            <p:spPr bwMode="auto">
              <a:xfrm>
                <a:off x="960" y="2712"/>
                <a:ext cx="3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5" name="Line 13"/>
              <p:cNvSpPr>
                <a:spLocks noChangeShapeType="1"/>
              </p:cNvSpPr>
              <p:nvPr/>
            </p:nvSpPr>
            <p:spPr bwMode="auto">
              <a:xfrm>
                <a:off x="948" y="3000"/>
                <a:ext cx="3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6" name="Line 14"/>
              <p:cNvSpPr>
                <a:spLocks noChangeShapeType="1"/>
              </p:cNvSpPr>
              <p:nvPr/>
            </p:nvSpPr>
            <p:spPr bwMode="auto">
              <a:xfrm>
                <a:off x="1836" y="2712"/>
                <a:ext cx="50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7" name="Line 15"/>
              <p:cNvSpPr>
                <a:spLocks noChangeShapeType="1"/>
              </p:cNvSpPr>
              <p:nvPr/>
            </p:nvSpPr>
            <p:spPr bwMode="auto">
              <a:xfrm>
                <a:off x="1836" y="2964"/>
                <a:ext cx="54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Rectangle 16"/>
              <p:cNvSpPr>
                <a:spLocks noChangeArrowheads="1"/>
              </p:cNvSpPr>
              <p:nvPr/>
            </p:nvSpPr>
            <p:spPr bwMode="auto">
              <a:xfrm>
                <a:off x="2340" y="2604"/>
                <a:ext cx="564" cy="468"/>
              </a:xfrm>
              <a:prstGeom prst="rect">
                <a:avLst/>
              </a:prstGeom>
              <a:solidFill>
                <a:schemeClr val="accent1"/>
              </a:solidFill>
              <a:ln w="31750">
                <a:solidFill>
                  <a:schemeClr val="tx1"/>
                </a:solidFill>
                <a:miter lim="800000"/>
                <a:headEnd/>
                <a:tailEnd/>
              </a:ln>
            </p:spPr>
            <p:txBody>
              <a:bodyPr wrap="none" anchor="ctr"/>
              <a:lstStyle/>
              <a:p>
                <a:pPr eaLnBrk="1" hangingPunct="1"/>
                <a:r>
                  <a:rPr lang="en-US" altLang="zh-CN" i="1">
                    <a:latin typeface="Times New Roman" panose="02020603050405020304" pitchFamily="18" charset="0"/>
                  </a:rPr>
                  <a:t>T</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54289" name="Line 17"/>
              <p:cNvSpPr>
                <a:spLocks noChangeShapeType="1"/>
              </p:cNvSpPr>
              <p:nvPr/>
            </p:nvSpPr>
            <p:spPr bwMode="auto">
              <a:xfrm>
                <a:off x="2904" y="2700"/>
                <a:ext cx="18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0" name="Line 18"/>
              <p:cNvSpPr>
                <a:spLocks noChangeShapeType="1"/>
              </p:cNvSpPr>
              <p:nvPr/>
            </p:nvSpPr>
            <p:spPr bwMode="auto">
              <a:xfrm>
                <a:off x="2904" y="2928"/>
                <a:ext cx="19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1" name="Text Box 19"/>
              <p:cNvSpPr txBox="1">
                <a:spLocks noChangeArrowheads="1"/>
              </p:cNvSpPr>
              <p:nvPr/>
            </p:nvSpPr>
            <p:spPr bwMode="auto">
              <a:xfrm>
                <a:off x="3164" y="2516"/>
                <a:ext cx="26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p>
            </p:txBody>
          </p:sp>
          <p:sp>
            <p:nvSpPr>
              <p:cNvPr id="54292" name="Text Box 20"/>
              <p:cNvSpPr txBox="1">
                <a:spLocks noChangeArrowheads="1"/>
              </p:cNvSpPr>
              <p:nvPr/>
            </p:nvSpPr>
            <p:spPr bwMode="auto">
              <a:xfrm>
                <a:off x="3128" y="2744"/>
                <a:ext cx="26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p>
                <a:pPr algn="l" eaLnBrk="1" hangingPunct="1"/>
                <a:r>
                  <a:rPr lang="en-US" altLang="zh-CN">
                    <a:latin typeface="Times New Roman" panose="02020603050405020304" pitchFamily="18" charset="0"/>
                  </a:rPr>
                  <a:t>...</a:t>
                </a:r>
              </a:p>
            </p:txBody>
          </p:sp>
          <p:sp>
            <p:nvSpPr>
              <p:cNvPr id="54293" name="Rectangle 21"/>
              <p:cNvSpPr>
                <a:spLocks noChangeArrowheads="1"/>
              </p:cNvSpPr>
              <p:nvPr/>
            </p:nvSpPr>
            <p:spPr bwMode="auto">
              <a:xfrm>
                <a:off x="3612" y="2592"/>
                <a:ext cx="564" cy="468"/>
              </a:xfrm>
              <a:prstGeom prst="rect">
                <a:avLst/>
              </a:prstGeom>
              <a:solidFill>
                <a:schemeClr val="accent1"/>
              </a:solidFill>
              <a:ln w="31750">
                <a:solidFill>
                  <a:schemeClr val="tx1"/>
                </a:solidFill>
                <a:miter lim="800000"/>
                <a:headEnd/>
                <a:tailEnd/>
              </a:ln>
            </p:spPr>
            <p:txBody>
              <a:bodyPr wrap="none" anchor="ctr"/>
              <a:lstStyle/>
              <a:p>
                <a:pPr eaLnBrk="1" hangingPunct="1"/>
                <a:r>
                  <a:rPr lang="en-US" altLang="zh-CN" i="1">
                    <a:latin typeface="Times New Roman" panose="02020603050405020304" pitchFamily="18" charset="0"/>
                  </a:rPr>
                  <a:t>T</a:t>
                </a:r>
                <a:r>
                  <a:rPr lang="en-US" altLang="zh-CN" baseline="-25000">
                    <a:latin typeface="Times New Roman" panose="02020603050405020304" pitchFamily="18" charset="0"/>
                  </a:rPr>
                  <a:t>n</a:t>
                </a:r>
                <a:endParaRPr lang="en-US" altLang="zh-CN">
                  <a:latin typeface="Times New Roman" panose="02020603050405020304" pitchFamily="18" charset="0"/>
                </a:endParaRPr>
              </a:p>
            </p:txBody>
          </p:sp>
          <p:sp>
            <p:nvSpPr>
              <p:cNvPr id="54294" name="Line 22"/>
              <p:cNvSpPr>
                <a:spLocks noChangeShapeType="1"/>
              </p:cNvSpPr>
              <p:nvPr/>
            </p:nvSpPr>
            <p:spPr bwMode="auto">
              <a:xfrm>
                <a:off x="3444" y="2712"/>
                <a:ext cx="1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5" name="Line 23"/>
              <p:cNvSpPr>
                <a:spLocks noChangeShapeType="1"/>
              </p:cNvSpPr>
              <p:nvPr/>
            </p:nvSpPr>
            <p:spPr bwMode="auto">
              <a:xfrm>
                <a:off x="3456" y="2934"/>
                <a:ext cx="156" cy="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6" name="Line 24"/>
              <p:cNvSpPr>
                <a:spLocks noChangeShapeType="1"/>
              </p:cNvSpPr>
              <p:nvPr/>
            </p:nvSpPr>
            <p:spPr bwMode="auto">
              <a:xfrm>
                <a:off x="4176" y="2688"/>
                <a:ext cx="3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7" name="Line 25"/>
              <p:cNvSpPr>
                <a:spLocks noChangeShapeType="1"/>
              </p:cNvSpPr>
              <p:nvPr/>
            </p:nvSpPr>
            <p:spPr bwMode="auto">
              <a:xfrm>
                <a:off x="4176" y="2916"/>
                <a:ext cx="3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9" name="Oval 27"/>
              <p:cNvSpPr>
                <a:spLocks noChangeArrowheads="1"/>
              </p:cNvSpPr>
              <p:nvPr/>
            </p:nvSpPr>
            <p:spPr bwMode="auto">
              <a:xfrm>
                <a:off x="942" y="2682"/>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18" name="Oval 46"/>
              <p:cNvSpPr>
                <a:spLocks noChangeArrowheads="1"/>
              </p:cNvSpPr>
              <p:nvPr/>
            </p:nvSpPr>
            <p:spPr bwMode="auto">
              <a:xfrm>
                <a:off x="948" y="2964"/>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19" name="Oval 47"/>
              <p:cNvSpPr>
                <a:spLocks noChangeArrowheads="1"/>
              </p:cNvSpPr>
              <p:nvPr/>
            </p:nvSpPr>
            <p:spPr bwMode="auto">
              <a:xfrm>
                <a:off x="2040" y="2682"/>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0" name="Oval 48"/>
              <p:cNvSpPr>
                <a:spLocks noChangeArrowheads="1"/>
              </p:cNvSpPr>
              <p:nvPr/>
            </p:nvSpPr>
            <p:spPr bwMode="auto">
              <a:xfrm>
                <a:off x="2034" y="2940"/>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1" name="Oval 49"/>
              <p:cNvSpPr>
                <a:spLocks noChangeArrowheads="1"/>
              </p:cNvSpPr>
              <p:nvPr/>
            </p:nvSpPr>
            <p:spPr bwMode="auto">
              <a:xfrm>
                <a:off x="3090" y="2676"/>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2" name="Oval 50"/>
              <p:cNvSpPr>
                <a:spLocks noChangeArrowheads="1"/>
              </p:cNvSpPr>
              <p:nvPr/>
            </p:nvSpPr>
            <p:spPr bwMode="auto">
              <a:xfrm>
                <a:off x="3090" y="2910"/>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3" name="Oval 51"/>
              <p:cNvSpPr>
                <a:spLocks noChangeArrowheads="1"/>
              </p:cNvSpPr>
              <p:nvPr/>
            </p:nvSpPr>
            <p:spPr bwMode="auto">
              <a:xfrm>
                <a:off x="3402" y="2688"/>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4" name="Oval 52"/>
              <p:cNvSpPr>
                <a:spLocks noChangeArrowheads="1"/>
              </p:cNvSpPr>
              <p:nvPr/>
            </p:nvSpPr>
            <p:spPr bwMode="auto">
              <a:xfrm>
                <a:off x="3408" y="2904"/>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5" name="Oval 53"/>
              <p:cNvSpPr>
                <a:spLocks noChangeArrowheads="1"/>
              </p:cNvSpPr>
              <p:nvPr/>
            </p:nvSpPr>
            <p:spPr bwMode="auto">
              <a:xfrm>
                <a:off x="4482" y="2670"/>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326" name="Oval 54"/>
              <p:cNvSpPr>
                <a:spLocks noChangeArrowheads="1"/>
              </p:cNvSpPr>
              <p:nvPr/>
            </p:nvSpPr>
            <p:spPr bwMode="auto">
              <a:xfrm>
                <a:off x="4494" y="2886"/>
                <a:ext cx="47" cy="47"/>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animEffect transition="in" filter="wipe(left)">
                                      <p:cBhvr>
                                        <p:cTn id="7" dur="500"/>
                                        <p:tgtEl>
                                          <p:spTgt spid="542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4278"/>
                                        </p:tgtEl>
                                        <p:attrNameLst>
                                          <p:attrName>style.visibility</p:attrName>
                                        </p:attrNameLst>
                                      </p:cBhvr>
                                      <p:to>
                                        <p:strVal val="visible"/>
                                      </p:to>
                                    </p:set>
                                    <p:animEffect transition="in" filter="wipe(left)">
                                      <p:cBhvr>
                                        <p:cTn id="12" dur="500"/>
                                        <p:tgtEl>
                                          <p:spTgt spid="542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5">
                                            <p:txEl>
                                              <p:pRg st="0" end="0"/>
                                            </p:txEl>
                                          </p:spTgt>
                                        </p:tgtEl>
                                        <p:attrNameLst>
                                          <p:attrName>style.visibility</p:attrName>
                                        </p:attrNameLst>
                                      </p:cBhvr>
                                      <p:to>
                                        <p:strVal val="visible"/>
                                      </p:to>
                                    </p:set>
                                    <p:animEffect transition="in" filter="wipe(left)">
                                      <p:cBhvr>
                                        <p:cTn id="17" dur="500"/>
                                        <p:tgtEl>
                                          <p:spTgt spid="5427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276">
                                            <p:txEl>
                                              <p:pRg st="0" end="0"/>
                                            </p:txEl>
                                          </p:spTgt>
                                        </p:tgtEl>
                                        <p:attrNameLst>
                                          <p:attrName>style.visibility</p:attrName>
                                        </p:attrNameLst>
                                      </p:cBhvr>
                                      <p:to>
                                        <p:strVal val="visible"/>
                                      </p:to>
                                    </p:set>
                                    <p:animEffect transition="in" filter="wipe(left)">
                                      <p:cBhvr>
                                        <p:cTn id="22" dur="500"/>
                                        <p:tgtEl>
                                          <p:spTgt spid="5427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272" fill="hold" nodeType="clickEffect">
                                  <p:stCondLst>
                                    <p:cond delay="0"/>
                                  </p:stCondLst>
                                  <p:childTnLst>
                                    <p:set>
                                      <p:cBhvr>
                                        <p:cTn id="26" dur="1" fill="hold">
                                          <p:stCondLst>
                                            <p:cond delay="0"/>
                                          </p:stCondLst>
                                        </p:cTn>
                                        <p:tgtEl>
                                          <p:spTgt spid="54332"/>
                                        </p:tgtEl>
                                        <p:attrNameLst>
                                          <p:attrName>style.visibility</p:attrName>
                                        </p:attrNameLst>
                                      </p:cBhvr>
                                      <p:to>
                                        <p:strVal val="visible"/>
                                      </p:to>
                                    </p:set>
                                    <p:anim calcmode="lin" valueType="num">
                                      <p:cBhvr>
                                        <p:cTn id="27" dur="500" fill="hold"/>
                                        <p:tgtEl>
                                          <p:spTgt spid="54332"/>
                                        </p:tgtEl>
                                        <p:attrNameLst>
                                          <p:attrName>ppt_w</p:attrName>
                                        </p:attrNameLst>
                                      </p:cBhvr>
                                      <p:tavLst>
                                        <p:tav tm="0">
                                          <p:val>
                                            <p:strVal val="2/3*#ppt_w"/>
                                          </p:val>
                                        </p:tav>
                                        <p:tav tm="100000">
                                          <p:val>
                                            <p:strVal val="#ppt_w"/>
                                          </p:val>
                                        </p:tav>
                                      </p:tavLst>
                                    </p:anim>
                                    <p:anim calcmode="lin" valueType="num">
                                      <p:cBhvr>
                                        <p:cTn id="28" dur="500" fill="hold"/>
                                        <p:tgtEl>
                                          <p:spTgt spid="54332"/>
                                        </p:tgtEl>
                                        <p:attrNameLst>
                                          <p:attrName>ppt_h</p:attrName>
                                        </p:attrNameLst>
                                      </p:cBhvr>
                                      <p:tavLst>
                                        <p:tav tm="0">
                                          <p:val>
                                            <p:strVal val="2/3*#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4280">
                                            <p:txEl>
                                              <p:pRg st="0" end="0"/>
                                            </p:txEl>
                                          </p:spTgt>
                                        </p:tgtEl>
                                        <p:attrNameLst>
                                          <p:attrName>style.visibility</p:attrName>
                                        </p:attrNameLst>
                                      </p:cBhvr>
                                      <p:to>
                                        <p:strVal val="visible"/>
                                      </p:to>
                                    </p:set>
                                    <p:animEffect transition="in" filter="wipe(left)">
                                      <p:cBhvr>
                                        <p:cTn id="33" dur="500"/>
                                        <p:tgtEl>
                                          <p:spTgt spid="5428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uild="p" autoUpdateAnimBg="0"/>
      <p:bldP spid="54275" grpId="0" build="p" autoUpdateAnimBg="0"/>
      <p:bldP spid="54276" grpId="0" build="p" autoUpdateAnimBg="0"/>
      <p:bldP spid="54280" grpId="0" build="p" autoUpdateAnimBg="0"/>
    </p:bld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514350" y="904875"/>
            <a:ext cx="8115300" cy="5048250"/>
          </a:xfrm>
          <a:prstGeom prst="rect">
            <a:avLst/>
          </a:prstGeom>
        </p:spPr>
      </p:pic>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64886" y="2657237"/>
            <a:ext cx="7273257" cy="1106805"/>
          </a:xfrm>
          <a:prstGeom prst="rect">
            <a:avLst/>
          </a:prstGeom>
          <a:noFill/>
        </p:spPr>
        <p:txBody>
          <a:bodyPr wrap="square" rtlCol="0">
            <a:spAutoFit/>
          </a:bodyPr>
          <a:lstStyle/>
          <a:p>
            <a:pPr algn="ctr"/>
            <a:r>
              <a:rPr lang="zh-CN" altLang="en-US" sz="6600" b="1" cap="all" dirty="0">
                <a:solidFill>
                  <a:schemeClr val="tx1"/>
                </a:solidFill>
                <a:uFillTx/>
                <a:latin typeface="Ink Free" panose="03080402000500000000" pitchFamily="66" charset="0"/>
                <a:ea typeface="华文行楷" panose="02010800040101010101" charset="-122"/>
                <a:cs typeface="Arial" panose="020B0604020202020204" pitchFamily="34" charset="0"/>
              </a:rPr>
              <a:t>感谢聆听</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IxODQwM2U5NzUxMDgwN2MwMWQwOTc0ZWJjZjIxMz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1954</TotalTime>
  <Words>10330</Words>
  <Application>Microsoft Office PowerPoint</Application>
  <PresentationFormat>全屏显示(4:3)</PresentationFormat>
  <Paragraphs>2272</Paragraphs>
  <Slides>282</Slides>
  <Notes>72</Notes>
  <HiddenSlides>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9</vt:i4>
      </vt:variant>
      <vt:variant>
        <vt:lpstr>幻灯片标题</vt:lpstr>
      </vt:variant>
      <vt:variant>
        <vt:i4>282</vt:i4>
      </vt:variant>
    </vt:vector>
  </HeadingPairs>
  <TitlesOfParts>
    <vt:vector size="317" baseType="lpstr">
      <vt:lpstr>Adobe 黑体 Std R</vt:lpstr>
      <vt:lpstr>Monotype Sorts</vt:lpstr>
      <vt:lpstr>等线</vt:lpstr>
      <vt:lpstr>仿宋_GB2312</vt:lpstr>
      <vt:lpstr>黑体</vt:lpstr>
      <vt:lpstr>华文楷体</vt:lpstr>
      <vt:lpstr>华文隶书</vt:lpstr>
      <vt:lpstr>华文细黑</vt:lpstr>
      <vt:lpstr>华文新魏</vt:lpstr>
      <vt:lpstr>华文行楷</vt:lpstr>
      <vt:lpstr>楷体</vt:lpstr>
      <vt:lpstr>楷体_GB2312</vt:lpstr>
      <vt:lpstr>隶书</vt:lpstr>
      <vt:lpstr>宋体</vt:lpstr>
      <vt:lpstr>微软雅黑</vt:lpstr>
      <vt:lpstr>幼圆</vt:lpstr>
      <vt:lpstr>Arial</vt:lpstr>
      <vt:lpstr>Calibri</vt:lpstr>
      <vt:lpstr>Calibri Light</vt:lpstr>
      <vt:lpstr>Cambria Math</vt:lpstr>
      <vt:lpstr>Ink Free</vt:lpstr>
      <vt:lpstr>Perpetua</vt:lpstr>
      <vt:lpstr>Symbol</vt:lpstr>
      <vt:lpstr>Times New Roman</vt:lpstr>
      <vt:lpstr>Wingdings</vt:lpstr>
      <vt:lpstr>Office 主题​​</vt:lpstr>
      <vt:lpstr>VISIO</vt:lpstr>
      <vt:lpstr>Visio</vt:lpstr>
      <vt:lpstr>Equation</vt:lpstr>
      <vt:lpstr>Flash 文档</vt:lpstr>
      <vt:lpstr>Flash Movie</vt:lpstr>
      <vt:lpstr>公式</vt:lpstr>
      <vt:lpstr>Visio.Drawing.6</vt:lpstr>
      <vt:lpstr>MathType 7.0 Equation</vt:lpstr>
      <vt:lpstr>Visio.Drawing.11</vt:lpstr>
      <vt:lpstr>PowerPoint 演示文稿</vt:lpstr>
      <vt:lpstr>PowerPoint 演示文稿</vt:lpstr>
      <vt:lpstr>PowerPoint 演示文稿</vt:lpstr>
      <vt:lpstr>PowerPoint 演示文稿</vt:lpstr>
      <vt:lpstr>PowerPoint 演示文稿</vt:lpstr>
      <vt:lpstr>PowerPoint 演示文稿</vt:lpstr>
      <vt:lpstr>例5. The power of each circuit ?</vt:lpstr>
      <vt:lpstr>PowerPoint 演示文稿</vt:lpstr>
      <vt:lpstr>PowerPoint 演示文稿</vt:lpstr>
      <vt:lpstr>2.受控电源 Dependent Source (active elements)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2.快速列写法</vt:lpstr>
      <vt:lpstr>PowerPoint 演示文稿</vt:lpstr>
      <vt:lpstr>PowerPoint 演示文稿</vt:lpstr>
      <vt:lpstr>4.Mesh analysis with source branches</vt:lpstr>
      <vt:lpstr>4.Mesh analysis with source branches</vt:lpstr>
      <vt:lpstr>PowerPoint 演示文稿</vt:lpstr>
      <vt:lpstr>PowerPoint 演示文稿</vt:lpstr>
      <vt:lpstr>3. 快速列写法</vt:lpstr>
      <vt:lpstr>PowerPoint 演示文稿</vt:lpstr>
      <vt:lpstr>PowerPoint 演示文稿</vt:lpstr>
      <vt:lpstr>PowerPoint 演示文稿</vt:lpstr>
      <vt:lpstr>PowerPoint 演示文稿</vt:lpstr>
      <vt:lpstr>4.Mesh analysis with source branches</vt:lpstr>
      <vt:lpstr>4.Mesh analysis with source branches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 叠加定理 Superposition Theorem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电容的串并联</vt:lpstr>
      <vt:lpstr>PowerPoint 演示文稿</vt:lpstr>
      <vt:lpstr>（2）电容的并联</vt:lpstr>
      <vt:lpstr>PowerPoint 演示文稿</vt:lpstr>
      <vt:lpstr>PowerPoint 演示文稿</vt:lpstr>
      <vt:lpstr>PowerPoint 演示文稿</vt:lpstr>
      <vt:lpstr>4. 电感的串并联</vt:lpstr>
      <vt:lpstr>(2) 电感的并联</vt:lpstr>
      <vt:lpstr>PowerPoint 演示文稿</vt:lpstr>
      <vt:lpstr>电容、电感小结（1）</vt:lpstr>
      <vt:lpstr>PowerPoint 演示文稿</vt:lpstr>
      <vt:lpstr>PowerPoint 演示文稿</vt:lpstr>
      <vt:lpstr>PowerPoint 演示文稿</vt:lpstr>
      <vt:lpstr>8.3直流电源激励下的响应</vt:lpstr>
      <vt:lpstr>PowerPoint 演示文稿</vt:lpstr>
      <vt:lpstr>PowerPoint 演示文稿</vt:lpstr>
      <vt:lpstr>PowerPoint 演示文稿</vt:lpstr>
      <vt:lpstr>PowerPoint 演示文稿</vt:lpstr>
      <vt:lpstr>PowerPoint 演示文稿</vt:lpstr>
      <vt:lpstr>Practice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10.3.3  电路的相量模型（直接记忆啊）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旭</dc:creator>
  <cp:lastModifiedBy>洛琦 白</cp:lastModifiedBy>
  <cp:revision>344</cp:revision>
  <dcterms:created xsi:type="dcterms:W3CDTF">2022-06-03T01:52:00Z</dcterms:created>
  <dcterms:modified xsi:type="dcterms:W3CDTF">2024-08-17T03:34:04Z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9B6DFF4223D948FDA3C6746BCF88E028</vt:lpwstr>
  </property>
  <property fmtid="{D5CDD505-2E9C-101B-9397-08002B2CF9AE}" pid="3" name="KSOProductBuildVer">
    <vt:lpwstr>2052-12.1.0.16250</vt:lpwstr>
  </property>
</Properties>
</file>